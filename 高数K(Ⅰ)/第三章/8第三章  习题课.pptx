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56" r:id="rId2"/>
    <p:sldId id="589" r:id="rId3"/>
    <p:sldId id="306" r:id="rId4"/>
    <p:sldId id="307" r:id="rId5"/>
    <p:sldId id="308" r:id="rId6"/>
    <p:sldId id="485" r:id="rId7"/>
    <p:sldId id="548" r:id="rId8"/>
    <p:sldId id="536" r:id="rId9"/>
    <p:sldId id="537" r:id="rId10"/>
    <p:sldId id="541" r:id="rId11"/>
    <p:sldId id="492" r:id="rId12"/>
    <p:sldId id="509" r:id="rId13"/>
    <p:sldId id="542" r:id="rId14"/>
    <p:sldId id="543" r:id="rId15"/>
    <p:sldId id="518" r:id="rId16"/>
    <p:sldId id="525" r:id="rId17"/>
    <p:sldId id="526" r:id="rId18"/>
    <p:sldId id="451" r:id="rId19"/>
    <p:sldId id="510" r:id="rId20"/>
    <p:sldId id="550" r:id="rId21"/>
    <p:sldId id="592" r:id="rId22"/>
    <p:sldId id="608" r:id="rId23"/>
    <p:sldId id="609" r:id="rId24"/>
    <p:sldId id="500" r:id="rId25"/>
    <p:sldId id="551" r:id="rId26"/>
    <p:sldId id="552" r:id="rId27"/>
    <p:sldId id="553" r:id="rId28"/>
    <p:sldId id="452" r:id="rId29"/>
    <p:sldId id="453" r:id="rId30"/>
    <p:sldId id="591" r:id="rId31"/>
    <p:sldId id="314" r:id="rId32"/>
    <p:sldId id="315" r:id="rId33"/>
    <p:sldId id="316" r:id="rId34"/>
    <p:sldId id="317" r:id="rId35"/>
    <p:sldId id="318" r:id="rId36"/>
    <p:sldId id="334" r:id="rId37"/>
    <p:sldId id="337" r:id="rId38"/>
    <p:sldId id="319" r:id="rId39"/>
    <p:sldId id="340" r:id="rId40"/>
    <p:sldId id="341" r:id="rId41"/>
    <p:sldId id="342" r:id="rId42"/>
    <p:sldId id="345" r:id="rId43"/>
    <p:sldId id="346" r:id="rId44"/>
    <p:sldId id="347" r:id="rId45"/>
    <p:sldId id="354" r:id="rId46"/>
    <p:sldId id="611" r:id="rId47"/>
    <p:sldId id="356" r:id="rId48"/>
    <p:sldId id="362" r:id="rId49"/>
    <p:sldId id="357" r:id="rId50"/>
    <p:sldId id="358" r:id="rId51"/>
    <p:sldId id="360" r:id="rId52"/>
    <p:sldId id="467" r:id="rId53"/>
    <p:sldId id="468" r:id="rId54"/>
    <p:sldId id="469" r:id="rId55"/>
    <p:sldId id="429" r:id="rId56"/>
    <p:sldId id="430" r:id="rId57"/>
    <p:sldId id="480" r:id="rId58"/>
    <p:sldId id="483" r:id="rId59"/>
    <p:sldId id="595" r:id="rId60"/>
    <p:sldId id="596" r:id="rId61"/>
    <p:sldId id="597" r:id="rId62"/>
    <p:sldId id="599" r:id="rId63"/>
    <p:sldId id="594" r:id="rId64"/>
    <p:sldId id="382" r:id="rId65"/>
    <p:sldId id="379" r:id="rId66"/>
    <p:sldId id="380" r:id="rId67"/>
    <p:sldId id="475" r:id="rId68"/>
    <p:sldId id="350" r:id="rId69"/>
    <p:sldId id="351" r:id="rId70"/>
    <p:sldId id="353" r:id="rId71"/>
    <p:sldId id="477" r:id="rId72"/>
    <p:sldId id="478" r:id="rId73"/>
    <p:sldId id="600" r:id="rId74"/>
    <p:sldId id="479" r:id="rId75"/>
    <p:sldId id="601" r:id="rId76"/>
    <p:sldId id="602" r:id="rId77"/>
    <p:sldId id="603" r:id="rId78"/>
    <p:sldId id="604" r:id="rId79"/>
    <p:sldId id="605" r:id="rId80"/>
    <p:sldId id="606" r:id="rId81"/>
    <p:sldId id="607" r:id="rId82"/>
    <p:sldId id="481" r:id="rId83"/>
    <p:sldId id="299" r:id="rId8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0000FF"/>
    <a:srgbClr val="FF3200"/>
    <a:srgbClr val="FFC864"/>
    <a:srgbClr val="FFFFC8"/>
    <a:srgbClr val="FF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73" autoAdjust="0"/>
    <p:restoredTop sz="91774" autoAdjust="0"/>
  </p:normalViewPr>
  <p:slideViewPr>
    <p:cSldViewPr>
      <p:cViewPr varScale="1">
        <p:scale>
          <a:sx n="122" d="100"/>
          <a:sy n="122" d="100"/>
        </p:scale>
        <p:origin x="96" y="288"/>
      </p:cViewPr>
      <p:guideLst>
        <p:guide orient="horz" pos="1847"/>
        <p:guide pos="174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3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2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Relationship Id="rId14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5.wmf"/><Relationship Id="rId3" Type="http://schemas.openxmlformats.org/officeDocument/2006/relationships/image" Target="../media/image36.wmf"/><Relationship Id="rId7" Type="http://schemas.openxmlformats.org/officeDocument/2006/relationships/image" Target="../media/image39.wmf"/><Relationship Id="rId12" Type="http://schemas.openxmlformats.org/officeDocument/2006/relationships/image" Target="../media/image44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28.wmf"/><Relationship Id="rId9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28.wmf"/><Relationship Id="rId4" Type="http://schemas.openxmlformats.org/officeDocument/2006/relationships/image" Target="../media/image4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61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12" Type="http://schemas.openxmlformats.org/officeDocument/2006/relationships/image" Target="../media/image60.wmf"/><Relationship Id="rId17" Type="http://schemas.openxmlformats.org/officeDocument/2006/relationships/image" Target="../media/image65.wmf"/><Relationship Id="rId2" Type="http://schemas.openxmlformats.org/officeDocument/2006/relationships/image" Target="../media/image50.wmf"/><Relationship Id="rId16" Type="http://schemas.openxmlformats.org/officeDocument/2006/relationships/image" Target="../media/image64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11" Type="http://schemas.openxmlformats.org/officeDocument/2006/relationships/image" Target="../media/image59.wmf"/><Relationship Id="rId5" Type="http://schemas.openxmlformats.org/officeDocument/2006/relationships/image" Target="../media/image53.wmf"/><Relationship Id="rId15" Type="http://schemas.openxmlformats.org/officeDocument/2006/relationships/image" Target="../media/image63.wmf"/><Relationship Id="rId10" Type="http://schemas.openxmlformats.org/officeDocument/2006/relationships/image" Target="../media/image58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Relationship Id="rId14" Type="http://schemas.openxmlformats.org/officeDocument/2006/relationships/image" Target="../media/image6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4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12" Type="http://schemas.openxmlformats.org/officeDocument/2006/relationships/image" Target="../media/image83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image" Target="../media/image97.wmf"/><Relationship Id="rId18" Type="http://schemas.openxmlformats.org/officeDocument/2006/relationships/image" Target="../media/image10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12" Type="http://schemas.openxmlformats.org/officeDocument/2006/relationships/image" Target="../media/image96.wmf"/><Relationship Id="rId17" Type="http://schemas.openxmlformats.org/officeDocument/2006/relationships/image" Target="../media/image101.wmf"/><Relationship Id="rId2" Type="http://schemas.openxmlformats.org/officeDocument/2006/relationships/image" Target="../media/image86.wmf"/><Relationship Id="rId16" Type="http://schemas.openxmlformats.org/officeDocument/2006/relationships/image" Target="../media/image100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11" Type="http://schemas.openxmlformats.org/officeDocument/2006/relationships/image" Target="../media/image95.wmf"/><Relationship Id="rId5" Type="http://schemas.openxmlformats.org/officeDocument/2006/relationships/image" Target="../media/image89.wmf"/><Relationship Id="rId15" Type="http://schemas.openxmlformats.org/officeDocument/2006/relationships/image" Target="../media/image99.w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Relationship Id="rId14" Type="http://schemas.openxmlformats.org/officeDocument/2006/relationships/image" Target="../media/image9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9" Type="http://schemas.openxmlformats.org/officeDocument/2006/relationships/image" Target="../media/image11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image" Target="../media/image117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12" Type="http://schemas.openxmlformats.org/officeDocument/2006/relationships/image" Target="../media/image116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11" Type="http://schemas.openxmlformats.org/officeDocument/2006/relationships/image" Target="../media/image115.wmf"/><Relationship Id="rId5" Type="http://schemas.openxmlformats.org/officeDocument/2006/relationships/image" Target="../media/image107.wmf"/><Relationship Id="rId15" Type="http://schemas.openxmlformats.org/officeDocument/2006/relationships/image" Target="../media/image119.wmf"/><Relationship Id="rId10" Type="http://schemas.openxmlformats.org/officeDocument/2006/relationships/image" Target="../media/image114.wmf"/><Relationship Id="rId4" Type="http://schemas.openxmlformats.org/officeDocument/2006/relationships/image" Target="../media/image106.wmf"/><Relationship Id="rId9" Type="http://schemas.openxmlformats.org/officeDocument/2006/relationships/image" Target="../media/image113.wmf"/><Relationship Id="rId14" Type="http://schemas.openxmlformats.org/officeDocument/2006/relationships/image" Target="../media/image11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118.wmf"/><Relationship Id="rId7" Type="http://schemas.openxmlformats.org/officeDocument/2006/relationships/image" Target="../media/image123.wmf"/><Relationship Id="rId2" Type="http://schemas.openxmlformats.org/officeDocument/2006/relationships/image" Target="../media/image120.wmf"/><Relationship Id="rId1" Type="http://schemas.openxmlformats.org/officeDocument/2006/relationships/image" Target="../media/image116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1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image" Target="../media/image137.wmf"/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12" Type="http://schemas.openxmlformats.org/officeDocument/2006/relationships/image" Target="../media/image136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11" Type="http://schemas.openxmlformats.org/officeDocument/2006/relationships/image" Target="../media/image135.wmf"/><Relationship Id="rId5" Type="http://schemas.openxmlformats.org/officeDocument/2006/relationships/image" Target="../media/image129.wmf"/><Relationship Id="rId10" Type="http://schemas.openxmlformats.org/officeDocument/2006/relationships/image" Target="../media/image134.wmf"/><Relationship Id="rId4" Type="http://schemas.openxmlformats.org/officeDocument/2006/relationships/image" Target="../media/image128.wmf"/><Relationship Id="rId9" Type="http://schemas.openxmlformats.org/officeDocument/2006/relationships/image" Target="../media/image13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12" Type="http://schemas.openxmlformats.org/officeDocument/2006/relationships/image" Target="../media/image149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11" Type="http://schemas.openxmlformats.org/officeDocument/2006/relationships/image" Target="../media/image148.wmf"/><Relationship Id="rId5" Type="http://schemas.openxmlformats.org/officeDocument/2006/relationships/image" Target="../media/image142.wmf"/><Relationship Id="rId10" Type="http://schemas.openxmlformats.org/officeDocument/2006/relationships/image" Target="../media/image147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10" Type="http://schemas.openxmlformats.org/officeDocument/2006/relationships/image" Target="../media/image159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172.wmf"/><Relationship Id="rId3" Type="http://schemas.openxmlformats.org/officeDocument/2006/relationships/image" Target="../media/image162.wmf"/><Relationship Id="rId7" Type="http://schemas.openxmlformats.org/officeDocument/2006/relationships/image" Target="../media/image166.wmf"/><Relationship Id="rId12" Type="http://schemas.openxmlformats.org/officeDocument/2006/relationships/image" Target="../media/image171.wmf"/><Relationship Id="rId17" Type="http://schemas.openxmlformats.org/officeDocument/2006/relationships/image" Target="../media/image176.wmf"/><Relationship Id="rId2" Type="http://schemas.openxmlformats.org/officeDocument/2006/relationships/image" Target="../media/image161.wmf"/><Relationship Id="rId16" Type="http://schemas.openxmlformats.org/officeDocument/2006/relationships/image" Target="../media/image175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11" Type="http://schemas.openxmlformats.org/officeDocument/2006/relationships/image" Target="../media/image170.wmf"/><Relationship Id="rId5" Type="http://schemas.openxmlformats.org/officeDocument/2006/relationships/image" Target="../media/image164.wmf"/><Relationship Id="rId15" Type="http://schemas.openxmlformats.org/officeDocument/2006/relationships/image" Target="../media/image174.wmf"/><Relationship Id="rId10" Type="http://schemas.openxmlformats.org/officeDocument/2006/relationships/image" Target="../media/image169.wmf"/><Relationship Id="rId4" Type="http://schemas.openxmlformats.org/officeDocument/2006/relationships/image" Target="../media/image163.wmf"/><Relationship Id="rId9" Type="http://schemas.openxmlformats.org/officeDocument/2006/relationships/image" Target="../media/image168.wmf"/><Relationship Id="rId14" Type="http://schemas.openxmlformats.org/officeDocument/2006/relationships/image" Target="../media/image17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3" Type="http://schemas.openxmlformats.org/officeDocument/2006/relationships/image" Target="../media/image171.wmf"/><Relationship Id="rId7" Type="http://schemas.openxmlformats.org/officeDocument/2006/relationships/image" Target="../media/image180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179.wmf"/><Relationship Id="rId5" Type="http://schemas.openxmlformats.org/officeDocument/2006/relationships/image" Target="../media/image170.wmf"/><Relationship Id="rId4" Type="http://schemas.openxmlformats.org/officeDocument/2006/relationships/image" Target="../media/image172.wmf"/><Relationship Id="rId9" Type="http://schemas.openxmlformats.org/officeDocument/2006/relationships/image" Target="../media/image18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Relationship Id="rId9" Type="http://schemas.openxmlformats.org/officeDocument/2006/relationships/image" Target="../media/image19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image" Target="../media/image194.wmf"/><Relationship Id="rId7" Type="http://schemas.openxmlformats.org/officeDocument/2006/relationships/image" Target="../media/image198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Relationship Id="rId9" Type="http://schemas.openxmlformats.org/officeDocument/2006/relationships/image" Target="../media/image20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wmf"/><Relationship Id="rId2" Type="http://schemas.openxmlformats.org/officeDocument/2006/relationships/image" Target="../media/image200.wmf"/><Relationship Id="rId1" Type="http://schemas.openxmlformats.org/officeDocument/2006/relationships/image" Target="../media/image19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image" Target="../media/image213.wmf"/><Relationship Id="rId3" Type="http://schemas.openxmlformats.org/officeDocument/2006/relationships/image" Target="../media/image203.wmf"/><Relationship Id="rId7" Type="http://schemas.openxmlformats.org/officeDocument/2006/relationships/image" Target="../media/image207.wmf"/><Relationship Id="rId12" Type="http://schemas.openxmlformats.org/officeDocument/2006/relationships/image" Target="../media/image212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6" Type="http://schemas.openxmlformats.org/officeDocument/2006/relationships/image" Target="../media/image206.wmf"/><Relationship Id="rId11" Type="http://schemas.openxmlformats.org/officeDocument/2006/relationships/image" Target="../media/image211.wmf"/><Relationship Id="rId5" Type="http://schemas.openxmlformats.org/officeDocument/2006/relationships/image" Target="../media/image205.wmf"/><Relationship Id="rId10" Type="http://schemas.openxmlformats.org/officeDocument/2006/relationships/image" Target="../media/image210.wmf"/><Relationship Id="rId4" Type="http://schemas.openxmlformats.org/officeDocument/2006/relationships/image" Target="../media/image204.wmf"/><Relationship Id="rId9" Type="http://schemas.openxmlformats.org/officeDocument/2006/relationships/image" Target="../media/image20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image" Target="../media/image211.wmf"/><Relationship Id="rId7" Type="http://schemas.openxmlformats.org/officeDocument/2006/relationships/image" Target="../media/image218.wmf"/><Relationship Id="rId2" Type="http://schemas.openxmlformats.org/officeDocument/2006/relationships/image" Target="../media/image210.wmf"/><Relationship Id="rId1" Type="http://schemas.openxmlformats.org/officeDocument/2006/relationships/image" Target="../media/image214.wmf"/><Relationship Id="rId6" Type="http://schemas.openxmlformats.org/officeDocument/2006/relationships/image" Target="../media/image217.wmf"/><Relationship Id="rId5" Type="http://schemas.openxmlformats.org/officeDocument/2006/relationships/image" Target="../media/image216.wmf"/><Relationship Id="rId4" Type="http://schemas.openxmlformats.org/officeDocument/2006/relationships/image" Target="../media/image21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3" Type="http://schemas.openxmlformats.org/officeDocument/2006/relationships/image" Target="../media/image221.wmf"/><Relationship Id="rId7" Type="http://schemas.openxmlformats.org/officeDocument/2006/relationships/image" Target="../media/image225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4.wmf"/><Relationship Id="rId11" Type="http://schemas.openxmlformats.org/officeDocument/2006/relationships/image" Target="../media/image229.wmf"/><Relationship Id="rId5" Type="http://schemas.openxmlformats.org/officeDocument/2006/relationships/image" Target="../media/image223.wmf"/><Relationship Id="rId10" Type="http://schemas.openxmlformats.org/officeDocument/2006/relationships/image" Target="../media/image228.wmf"/><Relationship Id="rId4" Type="http://schemas.openxmlformats.org/officeDocument/2006/relationships/image" Target="../media/image222.wmf"/><Relationship Id="rId9" Type="http://schemas.openxmlformats.org/officeDocument/2006/relationships/image" Target="../media/image22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wmf"/><Relationship Id="rId7" Type="http://schemas.openxmlformats.org/officeDocument/2006/relationships/image" Target="../media/image236.wmf"/><Relationship Id="rId2" Type="http://schemas.openxmlformats.org/officeDocument/2006/relationships/image" Target="../media/image231.wmf"/><Relationship Id="rId1" Type="http://schemas.openxmlformats.org/officeDocument/2006/relationships/image" Target="../media/image230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wmf"/><Relationship Id="rId2" Type="http://schemas.openxmlformats.org/officeDocument/2006/relationships/image" Target="../media/image238.wmf"/><Relationship Id="rId1" Type="http://schemas.openxmlformats.org/officeDocument/2006/relationships/image" Target="../media/image237.wmf"/><Relationship Id="rId4" Type="http://schemas.openxmlformats.org/officeDocument/2006/relationships/image" Target="../media/image240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3" Type="http://schemas.openxmlformats.org/officeDocument/2006/relationships/image" Target="../media/image243.wmf"/><Relationship Id="rId7" Type="http://schemas.openxmlformats.org/officeDocument/2006/relationships/image" Target="../media/image247.wmf"/><Relationship Id="rId12" Type="http://schemas.openxmlformats.org/officeDocument/2006/relationships/image" Target="../media/image252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Relationship Id="rId6" Type="http://schemas.openxmlformats.org/officeDocument/2006/relationships/image" Target="../media/image246.wmf"/><Relationship Id="rId11" Type="http://schemas.openxmlformats.org/officeDocument/2006/relationships/image" Target="../media/image251.wmf"/><Relationship Id="rId5" Type="http://schemas.openxmlformats.org/officeDocument/2006/relationships/image" Target="../media/image245.wmf"/><Relationship Id="rId10" Type="http://schemas.openxmlformats.org/officeDocument/2006/relationships/image" Target="../media/image250.wmf"/><Relationship Id="rId4" Type="http://schemas.openxmlformats.org/officeDocument/2006/relationships/image" Target="../media/image244.wmf"/><Relationship Id="rId9" Type="http://schemas.openxmlformats.org/officeDocument/2006/relationships/image" Target="../media/image24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wmf"/><Relationship Id="rId2" Type="http://schemas.openxmlformats.org/officeDocument/2006/relationships/image" Target="../media/image253.wmf"/><Relationship Id="rId1" Type="http://schemas.openxmlformats.org/officeDocument/2006/relationships/image" Target="../media/image245.wmf"/><Relationship Id="rId5" Type="http://schemas.openxmlformats.org/officeDocument/2006/relationships/image" Target="../media/image256.wmf"/><Relationship Id="rId4" Type="http://schemas.openxmlformats.org/officeDocument/2006/relationships/image" Target="../media/image25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13" Type="http://schemas.openxmlformats.org/officeDocument/2006/relationships/image" Target="../media/image269.wmf"/><Relationship Id="rId18" Type="http://schemas.openxmlformats.org/officeDocument/2006/relationships/image" Target="../media/image274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12" Type="http://schemas.openxmlformats.org/officeDocument/2006/relationships/image" Target="../media/image268.wmf"/><Relationship Id="rId17" Type="http://schemas.openxmlformats.org/officeDocument/2006/relationships/image" Target="../media/image273.wmf"/><Relationship Id="rId2" Type="http://schemas.openxmlformats.org/officeDocument/2006/relationships/image" Target="../media/image258.wmf"/><Relationship Id="rId16" Type="http://schemas.openxmlformats.org/officeDocument/2006/relationships/image" Target="../media/image272.wmf"/><Relationship Id="rId1" Type="http://schemas.openxmlformats.org/officeDocument/2006/relationships/image" Target="../media/image257.wmf"/><Relationship Id="rId6" Type="http://schemas.openxmlformats.org/officeDocument/2006/relationships/image" Target="../media/image262.wmf"/><Relationship Id="rId11" Type="http://schemas.openxmlformats.org/officeDocument/2006/relationships/image" Target="../media/image267.wmf"/><Relationship Id="rId5" Type="http://schemas.openxmlformats.org/officeDocument/2006/relationships/image" Target="../media/image261.wmf"/><Relationship Id="rId15" Type="http://schemas.openxmlformats.org/officeDocument/2006/relationships/image" Target="../media/image271.wmf"/><Relationship Id="rId10" Type="http://schemas.openxmlformats.org/officeDocument/2006/relationships/image" Target="../media/image266.wmf"/><Relationship Id="rId19" Type="http://schemas.openxmlformats.org/officeDocument/2006/relationships/image" Target="../media/image275.wmf"/><Relationship Id="rId4" Type="http://schemas.openxmlformats.org/officeDocument/2006/relationships/image" Target="../media/image260.wmf"/><Relationship Id="rId9" Type="http://schemas.openxmlformats.org/officeDocument/2006/relationships/image" Target="../media/image265.wmf"/><Relationship Id="rId14" Type="http://schemas.openxmlformats.org/officeDocument/2006/relationships/image" Target="../media/image27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wmf"/><Relationship Id="rId2" Type="http://schemas.openxmlformats.org/officeDocument/2006/relationships/image" Target="../media/image277.wmf"/><Relationship Id="rId1" Type="http://schemas.openxmlformats.org/officeDocument/2006/relationships/image" Target="../media/image276.wmf"/><Relationship Id="rId4" Type="http://schemas.openxmlformats.org/officeDocument/2006/relationships/image" Target="../media/image257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13" Type="http://schemas.openxmlformats.org/officeDocument/2006/relationships/image" Target="../media/image290.wmf"/><Relationship Id="rId18" Type="http://schemas.openxmlformats.org/officeDocument/2006/relationships/image" Target="../media/image294.wmf"/><Relationship Id="rId3" Type="http://schemas.openxmlformats.org/officeDocument/2006/relationships/image" Target="../media/image280.wmf"/><Relationship Id="rId7" Type="http://schemas.openxmlformats.org/officeDocument/2006/relationships/image" Target="../media/image284.wmf"/><Relationship Id="rId12" Type="http://schemas.openxmlformats.org/officeDocument/2006/relationships/image" Target="../media/image289.wmf"/><Relationship Id="rId17" Type="http://schemas.openxmlformats.org/officeDocument/2006/relationships/image" Target="../media/image293.wmf"/><Relationship Id="rId2" Type="http://schemas.openxmlformats.org/officeDocument/2006/relationships/image" Target="../media/image279.wmf"/><Relationship Id="rId16" Type="http://schemas.openxmlformats.org/officeDocument/2006/relationships/image" Target="../media/image270.wmf"/><Relationship Id="rId1" Type="http://schemas.openxmlformats.org/officeDocument/2006/relationships/image" Target="../media/image257.wmf"/><Relationship Id="rId6" Type="http://schemas.openxmlformats.org/officeDocument/2006/relationships/image" Target="../media/image283.wmf"/><Relationship Id="rId11" Type="http://schemas.openxmlformats.org/officeDocument/2006/relationships/image" Target="../media/image288.wmf"/><Relationship Id="rId5" Type="http://schemas.openxmlformats.org/officeDocument/2006/relationships/image" Target="../media/image282.wmf"/><Relationship Id="rId15" Type="http://schemas.openxmlformats.org/officeDocument/2006/relationships/image" Target="../media/image292.wmf"/><Relationship Id="rId10" Type="http://schemas.openxmlformats.org/officeDocument/2006/relationships/image" Target="../media/image287.wmf"/><Relationship Id="rId4" Type="http://schemas.openxmlformats.org/officeDocument/2006/relationships/image" Target="../media/image281.wmf"/><Relationship Id="rId9" Type="http://schemas.openxmlformats.org/officeDocument/2006/relationships/image" Target="../media/image286.wmf"/><Relationship Id="rId14" Type="http://schemas.openxmlformats.org/officeDocument/2006/relationships/image" Target="../media/image291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13" Type="http://schemas.openxmlformats.org/officeDocument/2006/relationships/image" Target="../media/image307.wmf"/><Relationship Id="rId3" Type="http://schemas.openxmlformats.org/officeDocument/2006/relationships/image" Target="../media/image297.wmf"/><Relationship Id="rId7" Type="http://schemas.openxmlformats.org/officeDocument/2006/relationships/image" Target="../media/image301.wmf"/><Relationship Id="rId12" Type="http://schemas.openxmlformats.org/officeDocument/2006/relationships/image" Target="../media/image306.wmf"/><Relationship Id="rId17" Type="http://schemas.openxmlformats.org/officeDocument/2006/relationships/image" Target="../media/image311.wmf"/><Relationship Id="rId2" Type="http://schemas.openxmlformats.org/officeDocument/2006/relationships/image" Target="../media/image296.wmf"/><Relationship Id="rId16" Type="http://schemas.openxmlformats.org/officeDocument/2006/relationships/image" Target="../media/image310.wmf"/><Relationship Id="rId1" Type="http://schemas.openxmlformats.org/officeDocument/2006/relationships/image" Target="../media/image295.wmf"/><Relationship Id="rId6" Type="http://schemas.openxmlformats.org/officeDocument/2006/relationships/image" Target="../media/image300.wmf"/><Relationship Id="rId11" Type="http://schemas.openxmlformats.org/officeDocument/2006/relationships/image" Target="../media/image305.wmf"/><Relationship Id="rId5" Type="http://schemas.openxmlformats.org/officeDocument/2006/relationships/image" Target="../media/image299.wmf"/><Relationship Id="rId15" Type="http://schemas.openxmlformats.org/officeDocument/2006/relationships/image" Target="../media/image309.wmf"/><Relationship Id="rId10" Type="http://schemas.openxmlformats.org/officeDocument/2006/relationships/image" Target="../media/image304.wmf"/><Relationship Id="rId4" Type="http://schemas.openxmlformats.org/officeDocument/2006/relationships/image" Target="../media/image298.wmf"/><Relationship Id="rId9" Type="http://schemas.openxmlformats.org/officeDocument/2006/relationships/image" Target="../media/image303.wmf"/><Relationship Id="rId14" Type="http://schemas.openxmlformats.org/officeDocument/2006/relationships/image" Target="../media/image308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13" Type="http://schemas.openxmlformats.org/officeDocument/2006/relationships/image" Target="../media/image324.wmf"/><Relationship Id="rId18" Type="http://schemas.openxmlformats.org/officeDocument/2006/relationships/image" Target="../media/image329.wmf"/><Relationship Id="rId3" Type="http://schemas.openxmlformats.org/officeDocument/2006/relationships/image" Target="../media/image314.wmf"/><Relationship Id="rId7" Type="http://schemas.openxmlformats.org/officeDocument/2006/relationships/image" Target="../media/image318.wmf"/><Relationship Id="rId12" Type="http://schemas.openxmlformats.org/officeDocument/2006/relationships/image" Target="../media/image323.wmf"/><Relationship Id="rId17" Type="http://schemas.openxmlformats.org/officeDocument/2006/relationships/image" Target="../media/image328.wmf"/><Relationship Id="rId2" Type="http://schemas.openxmlformats.org/officeDocument/2006/relationships/image" Target="../media/image313.wmf"/><Relationship Id="rId16" Type="http://schemas.openxmlformats.org/officeDocument/2006/relationships/image" Target="../media/image327.wmf"/><Relationship Id="rId1" Type="http://schemas.openxmlformats.org/officeDocument/2006/relationships/image" Target="../media/image312.wmf"/><Relationship Id="rId6" Type="http://schemas.openxmlformats.org/officeDocument/2006/relationships/image" Target="../media/image317.wmf"/><Relationship Id="rId11" Type="http://schemas.openxmlformats.org/officeDocument/2006/relationships/image" Target="../media/image322.wmf"/><Relationship Id="rId5" Type="http://schemas.openxmlformats.org/officeDocument/2006/relationships/image" Target="../media/image316.wmf"/><Relationship Id="rId15" Type="http://schemas.openxmlformats.org/officeDocument/2006/relationships/image" Target="../media/image326.wmf"/><Relationship Id="rId10" Type="http://schemas.openxmlformats.org/officeDocument/2006/relationships/image" Target="../media/image321.wmf"/><Relationship Id="rId4" Type="http://schemas.openxmlformats.org/officeDocument/2006/relationships/image" Target="../media/image315.wmf"/><Relationship Id="rId9" Type="http://schemas.openxmlformats.org/officeDocument/2006/relationships/image" Target="../media/image320.wmf"/><Relationship Id="rId14" Type="http://schemas.openxmlformats.org/officeDocument/2006/relationships/image" Target="../media/image325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wmf"/><Relationship Id="rId3" Type="http://schemas.openxmlformats.org/officeDocument/2006/relationships/image" Target="../media/image332.wmf"/><Relationship Id="rId7" Type="http://schemas.openxmlformats.org/officeDocument/2006/relationships/image" Target="../media/image336.wmf"/><Relationship Id="rId2" Type="http://schemas.openxmlformats.org/officeDocument/2006/relationships/image" Target="../media/image331.wmf"/><Relationship Id="rId1" Type="http://schemas.openxmlformats.org/officeDocument/2006/relationships/image" Target="../media/image330.wmf"/><Relationship Id="rId6" Type="http://schemas.openxmlformats.org/officeDocument/2006/relationships/image" Target="../media/image335.wmf"/><Relationship Id="rId5" Type="http://schemas.openxmlformats.org/officeDocument/2006/relationships/image" Target="../media/image334.wmf"/><Relationship Id="rId4" Type="http://schemas.openxmlformats.org/officeDocument/2006/relationships/image" Target="../media/image333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13" Type="http://schemas.openxmlformats.org/officeDocument/2006/relationships/image" Target="../media/image350.wmf"/><Relationship Id="rId3" Type="http://schemas.openxmlformats.org/officeDocument/2006/relationships/image" Target="../media/image340.wmf"/><Relationship Id="rId7" Type="http://schemas.openxmlformats.org/officeDocument/2006/relationships/image" Target="../media/image344.wmf"/><Relationship Id="rId12" Type="http://schemas.openxmlformats.org/officeDocument/2006/relationships/image" Target="../media/image349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6" Type="http://schemas.openxmlformats.org/officeDocument/2006/relationships/image" Target="../media/image343.wmf"/><Relationship Id="rId11" Type="http://schemas.openxmlformats.org/officeDocument/2006/relationships/image" Target="../media/image348.wmf"/><Relationship Id="rId5" Type="http://schemas.openxmlformats.org/officeDocument/2006/relationships/image" Target="../media/image342.wmf"/><Relationship Id="rId15" Type="http://schemas.openxmlformats.org/officeDocument/2006/relationships/image" Target="../media/image352.wmf"/><Relationship Id="rId10" Type="http://schemas.openxmlformats.org/officeDocument/2006/relationships/image" Target="../media/image347.wmf"/><Relationship Id="rId4" Type="http://schemas.openxmlformats.org/officeDocument/2006/relationships/image" Target="../media/image341.wmf"/><Relationship Id="rId9" Type="http://schemas.openxmlformats.org/officeDocument/2006/relationships/image" Target="../media/image346.wmf"/><Relationship Id="rId14" Type="http://schemas.openxmlformats.org/officeDocument/2006/relationships/image" Target="../media/image351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wmf"/><Relationship Id="rId3" Type="http://schemas.openxmlformats.org/officeDocument/2006/relationships/image" Target="../media/image339.wmf"/><Relationship Id="rId7" Type="http://schemas.openxmlformats.org/officeDocument/2006/relationships/image" Target="../media/image353.wmf"/><Relationship Id="rId2" Type="http://schemas.openxmlformats.org/officeDocument/2006/relationships/image" Target="../media/image338.wmf"/><Relationship Id="rId1" Type="http://schemas.openxmlformats.org/officeDocument/2006/relationships/image" Target="../media/image352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10" Type="http://schemas.openxmlformats.org/officeDocument/2006/relationships/image" Target="../media/image356.wmf"/><Relationship Id="rId4" Type="http://schemas.openxmlformats.org/officeDocument/2006/relationships/image" Target="../media/image340.wmf"/><Relationship Id="rId9" Type="http://schemas.openxmlformats.org/officeDocument/2006/relationships/image" Target="../media/image355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wmf"/><Relationship Id="rId13" Type="http://schemas.openxmlformats.org/officeDocument/2006/relationships/image" Target="../media/image369.wmf"/><Relationship Id="rId18" Type="http://schemas.openxmlformats.org/officeDocument/2006/relationships/image" Target="../media/image374.wmf"/><Relationship Id="rId3" Type="http://schemas.openxmlformats.org/officeDocument/2006/relationships/image" Target="../media/image359.wmf"/><Relationship Id="rId7" Type="http://schemas.openxmlformats.org/officeDocument/2006/relationships/image" Target="../media/image363.wmf"/><Relationship Id="rId12" Type="http://schemas.openxmlformats.org/officeDocument/2006/relationships/image" Target="../media/image368.wmf"/><Relationship Id="rId17" Type="http://schemas.openxmlformats.org/officeDocument/2006/relationships/image" Target="../media/image373.wmf"/><Relationship Id="rId2" Type="http://schemas.openxmlformats.org/officeDocument/2006/relationships/image" Target="../media/image358.wmf"/><Relationship Id="rId16" Type="http://schemas.openxmlformats.org/officeDocument/2006/relationships/image" Target="../media/image372.wmf"/><Relationship Id="rId1" Type="http://schemas.openxmlformats.org/officeDocument/2006/relationships/image" Target="../media/image357.wmf"/><Relationship Id="rId6" Type="http://schemas.openxmlformats.org/officeDocument/2006/relationships/image" Target="../media/image362.wmf"/><Relationship Id="rId11" Type="http://schemas.openxmlformats.org/officeDocument/2006/relationships/image" Target="../media/image367.wmf"/><Relationship Id="rId5" Type="http://schemas.openxmlformats.org/officeDocument/2006/relationships/image" Target="../media/image361.wmf"/><Relationship Id="rId15" Type="http://schemas.openxmlformats.org/officeDocument/2006/relationships/image" Target="../media/image371.wmf"/><Relationship Id="rId10" Type="http://schemas.openxmlformats.org/officeDocument/2006/relationships/image" Target="../media/image366.wmf"/><Relationship Id="rId4" Type="http://schemas.openxmlformats.org/officeDocument/2006/relationships/image" Target="../media/image360.wmf"/><Relationship Id="rId9" Type="http://schemas.openxmlformats.org/officeDocument/2006/relationships/image" Target="../media/image365.wmf"/><Relationship Id="rId14" Type="http://schemas.openxmlformats.org/officeDocument/2006/relationships/image" Target="../media/image370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13" Type="http://schemas.openxmlformats.org/officeDocument/2006/relationships/image" Target="../media/image387.wmf"/><Relationship Id="rId18" Type="http://schemas.openxmlformats.org/officeDocument/2006/relationships/image" Target="../media/image392.wmf"/><Relationship Id="rId3" Type="http://schemas.openxmlformats.org/officeDocument/2006/relationships/image" Target="../media/image377.wmf"/><Relationship Id="rId21" Type="http://schemas.openxmlformats.org/officeDocument/2006/relationships/image" Target="../media/image395.wmf"/><Relationship Id="rId7" Type="http://schemas.openxmlformats.org/officeDocument/2006/relationships/image" Target="../media/image381.wmf"/><Relationship Id="rId12" Type="http://schemas.openxmlformats.org/officeDocument/2006/relationships/image" Target="../media/image386.wmf"/><Relationship Id="rId17" Type="http://schemas.openxmlformats.org/officeDocument/2006/relationships/image" Target="../media/image391.wmf"/><Relationship Id="rId2" Type="http://schemas.openxmlformats.org/officeDocument/2006/relationships/image" Target="../media/image376.wmf"/><Relationship Id="rId16" Type="http://schemas.openxmlformats.org/officeDocument/2006/relationships/image" Target="../media/image390.wmf"/><Relationship Id="rId20" Type="http://schemas.openxmlformats.org/officeDocument/2006/relationships/image" Target="../media/image394.wmf"/><Relationship Id="rId1" Type="http://schemas.openxmlformats.org/officeDocument/2006/relationships/image" Target="../media/image375.wmf"/><Relationship Id="rId6" Type="http://schemas.openxmlformats.org/officeDocument/2006/relationships/image" Target="../media/image380.wmf"/><Relationship Id="rId11" Type="http://schemas.openxmlformats.org/officeDocument/2006/relationships/image" Target="../media/image385.wmf"/><Relationship Id="rId5" Type="http://schemas.openxmlformats.org/officeDocument/2006/relationships/image" Target="../media/image379.wmf"/><Relationship Id="rId15" Type="http://schemas.openxmlformats.org/officeDocument/2006/relationships/image" Target="../media/image389.wmf"/><Relationship Id="rId10" Type="http://schemas.openxmlformats.org/officeDocument/2006/relationships/image" Target="../media/image384.wmf"/><Relationship Id="rId19" Type="http://schemas.openxmlformats.org/officeDocument/2006/relationships/image" Target="../media/image393.wmf"/><Relationship Id="rId4" Type="http://schemas.openxmlformats.org/officeDocument/2006/relationships/image" Target="../media/image378.wmf"/><Relationship Id="rId9" Type="http://schemas.openxmlformats.org/officeDocument/2006/relationships/image" Target="../media/image383.wmf"/><Relationship Id="rId14" Type="http://schemas.openxmlformats.org/officeDocument/2006/relationships/image" Target="../media/image388.wmf"/><Relationship Id="rId22" Type="http://schemas.openxmlformats.org/officeDocument/2006/relationships/image" Target="../media/image396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9.wmf"/><Relationship Id="rId7" Type="http://schemas.openxmlformats.org/officeDocument/2006/relationships/image" Target="../media/image403.wmf"/><Relationship Id="rId2" Type="http://schemas.openxmlformats.org/officeDocument/2006/relationships/image" Target="../media/image398.wmf"/><Relationship Id="rId1" Type="http://schemas.openxmlformats.org/officeDocument/2006/relationships/image" Target="../media/image397.wmf"/><Relationship Id="rId6" Type="http://schemas.openxmlformats.org/officeDocument/2006/relationships/image" Target="../media/image402.wmf"/><Relationship Id="rId5" Type="http://schemas.openxmlformats.org/officeDocument/2006/relationships/image" Target="../media/image401.wmf"/><Relationship Id="rId4" Type="http://schemas.openxmlformats.org/officeDocument/2006/relationships/image" Target="../media/image400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wmf"/><Relationship Id="rId3" Type="http://schemas.openxmlformats.org/officeDocument/2006/relationships/image" Target="../media/image406.wmf"/><Relationship Id="rId7" Type="http://schemas.openxmlformats.org/officeDocument/2006/relationships/image" Target="../media/image409.wmf"/><Relationship Id="rId2" Type="http://schemas.openxmlformats.org/officeDocument/2006/relationships/image" Target="../media/image405.wmf"/><Relationship Id="rId1" Type="http://schemas.openxmlformats.org/officeDocument/2006/relationships/image" Target="../media/image404.wmf"/><Relationship Id="rId6" Type="http://schemas.openxmlformats.org/officeDocument/2006/relationships/image" Target="../media/image397.wmf"/><Relationship Id="rId11" Type="http://schemas.openxmlformats.org/officeDocument/2006/relationships/image" Target="../media/image413.wmf"/><Relationship Id="rId5" Type="http://schemas.openxmlformats.org/officeDocument/2006/relationships/image" Target="../media/image408.wmf"/><Relationship Id="rId10" Type="http://schemas.openxmlformats.org/officeDocument/2006/relationships/image" Target="../media/image412.wmf"/><Relationship Id="rId4" Type="http://schemas.openxmlformats.org/officeDocument/2006/relationships/image" Target="../media/image407.wmf"/><Relationship Id="rId9" Type="http://schemas.openxmlformats.org/officeDocument/2006/relationships/image" Target="../media/image411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8.wmf"/><Relationship Id="rId3" Type="http://schemas.openxmlformats.org/officeDocument/2006/relationships/image" Target="../media/image414.wmf"/><Relationship Id="rId7" Type="http://schemas.openxmlformats.org/officeDocument/2006/relationships/image" Target="../media/image417.wmf"/><Relationship Id="rId2" Type="http://schemas.openxmlformats.org/officeDocument/2006/relationships/image" Target="../media/image404.wmf"/><Relationship Id="rId1" Type="http://schemas.openxmlformats.org/officeDocument/2006/relationships/image" Target="../media/image397.wmf"/><Relationship Id="rId6" Type="http://schemas.openxmlformats.org/officeDocument/2006/relationships/image" Target="../media/image416.wmf"/><Relationship Id="rId5" Type="http://schemas.openxmlformats.org/officeDocument/2006/relationships/image" Target="../media/image415.wmf"/><Relationship Id="rId4" Type="http://schemas.openxmlformats.org/officeDocument/2006/relationships/image" Target="../media/image413.wmf"/><Relationship Id="rId9" Type="http://schemas.openxmlformats.org/officeDocument/2006/relationships/image" Target="../media/image419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wmf"/><Relationship Id="rId3" Type="http://schemas.openxmlformats.org/officeDocument/2006/relationships/image" Target="../media/image422.wmf"/><Relationship Id="rId7" Type="http://schemas.openxmlformats.org/officeDocument/2006/relationships/image" Target="../media/image425.wmf"/><Relationship Id="rId2" Type="http://schemas.openxmlformats.org/officeDocument/2006/relationships/image" Target="../media/image421.wmf"/><Relationship Id="rId1" Type="http://schemas.openxmlformats.org/officeDocument/2006/relationships/image" Target="../media/image420.wmf"/><Relationship Id="rId6" Type="http://schemas.openxmlformats.org/officeDocument/2006/relationships/image" Target="../media/image424.wmf"/><Relationship Id="rId5" Type="http://schemas.openxmlformats.org/officeDocument/2006/relationships/image" Target="../media/image423.wmf"/><Relationship Id="rId4" Type="http://schemas.openxmlformats.org/officeDocument/2006/relationships/image" Target="../media/image397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9.wmf"/><Relationship Id="rId2" Type="http://schemas.openxmlformats.org/officeDocument/2006/relationships/image" Target="../media/image428.wmf"/><Relationship Id="rId1" Type="http://schemas.openxmlformats.org/officeDocument/2006/relationships/image" Target="../media/image427.wmf"/><Relationship Id="rId4" Type="http://schemas.openxmlformats.org/officeDocument/2006/relationships/image" Target="../media/image430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wmf"/><Relationship Id="rId13" Type="http://schemas.openxmlformats.org/officeDocument/2006/relationships/image" Target="../media/image443.wmf"/><Relationship Id="rId3" Type="http://schemas.openxmlformats.org/officeDocument/2006/relationships/image" Target="../media/image433.wmf"/><Relationship Id="rId7" Type="http://schemas.openxmlformats.org/officeDocument/2006/relationships/image" Target="../media/image437.wmf"/><Relationship Id="rId12" Type="http://schemas.openxmlformats.org/officeDocument/2006/relationships/image" Target="../media/image442.wmf"/><Relationship Id="rId2" Type="http://schemas.openxmlformats.org/officeDocument/2006/relationships/image" Target="../media/image432.wmf"/><Relationship Id="rId1" Type="http://schemas.openxmlformats.org/officeDocument/2006/relationships/image" Target="../media/image431.wmf"/><Relationship Id="rId6" Type="http://schemas.openxmlformats.org/officeDocument/2006/relationships/image" Target="../media/image436.wmf"/><Relationship Id="rId11" Type="http://schemas.openxmlformats.org/officeDocument/2006/relationships/image" Target="../media/image441.wmf"/><Relationship Id="rId5" Type="http://schemas.openxmlformats.org/officeDocument/2006/relationships/image" Target="../media/image435.wmf"/><Relationship Id="rId10" Type="http://schemas.openxmlformats.org/officeDocument/2006/relationships/image" Target="../media/image440.wmf"/><Relationship Id="rId4" Type="http://schemas.openxmlformats.org/officeDocument/2006/relationships/image" Target="../media/image434.wmf"/><Relationship Id="rId9" Type="http://schemas.openxmlformats.org/officeDocument/2006/relationships/image" Target="../media/image439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wmf"/><Relationship Id="rId13" Type="http://schemas.openxmlformats.org/officeDocument/2006/relationships/image" Target="../media/image456.wmf"/><Relationship Id="rId3" Type="http://schemas.openxmlformats.org/officeDocument/2006/relationships/image" Target="../media/image446.wmf"/><Relationship Id="rId7" Type="http://schemas.openxmlformats.org/officeDocument/2006/relationships/image" Target="../media/image450.wmf"/><Relationship Id="rId12" Type="http://schemas.openxmlformats.org/officeDocument/2006/relationships/image" Target="../media/image455.wmf"/><Relationship Id="rId17" Type="http://schemas.openxmlformats.org/officeDocument/2006/relationships/image" Target="../media/image460.wmf"/><Relationship Id="rId2" Type="http://schemas.openxmlformats.org/officeDocument/2006/relationships/image" Target="../media/image445.wmf"/><Relationship Id="rId16" Type="http://schemas.openxmlformats.org/officeDocument/2006/relationships/image" Target="../media/image459.wmf"/><Relationship Id="rId1" Type="http://schemas.openxmlformats.org/officeDocument/2006/relationships/image" Target="../media/image444.wmf"/><Relationship Id="rId6" Type="http://schemas.openxmlformats.org/officeDocument/2006/relationships/image" Target="../media/image449.wmf"/><Relationship Id="rId11" Type="http://schemas.openxmlformats.org/officeDocument/2006/relationships/image" Target="../media/image454.wmf"/><Relationship Id="rId5" Type="http://schemas.openxmlformats.org/officeDocument/2006/relationships/image" Target="../media/image448.wmf"/><Relationship Id="rId15" Type="http://schemas.openxmlformats.org/officeDocument/2006/relationships/image" Target="../media/image458.wmf"/><Relationship Id="rId10" Type="http://schemas.openxmlformats.org/officeDocument/2006/relationships/image" Target="../media/image453.wmf"/><Relationship Id="rId4" Type="http://schemas.openxmlformats.org/officeDocument/2006/relationships/image" Target="../media/image447.wmf"/><Relationship Id="rId9" Type="http://schemas.openxmlformats.org/officeDocument/2006/relationships/image" Target="../media/image452.wmf"/><Relationship Id="rId14" Type="http://schemas.openxmlformats.org/officeDocument/2006/relationships/image" Target="../media/image457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7.wmf"/><Relationship Id="rId3" Type="http://schemas.openxmlformats.org/officeDocument/2006/relationships/image" Target="../media/image462.wmf"/><Relationship Id="rId7" Type="http://schemas.openxmlformats.org/officeDocument/2006/relationships/image" Target="../media/image466.wmf"/><Relationship Id="rId12" Type="http://schemas.openxmlformats.org/officeDocument/2006/relationships/image" Target="../media/image471.wmf"/><Relationship Id="rId2" Type="http://schemas.openxmlformats.org/officeDocument/2006/relationships/image" Target="../media/image455.wmf"/><Relationship Id="rId1" Type="http://schemas.openxmlformats.org/officeDocument/2006/relationships/image" Target="../media/image461.wmf"/><Relationship Id="rId6" Type="http://schemas.openxmlformats.org/officeDocument/2006/relationships/image" Target="../media/image465.wmf"/><Relationship Id="rId11" Type="http://schemas.openxmlformats.org/officeDocument/2006/relationships/image" Target="../media/image470.wmf"/><Relationship Id="rId5" Type="http://schemas.openxmlformats.org/officeDocument/2006/relationships/image" Target="../media/image464.wmf"/><Relationship Id="rId10" Type="http://schemas.openxmlformats.org/officeDocument/2006/relationships/image" Target="../media/image469.wmf"/><Relationship Id="rId4" Type="http://schemas.openxmlformats.org/officeDocument/2006/relationships/image" Target="../media/image463.wmf"/><Relationship Id="rId9" Type="http://schemas.openxmlformats.org/officeDocument/2006/relationships/image" Target="../media/image468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4.wmf"/><Relationship Id="rId2" Type="http://schemas.openxmlformats.org/officeDocument/2006/relationships/image" Target="../media/image473.wmf"/><Relationship Id="rId1" Type="http://schemas.openxmlformats.org/officeDocument/2006/relationships/image" Target="../media/image472.wmf"/><Relationship Id="rId4" Type="http://schemas.openxmlformats.org/officeDocument/2006/relationships/image" Target="../media/image450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7.wmf"/><Relationship Id="rId2" Type="http://schemas.openxmlformats.org/officeDocument/2006/relationships/image" Target="../media/image476.wmf"/><Relationship Id="rId1" Type="http://schemas.openxmlformats.org/officeDocument/2006/relationships/image" Target="../media/image475.wmf"/><Relationship Id="rId5" Type="http://schemas.openxmlformats.org/officeDocument/2006/relationships/image" Target="../media/image479.wmf"/><Relationship Id="rId4" Type="http://schemas.openxmlformats.org/officeDocument/2006/relationships/image" Target="../media/image478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7.wmf"/><Relationship Id="rId3" Type="http://schemas.openxmlformats.org/officeDocument/2006/relationships/image" Target="../media/image482.wmf"/><Relationship Id="rId7" Type="http://schemas.openxmlformats.org/officeDocument/2006/relationships/image" Target="../media/image486.wmf"/><Relationship Id="rId2" Type="http://schemas.openxmlformats.org/officeDocument/2006/relationships/image" Target="../media/image481.wmf"/><Relationship Id="rId1" Type="http://schemas.openxmlformats.org/officeDocument/2006/relationships/image" Target="../media/image480.wmf"/><Relationship Id="rId6" Type="http://schemas.openxmlformats.org/officeDocument/2006/relationships/image" Target="../media/image485.wmf"/><Relationship Id="rId5" Type="http://schemas.openxmlformats.org/officeDocument/2006/relationships/image" Target="../media/image484.wmf"/><Relationship Id="rId10" Type="http://schemas.openxmlformats.org/officeDocument/2006/relationships/image" Target="../media/image489.wmf"/><Relationship Id="rId4" Type="http://schemas.openxmlformats.org/officeDocument/2006/relationships/image" Target="../media/image483.wmf"/><Relationship Id="rId9" Type="http://schemas.openxmlformats.org/officeDocument/2006/relationships/image" Target="../media/image488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7.wmf"/><Relationship Id="rId13" Type="http://schemas.openxmlformats.org/officeDocument/2006/relationships/image" Target="../media/image502.wmf"/><Relationship Id="rId3" Type="http://schemas.openxmlformats.org/officeDocument/2006/relationships/image" Target="../media/image492.wmf"/><Relationship Id="rId7" Type="http://schemas.openxmlformats.org/officeDocument/2006/relationships/image" Target="../media/image496.wmf"/><Relationship Id="rId12" Type="http://schemas.openxmlformats.org/officeDocument/2006/relationships/image" Target="../media/image501.wmf"/><Relationship Id="rId17" Type="http://schemas.openxmlformats.org/officeDocument/2006/relationships/image" Target="../media/image506.wmf"/><Relationship Id="rId2" Type="http://schemas.openxmlformats.org/officeDocument/2006/relationships/image" Target="../media/image491.wmf"/><Relationship Id="rId16" Type="http://schemas.openxmlformats.org/officeDocument/2006/relationships/image" Target="../media/image505.wmf"/><Relationship Id="rId1" Type="http://schemas.openxmlformats.org/officeDocument/2006/relationships/image" Target="../media/image490.wmf"/><Relationship Id="rId6" Type="http://schemas.openxmlformats.org/officeDocument/2006/relationships/image" Target="../media/image495.wmf"/><Relationship Id="rId11" Type="http://schemas.openxmlformats.org/officeDocument/2006/relationships/image" Target="../media/image500.wmf"/><Relationship Id="rId5" Type="http://schemas.openxmlformats.org/officeDocument/2006/relationships/image" Target="../media/image494.wmf"/><Relationship Id="rId15" Type="http://schemas.openxmlformats.org/officeDocument/2006/relationships/image" Target="../media/image504.wmf"/><Relationship Id="rId10" Type="http://schemas.openxmlformats.org/officeDocument/2006/relationships/image" Target="../media/image499.wmf"/><Relationship Id="rId4" Type="http://schemas.openxmlformats.org/officeDocument/2006/relationships/image" Target="../media/image493.wmf"/><Relationship Id="rId9" Type="http://schemas.openxmlformats.org/officeDocument/2006/relationships/image" Target="../media/image498.wmf"/><Relationship Id="rId14" Type="http://schemas.openxmlformats.org/officeDocument/2006/relationships/image" Target="../media/image503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5.wmf"/><Relationship Id="rId3" Type="http://schemas.openxmlformats.org/officeDocument/2006/relationships/image" Target="../media/image509.wmf"/><Relationship Id="rId7" Type="http://schemas.openxmlformats.org/officeDocument/2006/relationships/image" Target="../media/image513.wmf"/><Relationship Id="rId2" Type="http://schemas.openxmlformats.org/officeDocument/2006/relationships/image" Target="../media/image508.wmf"/><Relationship Id="rId1" Type="http://schemas.openxmlformats.org/officeDocument/2006/relationships/image" Target="../media/image507.wmf"/><Relationship Id="rId6" Type="http://schemas.openxmlformats.org/officeDocument/2006/relationships/image" Target="../media/image512.wmf"/><Relationship Id="rId5" Type="http://schemas.openxmlformats.org/officeDocument/2006/relationships/image" Target="../media/image511.wmf"/><Relationship Id="rId4" Type="http://schemas.openxmlformats.org/officeDocument/2006/relationships/image" Target="../media/image510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1.wmf"/><Relationship Id="rId13" Type="http://schemas.openxmlformats.org/officeDocument/2006/relationships/image" Target="../media/image526.wmf"/><Relationship Id="rId3" Type="http://schemas.openxmlformats.org/officeDocument/2006/relationships/image" Target="../media/image516.wmf"/><Relationship Id="rId7" Type="http://schemas.openxmlformats.org/officeDocument/2006/relationships/image" Target="../media/image520.wmf"/><Relationship Id="rId12" Type="http://schemas.openxmlformats.org/officeDocument/2006/relationships/image" Target="../media/image525.wmf"/><Relationship Id="rId2" Type="http://schemas.openxmlformats.org/officeDocument/2006/relationships/image" Target="../media/image515.wmf"/><Relationship Id="rId16" Type="http://schemas.openxmlformats.org/officeDocument/2006/relationships/image" Target="../media/image529.wmf"/><Relationship Id="rId1" Type="http://schemas.openxmlformats.org/officeDocument/2006/relationships/image" Target="../media/image514.wmf"/><Relationship Id="rId6" Type="http://schemas.openxmlformats.org/officeDocument/2006/relationships/image" Target="../media/image519.wmf"/><Relationship Id="rId11" Type="http://schemas.openxmlformats.org/officeDocument/2006/relationships/image" Target="../media/image524.wmf"/><Relationship Id="rId5" Type="http://schemas.openxmlformats.org/officeDocument/2006/relationships/image" Target="../media/image518.wmf"/><Relationship Id="rId15" Type="http://schemas.openxmlformats.org/officeDocument/2006/relationships/image" Target="../media/image528.wmf"/><Relationship Id="rId10" Type="http://schemas.openxmlformats.org/officeDocument/2006/relationships/image" Target="../media/image523.wmf"/><Relationship Id="rId4" Type="http://schemas.openxmlformats.org/officeDocument/2006/relationships/image" Target="../media/image517.wmf"/><Relationship Id="rId9" Type="http://schemas.openxmlformats.org/officeDocument/2006/relationships/image" Target="../media/image522.wmf"/><Relationship Id="rId14" Type="http://schemas.openxmlformats.org/officeDocument/2006/relationships/image" Target="../media/image527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7.wmf"/><Relationship Id="rId3" Type="http://schemas.openxmlformats.org/officeDocument/2006/relationships/image" Target="../media/image532.wmf"/><Relationship Id="rId7" Type="http://schemas.openxmlformats.org/officeDocument/2006/relationships/image" Target="../media/image536.wmf"/><Relationship Id="rId2" Type="http://schemas.openxmlformats.org/officeDocument/2006/relationships/image" Target="../media/image531.wmf"/><Relationship Id="rId1" Type="http://schemas.openxmlformats.org/officeDocument/2006/relationships/image" Target="../media/image530.wmf"/><Relationship Id="rId6" Type="http://schemas.openxmlformats.org/officeDocument/2006/relationships/image" Target="../media/image535.wmf"/><Relationship Id="rId5" Type="http://schemas.openxmlformats.org/officeDocument/2006/relationships/image" Target="../media/image534.wmf"/><Relationship Id="rId4" Type="http://schemas.openxmlformats.org/officeDocument/2006/relationships/image" Target="../media/image533.wmf"/><Relationship Id="rId9" Type="http://schemas.openxmlformats.org/officeDocument/2006/relationships/image" Target="../media/image538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6.wmf"/><Relationship Id="rId3" Type="http://schemas.openxmlformats.org/officeDocument/2006/relationships/image" Target="../media/image541.wmf"/><Relationship Id="rId7" Type="http://schemas.openxmlformats.org/officeDocument/2006/relationships/image" Target="../media/image545.wmf"/><Relationship Id="rId2" Type="http://schemas.openxmlformats.org/officeDocument/2006/relationships/image" Target="../media/image540.wmf"/><Relationship Id="rId1" Type="http://schemas.openxmlformats.org/officeDocument/2006/relationships/image" Target="../media/image539.wmf"/><Relationship Id="rId6" Type="http://schemas.openxmlformats.org/officeDocument/2006/relationships/image" Target="../media/image544.wmf"/><Relationship Id="rId5" Type="http://schemas.openxmlformats.org/officeDocument/2006/relationships/image" Target="../media/image543.wmf"/><Relationship Id="rId10" Type="http://schemas.openxmlformats.org/officeDocument/2006/relationships/image" Target="../media/image548.wmf"/><Relationship Id="rId4" Type="http://schemas.openxmlformats.org/officeDocument/2006/relationships/image" Target="../media/image542.wmf"/><Relationship Id="rId9" Type="http://schemas.openxmlformats.org/officeDocument/2006/relationships/image" Target="../media/image547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8.wmf"/><Relationship Id="rId2" Type="http://schemas.openxmlformats.org/officeDocument/2006/relationships/image" Target="../media/image550.wmf"/><Relationship Id="rId1" Type="http://schemas.openxmlformats.org/officeDocument/2006/relationships/image" Target="../media/image549.wmf"/><Relationship Id="rId4" Type="http://schemas.openxmlformats.org/officeDocument/2006/relationships/image" Target="../media/image519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8.wmf"/><Relationship Id="rId3" Type="http://schemas.openxmlformats.org/officeDocument/2006/relationships/image" Target="../media/image553.wmf"/><Relationship Id="rId7" Type="http://schemas.openxmlformats.org/officeDocument/2006/relationships/image" Target="../media/image557.wmf"/><Relationship Id="rId2" Type="http://schemas.openxmlformats.org/officeDocument/2006/relationships/image" Target="../media/image552.wmf"/><Relationship Id="rId1" Type="http://schemas.openxmlformats.org/officeDocument/2006/relationships/image" Target="../media/image551.wmf"/><Relationship Id="rId6" Type="http://schemas.openxmlformats.org/officeDocument/2006/relationships/image" Target="../media/image556.wmf"/><Relationship Id="rId5" Type="http://schemas.openxmlformats.org/officeDocument/2006/relationships/image" Target="../media/image555.wmf"/><Relationship Id="rId4" Type="http://schemas.openxmlformats.org/officeDocument/2006/relationships/image" Target="../media/image554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1.wmf"/><Relationship Id="rId7" Type="http://schemas.openxmlformats.org/officeDocument/2006/relationships/image" Target="../media/image564.wmf"/><Relationship Id="rId2" Type="http://schemas.openxmlformats.org/officeDocument/2006/relationships/image" Target="../media/image560.wmf"/><Relationship Id="rId1" Type="http://schemas.openxmlformats.org/officeDocument/2006/relationships/image" Target="../media/image559.wmf"/><Relationship Id="rId6" Type="http://schemas.openxmlformats.org/officeDocument/2006/relationships/image" Target="../media/image563.wmf"/><Relationship Id="rId5" Type="http://schemas.openxmlformats.org/officeDocument/2006/relationships/image" Target="../media/image555.wmf"/><Relationship Id="rId4" Type="http://schemas.openxmlformats.org/officeDocument/2006/relationships/image" Target="../media/image562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5.wmf"/><Relationship Id="rId3" Type="http://schemas.openxmlformats.org/officeDocument/2006/relationships/image" Target="../media/image567.wmf"/><Relationship Id="rId7" Type="http://schemas.openxmlformats.org/officeDocument/2006/relationships/image" Target="../media/image571.wmf"/><Relationship Id="rId2" Type="http://schemas.openxmlformats.org/officeDocument/2006/relationships/image" Target="../media/image566.wmf"/><Relationship Id="rId1" Type="http://schemas.openxmlformats.org/officeDocument/2006/relationships/image" Target="../media/image565.wmf"/><Relationship Id="rId6" Type="http://schemas.openxmlformats.org/officeDocument/2006/relationships/image" Target="../media/image570.wmf"/><Relationship Id="rId5" Type="http://schemas.openxmlformats.org/officeDocument/2006/relationships/image" Target="../media/image569.wmf"/><Relationship Id="rId4" Type="http://schemas.openxmlformats.org/officeDocument/2006/relationships/image" Target="../media/image568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9.wmf"/><Relationship Id="rId13" Type="http://schemas.openxmlformats.org/officeDocument/2006/relationships/image" Target="../media/image584.wmf"/><Relationship Id="rId3" Type="http://schemas.openxmlformats.org/officeDocument/2006/relationships/image" Target="../media/image574.wmf"/><Relationship Id="rId7" Type="http://schemas.openxmlformats.org/officeDocument/2006/relationships/image" Target="../media/image578.wmf"/><Relationship Id="rId12" Type="http://schemas.openxmlformats.org/officeDocument/2006/relationships/image" Target="../media/image583.wmf"/><Relationship Id="rId2" Type="http://schemas.openxmlformats.org/officeDocument/2006/relationships/image" Target="../media/image573.wmf"/><Relationship Id="rId1" Type="http://schemas.openxmlformats.org/officeDocument/2006/relationships/image" Target="../media/image572.wmf"/><Relationship Id="rId6" Type="http://schemas.openxmlformats.org/officeDocument/2006/relationships/image" Target="../media/image577.wmf"/><Relationship Id="rId11" Type="http://schemas.openxmlformats.org/officeDocument/2006/relationships/image" Target="../media/image582.wmf"/><Relationship Id="rId5" Type="http://schemas.openxmlformats.org/officeDocument/2006/relationships/image" Target="../media/image576.wmf"/><Relationship Id="rId10" Type="http://schemas.openxmlformats.org/officeDocument/2006/relationships/image" Target="../media/image581.wmf"/><Relationship Id="rId4" Type="http://schemas.openxmlformats.org/officeDocument/2006/relationships/image" Target="../media/image575.wmf"/><Relationship Id="rId9" Type="http://schemas.openxmlformats.org/officeDocument/2006/relationships/image" Target="../media/image580.wmf"/><Relationship Id="rId14" Type="http://schemas.openxmlformats.org/officeDocument/2006/relationships/image" Target="../media/image585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3.wmf"/><Relationship Id="rId3" Type="http://schemas.openxmlformats.org/officeDocument/2006/relationships/image" Target="../media/image588.wmf"/><Relationship Id="rId7" Type="http://schemas.openxmlformats.org/officeDocument/2006/relationships/image" Target="../media/image592.wmf"/><Relationship Id="rId12" Type="http://schemas.openxmlformats.org/officeDocument/2006/relationships/image" Target="../media/image597.wmf"/><Relationship Id="rId2" Type="http://schemas.openxmlformats.org/officeDocument/2006/relationships/image" Target="../media/image587.wmf"/><Relationship Id="rId1" Type="http://schemas.openxmlformats.org/officeDocument/2006/relationships/image" Target="../media/image586.wmf"/><Relationship Id="rId6" Type="http://schemas.openxmlformats.org/officeDocument/2006/relationships/image" Target="../media/image591.wmf"/><Relationship Id="rId11" Type="http://schemas.openxmlformats.org/officeDocument/2006/relationships/image" Target="../media/image596.wmf"/><Relationship Id="rId5" Type="http://schemas.openxmlformats.org/officeDocument/2006/relationships/image" Target="../media/image590.wmf"/><Relationship Id="rId10" Type="http://schemas.openxmlformats.org/officeDocument/2006/relationships/image" Target="../media/image595.wmf"/><Relationship Id="rId4" Type="http://schemas.openxmlformats.org/officeDocument/2006/relationships/image" Target="../media/image589.wmf"/><Relationship Id="rId9" Type="http://schemas.openxmlformats.org/officeDocument/2006/relationships/image" Target="../media/image594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5.wmf"/><Relationship Id="rId3" Type="http://schemas.openxmlformats.org/officeDocument/2006/relationships/image" Target="../media/image600.wmf"/><Relationship Id="rId7" Type="http://schemas.openxmlformats.org/officeDocument/2006/relationships/image" Target="../media/image604.wmf"/><Relationship Id="rId2" Type="http://schemas.openxmlformats.org/officeDocument/2006/relationships/image" Target="../media/image599.wmf"/><Relationship Id="rId1" Type="http://schemas.openxmlformats.org/officeDocument/2006/relationships/image" Target="../media/image598.wmf"/><Relationship Id="rId6" Type="http://schemas.openxmlformats.org/officeDocument/2006/relationships/image" Target="../media/image603.wmf"/><Relationship Id="rId5" Type="http://schemas.openxmlformats.org/officeDocument/2006/relationships/image" Target="../media/image602.wmf"/><Relationship Id="rId4" Type="http://schemas.openxmlformats.org/officeDocument/2006/relationships/image" Target="../media/image601.wmf"/><Relationship Id="rId9" Type="http://schemas.openxmlformats.org/officeDocument/2006/relationships/image" Target="../media/image606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wmf"/><Relationship Id="rId3" Type="http://schemas.openxmlformats.org/officeDocument/2006/relationships/image" Target="../media/image609.wmf"/><Relationship Id="rId7" Type="http://schemas.openxmlformats.org/officeDocument/2006/relationships/image" Target="../media/image613.wmf"/><Relationship Id="rId12" Type="http://schemas.openxmlformats.org/officeDocument/2006/relationships/image" Target="../media/image618.wmf"/><Relationship Id="rId2" Type="http://schemas.openxmlformats.org/officeDocument/2006/relationships/image" Target="../media/image608.wmf"/><Relationship Id="rId1" Type="http://schemas.openxmlformats.org/officeDocument/2006/relationships/image" Target="../media/image607.wmf"/><Relationship Id="rId6" Type="http://schemas.openxmlformats.org/officeDocument/2006/relationships/image" Target="../media/image612.wmf"/><Relationship Id="rId11" Type="http://schemas.openxmlformats.org/officeDocument/2006/relationships/image" Target="../media/image617.wmf"/><Relationship Id="rId5" Type="http://schemas.openxmlformats.org/officeDocument/2006/relationships/image" Target="../media/image611.wmf"/><Relationship Id="rId10" Type="http://schemas.openxmlformats.org/officeDocument/2006/relationships/image" Target="../media/image616.wmf"/><Relationship Id="rId4" Type="http://schemas.openxmlformats.org/officeDocument/2006/relationships/image" Target="../media/image610.wmf"/><Relationship Id="rId9" Type="http://schemas.openxmlformats.org/officeDocument/2006/relationships/image" Target="../media/image615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2.wmf"/><Relationship Id="rId13" Type="http://schemas.openxmlformats.org/officeDocument/2006/relationships/image" Target="../media/image627.wmf"/><Relationship Id="rId3" Type="http://schemas.openxmlformats.org/officeDocument/2006/relationships/image" Target="../media/image609.wmf"/><Relationship Id="rId7" Type="http://schemas.openxmlformats.org/officeDocument/2006/relationships/image" Target="../media/image621.wmf"/><Relationship Id="rId12" Type="http://schemas.openxmlformats.org/officeDocument/2006/relationships/image" Target="../media/image626.wmf"/><Relationship Id="rId17" Type="http://schemas.openxmlformats.org/officeDocument/2006/relationships/image" Target="../media/image616.wmf"/><Relationship Id="rId2" Type="http://schemas.openxmlformats.org/officeDocument/2006/relationships/image" Target="../media/image608.wmf"/><Relationship Id="rId16" Type="http://schemas.openxmlformats.org/officeDocument/2006/relationships/image" Target="../media/image615.wmf"/><Relationship Id="rId1" Type="http://schemas.openxmlformats.org/officeDocument/2006/relationships/image" Target="../media/image607.wmf"/><Relationship Id="rId6" Type="http://schemas.openxmlformats.org/officeDocument/2006/relationships/image" Target="../media/image620.wmf"/><Relationship Id="rId11" Type="http://schemas.openxmlformats.org/officeDocument/2006/relationships/image" Target="../media/image625.wmf"/><Relationship Id="rId5" Type="http://schemas.openxmlformats.org/officeDocument/2006/relationships/image" Target="../media/image619.wmf"/><Relationship Id="rId15" Type="http://schemas.openxmlformats.org/officeDocument/2006/relationships/image" Target="../media/image629.wmf"/><Relationship Id="rId10" Type="http://schemas.openxmlformats.org/officeDocument/2006/relationships/image" Target="../media/image624.wmf"/><Relationship Id="rId4" Type="http://schemas.openxmlformats.org/officeDocument/2006/relationships/image" Target="../media/image610.wmf"/><Relationship Id="rId9" Type="http://schemas.openxmlformats.org/officeDocument/2006/relationships/image" Target="../media/image623.wmf"/><Relationship Id="rId14" Type="http://schemas.openxmlformats.org/officeDocument/2006/relationships/image" Target="../media/image628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7.wmf"/><Relationship Id="rId13" Type="http://schemas.openxmlformats.org/officeDocument/2006/relationships/image" Target="../media/image642.wmf"/><Relationship Id="rId18" Type="http://schemas.openxmlformats.org/officeDocument/2006/relationships/image" Target="../media/image647.wmf"/><Relationship Id="rId3" Type="http://schemas.openxmlformats.org/officeDocument/2006/relationships/image" Target="../media/image632.wmf"/><Relationship Id="rId21" Type="http://schemas.openxmlformats.org/officeDocument/2006/relationships/image" Target="../media/image650.wmf"/><Relationship Id="rId7" Type="http://schemas.openxmlformats.org/officeDocument/2006/relationships/image" Target="../media/image636.wmf"/><Relationship Id="rId12" Type="http://schemas.openxmlformats.org/officeDocument/2006/relationships/image" Target="../media/image641.wmf"/><Relationship Id="rId17" Type="http://schemas.openxmlformats.org/officeDocument/2006/relationships/image" Target="../media/image646.wmf"/><Relationship Id="rId2" Type="http://schemas.openxmlformats.org/officeDocument/2006/relationships/image" Target="../media/image631.wmf"/><Relationship Id="rId16" Type="http://schemas.openxmlformats.org/officeDocument/2006/relationships/image" Target="../media/image645.wmf"/><Relationship Id="rId20" Type="http://schemas.openxmlformats.org/officeDocument/2006/relationships/image" Target="../media/image649.wmf"/><Relationship Id="rId1" Type="http://schemas.openxmlformats.org/officeDocument/2006/relationships/image" Target="../media/image630.wmf"/><Relationship Id="rId6" Type="http://schemas.openxmlformats.org/officeDocument/2006/relationships/image" Target="../media/image635.wmf"/><Relationship Id="rId11" Type="http://schemas.openxmlformats.org/officeDocument/2006/relationships/image" Target="../media/image640.wmf"/><Relationship Id="rId5" Type="http://schemas.openxmlformats.org/officeDocument/2006/relationships/image" Target="../media/image634.wmf"/><Relationship Id="rId15" Type="http://schemas.openxmlformats.org/officeDocument/2006/relationships/image" Target="../media/image644.wmf"/><Relationship Id="rId10" Type="http://schemas.openxmlformats.org/officeDocument/2006/relationships/image" Target="../media/image639.wmf"/><Relationship Id="rId19" Type="http://schemas.openxmlformats.org/officeDocument/2006/relationships/image" Target="../media/image648.wmf"/><Relationship Id="rId4" Type="http://schemas.openxmlformats.org/officeDocument/2006/relationships/image" Target="../media/image633.wmf"/><Relationship Id="rId9" Type="http://schemas.openxmlformats.org/officeDocument/2006/relationships/image" Target="../media/image638.wmf"/><Relationship Id="rId14" Type="http://schemas.openxmlformats.org/officeDocument/2006/relationships/image" Target="../media/image643.wmf"/><Relationship Id="rId22" Type="http://schemas.openxmlformats.org/officeDocument/2006/relationships/image" Target="../media/image651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9.wmf"/><Relationship Id="rId3" Type="http://schemas.openxmlformats.org/officeDocument/2006/relationships/image" Target="../media/image654.wmf"/><Relationship Id="rId7" Type="http://schemas.openxmlformats.org/officeDocument/2006/relationships/image" Target="../media/image658.wmf"/><Relationship Id="rId2" Type="http://schemas.openxmlformats.org/officeDocument/2006/relationships/image" Target="../media/image653.wmf"/><Relationship Id="rId1" Type="http://schemas.openxmlformats.org/officeDocument/2006/relationships/image" Target="../media/image652.wmf"/><Relationship Id="rId6" Type="http://schemas.openxmlformats.org/officeDocument/2006/relationships/image" Target="../media/image657.wmf"/><Relationship Id="rId5" Type="http://schemas.openxmlformats.org/officeDocument/2006/relationships/image" Target="../media/image656.wmf"/><Relationship Id="rId4" Type="http://schemas.openxmlformats.org/officeDocument/2006/relationships/image" Target="../media/image655.wmf"/><Relationship Id="rId9" Type="http://schemas.openxmlformats.org/officeDocument/2006/relationships/image" Target="../media/image660.w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8.wmf"/><Relationship Id="rId3" Type="http://schemas.openxmlformats.org/officeDocument/2006/relationships/image" Target="../media/image663.wmf"/><Relationship Id="rId7" Type="http://schemas.openxmlformats.org/officeDocument/2006/relationships/image" Target="../media/image667.wmf"/><Relationship Id="rId2" Type="http://schemas.openxmlformats.org/officeDocument/2006/relationships/image" Target="../media/image662.wmf"/><Relationship Id="rId1" Type="http://schemas.openxmlformats.org/officeDocument/2006/relationships/image" Target="../media/image661.wmf"/><Relationship Id="rId6" Type="http://schemas.openxmlformats.org/officeDocument/2006/relationships/image" Target="../media/image666.wmf"/><Relationship Id="rId5" Type="http://schemas.openxmlformats.org/officeDocument/2006/relationships/image" Target="../media/image665.wmf"/><Relationship Id="rId4" Type="http://schemas.openxmlformats.org/officeDocument/2006/relationships/image" Target="../media/image664.wmf"/><Relationship Id="rId9" Type="http://schemas.openxmlformats.org/officeDocument/2006/relationships/image" Target="../media/image669.w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7.wmf"/><Relationship Id="rId13" Type="http://schemas.openxmlformats.org/officeDocument/2006/relationships/image" Target="../media/image682.wmf"/><Relationship Id="rId3" Type="http://schemas.openxmlformats.org/officeDocument/2006/relationships/image" Target="../media/image672.wmf"/><Relationship Id="rId7" Type="http://schemas.openxmlformats.org/officeDocument/2006/relationships/image" Target="../media/image676.wmf"/><Relationship Id="rId12" Type="http://schemas.openxmlformats.org/officeDocument/2006/relationships/image" Target="../media/image681.wmf"/><Relationship Id="rId2" Type="http://schemas.openxmlformats.org/officeDocument/2006/relationships/image" Target="../media/image671.wmf"/><Relationship Id="rId1" Type="http://schemas.openxmlformats.org/officeDocument/2006/relationships/image" Target="../media/image670.wmf"/><Relationship Id="rId6" Type="http://schemas.openxmlformats.org/officeDocument/2006/relationships/image" Target="../media/image675.wmf"/><Relationship Id="rId11" Type="http://schemas.openxmlformats.org/officeDocument/2006/relationships/image" Target="../media/image680.wmf"/><Relationship Id="rId5" Type="http://schemas.openxmlformats.org/officeDocument/2006/relationships/image" Target="../media/image674.wmf"/><Relationship Id="rId10" Type="http://schemas.openxmlformats.org/officeDocument/2006/relationships/image" Target="../media/image679.wmf"/><Relationship Id="rId4" Type="http://schemas.openxmlformats.org/officeDocument/2006/relationships/image" Target="../media/image673.wmf"/><Relationship Id="rId9" Type="http://schemas.openxmlformats.org/officeDocument/2006/relationships/image" Target="../media/image678.wmf"/><Relationship Id="rId14" Type="http://schemas.openxmlformats.org/officeDocument/2006/relationships/image" Target="../media/image683.w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1.wmf"/><Relationship Id="rId13" Type="http://schemas.openxmlformats.org/officeDocument/2006/relationships/image" Target="../media/image696.wmf"/><Relationship Id="rId18" Type="http://schemas.openxmlformats.org/officeDocument/2006/relationships/image" Target="../media/image701.wmf"/><Relationship Id="rId3" Type="http://schemas.openxmlformats.org/officeDocument/2006/relationships/image" Target="../media/image686.wmf"/><Relationship Id="rId7" Type="http://schemas.openxmlformats.org/officeDocument/2006/relationships/image" Target="../media/image690.wmf"/><Relationship Id="rId12" Type="http://schemas.openxmlformats.org/officeDocument/2006/relationships/image" Target="../media/image695.wmf"/><Relationship Id="rId17" Type="http://schemas.openxmlformats.org/officeDocument/2006/relationships/image" Target="../media/image700.wmf"/><Relationship Id="rId2" Type="http://schemas.openxmlformats.org/officeDocument/2006/relationships/image" Target="../media/image685.wmf"/><Relationship Id="rId16" Type="http://schemas.openxmlformats.org/officeDocument/2006/relationships/image" Target="../media/image699.wmf"/><Relationship Id="rId1" Type="http://schemas.openxmlformats.org/officeDocument/2006/relationships/image" Target="../media/image684.wmf"/><Relationship Id="rId6" Type="http://schemas.openxmlformats.org/officeDocument/2006/relationships/image" Target="../media/image689.wmf"/><Relationship Id="rId11" Type="http://schemas.openxmlformats.org/officeDocument/2006/relationships/image" Target="../media/image694.wmf"/><Relationship Id="rId5" Type="http://schemas.openxmlformats.org/officeDocument/2006/relationships/image" Target="../media/image688.wmf"/><Relationship Id="rId15" Type="http://schemas.openxmlformats.org/officeDocument/2006/relationships/image" Target="../media/image698.wmf"/><Relationship Id="rId10" Type="http://schemas.openxmlformats.org/officeDocument/2006/relationships/image" Target="../media/image693.wmf"/><Relationship Id="rId19" Type="http://schemas.openxmlformats.org/officeDocument/2006/relationships/image" Target="../media/image702.wmf"/><Relationship Id="rId4" Type="http://schemas.openxmlformats.org/officeDocument/2006/relationships/image" Target="../media/image687.wmf"/><Relationship Id="rId9" Type="http://schemas.openxmlformats.org/officeDocument/2006/relationships/image" Target="../media/image692.wmf"/><Relationship Id="rId14" Type="http://schemas.openxmlformats.org/officeDocument/2006/relationships/image" Target="../media/image697.wmf"/></Relationships>
</file>

<file path=ppt/drawings/_rels/vmlDrawing6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wmf"/><Relationship Id="rId3" Type="http://schemas.openxmlformats.org/officeDocument/2006/relationships/image" Target="../media/image706.wmf"/><Relationship Id="rId7" Type="http://schemas.openxmlformats.org/officeDocument/2006/relationships/image" Target="../media/image686.wmf"/><Relationship Id="rId12" Type="http://schemas.openxmlformats.org/officeDocument/2006/relationships/image" Target="../media/image714.wmf"/><Relationship Id="rId2" Type="http://schemas.openxmlformats.org/officeDocument/2006/relationships/image" Target="../media/image705.wmf"/><Relationship Id="rId1" Type="http://schemas.openxmlformats.org/officeDocument/2006/relationships/image" Target="../media/image704.wmf"/><Relationship Id="rId6" Type="http://schemas.openxmlformats.org/officeDocument/2006/relationships/image" Target="../media/image709.wmf"/><Relationship Id="rId11" Type="http://schemas.openxmlformats.org/officeDocument/2006/relationships/image" Target="../media/image713.wmf"/><Relationship Id="rId5" Type="http://schemas.openxmlformats.org/officeDocument/2006/relationships/image" Target="../media/image708.wmf"/><Relationship Id="rId10" Type="http://schemas.openxmlformats.org/officeDocument/2006/relationships/image" Target="../media/image712.wmf"/><Relationship Id="rId4" Type="http://schemas.openxmlformats.org/officeDocument/2006/relationships/image" Target="../media/image707.wmf"/><Relationship Id="rId9" Type="http://schemas.openxmlformats.org/officeDocument/2006/relationships/image" Target="../media/image711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7.wmf"/><Relationship Id="rId7" Type="http://schemas.openxmlformats.org/officeDocument/2006/relationships/image" Target="../media/image721.wmf"/><Relationship Id="rId2" Type="http://schemas.openxmlformats.org/officeDocument/2006/relationships/image" Target="../media/image716.wmf"/><Relationship Id="rId1" Type="http://schemas.openxmlformats.org/officeDocument/2006/relationships/image" Target="../media/image715.wmf"/><Relationship Id="rId6" Type="http://schemas.openxmlformats.org/officeDocument/2006/relationships/image" Target="../media/image720.wmf"/><Relationship Id="rId5" Type="http://schemas.openxmlformats.org/officeDocument/2006/relationships/image" Target="../media/image719.wmf"/><Relationship Id="rId4" Type="http://schemas.openxmlformats.org/officeDocument/2006/relationships/image" Target="../media/image718.w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4.wmf"/><Relationship Id="rId2" Type="http://schemas.openxmlformats.org/officeDocument/2006/relationships/image" Target="../media/image723.wmf"/><Relationship Id="rId1" Type="http://schemas.openxmlformats.org/officeDocument/2006/relationships/image" Target="../media/image722.wmf"/><Relationship Id="rId5" Type="http://schemas.openxmlformats.org/officeDocument/2006/relationships/image" Target="../media/image721.wmf"/><Relationship Id="rId4" Type="http://schemas.openxmlformats.org/officeDocument/2006/relationships/image" Target="../media/image7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8FFD-118A-4D12-B105-A493410F9B4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83E1-0FC4-45EF-8436-64C02B8D3F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670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547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83E1-0FC4-45EF-8436-64C02B8D3F6D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90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7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1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18.wmf"/><Relationship Id="rId26" Type="http://schemas.openxmlformats.org/officeDocument/2006/relationships/oleObject" Target="../embeddings/oleObject23.bin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8.bin"/><Relationship Id="rId25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29" Type="http://schemas.openxmlformats.org/officeDocument/2006/relationships/image" Target="../media/image2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1.wmf"/><Relationship Id="rId32" Type="http://schemas.openxmlformats.org/officeDocument/2006/relationships/oleObject" Target="../embeddings/oleObject26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oleObject" Target="../embeddings/oleObject21.bin"/><Relationship Id="rId28" Type="http://schemas.openxmlformats.org/officeDocument/2006/relationships/oleObject" Target="../embeddings/oleObject24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9.bin"/><Relationship Id="rId31" Type="http://schemas.openxmlformats.org/officeDocument/2006/relationships/image" Target="../media/image2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Relationship Id="rId27" Type="http://schemas.openxmlformats.org/officeDocument/2006/relationships/image" Target="../media/image22.wmf"/><Relationship Id="rId30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36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31.bin"/><Relationship Id="rId24" Type="http://schemas.openxmlformats.org/officeDocument/2006/relationships/image" Target="../media/image35.wmf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23" Type="http://schemas.openxmlformats.org/officeDocument/2006/relationships/oleObject" Target="../embeddings/oleObject37.bin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0.wmf"/><Relationship Id="rId22" Type="http://schemas.openxmlformats.org/officeDocument/2006/relationships/image" Target="../media/image3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0.wmf"/><Relationship Id="rId26" Type="http://schemas.openxmlformats.org/officeDocument/2006/relationships/image" Target="../media/image44.wmf"/><Relationship Id="rId3" Type="http://schemas.openxmlformats.org/officeDocument/2006/relationships/oleObject" Target="../embeddings/oleObject38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45.bin"/><Relationship Id="rId25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42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48.bin"/><Relationship Id="rId28" Type="http://schemas.openxmlformats.org/officeDocument/2006/relationships/image" Target="../media/image45.wmf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5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48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5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0.bin"/><Relationship Id="rId18" Type="http://schemas.openxmlformats.org/officeDocument/2006/relationships/image" Target="../media/image56.wmf"/><Relationship Id="rId26" Type="http://schemas.openxmlformats.org/officeDocument/2006/relationships/image" Target="../media/image60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34" Type="http://schemas.openxmlformats.org/officeDocument/2006/relationships/image" Target="../media/image64.wmf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6.bin"/><Relationship Id="rId33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29" Type="http://schemas.openxmlformats.org/officeDocument/2006/relationships/oleObject" Target="../embeddings/oleObject68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59.wmf"/><Relationship Id="rId32" Type="http://schemas.openxmlformats.org/officeDocument/2006/relationships/image" Target="../media/image63.w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28" Type="http://schemas.openxmlformats.org/officeDocument/2006/relationships/image" Target="../media/image61.wmf"/><Relationship Id="rId36" Type="http://schemas.openxmlformats.org/officeDocument/2006/relationships/image" Target="../media/image65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63.bin"/><Relationship Id="rId31" Type="http://schemas.openxmlformats.org/officeDocument/2006/relationships/oleObject" Target="../embeddings/oleObject69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54.wmf"/><Relationship Id="rId22" Type="http://schemas.openxmlformats.org/officeDocument/2006/relationships/image" Target="../media/image58.wmf"/><Relationship Id="rId27" Type="http://schemas.openxmlformats.org/officeDocument/2006/relationships/oleObject" Target="../embeddings/oleObject67.bin"/><Relationship Id="rId30" Type="http://schemas.openxmlformats.org/officeDocument/2006/relationships/image" Target="../media/image62.wmf"/><Relationship Id="rId35" Type="http://schemas.openxmlformats.org/officeDocument/2006/relationships/oleObject" Target="../embeddings/oleObject71.bin"/><Relationship Id="rId8" Type="http://schemas.openxmlformats.org/officeDocument/2006/relationships/image" Target="../media/image5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7.bin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83.bin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oleObject" Target="../embeddings/oleObject78.bin"/><Relationship Id="rId21" Type="http://schemas.openxmlformats.org/officeDocument/2006/relationships/image" Target="../media/image80.wmf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76.wmf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29" Type="http://schemas.openxmlformats.org/officeDocument/2006/relationships/image" Target="../media/image8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82.bin"/><Relationship Id="rId24" Type="http://schemas.openxmlformats.org/officeDocument/2006/relationships/oleObject" Target="../embeddings/oleObject89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image" Target="../media/image81.wmf"/><Relationship Id="rId28" Type="http://schemas.openxmlformats.org/officeDocument/2006/relationships/oleObject" Target="../embeddings/oleObject91.bin"/><Relationship Id="rId10" Type="http://schemas.openxmlformats.org/officeDocument/2006/relationships/image" Target="../media/image75.wmf"/><Relationship Id="rId19" Type="http://schemas.openxmlformats.org/officeDocument/2006/relationships/image" Target="../media/image79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77.wmf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83.wmf"/><Relationship Id="rId30" Type="http://schemas.openxmlformats.org/officeDocument/2006/relationships/oleObject" Target="../embeddings/oleObject92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8.bin"/><Relationship Id="rId18" Type="http://schemas.openxmlformats.org/officeDocument/2006/relationships/image" Target="../media/image92.wmf"/><Relationship Id="rId26" Type="http://schemas.openxmlformats.org/officeDocument/2006/relationships/image" Target="../media/image96.wmf"/><Relationship Id="rId21" Type="http://schemas.openxmlformats.org/officeDocument/2006/relationships/oleObject" Target="../embeddings/oleObject102.bin"/><Relationship Id="rId34" Type="http://schemas.openxmlformats.org/officeDocument/2006/relationships/image" Target="../media/image100.wmf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100.bin"/><Relationship Id="rId25" Type="http://schemas.openxmlformats.org/officeDocument/2006/relationships/oleObject" Target="../embeddings/oleObject104.bin"/><Relationship Id="rId33" Type="http://schemas.openxmlformats.org/officeDocument/2006/relationships/oleObject" Target="../embeddings/oleObject108.bin"/><Relationship Id="rId38" Type="http://schemas.openxmlformats.org/officeDocument/2006/relationships/image" Target="../media/image10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29" Type="http://schemas.openxmlformats.org/officeDocument/2006/relationships/oleObject" Target="../embeddings/oleObject106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7.bin"/><Relationship Id="rId24" Type="http://schemas.openxmlformats.org/officeDocument/2006/relationships/image" Target="../media/image95.wmf"/><Relationship Id="rId32" Type="http://schemas.openxmlformats.org/officeDocument/2006/relationships/image" Target="../media/image99.wmf"/><Relationship Id="rId37" Type="http://schemas.openxmlformats.org/officeDocument/2006/relationships/oleObject" Target="../embeddings/oleObject110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23" Type="http://schemas.openxmlformats.org/officeDocument/2006/relationships/oleObject" Target="../embeddings/oleObject103.bin"/><Relationship Id="rId28" Type="http://schemas.openxmlformats.org/officeDocument/2006/relationships/image" Target="../media/image97.wmf"/><Relationship Id="rId36" Type="http://schemas.openxmlformats.org/officeDocument/2006/relationships/image" Target="../media/image101.wmf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101.bin"/><Relationship Id="rId31" Type="http://schemas.openxmlformats.org/officeDocument/2006/relationships/oleObject" Target="../embeddings/oleObject107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90.wmf"/><Relationship Id="rId22" Type="http://schemas.openxmlformats.org/officeDocument/2006/relationships/image" Target="../media/image94.wmf"/><Relationship Id="rId27" Type="http://schemas.openxmlformats.org/officeDocument/2006/relationships/oleObject" Target="../embeddings/oleObject105.bin"/><Relationship Id="rId30" Type="http://schemas.openxmlformats.org/officeDocument/2006/relationships/image" Target="../media/image98.wmf"/><Relationship Id="rId35" Type="http://schemas.openxmlformats.org/officeDocument/2006/relationships/oleObject" Target="../embeddings/oleObject109.bin"/><Relationship Id="rId8" Type="http://schemas.openxmlformats.org/officeDocument/2006/relationships/image" Target="../media/image87.wmf"/><Relationship Id="rId3" Type="http://schemas.openxmlformats.org/officeDocument/2006/relationships/oleObject" Target="../embeddings/oleObject9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10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08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12.wmf"/><Relationship Id="rId26" Type="http://schemas.openxmlformats.org/officeDocument/2006/relationships/oleObject" Target="../embeddings/oleObject132.bin"/><Relationship Id="rId3" Type="http://schemas.openxmlformats.org/officeDocument/2006/relationships/oleObject" Target="../embeddings/oleObject120.bin"/><Relationship Id="rId21" Type="http://schemas.openxmlformats.org/officeDocument/2006/relationships/image" Target="../media/image113.wmf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27.bin"/><Relationship Id="rId25" Type="http://schemas.openxmlformats.org/officeDocument/2006/relationships/image" Target="../media/image115.wmf"/><Relationship Id="rId33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20" Type="http://schemas.openxmlformats.org/officeDocument/2006/relationships/oleObject" Target="../embeddings/oleObject129.bin"/><Relationship Id="rId29" Type="http://schemas.openxmlformats.org/officeDocument/2006/relationships/image" Target="../media/image11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24.bin"/><Relationship Id="rId24" Type="http://schemas.openxmlformats.org/officeDocument/2006/relationships/oleObject" Target="../embeddings/oleObject131.bin"/><Relationship Id="rId32" Type="http://schemas.openxmlformats.org/officeDocument/2006/relationships/oleObject" Target="../embeddings/oleObject135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image" Target="../media/image114.wmf"/><Relationship Id="rId28" Type="http://schemas.openxmlformats.org/officeDocument/2006/relationships/oleObject" Target="../embeddings/oleObject133.bin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28.bin"/><Relationship Id="rId31" Type="http://schemas.openxmlformats.org/officeDocument/2006/relationships/image" Target="../media/image118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08.wmf"/><Relationship Id="rId22" Type="http://schemas.openxmlformats.org/officeDocument/2006/relationships/oleObject" Target="../embeddings/oleObject130.bin"/><Relationship Id="rId27" Type="http://schemas.openxmlformats.org/officeDocument/2006/relationships/image" Target="../media/image116.wmf"/><Relationship Id="rId30" Type="http://schemas.openxmlformats.org/officeDocument/2006/relationships/oleObject" Target="../embeddings/oleObject134.bin"/><Relationship Id="rId8" Type="http://schemas.openxmlformats.org/officeDocument/2006/relationships/image" Target="../media/image10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24.w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2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32.wmf"/><Relationship Id="rId26" Type="http://schemas.openxmlformats.org/officeDocument/2006/relationships/oleObject" Target="../embeddings/oleObject156.bin"/><Relationship Id="rId3" Type="http://schemas.openxmlformats.org/officeDocument/2006/relationships/oleObject" Target="../embeddings/oleObject144.bin"/><Relationship Id="rId21" Type="http://schemas.openxmlformats.org/officeDocument/2006/relationships/image" Target="../media/image133.wmf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151.bin"/><Relationship Id="rId25" Type="http://schemas.openxmlformats.org/officeDocument/2006/relationships/image" Target="../media/image13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1.wmf"/><Relationship Id="rId20" Type="http://schemas.openxmlformats.org/officeDocument/2006/relationships/oleObject" Target="../embeddings/oleObject153.bin"/><Relationship Id="rId29" Type="http://schemas.openxmlformats.org/officeDocument/2006/relationships/image" Target="../media/image13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48.bin"/><Relationship Id="rId24" Type="http://schemas.openxmlformats.org/officeDocument/2006/relationships/oleObject" Target="../embeddings/oleObject155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23" Type="http://schemas.openxmlformats.org/officeDocument/2006/relationships/image" Target="../media/image134.wmf"/><Relationship Id="rId28" Type="http://schemas.openxmlformats.org/officeDocument/2006/relationships/oleObject" Target="../embeddings/oleObject157.bin"/><Relationship Id="rId10" Type="http://schemas.openxmlformats.org/officeDocument/2006/relationships/image" Target="../media/image128.wmf"/><Relationship Id="rId19" Type="http://schemas.openxmlformats.org/officeDocument/2006/relationships/oleObject" Target="../embeddings/oleObject152.bin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30.wmf"/><Relationship Id="rId22" Type="http://schemas.openxmlformats.org/officeDocument/2006/relationships/oleObject" Target="../embeddings/oleObject154.bin"/><Relationship Id="rId27" Type="http://schemas.openxmlformats.org/officeDocument/2006/relationships/image" Target="../media/image136.wmf"/><Relationship Id="rId30" Type="http://schemas.openxmlformats.org/officeDocument/2006/relationships/oleObject" Target="../embeddings/oleObject15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45.wmf"/><Relationship Id="rId26" Type="http://schemas.openxmlformats.org/officeDocument/2006/relationships/image" Target="../media/image149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66.bin"/><Relationship Id="rId25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4.wmf"/><Relationship Id="rId20" Type="http://schemas.openxmlformats.org/officeDocument/2006/relationships/image" Target="../media/image146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63.bin"/><Relationship Id="rId24" Type="http://schemas.openxmlformats.org/officeDocument/2006/relationships/image" Target="../media/image148.wmf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23" Type="http://schemas.openxmlformats.org/officeDocument/2006/relationships/oleObject" Target="../embeddings/oleObject169.bin"/><Relationship Id="rId10" Type="http://schemas.openxmlformats.org/officeDocument/2006/relationships/image" Target="../media/image141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43.wmf"/><Relationship Id="rId22" Type="http://schemas.openxmlformats.org/officeDocument/2006/relationships/image" Target="../media/image14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57.wmf"/><Relationship Id="rId3" Type="http://schemas.openxmlformats.org/officeDocument/2006/relationships/oleObject" Target="../embeddings/oleObject171.bin"/><Relationship Id="rId21" Type="http://schemas.openxmlformats.org/officeDocument/2006/relationships/oleObject" Target="../embeddings/oleObject180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54.w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6.wmf"/><Relationship Id="rId20" Type="http://schemas.openxmlformats.org/officeDocument/2006/relationships/image" Target="../media/image158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53.wmf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55.wmf"/><Relationship Id="rId22" Type="http://schemas.openxmlformats.org/officeDocument/2006/relationships/image" Target="../media/image159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67.wmf"/><Relationship Id="rId26" Type="http://schemas.openxmlformats.org/officeDocument/2006/relationships/image" Target="../media/image171.wmf"/><Relationship Id="rId39" Type="http://schemas.openxmlformats.org/officeDocument/2006/relationships/oleObject" Target="../embeddings/oleObject200.bin"/><Relationship Id="rId21" Type="http://schemas.openxmlformats.org/officeDocument/2006/relationships/oleObject" Target="../embeddings/oleObject190.bin"/><Relationship Id="rId34" Type="http://schemas.openxmlformats.org/officeDocument/2006/relationships/image" Target="../media/image175.wmf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64.wmf"/><Relationship Id="rId17" Type="http://schemas.openxmlformats.org/officeDocument/2006/relationships/oleObject" Target="../embeddings/oleObject188.bin"/><Relationship Id="rId25" Type="http://schemas.openxmlformats.org/officeDocument/2006/relationships/oleObject" Target="../embeddings/oleObject192.bin"/><Relationship Id="rId33" Type="http://schemas.openxmlformats.org/officeDocument/2006/relationships/oleObject" Target="../embeddings/oleObject196.bin"/><Relationship Id="rId38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6.wmf"/><Relationship Id="rId20" Type="http://schemas.openxmlformats.org/officeDocument/2006/relationships/image" Target="../media/image168.wmf"/><Relationship Id="rId29" Type="http://schemas.openxmlformats.org/officeDocument/2006/relationships/oleObject" Target="../embeddings/oleObject194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170.wmf"/><Relationship Id="rId32" Type="http://schemas.openxmlformats.org/officeDocument/2006/relationships/image" Target="../media/image174.wmf"/><Relationship Id="rId37" Type="http://schemas.openxmlformats.org/officeDocument/2006/relationships/image" Target="../media/image176.wmf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23" Type="http://schemas.openxmlformats.org/officeDocument/2006/relationships/oleObject" Target="../embeddings/oleObject191.bin"/><Relationship Id="rId28" Type="http://schemas.openxmlformats.org/officeDocument/2006/relationships/image" Target="../media/image172.wmf"/><Relationship Id="rId36" Type="http://schemas.openxmlformats.org/officeDocument/2006/relationships/oleObject" Target="../embeddings/oleObject198.bin"/><Relationship Id="rId10" Type="http://schemas.openxmlformats.org/officeDocument/2006/relationships/image" Target="../media/image163.wmf"/><Relationship Id="rId19" Type="http://schemas.openxmlformats.org/officeDocument/2006/relationships/oleObject" Target="../embeddings/oleObject189.bin"/><Relationship Id="rId31" Type="http://schemas.openxmlformats.org/officeDocument/2006/relationships/oleObject" Target="../embeddings/oleObject195.bin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65.wmf"/><Relationship Id="rId22" Type="http://schemas.openxmlformats.org/officeDocument/2006/relationships/image" Target="../media/image169.wmf"/><Relationship Id="rId27" Type="http://schemas.openxmlformats.org/officeDocument/2006/relationships/oleObject" Target="../embeddings/oleObject193.bin"/><Relationship Id="rId30" Type="http://schemas.openxmlformats.org/officeDocument/2006/relationships/image" Target="../media/image173.wmf"/><Relationship Id="rId35" Type="http://schemas.openxmlformats.org/officeDocument/2006/relationships/oleObject" Target="../embeddings/oleObject197.bin"/><Relationship Id="rId8" Type="http://schemas.openxmlformats.org/officeDocument/2006/relationships/image" Target="../media/image162.wmf"/><Relationship Id="rId3" Type="http://schemas.openxmlformats.org/officeDocument/2006/relationships/oleObject" Target="../embeddings/oleObject18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181.wmf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170.wmf"/><Relationship Id="rId17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20" Type="http://schemas.openxmlformats.org/officeDocument/2006/relationships/image" Target="../media/image18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172.wmf"/><Relationship Id="rId19" Type="http://schemas.openxmlformats.org/officeDocument/2006/relationships/oleObject" Target="../embeddings/oleObject209.bin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179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190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187.wmf"/><Relationship Id="rId17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wmf"/><Relationship Id="rId20" Type="http://schemas.openxmlformats.org/officeDocument/2006/relationships/image" Target="../media/image191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5" Type="http://schemas.openxmlformats.org/officeDocument/2006/relationships/oleObject" Target="../embeddings/oleObject216.bin"/><Relationship Id="rId10" Type="http://schemas.openxmlformats.org/officeDocument/2006/relationships/image" Target="../media/image186.wmf"/><Relationship Id="rId19" Type="http://schemas.openxmlformats.org/officeDocument/2006/relationships/oleObject" Target="../embeddings/oleObject218.bin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18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24.bin"/><Relationship Id="rId18" Type="http://schemas.openxmlformats.org/officeDocument/2006/relationships/image" Target="../media/image199.wmf"/><Relationship Id="rId3" Type="http://schemas.openxmlformats.org/officeDocument/2006/relationships/oleObject" Target="../embeddings/oleObject219.bin"/><Relationship Id="rId7" Type="http://schemas.openxmlformats.org/officeDocument/2006/relationships/oleObject" Target="../embeddings/oleObject221.bin"/><Relationship Id="rId12" Type="http://schemas.openxmlformats.org/officeDocument/2006/relationships/image" Target="../media/image196.wmf"/><Relationship Id="rId17" Type="http://schemas.openxmlformats.org/officeDocument/2006/relationships/oleObject" Target="../embeddings/oleObject2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8.wmf"/><Relationship Id="rId20" Type="http://schemas.openxmlformats.org/officeDocument/2006/relationships/image" Target="../media/image200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223.bin"/><Relationship Id="rId5" Type="http://schemas.openxmlformats.org/officeDocument/2006/relationships/oleObject" Target="../embeddings/oleObject220.bin"/><Relationship Id="rId15" Type="http://schemas.openxmlformats.org/officeDocument/2006/relationships/oleObject" Target="../embeddings/oleObject225.bin"/><Relationship Id="rId10" Type="http://schemas.openxmlformats.org/officeDocument/2006/relationships/image" Target="../media/image195.wmf"/><Relationship Id="rId19" Type="http://schemas.openxmlformats.org/officeDocument/2006/relationships/oleObject" Target="../embeddings/oleObject227.bin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22.bin"/><Relationship Id="rId14" Type="http://schemas.openxmlformats.org/officeDocument/2006/relationships/image" Target="../media/image19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00.wmf"/><Relationship Id="rId5" Type="http://schemas.openxmlformats.org/officeDocument/2006/relationships/oleObject" Target="../embeddings/oleObject229.bin"/><Relationship Id="rId4" Type="http://schemas.openxmlformats.org/officeDocument/2006/relationships/image" Target="../media/image19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08.wmf"/><Relationship Id="rId26" Type="http://schemas.openxmlformats.org/officeDocument/2006/relationships/oleObject" Target="../embeddings/oleObject243.bin"/><Relationship Id="rId3" Type="http://schemas.openxmlformats.org/officeDocument/2006/relationships/oleObject" Target="../embeddings/oleObject231.bin"/><Relationship Id="rId21" Type="http://schemas.openxmlformats.org/officeDocument/2006/relationships/image" Target="../media/image209.wmf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238.bin"/><Relationship Id="rId25" Type="http://schemas.openxmlformats.org/officeDocument/2006/relationships/image" Target="../media/image21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7.wmf"/><Relationship Id="rId20" Type="http://schemas.openxmlformats.org/officeDocument/2006/relationships/oleObject" Target="../embeddings/oleObject240.bin"/><Relationship Id="rId29" Type="http://schemas.openxmlformats.org/officeDocument/2006/relationships/oleObject" Target="../embeddings/oleObject245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35.bin"/><Relationship Id="rId24" Type="http://schemas.openxmlformats.org/officeDocument/2006/relationships/oleObject" Target="../embeddings/oleObject242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23" Type="http://schemas.openxmlformats.org/officeDocument/2006/relationships/image" Target="../media/image210.wmf"/><Relationship Id="rId28" Type="http://schemas.openxmlformats.org/officeDocument/2006/relationships/image" Target="../media/image212.wmf"/><Relationship Id="rId10" Type="http://schemas.openxmlformats.org/officeDocument/2006/relationships/image" Target="../media/image204.wmf"/><Relationship Id="rId19" Type="http://schemas.openxmlformats.org/officeDocument/2006/relationships/oleObject" Target="../embeddings/oleObject239.bin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06.wmf"/><Relationship Id="rId22" Type="http://schemas.openxmlformats.org/officeDocument/2006/relationships/oleObject" Target="../embeddings/oleObject241.bin"/><Relationship Id="rId27" Type="http://schemas.openxmlformats.org/officeDocument/2006/relationships/oleObject" Target="../embeddings/oleObject244.bin"/><Relationship Id="rId30" Type="http://schemas.openxmlformats.org/officeDocument/2006/relationships/image" Target="../media/image21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oleObject" Target="../embeddings/oleObject251.bin"/><Relationship Id="rId18" Type="http://schemas.openxmlformats.org/officeDocument/2006/relationships/oleObject" Target="../embeddings/oleObject254.bin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216.wmf"/><Relationship Id="rId17" Type="http://schemas.openxmlformats.org/officeDocument/2006/relationships/oleObject" Target="../embeddings/oleObject2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8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10" Type="http://schemas.openxmlformats.org/officeDocument/2006/relationships/image" Target="../media/image215.wmf"/><Relationship Id="rId19" Type="http://schemas.openxmlformats.org/officeDocument/2006/relationships/image" Target="../media/image206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217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13" Type="http://schemas.openxmlformats.org/officeDocument/2006/relationships/oleObject" Target="../embeddings/oleObject260.bin"/><Relationship Id="rId18" Type="http://schemas.openxmlformats.org/officeDocument/2006/relationships/image" Target="../media/image226.wmf"/><Relationship Id="rId3" Type="http://schemas.openxmlformats.org/officeDocument/2006/relationships/oleObject" Target="../embeddings/oleObject255.bin"/><Relationship Id="rId21" Type="http://schemas.openxmlformats.org/officeDocument/2006/relationships/oleObject" Target="../embeddings/oleObject264.bin"/><Relationship Id="rId7" Type="http://schemas.openxmlformats.org/officeDocument/2006/relationships/oleObject" Target="../embeddings/oleObject257.bin"/><Relationship Id="rId12" Type="http://schemas.openxmlformats.org/officeDocument/2006/relationships/image" Target="../media/image223.wmf"/><Relationship Id="rId17" Type="http://schemas.openxmlformats.org/officeDocument/2006/relationships/oleObject" Target="../embeddings/oleObject2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5.wmf"/><Relationship Id="rId20" Type="http://schemas.openxmlformats.org/officeDocument/2006/relationships/image" Target="../media/image227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259.bin"/><Relationship Id="rId24" Type="http://schemas.openxmlformats.org/officeDocument/2006/relationships/image" Target="../media/image229.wmf"/><Relationship Id="rId5" Type="http://schemas.openxmlformats.org/officeDocument/2006/relationships/oleObject" Target="../embeddings/oleObject256.bin"/><Relationship Id="rId15" Type="http://schemas.openxmlformats.org/officeDocument/2006/relationships/oleObject" Target="../embeddings/oleObject261.bin"/><Relationship Id="rId23" Type="http://schemas.openxmlformats.org/officeDocument/2006/relationships/oleObject" Target="../embeddings/oleObject265.bin"/><Relationship Id="rId10" Type="http://schemas.openxmlformats.org/officeDocument/2006/relationships/image" Target="../media/image222.wmf"/><Relationship Id="rId19" Type="http://schemas.openxmlformats.org/officeDocument/2006/relationships/oleObject" Target="../embeddings/oleObject263.bin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258.bin"/><Relationship Id="rId14" Type="http://schemas.openxmlformats.org/officeDocument/2006/relationships/image" Target="../media/image224.wmf"/><Relationship Id="rId22" Type="http://schemas.openxmlformats.org/officeDocument/2006/relationships/image" Target="../media/image22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13" Type="http://schemas.openxmlformats.org/officeDocument/2006/relationships/oleObject" Target="../embeddings/oleObject271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23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6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31.w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2.bin"/><Relationship Id="rId10" Type="http://schemas.openxmlformats.org/officeDocument/2006/relationships/image" Target="../media/image233.wmf"/><Relationship Id="rId4" Type="http://schemas.openxmlformats.org/officeDocument/2006/relationships/image" Target="../media/image230.wmf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23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38.wmf"/><Relationship Id="rId5" Type="http://schemas.openxmlformats.org/officeDocument/2006/relationships/oleObject" Target="../embeddings/oleObject274.bin"/><Relationship Id="rId10" Type="http://schemas.openxmlformats.org/officeDocument/2006/relationships/image" Target="../media/image240.wmf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7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oleObject" Target="../embeddings/oleObject282.bin"/><Relationship Id="rId18" Type="http://schemas.openxmlformats.org/officeDocument/2006/relationships/image" Target="../media/image248.wmf"/><Relationship Id="rId26" Type="http://schemas.openxmlformats.org/officeDocument/2006/relationships/image" Target="../media/image252.wmf"/><Relationship Id="rId3" Type="http://schemas.openxmlformats.org/officeDocument/2006/relationships/oleObject" Target="../embeddings/oleObject277.bin"/><Relationship Id="rId21" Type="http://schemas.openxmlformats.org/officeDocument/2006/relationships/oleObject" Target="../embeddings/oleObject286.bin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245.wmf"/><Relationship Id="rId17" Type="http://schemas.openxmlformats.org/officeDocument/2006/relationships/oleObject" Target="../embeddings/oleObject284.bin"/><Relationship Id="rId25" Type="http://schemas.openxmlformats.org/officeDocument/2006/relationships/oleObject" Target="../embeddings/oleObject2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7.wmf"/><Relationship Id="rId20" Type="http://schemas.openxmlformats.org/officeDocument/2006/relationships/image" Target="../media/image249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42.wmf"/><Relationship Id="rId11" Type="http://schemas.openxmlformats.org/officeDocument/2006/relationships/oleObject" Target="../embeddings/oleObject281.bin"/><Relationship Id="rId24" Type="http://schemas.openxmlformats.org/officeDocument/2006/relationships/image" Target="../media/image251.wmf"/><Relationship Id="rId5" Type="http://schemas.openxmlformats.org/officeDocument/2006/relationships/oleObject" Target="../embeddings/oleObject278.bin"/><Relationship Id="rId15" Type="http://schemas.openxmlformats.org/officeDocument/2006/relationships/oleObject" Target="../embeddings/oleObject283.bin"/><Relationship Id="rId23" Type="http://schemas.openxmlformats.org/officeDocument/2006/relationships/oleObject" Target="../embeddings/oleObject287.bin"/><Relationship Id="rId10" Type="http://schemas.openxmlformats.org/officeDocument/2006/relationships/image" Target="../media/image244.wmf"/><Relationship Id="rId19" Type="http://schemas.openxmlformats.org/officeDocument/2006/relationships/oleObject" Target="../embeddings/oleObject285.bin"/><Relationship Id="rId4" Type="http://schemas.openxmlformats.org/officeDocument/2006/relationships/image" Target="../media/image241.wmf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246.wmf"/><Relationship Id="rId22" Type="http://schemas.openxmlformats.org/officeDocument/2006/relationships/image" Target="../media/image25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3" Type="http://schemas.openxmlformats.org/officeDocument/2006/relationships/oleObject" Target="../embeddings/oleObject289.bin"/><Relationship Id="rId7" Type="http://schemas.openxmlformats.org/officeDocument/2006/relationships/oleObject" Target="../embeddings/oleObject291.bin"/><Relationship Id="rId12" Type="http://schemas.openxmlformats.org/officeDocument/2006/relationships/image" Target="../media/image25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53.wmf"/><Relationship Id="rId11" Type="http://schemas.openxmlformats.org/officeDocument/2006/relationships/oleObject" Target="../embeddings/oleObject293.bin"/><Relationship Id="rId5" Type="http://schemas.openxmlformats.org/officeDocument/2006/relationships/oleObject" Target="../embeddings/oleObject290.bin"/><Relationship Id="rId10" Type="http://schemas.openxmlformats.org/officeDocument/2006/relationships/image" Target="../media/image255.wmf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92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9.bin"/><Relationship Id="rId18" Type="http://schemas.openxmlformats.org/officeDocument/2006/relationships/image" Target="../media/image264.wmf"/><Relationship Id="rId26" Type="http://schemas.openxmlformats.org/officeDocument/2006/relationships/image" Target="../media/image268.wmf"/><Relationship Id="rId39" Type="http://schemas.openxmlformats.org/officeDocument/2006/relationships/image" Target="../media/image274.wmf"/><Relationship Id="rId21" Type="http://schemas.openxmlformats.org/officeDocument/2006/relationships/oleObject" Target="../embeddings/oleObject303.bin"/><Relationship Id="rId34" Type="http://schemas.openxmlformats.org/officeDocument/2006/relationships/oleObject" Target="../embeddings/oleObject310.bin"/><Relationship Id="rId7" Type="http://schemas.openxmlformats.org/officeDocument/2006/relationships/oleObject" Target="../embeddings/oleObject2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3.wmf"/><Relationship Id="rId20" Type="http://schemas.openxmlformats.org/officeDocument/2006/relationships/image" Target="../media/image265.wmf"/><Relationship Id="rId29" Type="http://schemas.openxmlformats.org/officeDocument/2006/relationships/oleObject" Target="../embeddings/oleObject307.bin"/><Relationship Id="rId41" Type="http://schemas.openxmlformats.org/officeDocument/2006/relationships/image" Target="../media/image275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298.bin"/><Relationship Id="rId24" Type="http://schemas.openxmlformats.org/officeDocument/2006/relationships/image" Target="../media/image267.wmf"/><Relationship Id="rId32" Type="http://schemas.openxmlformats.org/officeDocument/2006/relationships/oleObject" Target="../embeddings/oleObject309.bin"/><Relationship Id="rId37" Type="http://schemas.openxmlformats.org/officeDocument/2006/relationships/image" Target="../media/image273.wmf"/><Relationship Id="rId40" Type="http://schemas.openxmlformats.org/officeDocument/2006/relationships/oleObject" Target="../embeddings/oleObject313.bin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00.bin"/><Relationship Id="rId23" Type="http://schemas.openxmlformats.org/officeDocument/2006/relationships/oleObject" Target="../embeddings/oleObject304.bin"/><Relationship Id="rId28" Type="http://schemas.openxmlformats.org/officeDocument/2006/relationships/image" Target="../media/image269.wmf"/><Relationship Id="rId36" Type="http://schemas.openxmlformats.org/officeDocument/2006/relationships/oleObject" Target="../embeddings/oleObject311.bin"/><Relationship Id="rId10" Type="http://schemas.openxmlformats.org/officeDocument/2006/relationships/image" Target="../media/image260.wmf"/><Relationship Id="rId19" Type="http://schemas.openxmlformats.org/officeDocument/2006/relationships/oleObject" Target="../embeddings/oleObject302.bin"/><Relationship Id="rId31" Type="http://schemas.openxmlformats.org/officeDocument/2006/relationships/oleObject" Target="../embeddings/oleObject308.bin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262.wmf"/><Relationship Id="rId22" Type="http://schemas.openxmlformats.org/officeDocument/2006/relationships/image" Target="../media/image266.wmf"/><Relationship Id="rId27" Type="http://schemas.openxmlformats.org/officeDocument/2006/relationships/oleObject" Target="../embeddings/oleObject306.bin"/><Relationship Id="rId30" Type="http://schemas.openxmlformats.org/officeDocument/2006/relationships/image" Target="../media/image270.wmf"/><Relationship Id="rId35" Type="http://schemas.openxmlformats.org/officeDocument/2006/relationships/image" Target="../media/image272.wmf"/><Relationship Id="rId8" Type="http://schemas.openxmlformats.org/officeDocument/2006/relationships/image" Target="../media/image259.wmf"/><Relationship Id="rId3" Type="http://schemas.openxmlformats.org/officeDocument/2006/relationships/oleObject" Target="../embeddings/oleObject294.bin"/><Relationship Id="rId12" Type="http://schemas.openxmlformats.org/officeDocument/2006/relationships/image" Target="../media/image261.wmf"/><Relationship Id="rId17" Type="http://schemas.openxmlformats.org/officeDocument/2006/relationships/oleObject" Target="../embeddings/oleObject301.bin"/><Relationship Id="rId25" Type="http://schemas.openxmlformats.org/officeDocument/2006/relationships/oleObject" Target="../embeddings/oleObject305.bin"/><Relationship Id="rId33" Type="http://schemas.openxmlformats.org/officeDocument/2006/relationships/image" Target="../media/image271.wmf"/><Relationship Id="rId38" Type="http://schemas.openxmlformats.org/officeDocument/2006/relationships/oleObject" Target="../embeddings/oleObject31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3" Type="http://schemas.openxmlformats.org/officeDocument/2006/relationships/oleObject" Target="../embeddings/oleObject314.bin"/><Relationship Id="rId7" Type="http://schemas.openxmlformats.org/officeDocument/2006/relationships/oleObject" Target="../embeddings/oleObject3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315.bin"/><Relationship Id="rId10" Type="http://schemas.openxmlformats.org/officeDocument/2006/relationships/image" Target="../media/image257.wmf"/><Relationship Id="rId4" Type="http://schemas.openxmlformats.org/officeDocument/2006/relationships/image" Target="../media/image276.wmf"/><Relationship Id="rId9" Type="http://schemas.openxmlformats.org/officeDocument/2006/relationships/oleObject" Target="../embeddings/oleObject317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3.bin"/><Relationship Id="rId18" Type="http://schemas.openxmlformats.org/officeDocument/2006/relationships/image" Target="../media/image285.wmf"/><Relationship Id="rId26" Type="http://schemas.openxmlformats.org/officeDocument/2006/relationships/image" Target="../media/image289.wmf"/><Relationship Id="rId39" Type="http://schemas.openxmlformats.org/officeDocument/2006/relationships/oleObject" Target="../embeddings/oleObject336.bin"/><Relationship Id="rId21" Type="http://schemas.openxmlformats.org/officeDocument/2006/relationships/oleObject" Target="../embeddings/oleObject327.bin"/><Relationship Id="rId34" Type="http://schemas.openxmlformats.org/officeDocument/2006/relationships/image" Target="../media/image270.wmf"/><Relationship Id="rId7" Type="http://schemas.openxmlformats.org/officeDocument/2006/relationships/oleObject" Target="../embeddings/oleObject320.bin"/><Relationship Id="rId12" Type="http://schemas.openxmlformats.org/officeDocument/2006/relationships/image" Target="../media/image282.wmf"/><Relationship Id="rId17" Type="http://schemas.openxmlformats.org/officeDocument/2006/relationships/oleObject" Target="../embeddings/oleObject325.bin"/><Relationship Id="rId25" Type="http://schemas.openxmlformats.org/officeDocument/2006/relationships/oleObject" Target="../embeddings/oleObject329.bin"/><Relationship Id="rId33" Type="http://schemas.openxmlformats.org/officeDocument/2006/relationships/oleObject" Target="../embeddings/oleObject333.bin"/><Relationship Id="rId38" Type="http://schemas.openxmlformats.org/officeDocument/2006/relationships/image" Target="../media/image29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4.wmf"/><Relationship Id="rId20" Type="http://schemas.openxmlformats.org/officeDocument/2006/relationships/image" Target="../media/image286.wmf"/><Relationship Id="rId29" Type="http://schemas.openxmlformats.org/officeDocument/2006/relationships/oleObject" Target="../embeddings/oleObject331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79.wmf"/><Relationship Id="rId11" Type="http://schemas.openxmlformats.org/officeDocument/2006/relationships/oleObject" Target="../embeddings/oleObject322.bin"/><Relationship Id="rId24" Type="http://schemas.openxmlformats.org/officeDocument/2006/relationships/image" Target="../media/image288.wmf"/><Relationship Id="rId32" Type="http://schemas.openxmlformats.org/officeDocument/2006/relationships/image" Target="../media/image292.wmf"/><Relationship Id="rId37" Type="http://schemas.openxmlformats.org/officeDocument/2006/relationships/oleObject" Target="../embeddings/oleObject335.bin"/><Relationship Id="rId5" Type="http://schemas.openxmlformats.org/officeDocument/2006/relationships/oleObject" Target="../embeddings/oleObject319.bin"/><Relationship Id="rId15" Type="http://schemas.openxmlformats.org/officeDocument/2006/relationships/oleObject" Target="../embeddings/oleObject324.bin"/><Relationship Id="rId23" Type="http://schemas.openxmlformats.org/officeDocument/2006/relationships/oleObject" Target="../embeddings/oleObject328.bin"/><Relationship Id="rId28" Type="http://schemas.openxmlformats.org/officeDocument/2006/relationships/image" Target="../media/image290.wmf"/><Relationship Id="rId36" Type="http://schemas.openxmlformats.org/officeDocument/2006/relationships/image" Target="../media/image293.wmf"/><Relationship Id="rId10" Type="http://schemas.openxmlformats.org/officeDocument/2006/relationships/image" Target="../media/image281.wmf"/><Relationship Id="rId19" Type="http://schemas.openxmlformats.org/officeDocument/2006/relationships/oleObject" Target="../embeddings/oleObject326.bin"/><Relationship Id="rId31" Type="http://schemas.openxmlformats.org/officeDocument/2006/relationships/oleObject" Target="../embeddings/oleObject332.bin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321.bin"/><Relationship Id="rId14" Type="http://schemas.openxmlformats.org/officeDocument/2006/relationships/image" Target="../media/image283.wmf"/><Relationship Id="rId22" Type="http://schemas.openxmlformats.org/officeDocument/2006/relationships/image" Target="../media/image287.wmf"/><Relationship Id="rId27" Type="http://schemas.openxmlformats.org/officeDocument/2006/relationships/oleObject" Target="../embeddings/oleObject330.bin"/><Relationship Id="rId30" Type="http://schemas.openxmlformats.org/officeDocument/2006/relationships/image" Target="../media/image291.wmf"/><Relationship Id="rId35" Type="http://schemas.openxmlformats.org/officeDocument/2006/relationships/oleObject" Target="../embeddings/oleObject334.bin"/><Relationship Id="rId8" Type="http://schemas.openxmlformats.org/officeDocument/2006/relationships/image" Target="../media/image280.wmf"/><Relationship Id="rId3" Type="http://schemas.openxmlformats.org/officeDocument/2006/relationships/oleObject" Target="../embeddings/oleObject318.bin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42.bin"/><Relationship Id="rId18" Type="http://schemas.openxmlformats.org/officeDocument/2006/relationships/image" Target="../media/image302.wmf"/><Relationship Id="rId26" Type="http://schemas.openxmlformats.org/officeDocument/2006/relationships/image" Target="../media/image306.wmf"/><Relationship Id="rId3" Type="http://schemas.openxmlformats.org/officeDocument/2006/relationships/oleObject" Target="../embeddings/oleObject337.bin"/><Relationship Id="rId21" Type="http://schemas.openxmlformats.org/officeDocument/2006/relationships/oleObject" Target="../embeddings/oleObject346.bin"/><Relationship Id="rId34" Type="http://schemas.openxmlformats.org/officeDocument/2006/relationships/image" Target="../media/image310.wmf"/><Relationship Id="rId7" Type="http://schemas.openxmlformats.org/officeDocument/2006/relationships/oleObject" Target="../embeddings/oleObject339.bin"/><Relationship Id="rId12" Type="http://schemas.openxmlformats.org/officeDocument/2006/relationships/image" Target="../media/image299.wmf"/><Relationship Id="rId17" Type="http://schemas.openxmlformats.org/officeDocument/2006/relationships/oleObject" Target="../embeddings/oleObject344.bin"/><Relationship Id="rId25" Type="http://schemas.openxmlformats.org/officeDocument/2006/relationships/oleObject" Target="../embeddings/oleObject348.bin"/><Relationship Id="rId33" Type="http://schemas.openxmlformats.org/officeDocument/2006/relationships/oleObject" Target="../embeddings/oleObject3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1.wmf"/><Relationship Id="rId20" Type="http://schemas.openxmlformats.org/officeDocument/2006/relationships/image" Target="../media/image303.wmf"/><Relationship Id="rId29" Type="http://schemas.openxmlformats.org/officeDocument/2006/relationships/oleObject" Target="../embeddings/oleObject350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96.wmf"/><Relationship Id="rId11" Type="http://schemas.openxmlformats.org/officeDocument/2006/relationships/oleObject" Target="../embeddings/oleObject341.bin"/><Relationship Id="rId24" Type="http://schemas.openxmlformats.org/officeDocument/2006/relationships/image" Target="../media/image305.wmf"/><Relationship Id="rId32" Type="http://schemas.openxmlformats.org/officeDocument/2006/relationships/image" Target="../media/image309.wmf"/><Relationship Id="rId5" Type="http://schemas.openxmlformats.org/officeDocument/2006/relationships/oleObject" Target="../embeddings/oleObject338.bin"/><Relationship Id="rId15" Type="http://schemas.openxmlformats.org/officeDocument/2006/relationships/oleObject" Target="../embeddings/oleObject343.bin"/><Relationship Id="rId23" Type="http://schemas.openxmlformats.org/officeDocument/2006/relationships/oleObject" Target="../embeddings/oleObject347.bin"/><Relationship Id="rId28" Type="http://schemas.openxmlformats.org/officeDocument/2006/relationships/image" Target="../media/image307.wmf"/><Relationship Id="rId36" Type="http://schemas.openxmlformats.org/officeDocument/2006/relationships/image" Target="../media/image311.wmf"/><Relationship Id="rId10" Type="http://schemas.openxmlformats.org/officeDocument/2006/relationships/image" Target="../media/image298.wmf"/><Relationship Id="rId19" Type="http://schemas.openxmlformats.org/officeDocument/2006/relationships/oleObject" Target="../embeddings/oleObject345.bin"/><Relationship Id="rId31" Type="http://schemas.openxmlformats.org/officeDocument/2006/relationships/oleObject" Target="../embeddings/oleObject351.bin"/><Relationship Id="rId4" Type="http://schemas.openxmlformats.org/officeDocument/2006/relationships/image" Target="../media/image295.wmf"/><Relationship Id="rId9" Type="http://schemas.openxmlformats.org/officeDocument/2006/relationships/oleObject" Target="../embeddings/oleObject340.bin"/><Relationship Id="rId14" Type="http://schemas.openxmlformats.org/officeDocument/2006/relationships/image" Target="../media/image300.wmf"/><Relationship Id="rId22" Type="http://schemas.openxmlformats.org/officeDocument/2006/relationships/image" Target="../media/image304.wmf"/><Relationship Id="rId27" Type="http://schemas.openxmlformats.org/officeDocument/2006/relationships/oleObject" Target="../embeddings/oleObject349.bin"/><Relationship Id="rId30" Type="http://schemas.openxmlformats.org/officeDocument/2006/relationships/image" Target="../media/image308.wmf"/><Relationship Id="rId35" Type="http://schemas.openxmlformats.org/officeDocument/2006/relationships/oleObject" Target="../embeddings/oleObject353.bin"/><Relationship Id="rId8" Type="http://schemas.openxmlformats.org/officeDocument/2006/relationships/image" Target="../media/image297.wmf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9.bin"/><Relationship Id="rId18" Type="http://schemas.openxmlformats.org/officeDocument/2006/relationships/image" Target="../media/image319.wmf"/><Relationship Id="rId26" Type="http://schemas.openxmlformats.org/officeDocument/2006/relationships/image" Target="../media/image323.wmf"/><Relationship Id="rId21" Type="http://schemas.openxmlformats.org/officeDocument/2006/relationships/oleObject" Target="../embeddings/oleObject363.bin"/><Relationship Id="rId34" Type="http://schemas.openxmlformats.org/officeDocument/2006/relationships/image" Target="../media/image327.wmf"/><Relationship Id="rId7" Type="http://schemas.openxmlformats.org/officeDocument/2006/relationships/oleObject" Target="../embeddings/oleObject356.bin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61.bin"/><Relationship Id="rId25" Type="http://schemas.openxmlformats.org/officeDocument/2006/relationships/oleObject" Target="../embeddings/oleObject365.bin"/><Relationship Id="rId33" Type="http://schemas.openxmlformats.org/officeDocument/2006/relationships/oleObject" Target="../embeddings/oleObject369.bin"/><Relationship Id="rId38" Type="http://schemas.openxmlformats.org/officeDocument/2006/relationships/image" Target="../media/image32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8.wmf"/><Relationship Id="rId20" Type="http://schemas.openxmlformats.org/officeDocument/2006/relationships/image" Target="../media/image320.wmf"/><Relationship Id="rId29" Type="http://schemas.openxmlformats.org/officeDocument/2006/relationships/oleObject" Target="../embeddings/oleObject367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358.bin"/><Relationship Id="rId24" Type="http://schemas.openxmlformats.org/officeDocument/2006/relationships/image" Target="../media/image322.wmf"/><Relationship Id="rId32" Type="http://schemas.openxmlformats.org/officeDocument/2006/relationships/image" Target="../media/image326.wmf"/><Relationship Id="rId37" Type="http://schemas.openxmlformats.org/officeDocument/2006/relationships/oleObject" Target="../embeddings/oleObject371.bin"/><Relationship Id="rId5" Type="http://schemas.openxmlformats.org/officeDocument/2006/relationships/oleObject" Target="../embeddings/oleObject355.bin"/><Relationship Id="rId15" Type="http://schemas.openxmlformats.org/officeDocument/2006/relationships/oleObject" Target="../embeddings/oleObject360.bin"/><Relationship Id="rId23" Type="http://schemas.openxmlformats.org/officeDocument/2006/relationships/oleObject" Target="../embeddings/oleObject364.bin"/><Relationship Id="rId28" Type="http://schemas.openxmlformats.org/officeDocument/2006/relationships/image" Target="../media/image324.wmf"/><Relationship Id="rId36" Type="http://schemas.openxmlformats.org/officeDocument/2006/relationships/image" Target="../media/image328.wmf"/><Relationship Id="rId10" Type="http://schemas.openxmlformats.org/officeDocument/2006/relationships/image" Target="../media/image315.wmf"/><Relationship Id="rId19" Type="http://schemas.openxmlformats.org/officeDocument/2006/relationships/oleObject" Target="../embeddings/oleObject362.bin"/><Relationship Id="rId31" Type="http://schemas.openxmlformats.org/officeDocument/2006/relationships/oleObject" Target="../embeddings/oleObject368.bin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57.bin"/><Relationship Id="rId14" Type="http://schemas.openxmlformats.org/officeDocument/2006/relationships/image" Target="../media/image317.wmf"/><Relationship Id="rId22" Type="http://schemas.openxmlformats.org/officeDocument/2006/relationships/image" Target="../media/image321.wmf"/><Relationship Id="rId27" Type="http://schemas.openxmlformats.org/officeDocument/2006/relationships/oleObject" Target="../embeddings/oleObject366.bin"/><Relationship Id="rId30" Type="http://schemas.openxmlformats.org/officeDocument/2006/relationships/image" Target="../media/image325.wmf"/><Relationship Id="rId35" Type="http://schemas.openxmlformats.org/officeDocument/2006/relationships/oleObject" Target="../embeddings/oleObject370.bin"/><Relationship Id="rId8" Type="http://schemas.openxmlformats.org/officeDocument/2006/relationships/image" Target="../media/image314.wmf"/><Relationship Id="rId3" Type="http://schemas.openxmlformats.org/officeDocument/2006/relationships/oleObject" Target="../embeddings/oleObject354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oleObject" Target="../embeddings/oleObject377.bin"/><Relationship Id="rId18" Type="http://schemas.openxmlformats.org/officeDocument/2006/relationships/image" Target="../media/image337.wmf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4.bin"/><Relationship Id="rId12" Type="http://schemas.openxmlformats.org/officeDocument/2006/relationships/image" Target="../media/image334.wmf"/><Relationship Id="rId17" Type="http://schemas.openxmlformats.org/officeDocument/2006/relationships/oleObject" Target="../embeddings/oleObject3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31.wmf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3.bin"/><Relationship Id="rId15" Type="http://schemas.openxmlformats.org/officeDocument/2006/relationships/oleObject" Target="../embeddings/oleObject378.bin"/><Relationship Id="rId10" Type="http://schemas.openxmlformats.org/officeDocument/2006/relationships/image" Target="../media/image333.wmf"/><Relationship Id="rId4" Type="http://schemas.openxmlformats.org/officeDocument/2006/relationships/image" Target="../media/image330.wmf"/><Relationship Id="rId9" Type="http://schemas.openxmlformats.org/officeDocument/2006/relationships/oleObject" Target="../embeddings/oleObject375.bin"/><Relationship Id="rId14" Type="http://schemas.openxmlformats.org/officeDocument/2006/relationships/image" Target="../media/image335.wmf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2.wmf"/><Relationship Id="rId18" Type="http://schemas.openxmlformats.org/officeDocument/2006/relationships/oleObject" Target="../embeddings/oleObject387.bin"/><Relationship Id="rId26" Type="http://schemas.openxmlformats.org/officeDocument/2006/relationships/oleObject" Target="../embeddings/oleObject391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346.wmf"/><Relationship Id="rId7" Type="http://schemas.openxmlformats.org/officeDocument/2006/relationships/image" Target="../media/image339.wmf"/><Relationship Id="rId12" Type="http://schemas.openxmlformats.org/officeDocument/2006/relationships/oleObject" Target="../embeddings/oleObject384.bin"/><Relationship Id="rId17" Type="http://schemas.openxmlformats.org/officeDocument/2006/relationships/image" Target="../media/image344.wmf"/><Relationship Id="rId25" Type="http://schemas.openxmlformats.org/officeDocument/2006/relationships/image" Target="../media/image348.wmf"/><Relationship Id="rId33" Type="http://schemas.openxmlformats.org/officeDocument/2006/relationships/image" Target="../media/image3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86.bin"/><Relationship Id="rId20" Type="http://schemas.openxmlformats.org/officeDocument/2006/relationships/oleObject" Target="../embeddings/oleObject388.bin"/><Relationship Id="rId29" Type="http://schemas.openxmlformats.org/officeDocument/2006/relationships/image" Target="../media/image350.wmf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81.bin"/><Relationship Id="rId11" Type="http://schemas.openxmlformats.org/officeDocument/2006/relationships/image" Target="../media/image341.wmf"/><Relationship Id="rId24" Type="http://schemas.openxmlformats.org/officeDocument/2006/relationships/oleObject" Target="../embeddings/oleObject390.bin"/><Relationship Id="rId32" Type="http://schemas.openxmlformats.org/officeDocument/2006/relationships/oleObject" Target="../embeddings/oleObject394.bin"/><Relationship Id="rId5" Type="http://schemas.openxmlformats.org/officeDocument/2006/relationships/image" Target="../media/image338.wmf"/><Relationship Id="rId15" Type="http://schemas.openxmlformats.org/officeDocument/2006/relationships/image" Target="../media/image343.wmf"/><Relationship Id="rId23" Type="http://schemas.openxmlformats.org/officeDocument/2006/relationships/image" Target="../media/image347.wmf"/><Relationship Id="rId28" Type="http://schemas.openxmlformats.org/officeDocument/2006/relationships/oleObject" Target="../embeddings/oleObject392.bin"/><Relationship Id="rId10" Type="http://schemas.openxmlformats.org/officeDocument/2006/relationships/oleObject" Target="../embeddings/oleObject383.bin"/><Relationship Id="rId19" Type="http://schemas.openxmlformats.org/officeDocument/2006/relationships/image" Target="../media/image345.wmf"/><Relationship Id="rId31" Type="http://schemas.openxmlformats.org/officeDocument/2006/relationships/image" Target="../media/image351.wmf"/><Relationship Id="rId4" Type="http://schemas.openxmlformats.org/officeDocument/2006/relationships/oleObject" Target="../embeddings/oleObject380.bin"/><Relationship Id="rId9" Type="http://schemas.openxmlformats.org/officeDocument/2006/relationships/image" Target="../media/image340.wmf"/><Relationship Id="rId14" Type="http://schemas.openxmlformats.org/officeDocument/2006/relationships/oleObject" Target="../embeddings/oleObject385.bin"/><Relationship Id="rId22" Type="http://schemas.openxmlformats.org/officeDocument/2006/relationships/oleObject" Target="../embeddings/oleObject389.bin"/><Relationship Id="rId27" Type="http://schemas.openxmlformats.org/officeDocument/2006/relationships/image" Target="../media/image349.wmf"/><Relationship Id="rId30" Type="http://schemas.openxmlformats.org/officeDocument/2006/relationships/oleObject" Target="../embeddings/oleObject393.bin"/><Relationship Id="rId8" Type="http://schemas.openxmlformats.org/officeDocument/2006/relationships/oleObject" Target="../embeddings/oleObject382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400.bin"/><Relationship Id="rId18" Type="http://schemas.openxmlformats.org/officeDocument/2006/relationships/image" Target="../media/image354.wmf"/><Relationship Id="rId3" Type="http://schemas.openxmlformats.org/officeDocument/2006/relationships/oleObject" Target="../embeddings/oleObject395.bin"/><Relationship Id="rId21" Type="http://schemas.openxmlformats.org/officeDocument/2006/relationships/oleObject" Target="../embeddings/oleObject404.bin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341.wmf"/><Relationship Id="rId17" Type="http://schemas.openxmlformats.org/officeDocument/2006/relationships/oleObject" Target="../embeddings/oleObject4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3.wmf"/><Relationship Id="rId20" Type="http://schemas.openxmlformats.org/officeDocument/2006/relationships/image" Target="../media/image355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38.wmf"/><Relationship Id="rId11" Type="http://schemas.openxmlformats.org/officeDocument/2006/relationships/oleObject" Target="../embeddings/oleObject399.bin"/><Relationship Id="rId5" Type="http://schemas.openxmlformats.org/officeDocument/2006/relationships/oleObject" Target="../embeddings/oleObject396.bin"/><Relationship Id="rId15" Type="http://schemas.openxmlformats.org/officeDocument/2006/relationships/oleObject" Target="../embeddings/oleObject401.bin"/><Relationship Id="rId10" Type="http://schemas.openxmlformats.org/officeDocument/2006/relationships/image" Target="../media/image340.wmf"/><Relationship Id="rId19" Type="http://schemas.openxmlformats.org/officeDocument/2006/relationships/oleObject" Target="../embeddings/oleObject403.bin"/><Relationship Id="rId4" Type="http://schemas.openxmlformats.org/officeDocument/2006/relationships/image" Target="../media/image352.wmf"/><Relationship Id="rId9" Type="http://schemas.openxmlformats.org/officeDocument/2006/relationships/oleObject" Target="../embeddings/oleObject398.bin"/><Relationship Id="rId14" Type="http://schemas.openxmlformats.org/officeDocument/2006/relationships/image" Target="../media/image342.wmf"/><Relationship Id="rId22" Type="http://schemas.openxmlformats.org/officeDocument/2006/relationships/image" Target="../media/image356.wmf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10.bin"/><Relationship Id="rId18" Type="http://schemas.openxmlformats.org/officeDocument/2006/relationships/image" Target="../media/image364.wmf"/><Relationship Id="rId26" Type="http://schemas.openxmlformats.org/officeDocument/2006/relationships/image" Target="../media/image368.wmf"/><Relationship Id="rId21" Type="http://schemas.openxmlformats.org/officeDocument/2006/relationships/oleObject" Target="../embeddings/oleObject414.bin"/><Relationship Id="rId34" Type="http://schemas.openxmlformats.org/officeDocument/2006/relationships/image" Target="../media/image372.wmf"/><Relationship Id="rId7" Type="http://schemas.openxmlformats.org/officeDocument/2006/relationships/oleObject" Target="../embeddings/oleObject407.bin"/><Relationship Id="rId12" Type="http://schemas.openxmlformats.org/officeDocument/2006/relationships/image" Target="../media/image361.wmf"/><Relationship Id="rId17" Type="http://schemas.openxmlformats.org/officeDocument/2006/relationships/oleObject" Target="../embeddings/oleObject412.bin"/><Relationship Id="rId25" Type="http://schemas.openxmlformats.org/officeDocument/2006/relationships/oleObject" Target="../embeddings/oleObject416.bin"/><Relationship Id="rId33" Type="http://schemas.openxmlformats.org/officeDocument/2006/relationships/oleObject" Target="../embeddings/oleObject420.bin"/><Relationship Id="rId38" Type="http://schemas.openxmlformats.org/officeDocument/2006/relationships/image" Target="../media/image37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3.wmf"/><Relationship Id="rId20" Type="http://schemas.openxmlformats.org/officeDocument/2006/relationships/image" Target="../media/image365.wmf"/><Relationship Id="rId29" Type="http://schemas.openxmlformats.org/officeDocument/2006/relationships/oleObject" Target="../embeddings/oleObject418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58.wmf"/><Relationship Id="rId11" Type="http://schemas.openxmlformats.org/officeDocument/2006/relationships/oleObject" Target="../embeddings/oleObject409.bin"/><Relationship Id="rId24" Type="http://schemas.openxmlformats.org/officeDocument/2006/relationships/image" Target="../media/image367.wmf"/><Relationship Id="rId32" Type="http://schemas.openxmlformats.org/officeDocument/2006/relationships/image" Target="../media/image371.wmf"/><Relationship Id="rId37" Type="http://schemas.openxmlformats.org/officeDocument/2006/relationships/oleObject" Target="../embeddings/oleObject422.bin"/><Relationship Id="rId5" Type="http://schemas.openxmlformats.org/officeDocument/2006/relationships/oleObject" Target="../embeddings/oleObject406.bin"/><Relationship Id="rId15" Type="http://schemas.openxmlformats.org/officeDocument/2006/relationships/oleObject" Target="../embeddings/oleObject411.bin"/><Relationship Id="rId23" Type="http://schemas.openxmlformats.org/officeDocument/2006/relationships/oleObject" Target="../embeddings/oleObject415.bin"/><Relationship Id="rId28" Type="http://schemas.openxmlformats.org/officeDocument/2006/relationships/image" Target="../media/image369.wmf"/><Relationship Id="rId36" Type="http://schemas.openxmlformats.org/officeDocument/2006/relationships/image" Target="../media/image373.wmf"/><Relationship Id="rId10" Type="http://schemas.openxmlformats.org/officeDocument/2006/relationships/image" Target="../media/image360.wmf"/><Relationship Id="rId19" Type="http://schemas.openxmlformats.org/officeDocument/2006/relationships/oleObject" Target="../embeddings/oleObject413.bin"/><Relationship Id="rId31" Type="http://schemas.openxmlformats.org/officeDocument/2006/relationships/oleObject" Target="../embeddings/oleObject419.bin"/><Relationship Id="rId4" Type="http://schemas.openxmlformats.org/officeDocument/2006/relationships/image" Target="../media/image357.wmf"/><Relationship Id="rId9" Type="http://schemas.openxmlformats.org/officeDocument/2006/relationships/oleObject" Target="../embeddings/oleObject408.bin"/><Relationship Id="rId14" Type="http://schemas.openxmlformats.org/officeDocument/2006/relationships/image" Target="../media/image362.wmf"/><Relationship Id="rId22" Type="http://schemas.openxmlformats.org/officeDocument/2006/relationships/image" Target="../media/image366.wmf"/><Relationship Id="rId27" Type="http://schemas.openxmlformats.org/officeDocument/2006/relationships/oleObject" Target="../embeddings/oleObject417.bin"/><Relationship Id="rId30" Type="http://schemas.openxmlformats.org/officeDocument/2006/relationships/image" Target="../media/image370.wmf"/><Relationship Id="rId35" Type="http://schemas.openxmlformats.org/officeDocument/2006/relationships/oleObject" Target="../embeddings/oleObject421.bin"/><Relationship Id="rId8" Type="http://schemas.openxmlformats.org/officeDocument/2006/relationships/image" Target="../media/image359.wmf"/><Relationship Id="rId3" Type="http://schemas.openxmlformats.org/officeDocument/2006/relationships/oleObject" Target="../embeddings/oleObject405.bin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8.bin"/><Relationship Id="rId18" Type="http://schemas.openxmlformats.org/officeDocument/2006/relationships/image" Target="../media/image382.wmf"/><Relationship Id="rId26" Type="http://schemas.openxmlformats.org/officeDocument/2006/relationships/image" Target="../media/image386.wmf"/><Relationship Id="rId39" Type="http://schemas.openxmlformats.org/officeDocument/2006/relationships/oleObject" Target="../embeddings/oleObject441.bin"/><Relationship Id="rId21" Type="http://schemas.openxmlformats.org/officeDocument/2006/relationships/oleObject" Target="../embeddings/oleObject432.bin"/><Relationship Id="rId34" Type="http://schemas.openxmlformats.org/officeDocument/2006/relationships/image" Target="../media/image390.wmf"/><Relationship Id="rId42" Type="http://schemas.openxmlformats.org/officeDocument/2006/relationships/image" Target="../media/image394.wmf"/><Relationship Id="rId7" Type="http://schemas.openxmlformats.org/officeDocument/2006/relationships/oleObject" Target="../embeddings/oleObject4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1.wmf"/><Relationship Id="rId29" Type="http://schemas.openxmlformats.org/officeDocument/2006/relationships/oleObject" Target="../embeddings/oleObject436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76.wmf"/><Relationship Id="rId11" Type="http://schemas.openxmlformats.org/officeDocument/2006/relationships/oleObject" Target="../embeddings/oleObject427.bin"/><Relationship Id="rId24" Type="http://schemas.openxmlformats.org/officeDocument/2006/relationships/image" Target="../media/image385.wmf"/><Relationship Id="rId32" Type="http://schemas.openxmlformats.org/officeDocument/2006/relationships/image" Target="../media/image389.wmf"/><Relationship Id="rId37" Type="http://schemas.openxmlformats.org/officeDocument/2006/relationships/oleObject" Target="../embeddings/oleObject440.bin"/><Relationship Id="rId40" Type="http://schemas.openxmlformats.org/officeDocument/2006/relationships/image" Target="../media/image393.wmf"/><Relationship Id="rId45" Type="http://schemas.openxmlformats.org/officeDocument/2006/relationships/oleObject" Target="../embeddings/oleObject444.bin"/><Relationship Id="rId5" Type="http://schemas.openxmlformats.org/officeDocument/2006/relationships/oleObject" Target="../embeddings/oleObject424.bin"/><Relationship Id="rId15" Type="http://schemas.openxmlformats.org/officeDocument/2006/relationships/oleObject" Target="../embeddings/oleObject429.bin"/><Relationship Id="rId23" Type="http://schemas.openxmlformats.org/officeDocument/2006/relationships/oleObject" Target="../embeddings/oleObject433.bin"/><Relationship Id="rId28" Type="http://schemas.openxmlformats.org/officeDocument/2006/relationships/image" Target="../media/image387.wmf"/><Relationship Id="rId36" Type="http://schemas.openxmlformats.org/officeDocument/2006/relationships/image" Target="../media/image391.wmf"/><Relationship Id="rId10" Type="http://schemas.openxmlformats.org/officeDocument/2006/relationships/image" Target="../media/image378.wmf"/><Relationship Id="rId19" Type="http://schemas.openxmlformats.org/officeDocument/2006/relationships/oleObject" Target="../embeddings/oleObject431.bin"/><Relationship Id="rId31" Type="http://schemas.openxmlformats.org/officeDocument/2006/relationships/oleObject" Target="../embeddings/oleObject437.bin"/><Relationship Id="rId44" Type="http://schemas.openxmlformats.org/officeDocument/2006/relationships/image" Target="../media/image395.wmf"/><Relationship Id="rId4" Type="http://schemas.openxmlformats.org/officeDocument/2006/relationships/image" Target="../media/image375.wmf"/><Relationship Id="rId9" Type="http://schemas.openxmlformats.org/officeDocument/2006/relationships/oleObject" Target="../embeddings/oleObject426.bin"/><Relationship Id="rId14" Type="http://schemas.openxmlformats.org/officeDocument/2006/relationships/image" Target="../media/image380.wmf"/><Relationship Id="rId22" Type="http://schemas.openxmlformats.org/officeDocument/2006/relationships/image" Target="../media/image384.wmf"/><Relationship Id="rId27" Type="http://schemas.openxmlformats.org/officeDocument/2006/relationships/oleObject" Target="../embeddings/oleObject435.bin"/><Relationship Id="rId30" Type="http://schemas.openxmlformats.org/officeDocument/2006/relationships/image" Target="../media/image388.wmf"/><Relationship Id="rId35" Type="http://schemas.openxmlformats.org/officeDocument/2006/relationships/oleObject" Target="../embeddings/oleObject439.bin"/><Relationship Id="rId43" Type="http://schemas.openxmlformats.org/officeDocument/2006/relationships/oleObject" Target="../embeddings/oleObject443.bin"/><Relationship Id="rId8" Type="http://schemas.openxmlformats.org/officeDocument/2006/relationships/image" Target="../media/image377.wmf"/><Relationship Id="rId3" Type="http://schemas.openxmlformats.org/officeDocument/2006/relationships/oleObject" Target="../embeddings/oleObject423.bin"/><Relationship Id="rId12" Type="http://schemas.openxmlformats.org/officeDocument/2006/relationships/image" Target="../media/image379.wmf"/><Relationship Id="rId17" Type="http://schemas.openxmlformats.org/officeDocument/2006/relationships/oleObject" Target="../embeddings/oleObject430.bin"/><Relationship Id="rId25" Type="http://schemas.openxmlformats.org/officeDocument/2006/relationships/oleObject" Target="../embeddings/oleObject434.bin"/><Relationship Id="rId33" Type="http://schemas.openxmlformats.org/officeDocument/2006/relationships/oleObject" Target="../embeddings/oleObject438.bin"/><Relationship Id="rId38" Type="http://schemas.openxmlformats.org/officeDocument/2006/relationships/image" Target="../media/image392.wmf"/><Relationship Id="rId46" Type="http://schemas.openxmlformats.org/officeDocument/2006/relationships/image" Target="../media/image396.wmf"/><Relationship Id="rId20" Type="http://schemas.openxmlformats.org/officeDocument/2006/relationships/image" Target="../media/image383.wmf"/><Relationship Id="rId41" Type="http://schemas.openxmlformats.org/officeDocument/2006/relationships/oleObject" Target="../embeddings/oleObject44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wmf"/><Relationship Id="rId13" Type="http://schemas.openxmlformats.org/officeDocument/2006/relationships/oleObject" Target="../embeddings/oleObject450.bin"/><Relationship Id="rId3" Type="http://schemas.openxmlformats.org/officeDocument/2006/relationships/oleObject" Target="../embeddings/oleObject445.bin"/><Relationship Id="rId7" Type="http://schemas.openxmlformats.org/officeDocument/2006/relationships/oleObject" Target="../embeddings/oleObject447.bin"/><Relationship Id="rId12" Type="http://schemas.openxmlformats.org/officeDocument/2006/relationships/image" Target="../media/image40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3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98.wmf"/><Relationship Id="rId11" Type="http://schemas.openxmlformats.org/officeDocument/2006/relationships/oleObject" Target="../embeddings/oleObject449.bin"/><Relationship Id="rId5" Type="http://schemas.openxmlformats.org/officeDocument/2006/relationships/oleObject" Target="../embeddings/oleObject446.bin"/><Relationship Id="rId15" Type="http://schemas.openxmlformats.org/officeDocument/2006/relationships/oleObject" Target="../embeddings/oleObject451.bin"/><Relationship Id="rId10" Type="http://schemas.openxmlformats.org/officeDocument/2006/relationships/image" Target="../media/image400.wmf"/><Relationship Id="rId4" Type="http://schemas.openxmlformats.org/officeDocument/2006/relationships/image" Target="../media/image397.wmf"/><Relationship Id="rId9" Type="http://schemas.openxmlformats.org/officeDocument/2006/relationships/oleObject" Target="../embeddings/oleObject448.bin"/><Relationship Id="rId14" Type="http://schemas.openxmlformats.org/officeDocument/2006/relationships/image" Target="../media/image402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13" Type="http://schemas.openxmlformats.org/officeDocument/2006/relationships/oleObject" Target="../embeddings/oleObject445.bin"/><Relationship Id="rId18" Type="http://schemas.openxmlformats.org/officeDocument/2006/relationships/image" Target="../media/image410.wmf"/><Relationship Id="rId3" Type="http://schemas.openxmlformats.org/officeDocument/2006/relationships/oleObject" Target="../embeddings/oleObject452.bin"/><Relationship Id="rId21" Type="http://schemas.openxmlformats.org/officeDocument/2006/relationships/oleObject" Target="../embeddings/oleObject460.bin"/><Relationship Id="rId7" Type="http://schemas.openxmlformats.org/officeDocument/2006/relationships/oleObject" Target="../embeddings/oleObject454.bin"/><Relationship Id="rId12" Type="http://schemas.openxmlformats.org/officeDocument/2006/relationships/image" Target="../media/image408.wmf"/><Relationship Id="rId17" Type="http://schemas.openxmlformats.org/officeDocument/2006/relationships/oleObject" Target="../embeddings/oleObject4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9.wmf"/><Relationship Id="rId20" Type="http://schemas.openxmlformats.org/officeDocument/2006/relationships/image" Target="../media/image411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405.wmf"/><Relationship Id="rId11" Type="http://schemas.openxmlformats.org/officeDocument/2006/relationships/oleObject" Target="../embeddings/oleObject456.bin"/><Relationship Id="rId24" Type="http://schemas.openxmlformats.org/officeDocument/2006/relationships/image" Target="../media/image413.wmf"/><Relationship Id="rId5" Type="http://schemas.openxmlformats.org/officeDocument/2006/relationships/oleObject" Target="../embeddings/oleObject453.bin"/><Relationship Id="rId15" Type="http://schemas.openxmlformats.org/officeDocument/2006/relationships/oleObject" Target="../embeddings/oleObject457.bin"/><Relationship Id="rId23" Type="http://schemas.openxmlformats.org/officeDocument/2006/relationships/oleObject" Target="../embeddings/oleObject461.bin"/><Relationship Id="rId10" Type="http://schemas.openxmlformats.org/officeDocument/2006/relationships/image" Target="../media/image407.wmf"/><Relationship Id="rId19" Type="http://schemas.openxmlformats.org/officeDocument/2006/relationships/oleObject" Target="../embeddings/oleObject459.bin"/><Relationship Id="rId4" Type="http://schemas.openxmlformats.org/officeDocument/2006/relationships/image" Target="../media/image404.wmf"/><Relationship Id="rId9" Type="http://schemas.openxmlformats.org/officeDocument/2006/relationships/oleObject" Target="../embeddings/oleObject455.bin"/><Relationship Id="rId14" Type="http://schemas.openxmlformats.org/officeDocument/2006/relationships/image" Target="../media/image397.wmf"/><Relationship Id="rId22" Type="http://schemas.openxmlformats.org/officeDocument/2006/relationships/image" Target="../media/image412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wmf"/><Relationship Id="rId13" Type="http://schemas.openxmlformats.org/officeDocument/2006/relationships/oleObject" Target="../embeddings/oleObject467.bin"/><Relationship Id="rId18" Type="http://schemas.openxmlformats.org/officeDocument/2006/relationships/image" Target="../media/image418.wmf"/><Relationship Id="rId3" Type="http://schemas.openxmlformats.org/officeDocument/2006/relationships/oleObject" Target="../embeddings/oleObject462.bin"/><Relationship Id="rId7" Type="http://schemas.openxmlformats.org/officeDocument/2006/relationships/oleObject" Target="../embeddings/oleObject464.bin"/><Relationship Id="rId12" Type="http://schemas.openxmlformats.org/officeDocument/2006/relationships/image" Target="../media/image415.wmf"/><Relationship Id="rId17" Type="http://schemas.openxmlformats.org/officeDocument/2006/relationships/oleObject" Target="../embeddings/oleObject4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7.wmf"/><Relationship Id="rId20" Type="http://schemas.openxmlformats.org/officeDocument/2006/relationships/image" Target="../media/image419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404.wmf"/><Relationship Id="rId11" Type="http://schemas.openxmlformats.org/officeDocument/2006/relationships/oleObject" Target="../embeddings/oleObject466.bin"/><Relationship Id="rId5" Type="http://schemas.openxmlformats.org/officeDocument/2006/relationships/oleObject" Target="../embeddings/oleObject463.bin"/><Relationship Id="rId15" Type="http://schemas.openxmlformats.org/officeDocument/2006/relationships/oleObject" Target="../embeddings/oleObject468.bin"/><Relationship Id="rId10" Type="http://schemas.openxmlformats.org/officeDocument/2006/relationships/image" Target="../media/image413.wmf"/><Relationship Id="rId19" Type="http://schemas.openxmlformats.org/officeDocument/2006/relationships/oleObject" Target="../embeddings/oleObject470.bin"/><Relationship Id="rId4" Type="http://schemas.openxmlformats.org/officeDocument/2006/relationships/image" Target="../media/image397.wmf"/><Relationship Id="rId9" Type="http://schemas.openxmlformats.org/officeDocument/2006/relationships/oleObject" Target="../embeddings/oleObject465.bin"/><Relationship Id="rId14" Type="http://schemas.openxmlformats.org/officeDocument/2006/relationships/image" Target="../media/image416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wmf"/><Relationship Id="rId13" Type="http://schemas.openxmlformats.org/officeDocument/2006/relationships/oleObject" Target="../embeddings/oleObject476.bin"/><Relationship Id="rId18" Type="http://schemas.openxmlformats.org/officeDocument/2006/relationships/image" Target="../media/image426.wmf"/><Relationship Id="rId3" Type="http://schemas.openxmlformats.org/officeDocument/2006/relationships/oleObject" Target="../embeddings/oleObject471.bin"/><Relationship Id="rId7" Type="http://schemas.openxmlformats.org/officeDocument/2006/relationships/oleObject" Target="../embeddings/oleObject473.bin"/><Relationship Id="rId12" Type="http://schemas.openxmlformats.org/officeDocument/2006/relationships/image" Target="../media/image423.wmf"/><Relationship Id="rId17" Type="http://schemas.openxmlformats.org/officeDocument/2006/relationships/oleObject" Target="../embeddings/oleObject4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5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421.wmf"/><Relationship Id="rId11" Type="http://schemas.openxmlformats.org/officeDocument/2006/relationships/oleObject" Target="../embeddings/oleObject475.bin"/><Relationship Id="rId5" Type="http://schemas.openxmlformats.org/officeDocument/2006/relationships/oleObject" Target="../embeddings/oleObject472.bin"/><Relationship Id="rId15" Type="http://schemas.openxmlformats.org/officeDocument/2006/relationships/oleObject" Target="../embeddings/oleObject477.bin"/><Relationship Id="rId10" Type="http://schemas.openxmlformats.org/officeDocument/2006/relationships/image" Target="../media/image397.wmf"/><Relationship Id="rId4" Type="http://schemas.openxmlformats.org/officeDocument/2006/relationships/image" Target="../media/image420.wmf"/><Relationship Id="rId9" Type="http://schemas.openxmlformats.org/officeDocument/2006/relationships/oleObject" Target="../embeddings/oleObject474.bin"/><Relationship Id="rId14" Type="http://schemas.openxmlformats.org/officeDocument/2006/relationships/image" Target="../media/image424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wmf"/><Relationship Id="rId3" Type="http://schemas.openxmlformats.org/officeDocument/2006/relationships/oleObject" Target="../embeddings/oleObject479.bin"/><Relationship Id="rId7" Type="http://schemas.openxmlformats.org/officeDocument/2006/relationships/oleObject" Target="../embeddings/oleObject4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428.wmf"/><Relationship Id="rId5" Type="http://schemas.openxmlformats.org/officeDocument/2006/relationships/oleObject" Target="../embeddings/oleObject480.bin"/><Relationship Id="rId10" Type="http://schemas.openxmlformats.org/officeDocument/2006/relationships/image" Target="../media/image430.wmf"/><Relationship Id="rId4" Type="http://schemas.openxmlformats.org/officeDocument/2006/relationships/image" Target="../media/image427.wmf"/><Relationship Id="rId9" Type="http://schemas.openxmlformats.org/officeDocument/2006/relationships/oleObject" Target="../embeddings/oleObject482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wmf"/><Relationship Id="rId13" Type="http://schemas.openxmlformats.org/officeDocument/2006/relationships/oleObject" Target="../embeddings/oleObject488.bin"/><Relationship Id="rId18" Type="http://schemas.openxmlformats.org/officeDocument/2006/relationships/image" Target="../media/image438.wmf"/><Relationship Id="rId26" Type="http://schemas.openxmlformats.org/officeDocument/2006/relationships/image" Target="../media/image442.wmf"/><Relationship Id="rId3" Type="http://schemas.openxmlformats.org/officeDocument/2006/relationships/oleObject" Target="../embeddings/oleObject483.bin"/><Relationship Id="rId21" Type="http://schemas.openxmlformats.org/officeDocument/2006/relationships/oleObject" Target="../embeddings/oleObject492.bin"/><Relationship Id="rId7" Type="http://schemas.openxmlformats.org/officeDocument/2006/relationships/oleObject" Target="../embeddings/oleObject485.bin"/><Relationship Id="rId12" Type="http://schemas.openxmlformats.org/officeDocument/2006/relationships/image" Target="../media/image435.wmf"/><Relationship Id="rId17" Type="http://schemas.openxmlformats.org/officeDocument/2006/relationships/oleObject" Target="../embeddings/oleObject490.bin"/><Relationship Id="rId25" Type="http://schemas.openxmlformats.org/officeDocument/2006/relationships/oleObject" Target="../embeddings/oleObject4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7.wmf"/><Relationship Id="rId20" Type="http://schemas.openxmlformats.org/officeDocument/2006/relationships/image" Target="../media/image439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432.wmf"/><Relationship Id="rId11" Type="http://schemas.openxmlformats.org/officeDocument/2006/relationships/oleObject" Target="../embeddings/oleObject487.bin"/><Relationship Id="rId24" Type="http://schemas.openxmlformats.org/officeDocument/2006/relationships/image" Target="../media/image441.wmf"/><Relationship Id="rId5" Type="http://schemas.openxmlformats.org/officeDocument/2006/relationships/oleObject" Target="../embeddings/oleObject484.bin"/><Relationship Id="rId15" Type="http://schemas.openxmlformats.org/officeDocument/2006/relationships/oleObject" Target="../embeddings/oleObject489.bin"/><Relationship Id="rId23" Type="http://schemas.openxmlformats.org/officeDocument/2006/relationships/oleObject" Target="../embeddings/oleObject493.bin"/><Relationship Id="rId28" Type="http://schemas.openxmlformats.org/officeDocument/2006/relationships/image" Target="../media/image443.wmf"/><Relationship Id="rId10" Type="http://schemas.openxmlformats.org/officeDocument/2006/relationships/image" Target="../media/image434.wmf"/><Relationship Id="rId19" Type="http://schemas.openxmlformats.org/officeDocument/2006/relationships/oleObject" Target="../embeddings/oleObject491.bin"/><Relationship Id="rId4" Type="http://schemas.openxmlformats.org/officeDocument/2006/relationships/image" Target="../media/image431.wmf"/><Relationship Id="rId9" Type="http://schemas.openxmlformats.org/officeDocument/2006/relationships/oleObject" Target="../embeddings/oleObject486.bin"/><Relationship Id="rId14" Type="http://schemas.openxmlformats.org/officeDocument/2006/relationships/image" Target="../media/image436.wmf"/><Relationship Id="rId22" Type="http://schemas.openxmlformats.org/officeDocument/2006/relationships/image" Target="../media/image440.wmf"/><Relationship Id="rId27" Type="http://schemas.openxmlformats.org/officeDocument/2006/relationships/oleObject" Target="../embeddings/oleObject495.bin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01.bin"/><Relationship Id="rId18" Type="http://schemas.openxmlformats.org/officeDocument/2006/relationships/image" Target="../media/image451.wmf"/><Relationship Id="rId26" Type="http://schemas.openxmlformats.org/officeDocument/2006/relationships/image" Target="../media/image455.wmf"/><Relationship Id="rId3" Type="http://schemas.openxmlformats.org/officeDocument/2006/relationships/oleObject" Target="../embeddings/oleObject496.bin"/><Relationship Id="rId21" Type="http://schemas.openxmlformats.org/officeDocument/2006/relationships/oleObject" Target="../embeddings/oleObject505.bin"/><Relationship Id="rId34" Type="http://schemas.openxmlformats.org/officeDocument/2006/relationships/image" Target="../media/image459.wmf"/><Relationship Id="rId7" Type="http://schemas.openxmlformats.org/officeDocument/2006/relationships/oleObject" Target="../embeddings/oleObject498.bin"/><Relationship Id="rId12" Type="http://schemas.openxmlformats.org/officeDocument/2006/relationships/image" Target="../media/image448.wmf"/><Relationship Id="rId17" Type="http://schemas.openxmlformats.org/officeDocument/2006/relationships/oleObject" Target="../embeddings/oleObject503.bin"/><Relationship Id="rId25" Type="http://schemas.openxmlformats.org/officeDocument/2006/relationships/oleObject" Target="../embeddings/oleObject507.bin"/><Relationship Id="rId33" Type="http://schemas.openxmlformats.org/officeDocument/2006/relationships/oleObject" Target="../embeddings/oleObject5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0.wmf"/><Relationship Id="rId20" Type="http://schemas.openxmlformats.org/officeDocument/2006/relationships/image" Target="../media/image452.wmf"/><Relationship Id="rId29" Type="http://schemas.openxmlformats.org/officeDocument/2006/relationships/oleObject" Target="../embeddings/oleObject509.bin"/><Relationship Id="rId1" Type="http://schemas.openxmlformats.org/officeDocument/2006/relationships/vmlDrawing" Target="../drawings/vmlDrawing44.vml"/><Relationship Id="rId6" Type="http://schemas.openxmlformats.org/officeDocument/2006/relationships/image" Target="../media/image445.wmf"/><Relationship Id="rId11" Type="http://schemas.openxmlformats.org/officeDocument/2006/relationships/oleObject" Target="../embeddings/oleObject500.bin"/><Relationship Id="rId24" Type="http://schemas.openxmlformats.org/officeDocument/2006/relationships/image" Target="../media/image454.wmf"/><Relationship Id="rId32" Type="http://schemas.openxmlformats.org/officeDocument/2006/relationships/image" Target="../media/image458.wmf"/><Relationship Id="rId5" Type="http://schemas.openxmlformats.org/officeDocument/2006/relationships/oleObject" Target="../embeddings/oleObject497.bin"/><Relationship Id="rId15" Type="http://schemas.openxmlformats.org/officeDocument/2006/relationships/oleObject" Target="../embeddings/oleObject502.bin"/><Relationship Id="rId23" Type="http://schemas.openxmlformats.org/officeDocument/2006/relationships/oleObject" Target="../embeddings/oleObject506.bin"/><Relationship Id="rId28" Type="http://schemas.openxmlformats.org/officeDocument/2006/relationships/image" Target="../media/image456.wmf"/><Relationship Id="rId36" Type="http://schemas.openxmlformats.org/officeDocument/2006/relationships/image" Target="../media/image460.wmf"/><Relationship Id="rId10" Type="http://schemas.openxmlformats.org/officeDocument/2006/relationships/image" Target="../media/image447.wmf"/><Relationship Id="rId19" Type="http://schemas.openxmlformats.org/officeDocument/2006/relationships/oleObject" Target="../embeddings/oleObject504.bin"/><Relationship Id="rId31" Type="http://schemas.openxmlformats.org/officeDocument/2006/relationships/oleObject" Target="../embeddings/oleObject510.bin"/><Relationship Id="rId4" Type="http://schemas.openxmlformats.org/officeDocument/2006/relationships/image" Target="../media/image444.wmf"/><Relationship Id="rId9" Type="http://schemas.openxmlformats.org/officeDocument/2006/relationships/oleObject" Target="../embeddings/oleObject499.bin"/><Relationship Id="rId14" Type="http://schemas.openxmlformats.org/officeDocument/2006/relationships/image" Target="../media/image449.wmf"/><Relationship Id="rId22" Type="http://schemas.openxmlformats.org/officeDocument/2006/relationships/image" Target="../media/image453.wmf"/><Relationship Id="rId27" Type="http://schemas.openxmlformats.org/officeDocument/2006/relationships/oleObject" Target="../embeddings/oleObject508.bin"/><Relationship Id="rId30" Type="http://schemas.openxmlformats.org/officeDocument/2006/relationships/image" Target="../media/image457.wmf"/><Relationship Id="rId35" Type="http://schemas.openxmlformats.org/officeDocument/2006/relationships/oleObject" Target="../embeddings/oleObject512.bin"/><Relationship Id="rId8" Type="http://schemas.openxmlformats.org/officeDocument/2006/relationships/image" Target="../media/image446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2.wmf"/><Relationship Id="rId13" Type="http://schemas.openxmlformats.org/officeDocument/2006/relationships/oleObject" Target="../embeddings/oleObject518.bin"/><Relationship Id="rId18" Type="http://schemas.openxmlformats.org/officeDocument/2006/relationships/image" Target="../media/image467.wmf"/><Relationship Id="rId26" Type="http://schemas.openxmlformats.org/officeDocument/2006/relationships/image" Target="../media/image471.wmf"/><Relationship Id="rId3" Type="http://schemas.openxmlformats.org/officeDocument/2006/relationships/oleObject" Target="../embeddings/oleObject513.bin"/><Relationship Id="rId21" Type="http://schemas.openxmlformats.org/officeDocument/2006/relationships/oleObject" Target="../embeddings/oleObject522.bin"/><Relationship Id="rId7" Type="http://schemas.openxmlformats.org/officeDocument/2006/relationships/oleObject" Target="../embeddings/oleObject515.bin"/><Relationship Id="rId12" Type="http://schemas.openxmlformats.org/officeDocument/2006/relationships/image" Target="../media/image464.wmf"/><Relationship Id="rId17" Type="http://schemas.openxmlformats.org/officeDocument/2006/relationships/oleObject" Target="../embeddings/oleObject520.bin"/><Relationship Id="rId25" Type="http://schemas.openxmlformats.org/officeDocument/2006/relationships/oleObject" Target="../embeddings/oleObject5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6.wmf"/><Relationship Id="rId20" Type="http://schemas.openxmlformats.org/officeDocument/2006/relationships/image" Target="../media/image468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455.wmf"/><Relationship Id="rId11" Type="http://schemas.openxmlformats.org/officeDocument/2006/relationships/oleObject" Target="../embeddings/oleObject517.bin"/><Relationship Id="rId24" Type="http://schemas.openxmlformats.org/officeDocument/2006/relationships/image" Target="../media/image470.wmf"/><Relationship Id="rId5" Type="http://schemas.openxmlformats.org/officeDocument/2006/relationships/oleObject" Target="../embeddings/oleObject514.bin"/><Relationship Id="rId15" Type="http://schemas.openxmlformats.org/officeDocument/2006/relationships/oleObject" Target="../embeddings/oleObject519.bin"/><Relationship Id="rId23" Type="http://schemas.openxmlformats.org/officeDocument/2006/relationships/oleObject" Target="../embeddings/oleObject523.bin"/><Relationship Id="rId10" Type="http://schemas.openxmlformats.org/officeDocument/2006/relationships/image" Target="../media/image463.wmf"/><Relationship Id="rId19" Type="http://schemas.openxmlformats.org/officeDocument/2006/relationships/oleObject" Target="../embeddings/oleObject521.bin"/><Relationship Id="rId4" Type="http://schemas.openxmlformats.org/officeDocument/2006/relationships/image" Target="../media/image461.wmf"/><Relationship Id="rId9" Type="http://schemas.openxmlformats.org/officeDocument/2006/relationships/oleObject" Target="../embeddings/oleObject516.bin"/><Relationship Id="rId14" Type="http://schemas.openxmlformats.org/officeDocument/2006/relationships/image" Target="../media/image465.wmf"/><Relationship Id="rId22" Type="http://schemas.openxmlformats.org/officeDocument/2006/relationships/image" Target="../media/image469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4.wmf"/><Relationship Id="rId3" Type="http://schemas.openxmlformats.org/officeDocument/2006/relationships/oleObject" Target="../embeddings/oleObject525.bin"/><Relationship Id="rId7" Type="http://schemas.openxmlformats.org/officeDocument/2006/relationships/oleObject" Target="../embeddings/oleObject5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473.wmf"/><Relationship Id="rId5" Type="http://schemas.openxmlformats.org/officeDocument/2006/relationships/oleObject" Target="../embeddings/oleObject526.bin"/><Relationship Id="rId10" Type="http://schemas.openxmlformats.org/officeDocument/2006/relationships/image" Target="../media/image450.wmf"/><Relationship Id="rId4" Type="http://schemas.openxmlformats.org/officeDocument/2006/relationships/image" Target="../media/image472.wmf"/><Relationship Id="rId9" Type="http://schemas.openxmlformats.org/officeDocument/2006/relationships/oleObject" Target="../embeddings/oleObject528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wmf"/><Relationship Id="rId3" Type="http://schemas.openxmlformats.org/officeDocument/2006/relationships/oleObject" Target="../embeddings/oleObject529.bin"/><Relationship Id="rId7" Type="http://schemas.openxmlformats.org/officeDocument/2006/relationships/oleObject" Target="../embeddings/oleObject531.bin"/><Relationship Id="rId12" Type="http://schemas.openxmlformats.org/officeDocument/2006/relationships/image" Target="../media/image4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476.wmf"/><Relationship Id="rId11" Type="http://schemas.openxmlformats.org/officeDocument/2006/relationships/oleObject" Target="../embeddings/oleObject533.bin"/><Relationship Id="rId5" Type="http://schemas.openxmlformats.org/officeDocument/2006/relationships/oleObject" Target="../embeddings/oleObject530.bin"/><Relationship Id="rId10" Type="http://schemas.openxmlformats.org/officeDocument/2006/relationships/image" Target="../media/image478.wmf"/><Relationship Id="rId4" Type="http://schemas.openxmlformats.org/officeDocument/2006/relationships/image" Target="../media/image475.wmf"/><Relationship Id="rId9" Type="http://schemas.openxmlformats.org/officeDocument/2006/relationships/oleObject" Target="../embeddings/oleObject532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wmf"/><Relationship Id="rId13" Type="http://schemas.openxmlformats.org/officeDocument/2006/relationships/oleObject" Target="../embeddings/oleObject539.bin"/><Relationship Id="rId18" Type="http://schemas.openxmlformats.org/officeDocument/2006/relationships/image" Target="../media/image487.wmf"/><Relationship Id="rId3" Type="http://schemas.openxmlformats.org/officeDocument/2006/relationships/oleObject" Target="../embeddings/oleObject534.bin"/><Relationship Id="rId21" Type="http://schemas.openxmlformats.org/officeDocument/2006/relationships/oleObject" Target="../embeddings/oleObject543.bin"/><Relationship Id="rId7" Type="http://schemas.openxmlformats.org/officeDocument/2006/relationships/oleObject" Target="../embeddings/oleObject536.bin"/><Relationship Id="rId12" Type="http://schemas.openxmlformats.org/officeDocument/2006/relationships/image" Target="../media/image484.wmf"/><Relationship Id="rId17" Type="http://schemas.openxmlformats.org/officeDocument/2006/relationships/oleObject" Target="../embeddings/oleObject5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6.wmf"/><Relationship Id="rId20" Type="http://schemas.openxmlformats.org/officeDocument/2006/relationships/image" Target="../media/image488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481.wmf"/><Relationship Id="rId11" Type="http://schemas.openxmlformats.org/officeDocument/2006/relationships/oleObject" Target="../embeddings/oleObject538.bin"/><Relationship Id="rId5" Type="http://schemas.openxmlformats.org/officeDocument/2006/relationships/oleObject" Target="../embeddings/oleObject535.bin"/><Relationship Id="rId15" Type="http://schemas.openxmlformats.org/officeDocument/2006/relationships/oleObject" Target="../embeddings/oleObject540.bin"/><Relationship Id="rId10" Type="http://schemas.openxmlformats.org/officeDocument/2006/relationships/image" Target="../media/image483.wmf"/><Relationship Id="rId19" Type="http://schemas.openxmlformats.org/officeDocument/2006/relationships/oleObject" Target="../embeddings/oleObject542.bin"/><Relationship Id="rId4" Type="http://schemas.openxmlformats.org/officeDocument/2006/relationships/image" Target="../media/image480.wmf"/><Relationship Id="rId9" Type="http://schemas.openxmlformats.org/officeDocument/2006/relationships/oleObject" Target="../embeddings/oleObject537.bin"/><Relationship Id="rId14" Type="http://schemas.openxmlformats.org/officeDocument/2006/relationships/image" Target="../media/image485.wmf"/><Relationship Id="rId22" Type="http://schemas.openxmlformats.org/officeDocument/2006/relationships/image" Target="../media/image489.wmf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4.wmf"/><Relationship Id="rId18" Type="http://schemas.openxmlformats.org/officeDocument/2006/relationships/oleObject" Target="../embeddings/oleObject551.bin"/><Relationship Id="rId26" Type="http://schemas.openxmlformats.org/officeDocument/2006/relationships/oleObject" Target="../embeddings/oleObject555.bin"/><Relationship Id="rId21" Type="http://schemas.openxmlformats.org/officeDocument/2006/relationships/image" Target="../media/image498.wmf"/><Relationship Id="rId34" Type="http://schemas.openxmlformats.org/officeDocument/2006/relationships/oleObject" Target="../embeddings/oleObject559.bin"/><Relationship Id="rId7" Type="http://schemas.openxmlformats.org/officeDocument/2006/relationships/image" Target="../media/image491.wmf"/><Relationship Id="rId12" Type="http://schemas.openxmlformats.org/officeDocument/2006/relationships/oleObject" Target="../embeddings/oleObject548.bin"/><Relationship Id="rId17" Type="http://schemas.openxmlformats.org/officeDocument/2006/relationships/image" Target="../media/image496.wmf"/><Relationship Id="rId25" Type="http://schemas.openxmlformats.org/officeDocument/2006/relationships/image" Target="../media/image500.wmf"/><Relationship Id="rId33" Type="http://schemas.openxmlformats.org/officeDocument/2006/relationships/image" Target="../media/image50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0.bin"/><Relationship Id="rId20" Type="http://schemas.openxmlformats.org/officeDocument/2006/relationships/oleObject" Target="../embeddings/oleObject552.bin"/><Relationship Id="rId29" Type="http://schemas.openxmlformats.org/officeDocument/2006/relationships/image" Target="../media/image502.wmf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545.bin"/><Relationship Id="rId11" Type="http://schemas.openxmlformats.org/officeDocument/2006/relationships/image" Target="../media/image493.wmf"/><Relationship Id="rId24" Type="http://schemas.openxmlformats.org/officeDocument/2006/relationships/oleObject" Target="../embeddings/oleObject554.bin"/><Relationship Id="rId32" Type="http://schemas.openxmlformats.org/officeDocument/2006/relationships/oleObject" Target="../embeddings/oleObject558.bin"/><Relationship Id="rId37" Type="http://schemas.openxmlformats.org/officeDocument/2006/relationships/image" Target="../media/image506.wmf"/><Relationship Id="rId5" Type="http://schemas.openxmlformats.org/officeDocument/2006/relationships/image" Target="../media/image490.wmf"/><Relationship Id="rId15" Type="http://schemas.openxmlformats.org/officeDocument/2006/relationships/image" Target="../media/image495.wmf"/><Relationship Id="rId23" Type="http://schemas.openxmlformats.org/officeDocument/2006/relationships/image" Target="../media/image499.wmf"/><Relationship Id="rId28" Type="http://schemas.openxmlformats.org/officeDocument/2006/relationships/oleObject" Target="../embeddings/oleObject556.bin"/><Relationship Id="rId36" Type="http://schemas.openxmlformats.org/officeDocument/2006/relationships/oleObject" Target="../embeddings/oleObject560.bin"/><Relationship Id="rId10" Type="http://schemas.openxmlformats.org/officeDocument/2006/relationships/oleObject" Target="../embeddings/oleObject547.bin"/><Relationship Id="rId19" Type="http://schemas.openxmlformats.org/officeDocument/2006/relationships/image" Target="../media/image497.wmf"/><Relationship Id="rId31" Type="http://schemas.openxmlformats.org/officeDocument/2006/relationships/image" Target="../media/image503.wmf"/><Relationship Id="rId4" Type="http://schemas.openxmlformats.org/officeDocument/2006/relationships/oleObject" Target="../embeddings/oleObject544.bin"/><Relationship Id="rId9" Type="http://schemas.openxmlformats.org/officeDocument/2006/relationships/image" Target="../media/image492.wmf"/><Relationship Id="rId14" Type="http://schemas.openxmlformats.org/officeDocument/2006/relationships/oleObject" Target="../embeddings/oleObject549.bin"/><Relationship Id="rId22" Type="http://schemas.openxmlformats.org/officeDocument/2006/relationships/oleObject" Target="../embeddings/oleObject553.bin"/><Relationship Id="rId27" Type="http://schemas.openxmlformats.org/officeDocument/2006/relationships/image" Target="../media/image501.wmf"/><Relationship Id="rId30" Type="http://schemas.openxmlformats.org/officeDocument/2006/relationships/oleObject" Target="../embeddings/oleObject557.bin"/><Relationship Id="rId35" Type="http://schemas.openxmlformats.org/officeDocument/2006/relationships/image" Target="../media/image505.wmf"/><Relationship Id="rId8" Type="http://schemas.openxmlformats.org/officeDocument/2006/relationships/oleObject" Target="../embeddings/oleObject546.bin"/><Relationship Id="rId3" Type="http://schemas.openxmlformats.org/officeDocument/2006/relationships/notesSlide" Target="../notesSlides/notesSlide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9.wmf"/><Relationship Id="rId13" Type="http://schemas.openxmlformats.org/officeDocument/2006/relationships/oleObject" Target="../embeddings/oleObject566.bin"/><Relationship Id="rId18" Type="http://schemas.openxmlformats.org/officeDocument/2006/relationships/image" Target="../media/image495.wmf"/><Relationship Id="rId3" Type="http://schemas.openxmlformats.org/officeDocument/2006/relationships/oleObject" Target="../embeddings/oleObject561.bin"/><Relationship Id="rId7" Type="http://schemas.openxmlformats.org/officeDocument/2006/relationships/oleObject" Target="../embeddings/oleObject563.bin"/><Relationship Id="rId12" Type="http://schemas.openxmlformats.org/officeDocument/2006/relationships/image" Target="../media/image511.wmf"/><Relationship Id="rId17" Type="http://schemas.openxmlformats.org/officeDocument/2006/relationships/oleObject" Target="../embeddings/oleObject5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3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508.wmf"/><Relationship Id="rId11" Type="http://schemas.openxmlformats.org/officeDocument/2006/relationships/oleObject" Target="../embeddings/oleObject565.bin"/><Relationship Id="rId5" Type="http://schemas.openxmlformats.org/officeDocument/2006/relationships/oleObject" Target="../embeddings/oleObject562.bin"/><Relationship Id="rId15" Type="http://schemas.openxmlformats.org/officeDocument/2006/relationships/oleObject" Target="../embeddings/oleObject567.bin"/><Relationship Id="rId10" Type="http://schemas.openxmlformats.org/officeDocument/2006/relationships/image" Target="../media/image510.wmf"/><Relationship Id="rId4" Type="http://schemas.openxmlformats.org/officeDocument/2006/relationships/image" Target="../media/image507.wmf"/><Relationship Id="rId9" Type="http://schemas.openxmlformats.org/officeDocument/2006/relationships/oleObject" Target="../embeddings/oleObject564.bin"/><Relationship Id="rId14" Type="http://schemas.openxmlformats.org/officeDocument/2006/relationships/image" Target="../media/image512.wmf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74.bin"/><Relationship Id="rId18" Type="http://schemas.openxmlformats.org/officeDocument/2006/relationships/image" Target="../media/image521.wmf"/><Relationship Id="rId26" Type="http://schemas.openxmlformats.org/officeDocument/2006/relationships/image" Target="../media/image525.wmf"/><Relationship Id="rId3" Type="http://schemas.openxmlformats.org/officeDocument/2006/relationships/oleObject" Target="../embeddings/oleObject569.bin"/><Relationship Id="rId21" Type="http://schemas.openxmlformats.org/officeDocument/2006/relationships/oleObject" Target="../embeddings/oleObject578.bin"/><Relationship Id="rId34" Type="http://schemas.openxmlformats.org/officeDocument/2006/relationships/image" Target="../media/image529.wmf"/><Relationship Id="rId7" Type="http://schemas.openxmlformats.org/officeDocument/2006/relationships/oleObject" Target="../embeddings/oleObject571.bin"/><Relationship Id="rId12" Type="http://schemas.openxmlformats.org/officeDocument/2006/relationships/image" Target="../media/image518.wmf"/><Relationship Id="rId17" Type="http://schemas.openxmlformats.org/officeDocument/2006/relationships/oleObject" Target="../embeddings/oleObject576.bin"/><Relationship Id="rId25" Type="http://schemas.openxmlformats.org/officeDocument/2006/relationships/oleObject" Target="../embeddings/oleObject580.bin"/><Relationship Id="rId33" Type="http://schemas.openxmlformats.org/officeDocument/2006/relationships/oleObject" Target="../embeddings/oleObject5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0.wmf"/><Relationship Id="rId20" Type="http://schemas.openxmlformats.org/officeDocument/2006/relationships/image" Target="../media/image522.wmf"/><Relationship Id="rId29" Type="http://schemas.openxmlformats.org/officeDocument/2006/relationships/oleObject" Target="../embeddings/oleObject582.bin"/><Relationship Id="rId1" Type="http://schemas.openxmlformats.org/officeDocument/2006/relationships/vmlDrawing" Target="../drawings/vmlDrawing51.vml"/><Relationship Id="rId6" Type="http://schemas.openxmlformats.org/officeDocument/2006/relationships/image" Target="../media/image515.wmf"/><Relationship Id="rId11" Type="http://schemas.openxmlformats.org/officeDocument/2006/relationships/oleObject" Target="../embeddings/oleObject573.bin"/><Relationship Id="rId24" Type="http://schemas.openxmlformats.org/officeDocument/2006/relationships/image" Target="../media/image524.wmf"/><Relationship Id="rId32" Type="http://schemas.openxmlformats.org/officeDocument/2006/relationships/image" Target="../media/image528.wmf"/><Relationship Id="rId5" Type="http://schemas.openxmlformats.org/officeDocument/2006/relationships/oleObject" Target="../embeddings/oleObject570.bin"/><Relationship Id="rId15" Type="http://schemas.openxmlformats.org/officeDocument/2006/relationships/oleObject" Target="../embeddings/oleObject575.bin"/><Relationship Id="rId23" Type="http://schemas.openxmlformats.org/officeDocument/2006/relationships/oleObject" Target="../embeddings/oleObject579.bin"/><Relationship Id="rId28" Type="http://schemas.openxmlformats.org/officeDocument/2006/relationships/image" Target="../media/image526.wmf"/><Relationship Id="rId10" Type="http://schemas.openxmlformats.org/officeDocument/2006/relationships/image" Target="../media/image517.wmf"/><Relationship Id="rId19" Type="http://schemas.openxmlformats.org/officeDocument/2006/relationships/oleObject" Target="../embeddings/oleObject577.bin"/><Relationship Id="rId31" Type="http://schemas.openxmlformats.org/officeDocument/2006/relationships/oleObject" Target="../embeddings/oleObject583.bin"/><Relationship Id="rId4" Type="http://schemas.openxmlformats.org/officeDocument/2006/relationships/image" Target="../media/image514.wmf"/><Relationship Id="rId9" Type="http://schemas.openxmlformats.org/officeDocument/2006/relationships/oleObject" Target="../embeddings/oleObject572.bin"/><Relationship Id="rId14" Type="http://schemas.openxmlformats.org/officeDocument/2006/relationships/image" Target="../media/image519.wmf"/><Relationship Id="rId22" Type="http://schemas.openxmlformats.org/officeDocument/2006/relationships/image" Target="../media/image523.wmf"/><Relationship Id="rId27" Type="http://schemas.openxmlformats.org/officeDocument/2006/relationships/oleObject" Target="../embeddings/oleObject581.bin"/><Relationship Id="rId30" Type="http://schemas.openxmlformats.org/officeDocument/2006/relationships/image" Target="../media/image527.wmf"/><Relationship Id="rId8" Type="http://schemas.openxmlformats.org/officeDocument/2006/relationships/image" Target="../media/image516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wmf"/><Relationship Id="rId13" Type="http://schemas.openxmlformats.org/officeDocument/2006/relationships/oleObject" Target="../embeddings/oleObject590.bin"/><Relationship Id="rId18" Type="http://schemas.openxmlformats.org/officeDocument/2006/relationships/image" Target="../media/image537.wmf"/><Relationship Id="rId3" Type="http://schemas.openxmlformats.org/officeDocument/2006/relationships/oleObject" Target="../embeddings/oleObject585.bin"/><Relationship Id="rId21" Type="http://schemas.openxmlformats.org/officeDocument/2006/relationships/image" Target="../media/image538.wmf"/><Relationship Id="rId7" Type="http://schemas.openxmlformats.org/officeDocument/2006/relationships/oleObject" Target="../embeddings/oleObject587.bin"/><Relationship Id="rId12" Type="http://schemas.openxmlformats.org/officeDocument/2006/relationships/image" Target="../media/image534.wmf"/><Relationship Id="rId17" Type="http://schemas.openxmlformats.org/officeDocument/2006/relationships/oleObject" Target="../embeddings/oleObject5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6.wmf"/><Relationship Id="rId20" Type="http://schemas.openxmlformats.org/officeDocument/2006/relationships/oleObject" Target="../embeddings/oleObject594.bin"/><Relationship Id="rId1" Type="http://schemas.openxmlformats.org/officeDocument/2006/relationships/vmlDrawing" Target="../drawings/vmlDrawing52.vml"/><Relationship Id="rId6" Type="http://schemas.openxmlformats.org/officeDocument/2006/relationships/image" Target="../media/image531.wmf"/><Relationship Id="rId11" Type="http://schemas.openxmlformats.org/officeDocument/2006/relationships/oleObject" Target="../embeddings/oleObject589.bin"/><Relationship Id="rId5" Type="http://schemas.openxmlformats.org/officeDocument/2006/relationships/oleObject" Target="../embeddings/oleObject586.bin"/><Relationship Id="rId15" Type="http://schemas.openxmlformats.org/officeDocument/2006/relationships/oleObject" Target="../embeddings/oleObject591.bin"/><Relationship Id="rId10" Type="http://schemas.openxmlformats.org/officeDocument/2006/relationships/image" Target="../media/image533.wmf"/><Relationship Id="rId19" Type="http://schemas.openxmlformats.org/officeDocument/2006/relationships/oleObject" Target="../embeddings/oleObject593.bin"/><Relationship Id="rId4" Type="http://schemas.openxmlformats.org/officeDocument/2006/relationships/image" Target="../media/image530.wmf"/><Relationship Id="rId9" Type="http://schemas.openxmlformats.org/officeDocument/2006/relationships/oleObject" Target="../embeddings/oleObject588.bin"/><Relationship Id="rId14" Type="http://schemas.openxmlformats.org/officeDocument/2006/relationships/image" Target="../media/image535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1.wmf"/><Relationship Id="rId13" Type="http://schemas.openxmlformats.org/officeDocument/2006/relationships/oleObject" Target="../embeddings/oleObject600.bin"/><Relationship Id="rId18" Type="http://schemas.openxmlformats.org/officeDocument/2006/relationships/image" Target="../media/image546.wmf"/><Relationship Id="rId3" Type="http://schemas.openxmlformats.org/officeDocument/2006/relationships/oleObject" Target="../embeddings/oleObject595.bin"/><Relationship Id="rId21" Type="http://schemas.openxmlformats.org/officeDocument/2006/relationships/oleObject" Target="../embeddings/oleObject604.bin"/><Relationship Id="rId7" Type="http://schemas.openxmlformats.org/officeDocument/2006/relationships/oleObject" Target="../embeddings/oleObject597.bin"/><Relationship Id="rId12" Type="http://schemas.openxmlformats.org/officeDocument/2006/relationships/image" Target="../media/image543.wmf"/><Relationship Id="rId17" Type="http://schemas.openxmlformats.org/officeDocument/2006/relationships/oleObject" Target="../embeddings/oleObject6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5.wmf"/><Relationship Id="rId20" Type="http://schemas.openxmlformats.org/officeDocument/2006/relationships/image" Target="../media/image547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540.wmf"/><Relationship Id="rId11" Type="http://schemas.openxmlformats.org/officeDocument/2006/relationships/oleObject" Target="../embeddings/oleObject599.bin"/><Relationship Id="rId5" Type="http://schemas.openxmlformats.org/officeDocument/2006/relationships/oleObject" Target="../embeddings/oleObject596.bin"/><Relationship Id="rId15" Type="http://schemas.openxmlformats.org/officeDocument/2006/relationships/oleObject" Target="../embeddings/oleObject601.bin"/><Relationship Id="rId10" Type="http://schemas.openxmlformats.org/officeDocument/2006/relationships/image" Target="../media/image542.wmf"/><Relationship Id="rId19" Type="http://schemas.openxmlformats.org/officeDocument/2006/relationships/oleObject" Target="../embeddings/oleObject603.bin"/><Relationship Id="rId4" Type="http://schemas.openxmlformats.org/officeDocument/2006/relationships/image" Target="../media/image539.wmf"/><Relationship Id="rId9" Type="http://schemas.openxmlformats.org/officeDocument/2006/relationships/oleObject" Target="../embeddings/oleObject598.bin"/><Relationship Id="rId14" Type="http://schemas.openxmlformats.org/officeDocument/2006/relationships/image" Target="../media/image544.wmf"/><Relationship Id="rId22" Type="http://schemas.openxmlformats.org/officeDocument/2006/relationships/image" Target="../media/image548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8.wmf"/><Relationship Id="rId3" Type="http://schemas.openxmlformats.org/officeDocument/2006/relationships/oleObject" Target="../embeddings/oleObject605.bin"/><Relationship Id="rId7" Type="http://schemas.openxmlformats.org/officeDocument/2006/relationships/oleObject" Target="../embeddings/oleObject6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550.wmf"/><Relationship Id="rId5" Type="http://schemas.openxmlformats.org/officeDocument/2006/relationships/oleObject" Target="../embeddings/oleObject606.bin"/><Relationship Id="rId10" Type="http://schemas.openxmlformats.org/officeDocument/2006/relationships/image" Target="../media/image519.wmf"/><Relationship Id="rId4" Type="http://schemas.openxmlformats.org/officeDocument/2006/relationships/image" Target="../media/image549.wmf"/><Relationship Id="rId9" Type="http://schemas.openxmlformats.org/officeDocument/2006/relationships/oleObject" Target="../embeddings/oleObject608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3.wmf"/><Relationship Id="rId13" Type="http://schemas.openxmlformats.org/officeDocument/2006/relationships/oleObject" Target="../embeddings/oleObject614.bin"/><Relationship Id="rId18" Type="http://schemas.openxmlformats.org/officeDocument/2006/relationships/image" Target="../media/image558.wmf"/><Relationship Id="rId3" Type="http://schemas.openxmlformats.org/officeDocument/2006/relationships/oleObject" Target="../embeddings/oleObject609.bin"/><Relationship Id="rId7" Type="http://schemas.openxmlformats.org/officeDocument/2006/relationships/oleObject" Target="../embeddings/oleObject611.bin"/><Relationship Id="rId12" Type="http://schemas.openxmlformats.org/officeDocument/2006/relationships/image" Target="../media/image555.wmf"/><Relationship Id="rId17" Type="http://schemas.openxmlformats.org/officeDocument/2006/relationships/oleObject" Target="../embeddings/oleObject61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57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552.wmf"/><Relationship Id="rId11" Type="http://schemas.openxmlformats.org/officeDocument/2006/relationships/oleObject" Target="../embeddings/oleObject613.bin"/><Relationship Id="rId5" Type="http://schemas.openxmlformats.org/officeDocument/2006/relationships/oleObject" Target="../embeddings/oleObject610.bin"/><Relationship Id="rId15" Type="http://schemas.openxmlformats.org/officeDocument/2006/relationships/oleObject" Target="../embeddings/oleObject615.bin"/><Relationship Id="rId10" Type="http://schemas.openxmlformats.org/officeDocument/2006/relationships/image" Target="../media/image554.wmf"/><Relationship Id="rId4" Type="http://schemas.openxmlformats.org/officeDocument/2006/relationships/image" Target="../media/image551.wmf"/><Relationship Id="rId9" Type="http://schemas.openxmlformats.org/officeDocument/2006/relationships/oleObject" Target="../embeddings/oleObject612.bin"/><Relationship Id="rId14" Type="http://schemas.openxmlformats.org/officeDocument/2006/relationships/image" Target="../media/image556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1.wmf"/><Relationship Id="rId13" Type="http://schemas.openxmlformats.org/officeDocument/2006/relationships/oleObject" Target="../embeddings/oleObject622.bin"/><Relationship Id="rId3" Type="http://schemas.openxmlformats.org/officeDocument/2006/relationships/oleObject" Target="../embeddings/oleObject617.bin"/><Relationship Id="rId7" Type="http://schemas.openxmlformats.org/officeDocument/2006/relationships/oleObject" Target="../embeddings/oleObject619.bin"/><Relationship Id="rId12" Type="http://schemas.openxmlformats.org/officeDocument/2006/relationships/image" Target="../media/image555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64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560.wmf"/><Relationship Id="rId11" Type="http://schemas.openxmlformats.org/officeDocument/2006/relationships/oleObject" Target="../embeddings/oleObject621.bin"/><Relationship Id="rId5" Type="http://schemas.openxmlformats.org/officeDocument/2006/relationships/oleObject" Target="../embeddings/oleObject618.bin"/><Relationship Id="rId15" Type="http://schemas.openxmlformats.org/officeDocument/2006/relationships/oleObject" Target="../embeddings/oleObject623.bin"/><Relationship Id="rId10" Type="http://schemas.openxmlformats.org/officeDocument/2006/relationships/image" Target="../media/image562.wmf"/><Relationship Id="rId4" Type="http://schemas.openxmlformats.org/officeDocument/2006/relationships/image" Target="../media/image559.wmf"/><Relationship Id="rId9" Type="http://schemas.openxmlformats.org/officeDocument/2006/relationships/oleObject" Target="../embeddings/oleObject620.bin"/><Relationship Id="rId14" Type="http://schemas.openxmlformats.org/officeDocument/2006/relationships/image" Target="../media/image563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7.wmf"/><Relationship Id="rId13" Type="http://schemas.openxmlformats.org/officeDocument/2006/relationships/oleObject" Target="../embeddings/oleObject629.bin"/><Relationship Id="rId18" Type="http://schemas.openxmlformats.org/officeDocument/2006/relationships/oleObject" Target="../embeddings/oleObject632.bin"/><Relationship Id="rId3" Type="http://schemas.openxmlformats.org/officeDocument/2006/relationships/oleObject" Target="../embeddings/oleObject624.bin"/><Relationship Id="rId7" Type="http://schemas.openxmlformats.org/officeDocument/2006/relationships/oleObject" Target="../embeddings/oleObject626.bin"/><Relationship Id="rId12" Type="http://schemas.openxmlformats.org/officeDocument/2006/relationships/image" Target="../media/image569.wmf"/><Relationship Id="rId17" Type="http://schemas.openxmlformats.org/officeDocument/2006/relationships/oleObject" Target="../embeddings/oleObject63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71.wmf"/><Relationship Id="rId20" Type="http://schemas.openxmlformats.org/officeDocument/2006/relationships/image" Target="../media/image555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566.wmf"/><Relationship Id="rId11" Type="http://schemas.openxmlformats.org/officeDocument/2006/relationships/oleObject" Target="../embeddings/oleObject628.bin"/><Relationship Id="rId5" Type="http://schemas.openxmlformats.org/officeDocument/2006/relationships/oleObject" Target="../embeddings/oleObject625.bin"/><Relationship Id="rId15" Type="http://schemas.openxmlformats.org/officeDocument/2006/relationships/oleObject" Target="../embeddings/oleObject630.bin"/><Relationship Id="rId10" Type="http://schemas.openxmlformats.org/officeDocument/2006/relationships/image" Target="../media/image568.wmf"/><Relationship Id="rId19" Type="http://schemas.openxmlformats.org/officeDocument/2006/relationships/oleObject" Target="../embeddings/oleObject633.bin"/><Relationship Id="rId4" Type="http://schemas.openxmlformats.org/officeDocument/2006/relationships/image" Target="../media/image565.wmf"/><Relationship Id="rId9" Type="http://schemas.openxmlformats.org/officeDocument/2006/relationships/oleObject" Target="../embeddings/oleObject627.bin"/><Relationship Id="rId14" Type="http://schemas.openxmlformats.org/officeDocument/2006/relationships/image" Target="../media/image570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4.wmf"/><Relationship Id="rId13" Type="http://schemas.openxmlformats.org/officeDocument/2006/relationships/oleObject" Target="../embeddings/oleObject639.bin"/><Relationship Id="rId18" Type="http://schemas.openxmlformats.org/officeDocument/2006/relationships/image" Target="../media/image579.wmf"/><Relationship Id="rId26" Type="http://schemas.openxmlformats.org/officeDocument/2006/relationships/image" Target="../media/image583.wmf"/><Relationship Id="rId3" Type="http://schemas.openxmlformats.org/officeDocument/2006/relationships/oleObject" Target="../embeddings/oleObject634.bin"/><Relationship Id="rId21" Type="http://schemas.openxmlformats.org/officeDocument/2006/relationships/oleObject" Target="../embeddings/oleObject643.bin"/><Relationship Id="rId7" Type="http://schemas.openxmlformats.org/officeDocument/2006/relationships/oleObject" Target="../embeddings/oleObject636.bin"/><Relationship Id="rId12" Type="http://schemas.openxmlformats.org/officeDocument/2006/relationships/image" Target="../media/image576.wmf"/><Relationship Id="rId17" Type="http://schemas.openxmlformats.org/officeDocument/2006/relationships/oleObject" Target="../embeddings/oleObject641.bin"/><Relationship Id="rId25" Type="http://schemas.openxmlformats.org/officeDocument/2006/relationships/oleObject" Target="../embeddings/oleObject6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8.wmf"/><Relationship Id="rId20" Type="http://schemas.openxmlformats.org/officeDocument/2006/relationships/image" Target="../media/image580.wmf"/><Relationship Id="rId29" Type="http://schemas.openxmlformats.org/officeDocument/2006/relationships/oleObject" Target="../embeddings/oleObject647.bin"/><Relationship Id="rId1" Type="http://schemas.openxmlformats.org/officeDocument/2006/relationships/vmlDrawing" Target="../drawings/vmlDrawing58.vml"/><Relationship Id="rId6" Type="http://schemas.openxmlformats.org/officeDocument/2006/relationships/image" Target="../media/image573.wmf"/><Relationship Id="rId11" Type="http://schemas.openxmlformats.org/officeDocument/2006/relationships/oleObject" Target="../embeddings/oleObject638.bin"/><Relationship Id="rId24" Type="http://schemas.openxmlformats.org/officeDocument/2006/relationships/image" Target="../media/image582.wmf"/><Relationship Id="rId5" Type="http://schemas.openxmlformats.org/officeDocument/2006/relationships/oleObject" Target="../embeddings/oleObject635.bin"/><Relationship Id="rId15" Type="http://schemas.openxmlformats.org/officeDocument/2006/relationships/oleObject" Target="../embeddings/oleObject640.bin"/><Relationship Id="rId23" Type="http://schemas.openxmlformats.org/officeDocument/2006/relationships/oleObject" Target="../embeddings/oleObject644.bin"/><Relationship Id="rId28" Type="http://schemas.openxmlformats.org/officeDocument/2006/relationships/image" Target="../media/image584.wmf"/><Relationship Id="rId10" Type="http://schemas.openxmlformats.org/officeDocument/2006/relationships/image" Target="../media/image575.wmf"/><Relationship Id="rId19" Type="http://schemas.openxmlformats.org/officeDocument/2006/relationships/oleObject" Target="../embeddings/oleObject642.bin"/><Relationship Id="rId4" Type="http://schemas.openxmlformats.org/officeDocument/2006/relationships/image" Target="../media/image572.wmf"/><Relationship Id="rId9" Type="http://schemas.openxmlformats.org/officeDocument/2006/relationships/oleObject" Target="../embeddings/oleObject637.bin"/><Relationship Id="rId14" Type="http://schemas.openxmlformats.org/officeDocument/2006/relationships/image" Target="../media/image577.wmf"/><Relationship Id="rId22" Type="http://schemas.openxmlformats.org/officeDocument/2006/relationships/image" Target="../media/image581.wmf"/><Relationship Id="rId27" Type="http://schemas.openxmlformats.org/officeDocument/2006/relationships/oleObject" Target="../embeddings/oleObject646.bin"/><Relationship Id="rId30" Type="http://schemas.openxmlformats.org/officeDocument/2006/relationships/image" Target="../media/image585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8.wmf"/><Relationship Id="rId13" Type="http://schemas.openxmlformats.org/officeDocument/2006/relationships/oleObject" Target="../embeddings/oleObject653.bin"/><Relationship Id="rId18" Type="http://schemas.openxmlformats.org/officeDocument/2006/relationships/image" Target="../media/image593.wmf"/><Relationship Id="rId26" Type="http://schemas.openxmlformats.org/officeDocument/2006/relationships/image" Target="../media/image597.wmf"/><Relationship Id="rId3" Type="http://schemas.openxmlformats.org/officeDocument/2006/relationships/oleObject" Target="../embeddings/oleObject648.bin"/><Relationship Id="rId21" Type="http://schemas.openxmlformats.org/officeDocument/2006/relationships/oleObject" Target="../embeddings/oleObject657.bin"/><Relationship Id="rId7" Type="http://schemas.openxmlformats.org/officeDocument/2006/relationships/oleObject" Target="../embeddings/oleObject650.bin"/><Relationship Id="rId12" Type="http://schemas.openxmlformats.org/officeDocument/2006/relationships/image" Target="../media/image590.wmf"/><Relationship Id="rId17" Type="http://schemas.openxmlformats.org/officeDocument/2006/relationships/oleObject" Target="../embeddings/oleObject655.bin"/><Relationship Id="rId25" Type="http://schemas.openxmlformats.org/officeDocument/2006/relationships/oleObject" Target="../embeddings/oleObject6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2.wmf"/><Relationship Id="rId20" Type="http://schemas.openxmlformats.org/officeDocument/2006/relationships/image" Target="../media/image594.wmf"/><Relationship Id="rId1" Type="http://schemas.openxmlformats.org/officeDocument/2006/relationships/vmlDrawing" Target="../drawings/vmlDrawing59.vml"/><Relationship Id="rId6" Type="http://schemas.openxmlformats.org/officeDocument/2006/relationships/image" Target="../media/image587.wmf"/><Relationship Id="rId11" Type="http://schemas.openxmlformats.org/officeDocument/2006/relationships/oleObject" Target="../embeddings/oleObject652.bin"/><Relationship Id="rId24" Type="http://schemas.openxmlformats.org/officeDocument/2006/relationships/image" Target="../media/image596.wmf"/><Relationship Id="rId5" Type="http://schemas.openxmlformats.org/officeDocument/2006/relationships/oleObject" Target="../embeddings/oleObject649.bin"/><Relationship Id="rId15" Type="http://schemas.openxmlformats.org/officeDocument/2006/relationships/oleObject" Target="../embeddings/oleObject654.bin"/><Relationship Id="rId23" Type="http://schemas.openxmlformats.org/officeDocument/2006/relationships/oleObject" Target="../embeddings/oleObject658.bin"/><Relationship Id="rId10" Type="http://schemas.openxmlformats.org/officeDocument/2006/relationships/image" Target="../media/image589.wmf"/><Relationship Id="rId19" Type="http://schemas.openxmlformats.org/officeDocument/2006/relationships/oleObject" Target="../embeddings/oleObject656.bin"/><Relationship Id="rId4" Type="http://schemas.openxmlformats.org/officeDocument/2006/relationships/image" Target="../media/image586.wmf"/><Relationship Id="rId9" Type="http://schemas.openxmlformats.org/officeDocument/2006/relationships/oleObject" Target="../embeddings/oleObject651.bin"/><Relationship Id="rId14" Type="http://schemas.openxmlformats.org/officeDocument/2006/relationships/image" Target="../media/image591.wmf"/><Relationship Id="rId22" Type="http://schemas.openxmlformats.org/officeDocument/2006/relationships/image" Target="../media/image595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wmf"/><Relationship Id="rId13" Type="http://schemas.openxmlformats.org/officeDocument/2006/relationships/oleObject" Target="../embeddings/oleObject665.bin"/><Relationship Id="rId18" Type="http://schemas.openxmlformats.org/officeDocument/2006/relationships/image" Target="../media/image605.wmf"/><Relationship Id="rId3" Type="http://schemas.openxmlformats.org/officeDocument/2006/relationships/oleObject" Target="../embeddings/oleObject660.bin"/><Relationship Id="rId7" Type="http://schemas.openxmlformats.org/officeDocument/2006/relationships/oleObject" Target="../embeddings/oleObject662.bin"/><Relationship Id="rId12" Type="http://schemas.openxmlformats.org/officeDocument/2006/relationships/image" Target="../media/image602.wmf"/><Relationship Id="rId17" Type="http://schemas.openxmlformats.org/officeDocument/2006/relationships/oleObject" Target="../embeddings/oleObject6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4.wmf"/><Relationship Id="rId20" Type="http://schemas.openxmlformats.org/officeDocument/2006/relationships/image" Target="../media/image606.wmf"/><Relationship Id="rId1" Type="http://schemas.openxmlformats.org/officeDocument/2006/relationships/vmlDrawing" Target="../drawings/vmlDrawing60.vml"/><Relationship Id="rId6" Type="http://schemas.openxmlformats.org/officeDocument/2006/relationships/image" Target="../media/image599.wmf"/><Relationship Id="rId11" Type="http://schemas.openxmlformats.org/officeDocument/2006/relationships/oleObject" Target="../embeddings/oleObject664.bin"/><Relationship Id="rId5" Type="http://schemas.openxmlformats.org/officeDocument/2006/relationships/oleObject" Target="../embeddings/oleObject661.bin"/><Relationship Id="rId15" Type="http://schemas.openxmlformats.org/officeDocument/2006/relationships/oleObject" Target="../embeddings/oleObject666.bin"/><Relationship Id="rId10" Type="http://schemas.openxmlformats.org/officeDocument/2006/relationships/image" Target="../media/image601.wmf"/><Relationship Id="rId19" Type="http://schemas.openxmlformats.org/officeDocument/2006/relationships/oleObject" Target="../embeddings/oleObject668.bin"/><Relationship Id="rId4" Type="http://schemas.openxmlformats.org/officeDocument/2006/relationships/image" Target="../media/image598.wmf"/><Relationship Id="rId9" Type="http://schemas.openxmlformats.org/officeDocument/2006/relationships/oleObject" Target="../embeddings/oleObject663.bin"/><Relationship Id="rId14" Type="http://schemas.openxmlformats.org/officeDocument/2006/relationships/image" Target="../media/image603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9.wmf"/><Relationship Id="rId13" Type="http://schemas.openxmlformats.org/officeDocument/2006/relationships/oleObject" Target="../embeddings/oleObject674.bin"/><Relationship Id="rId18" Type="http://schemas.openxmlformats.org/officeDocument/2006/relationships/image" Target="../media/image614.wmf"/><Relationship Id="rId26" Type="http://schemas.openxmlformats.org/officeDocument/2006/relationships/oleObject" Target="../embeddings/oleObject681.bin"/><Relationship Id="rId3" Type="http://schemas.openxmlformats.org/officeDocument/2006/relationships/oleObject" Target="../embeddings/oleObject669.bin"/><Relationship Id="rId21" Type="http://schemas.openxmlformats.org/officeDocument/2006/relationships/oleObject" Target="../embeddings/oleObject678.bin"/><Relationship Id="rId7" Type="http://schemas.openxmlformats.org/officeDocument/2006/relationships/oleObject" Target="../embeddings/oleObject671.bin"/><Relationship Id="rId12" Type="http://schemas.openxmlformats.org/officeDocument/2006/relationships/image" Target="../media/image611.wmf"/><Relationship Id="rId17" Type="http://schemas.openxmlformats.org/officeDocument/2006/relationships/oleObject" Target="../embeddings/oleObject676.bin"/><Relationship Id="rId25" Type="http://schemas.openxmlformats.org/officeDocument/2006/relationships/image" Target="../media/image61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3.wmf"/><Relationship Id="rId20" Type="http://schemas.openxmlformats.org/officeDocument/2006/relationships/image" Target="../media/image615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608.wmf"/><Relationship Id="rId11" Type="http://schemas.openxmlformats.org/officeDocument/2006/relationships/oleObject" Target="../embeddings/oleObject673.bin"/><Relationship Id="rId24" Type="http://schemas.openxmlformats.org/officeDocument/2006/relationships/oleObject" Target="../embeddings/oleObject680.bin"/><Relationship Id="rId5" Type="http://schemas.openxmlformats.org/officeDocument/2006/relationships/oleObject" Target="../embeddings/oleObject670.bin"/><Relationship Id="rId15" Type="http://schemas.openxmlformats.org/officeDocument/2006/relationships/oleObject" Target="../embeddings/oleObject675.bin"/><Relationship Id="rId23" Type="http://schemas.openxmlformats.org/officeDocument/2006/relationships/oleObject" Target="../embeddings/oleObject679.bin"/><Relationship Id="rId10" Type="http://schemas.openxmlformats.org/officeDocument/2006/relationships/image" Target="../media/image610.wmf"/><Relationship Id="rId19" Type="http://schemas.openxmlformats.org/officeDocument/2006/relationships/oleObject" Target="../embeddings/oleObject677.bin"/><Relationship Id="rId4" Type="http://schemas.openxmlformats.org/officeDocument/2006/relationships/image" Target="../media/image607.wmf"/><Relationship Id="rId9" Type="http://schemas.openxmlformats.org/officeDocument/2006/relationships/oleObject" Target="../embeddings/oleObject672.bin"/><Relationship Id="rId14" Type="http://schemas.openxmlformats.org/officeDocument/2006/relationships/image" Target="../media/image612.wmf"/><Relationship Id="rId22" Type="http://schemas.openxmlformats.org/officeDocument/2006/relationships/image" Target="../media/image616.wmf"/><Relationship Id="rId27" Type="http://schemas.openxmlformats.org/officeDocument/2006/relationships/image" Target="../media/image618.wmf"/></Relationships>
</file>

<file path=ppt/slides/_rels/slide7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87.bin"/><Relationship Id="rId18" Type="http://schemas.openxmlformats.org/officeDocument/2006/relationships/image" Target="../media/image622.wmf"/><Relationship Id="rId26" Type="http://schemas.openxmlformats.org/officeDocument/2006/relationships/image" Target="../media/image626.wmf"/><Relationship Id="rId21" Type="http://schemas.openxmlformats.org/officeDocument/2006/relationships/oleObject" Target="../embeddings/oleObject691.bin"/><Relationship Id="rId34" Type="http://schemas.openxmlformats.org/officeDocument/2006/relationships/image" Target="../media/image615.wmf"/><Relationship Id="rId7" Type="http://schemas.openxmlformats.org/officeDocument/2006/relationships/oleObject" Target="../embeddings/oleObject684.bin"/><Relationship Id="rId12" Type="http://schemas.openxmlformats.org/officeDocument/2006/relationships/image" Target="../media/image619.wmf"/><Relationship Id="rId17" Type="http://schemas.openxmlformats.org/officeDocument/2006/relationships/oleObject" Target="../embeddings/oleObject689.bin"/><Relationship Id="rId25" Type="http://schemas.openxmlformats.org/officeDocument/2006/relationships/oleObject" Target="../embeddings/oleObject693.bin"/><Relationship Id="rId33" Type="http://schemas.openxmlformats.org/officeDocument/2006/relationships/oleObject" Target="../embeddings/oleObject697.bin"/><Relationship Id="rId38" Type="http://schemas.openxmlformats.org/officeDocument/2006/relationships/oleObject" Target="../embeddings/oleObject7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1.wmf"/><Relationship Id="rId20" Type="http://schemas.openxmlformats.org/officeDocument/2006/relationships/image" Target="../media/image623.wmf"/><Relationship Id="rId29" Type="http://schemas.openxmlformats.org/officeDocument/2006/relationships/oleObject" Target="../embeddings/oleObject695.bin"/><Relationship Id="rId1" Type="http://schemas.openxmlformats.org/officeDocument/2006/relationships/vmlDrawing" Target="../drawings/vmlDrawing62.vml"/><Relationship Id="rId6" Type="http://schemas.openxmlformats.org/officeDocument/2006/relationships/image" Target="../media/image608.wmf"/><Relationship Id="rId11" Type="http://schemas.openxmlformats.org/officeDocument/2006/relationships/oleObject" Target="../embeddings/oleObject686.bin"/><Relationship Id="rId24" Type="http://schemas.openxmlformats.org/officeDocument/2006/relationships/image" Target="../media/image625.wmf"/><Relationship Id="rId32" Type="http://schemas.openxmlformats.org/officeDocument/2006/relationships/image" Target="../media/image629.wmf"/><Relationship Id="rId37" Type="http://schemas.openxmlformats.org/officeDocument/2006/relationships/oleObject" Target="../embeddings/oleObject699.bin"/><Relationship Id="rId5" Type="http://schemas.openxmlformats.org/officeDocument/2006/relationships/oleObject" Target="../embeddings/oleObject683.bin"/><Relationship Id="rId15" Type="http://schemas.openxmlformats.org/officeDocument/2006/relationships/oleObject" Target="../embeddings/oleObject688.bin"/><Relationship Id="rId23" Type="http://schemas.openxmlformats.org/officeDocument/2006/relationships/oleObject" Target="../embeddings/oleObject692.bin"/><Relationship Id="rId28" Type="http://schemas.openxmlformats.org/officeDocument/2006/relationships/image" Target="../media/image627.wmf"/><Relationship Id="rId36" Type="http://schemas.openxmlformats.org/officeDocument/2006/relationships/image" Target="../media/image616.wmf"/><Relationship Id="rId10" Type="http://schemas.openxmlformats.org/officeDocument/2006/relationships/image" Target="../media/image610.wmf"/><Relationship Id="rId19" Type="http://schemas.openxmlformats.org/officeDocument/2006/relationships/oleObject" Target="../embeddings/oleObject690.bin"/><Relationship Id="rId31" Type="http://schemas.openxmlformats.org/officeDocument/2006/relationships/oleObject" Target="../embeddings/oleObject696.bin"/><Relationship Id="rId4" Type="http://schemas.openxmlformats.org/officeDocument/2006/relationships/image" Target="../media/image607.wmf"/><Relationship Id="rId9" Type="http://schemas.openxmlformats.org/officeDocument/2006/relationships/oleObject" Target="../embeddings/oleObject685.bin"/><Relationship Id="rId14" Type="http://schemas.openxmlformats.org/officeDocument/2006/relationships/image" Target="../media/image620.wmf"/><Relationship Id="rId22" Type="http://schemas.openxmlformats.org/officeDocument/2006/relationships/image" Target="../media/image624.wmf"/><Relationship Id="rId27" Type="http://schemas.openxmlformats.org/officeDocument/2006/relationships/oleObject" Target="../embeddings/oleObject694.bin"/><Relationship Id="rId30" Type="http://schemas.openxmlformats.org/officeDocument/2006/relationships/image" Target="../media/image628.wmf"/><Relationship Id="rId35" Type="http://schemas.openxmlformats.org/officeDocument/2006/relationships/oleObject" Target="../embeddings/oleObject698.bin"/><Relationship Id="rId8" Type="http://schemas.openxmlformats.org/officeDocument/2006/relationships/image" Target="../media/image609.wmf"/><Relationship Id="rId3" Type="http://schemas.openxmlformats.org/officeDocument/2006/relationships/oleObject" Target="../embeddings/oleObject682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4.wmf"/><Relationship Id="rId18" Type="http://schemas.openxmlformats.org/officeDocument/2006/relationships/oleObject" Target="../embeddings/oleObject708.bin"/><Relationship Id="rId26" Type="http://schemas.openxmlformats.org/officeDocument/2006/relationships/oleObject" Target="../embeddings/oleObject712.bin"/><Relationship Id="rId39" Type="http://schemas.openxmlformats.org/officeDocument/2006/relationships/image" Target="../media/image647.wmf"/><Relationship Id="rId21" Type="http://schemas.openxmlformats.org/officeDocument/2006/relationships/image" Target="../media/image638.wmf"/><Relationship Id="rId34" Type="http://schemas.openxmlformats.org/officeDocument/2006/relationships/oleObject" Target="../embeddings/oleObject716.bin"/><Relationship Id="rId42" Type="http://schemas.openxmlformats.org/officeDocument/2006/relationships/oleObject" Target="../embeddings/oleObject720.bin"/><Relationship Id="rId47" Type="http://schemas.openxmlformats.org/officeDocument/2006/relationships/oleObject" Target="../embeddings/oleObject723.bin"/><Relationship Id="rId7" Type="http://schemas.openxmlformats.org/officeDocument/2006/relationships/image" Target="../media/image63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07.bin"/><Relationship Id="rId29" Type="http://schemas.openxmlformats.org/officeDocument/2006/relationships/image" Target="../media/image642.wmf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702.bin"/><Relationship Id="rId11" Type="http://schemas.openxmlformats.org/officeDocument/2006/relationships/image" Target="../media/image633.wmf"/><Relationship Id="rId24" Type="http://schemas.openxmlformats.org/officeDocument/2006/relationships/oleObject" Target="../embeddings/oleObject711.bin"/><Relationship Id="rId32" Type="http://schemas.openxmlformats.org/officeDocument/2006/relationships/oleObject" Target="../embeddings/oleObject715.bin"/><Relationship Id="rId37" Type="http://schemas.openxmlformats.org/officeDocument/2006/relationships/image" Target="../media/image646.wmf"/><Relationship Id="rId40" Type="http://schemas.openxmlformats.org/officeDocument/2006/relationships/oleObject" Target="../embeddings/oleObject719.bin"/><Relationship Id="rId45" Type="http://schemas.openxmlformats.org/officeDocument/2006/relationships/image" Target="../media/image650.wmf"/><Relationship Id="rId5" Type="http://schemas.openxmlformats.org/officeDocument/2006/relationships/image" Target="../media/image630.wmf"/><Relationship Id="rId15" Type="http://schemas.openxmlformats.org/officeDocument/2006/relationships/image" Target="../media/image635.wmf"/><Relationship Id="rId23" Type="http://schemas.openxmlformats.org/officeDocument/2006/relationships/image" Target="../media/image639.wmf"/><Relationship Id="rId28" Type="http://schemas.openxmlformats.org/officeDocument/2006/relationships/oleObject" Target="../embeddings/oleObject713.bin"/><Relationship Id="rId36" Type="http://schemas.openxmlformats.org/officeDocument/2006/relationships/oleObject" Target="../embeddings/oleObject717.bin"/><Relationship Id="rId10" Type="http://schemas.openxmlformats.org/officeDocument/2006/relationships/oleObject" Target="../embeddings/oleObject704.bin"/><Relationship Id="rId19" Type="http://schemas.openxmlformats.org/officeDocument/2006/relationships/image" Target="../media/image637.wmf"/><Relationship Id="rId31" Type="http://schemas.openxmlformats.org/officeDocument/2006/relationships/image" Target="../media/image643.wmf"/><Relationship Id="rId44" Type="http://schemas.openxmlformats.org/officeDocument/2006/relationships/oleObject" Target="../embeddings/oleObject721.bin"/><Relationship Id="rId4" Type="http://schemas.openxmlformats.org/officeDocument/2006/relationships/oleObject" Target="../embeddings/oleObject701.bin"/><Relationship Id="rId9" Type="http://schemas.openxmlformats.org/officeDocument/2006/relationships/image" Target="../media/image632.wmf"/><Relationship Id="rId14" Type="http://schemas.openxmlformats.org/officeDocument/2006/relationships/oleObject" Target="../embeddings/oleObject706.bin"/><Relationship Id="rId22" Type="http://schemas.openxmlformats.org/officeDocument/2006/relationships/oleObject" Target="../embeddings/oleObject710.bin"/><Relationship Id="rId27" Type="http://schemas.openxmlformats.org/officeDocument/2006/relationships/image" Target="../media/image641.wmf"/><Relationship Id="rId30" Type="http://schemas.openxmlformats.org/officeDocument/2006/relationships/oleObject" Target="../embeddings/oleObject714.bin"/><Relationship Id="rId35" Type="http://schemas.openxmlformats.org/officeDocument/2006/relationships/image" Target="../media/image645.wmf"/><Relationship Id="rId43" Type="http://schemas.openxmlformats.org/officeDocument/2006/relationships/image" Target="../media/image649.wmf"/><Relationship Id="rId48" Type="http://schemas.openxmlformats.org/officeDocument/2006/relationships/image" Target="../media/image651.wmf"/><Relationship Id="rId8" Type="http://schemas.openxmlformats.org/officeDocument/2006/relationships/oleObject" Target="../embeddings/oleObject703.bin"/><Relationship Id="rId3" Type="http://schemas.openxmlformats.org/officeDocument/2006/relationships/notesSlide" Target="../notesSlides/notesSlide3.xml"/><Relationship Id="rId12" Type="http://schemas.openxmlformats.org/officeDocument/2006/relationships/oleObject" Target="../embeddings/oleObject705.bin"/><Relationship Id="rId17" Type="http://schemas.openxmlformats.org/officeDocument/2006/relationships/image" Target="../media/image636.wmf"/><Relationship Id="rId25" Type="http://schemas.openxmlformats.org/officeDocument/2006/relationships/image" Target="../media/image640.wmf"/><Relationship Id="rId33" Type="http://schemas.openxmlformats.org/officeDocument/2006/relationships/image" Target="../media/image644.wmf"/><Relationship Id="rId38" Type="http://schemas.openxmlformats.org/officeDocument/2006/relationships/oleObject" Target="../embeddings/oleObject718.bin"/><Relationship Id="rId46" Type="http://schemas.openxmlformats.org/officeDocument/2006/relationships/oleObject" Target="../embeddings/oleObject722.bin"/><Relationship Id="rId20" Type="http://schemas.openxmlformats.org/officeDocument/2006/relationships/oleObject" Target="../embeddings/oleObject709.bin"/><Relationship Id="rId41" Type="http://schemas.openxmlformats.org/officeDocument/2006/relationships/image" Target="../media/image648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4.wmf"/><Relationship Id="rId13" Type="http://schemas.openxmlformats.org/officeDocument/2006/relationships/oleObject" Target="../embeddings/oleObject729.bin"/><Relationship Id="rId18" Type="http://schemas.openxmlformats.org/officeDocument/2006/relationships/image" Target="../media/image659.wmf"/><Relationship Id="rId3" Type="http://schemas.openxmlformats.org/officeDocument/2006/relationships/oleObject" Target="../embeddings/oleObject724.bin"/><Relationship Id="rId21" Type="http://schemas.openxmlformats.org/officeDocument/2006/relationships/oleObject" Target="../embeddings/oleObject733.bin"/><Relationship Id="rId7" Type="http://schemas.openxmlformats.org/officeDocument/2006/relationships/oleObject" Target="../embeddings/oleObject726.bin"/><Relationship Id="rId12" Type="http://schemas.openxmlformats.org/officeDocument/2006/relationships/image" Target="../media/image656.wmf"/><Relationship Id="rId17" Type="http://schemas.openxmlformats.org/officeDocument/2006/relationships/oleObject" Target="../embeddings/oleObject7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8.wmf"/><Relationship Id="rId20" Type="http://schemas.openxmlformats.org/officeDocument/2006/relationships/image" Target="../media/image660.w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653.wmf"/><Relationship Id="rId11" Type="http://schemas.openxmlformats.org/officeDocument/2006/relationships/oleObject" Target="../embeddings/oleObject728.bin"/><Relationship Id="rId24" Type="http://schemas.openxmlformats.org/officeDocument/2006/relationships/oleObject" Target="../embeddings/oleObject736.bin"/><Relationship Id="rId5" Type="http://schemas.openxmlformats.org/officeDocument/2006/relationships/oleObject" Target="../embeddings/oleObject725.bin"/><Relationship Id="rId15" Type="http://schemas.openxmlformats.org/officeDocument/2006/relationships/oleObject" Target="../embeddings/oleObject730.bin"/><Relationship Id="rId23" Type="http://schemas.openxmlformats.org/officeDocument/2006/relationships/oleObject" Target="../embeddings/oleObject735.bin"/><Relationship Id="rId10" Type="http://schemas.openxmlformats.org/officeDocument/2006/relationships/image" Target="../media/image655.wmf"/><Relationship Id="rId19" Type="http://schemas.openxmlformats.org/officeDocument/2006/relationships/oleObject" Target="../embeddings/oleObject732.bin"/><Relationship Id="rId4" Type="http://schemas.openxmlformats.org/officeDocument/2006/relationships/image" Target="../media/image652.wmf"/><Relationship Id="rId9" Type="http://schemas.openxmlformats.org/officeDocument/2006/relationships/oleObject" Target="../embeddings/oleObject727.bin"/><Relationship Id="rId14" Type="http://schemas.openxmlformats.org/officeDocument/2006/relationships/image" Target="../media/image657.wmf"/><Relationship Id="rId22" Type="http://schemas.openxmlformats.org/officeDocument/2006/relationships/oleObject" Target="../embeddings/oleObject734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3.wmf"/><Relationship Id="rId13" Type="http://schemas.openxmlformats.org/officeDocument/2006/relationships/image" Target="../media/image665.wmf"/><Relationship Id="rId18" Type="http://schemas.openxmlformats.org/officeDocument/2006/relationships/oleObject" Target="../embeddings/oleObject745.bin"/><Relationship Id="rId3" Type="http://schemas.openxmlformats.org/officeDocument/2006/relationships/oleObject" Target="../embeddings/oleObject737.bin"/><Relationship Id="rId21" Type="http://schemas.openxmlformats.org/officeDocument/2006/relationships/image" Target="../media/image669.wmf"/><Relationship Id="rId7" Type="http://schemas.openxmlformats.org/officeDocument/2006/relationships/oleObject" Target="../embeddings/oleObject739.bin"/><Relationship Id="rId12" Type="http://schemas.openxmlformats.org/officeDocument/2006/relationships/oleObject" Target="../embeddings/oleObject742.bin"/><Relationship Id="rId17" Type="http://schemas.openxmlformats.org/officeDocument/2006/relationships/image" Target="../media/image66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44.bin"/><Relationship Id="rId20" Type="http://schemas.openxmlformats.org/officeDocument/2006/relationships/oleObject" Target="../embeddings/oleObject746.bin"/><Relationship Id="rId1" Type="http://schemas.openxmlformats.org/officeDocument/2006/relationships/vmlDrawing" Target="../drawings/vmlDrawing65.vml"/><Relationship Id="rId6" Type="http://schemas.openxmlformats.org/officeDocument/2006/relationships/image" Target="../media/image662.wmf"/><Relationship Id="rId11" Type="http://schemas.openxmlformats.org/officeDocument/2006/relationships/oleObject" Target="../embeddings/oleObject741.bin"/><Relationship Id="rId5" Type="http://schemas.openxmlformats.org/officeDocument/2006/relationships/oleObject" Target="../embeddings/oleObject738.bin"/><Relationship Id="rId15" Type="http://schemas.openxmlformats.org/officeDocument/2006/relationships/image" Target="../media/image666.wmf"/><Relationship Id="rId23" Type="http://schemas.openxmlformats.org/officeDocument/2006/relationships/oleObject" Target="../embeddings/oleObject748.bin"/><Relationship Id="rId10" Type="http://schemas.openxmlformats.org/officeDocument/2006/relationships/image" Target="../media/image664.wmf"/><Relationship Id="rId19" Type="http://schemas.openxmlformats.org/officeDocument/2006/relationships/image" Target="../media/image668.wmf"/><Relationship Id="rId4" Type="http://schemas.openxmlformats.org/officeDocument/2006/relationships/image" Target="../media/image661.wmf"/><Relationship Id="rId9" Type="http://schemas.openxmlformats.org/officeDocument/2006/relationships/oleObject" Target="../embeddings/oleObject740.bin"/><Relationship Id="rId14" Type="http://schemas.openxmlformats.org/officeDocument/2006/relationships/oleObject" Target="../embeddings/oleObject743.bin"/><Relationship Id="rId22" Type="http://schemas.openxmlformats.org/officeDocument/2006/relationships/oleObject" Target="../embeddings/oleObject747.bin"/></Relationships>
</file>

<file path=ppt/slides/_rels/slide7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55.bin"/><Relationship Id="rId18" Type="http://schemas.openxmlformats.org/officeDocument/2006/relationships/image" Target="../media/image676.wmf"/><Relationship Id="rId26" Type="http://schemas.openxmlformats.org/officeDocument/2006/relationships/oleObject" Target="../embeddings/oleObject762.bin"/><Relationship Id="rId3" Type="http://schemas.openxmlformats.org/officeDocument/2006/relationships/oleObject" Target="../embeddings/oleObject749.bin"/><Relationship Id="rId21" Type="http://schemas.openxmlformats.org/officeDocument/2006/relationships/image" Target="../media/image677.wmf"/><Relationship Id="rId7" Type="http://schemas.openxmlformats.org/officeDocument/2006/relationships/oleObject" Target="../embeddings/oleObject751.bin"/><Relationship Id="rId12" Type="http://schemas.openxmlformats.org/officeDocument/2006/relationships/oleObject" Target="../embeddings/oleObject754.bin"/><Relationship Id="rId17" Type="http://schemas.openxmlformats.org/officeDocument/2006/relationships/oleObject" Target="../embeddings/oleObject757.bin"/><Relationship Id="rId25" Type="http://schemas.openxmlformats.org/officeDocument/2006/relationships/image" Target="../media/image679.wmf"/><Relationship Id="rId33" Type="http://schemas.openxmlformats.org/officeDocument/2006/relationships/image" Target="../media/image68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5.wmf"/><Relationship Id="rId20" Type="http://schemas.openxmlformats.org/officeDocument/2006/relationships/oleObject" Target="../embeddings/oleObject759.bin"/><Relationship Id="rId29" Type="http://schemas.openxmlformats.org/officeDocument/2006/relationships/image" Target="../media/image681.w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671.wmf"/><Relationship Id="rId11" Type="http://schemas.openxmlformats.org/officeDocument/2006/relationships/oleObject" Target="../embeddings/oleObject753.bin"/><Relationship Id="rId24" Type="http://schemas.openxmlformats.org/officeDocument/2006/relationships/oleObject" Target="../embeddings/oleObject761.bin"/><Relationship Id="rId32" Type="http://schemas.openxmlformats.org/officeDocument/2006/relationships/oleObject" Target="../embeddings/oleObject765.bin"/><Relationship Id="rId5" Type="http://schemas.openxmlformats.org/officeDocument/2006/relationships/oleObject" Target="../embeddings/oleObject750.bin"/><Relationship Id="rId15" Type="http://schemas.openxmlformats.org/officeDocument/2006/relationships/oleObject" Target="../embeddings/oleObject756.bin"/><Relationship Id="rId23" Type="http://schemas.openxmlformats.org/officeDocument/2006/relationships/image" Target="../media/image678.wmf"/><Relationship Id="rId28" Type="http://schemas.openxmlformats.org/officeDocument/2006/relationships/oleObject" Target="../embeddings/oleObject763.bin"/><Relationship Id="rId10" Type="http://schemas.openxmlformats.org/officeDocument/2006/relationships/image" Target="../media/image673.wmf"/><Relationship Id="rId19" Type="http://schemas.openxmlformats.org/officeDocument/2006/relationships/oleObject" Target="../embeddings/oleObject758.bin"/><Relationship Id="rId31" Type="http://schemas.openxmlformats.org/officeDocument/2006/relationships/image" Target="../media/image682.wmf"/><Relationship Id="rId4" Type="http://schemas.openxmlformats.org/officeDocument/2006/relationships/image" Target="../media/image670.wmf"/><Relationship Id="rId9" Type="http://schemas.openxmlformats.org/officeDocument/2006/relationships/oleObject" Target="../embeddings/oleObject752.bin"/><Relationship Id="rId14" Type="http://schemas.openxmlformats.org/officeDocument/2006/relationships/image" Target="../media/image674.wmf"/><Relationship Id="rId22" Type="http://schemas.openxmlformats.org/officeDocument/2006/relationships/oleObject" Target="../embeddings/oleObject760.bin"/><Relationship Id="rId27" Type="http://schemas.openxmlformats.org/officeDocument/2006/relationships/image" Target="../media/image680.wmf"/><Relationship Id="rId30" Type="http://schemas.openxmlformats.org/officeDocument/2006/relationships/oleObject" Target="../embeddings/oleObject764.bin"/><Relationship Id="rId8" Type="http://schemas.openxmlformats.org/officeDocument/2006/relationships/image" Target="../media/image672.wmf"/></Relationships>
</file>

<file path=ppt/slides/_rels/slide7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71.bin"/><Relationship Id="rId18" Type="http://schemas.openxmlformats.org/officeDocument/2006/relationships/image" Target="../media/image691.wmf"/><Relationship Id="rId26" Type="http://schemas.openxmlformats.org/officeDocument/2006/relationships/oleObject" Target="../embeddings/oleObject777.bin"/><Relationship Id="rId39" Type="http://schemas.openxmlformats.org/officeDocument/2006/relationships/oleObject" Target="../embeddings/oleObject784.bin"/><Relationship Id="rId21" Type="http://schemas.openxmlformats.org/officeDocument/2006/relationships/oleObject" Target="../embeddings/oleObject775.bin"/><Relationship Id="rId34" Type="http://schemas.openxmlformats.org/officeDocument/2006/relationships/image" Target="../media/image698.wmf"/><Relationship Id="rId42" Type="http://schemas.openxmlformats.org/officeDocument/2006/relationships/image" Target="../media/image702.wmf"/><Relationship Id="rId7" Type="http://schemas.openxmlformats.org/officeDocument/2006/relationships/oleObject" Target="../embeddings/oleObject7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0.wmf"/><Relationship Id="rId20" Type="http://schemas.openxmlformats.org/officeDocument/2006/relationships/image" Target="../media/image692.wmf"/><Relationship Id="rId29" Type="http://schemas.openxmlformats.org/officeDocument/2006/relationships/oleObject" Target="../embeddings/oleObject779.bin"/><Relationship Id="rId41" Type="http://schemas.openxmlformats.org/officeDocument/2006/relationships/oleObject" Target="../embeddings/oleObject785.bin"/><Relationship Id="rId1" Type="http://schemas.openxmlformats.org/officeDocument/2006/relationships/vmlDrawing" Target="../drawings/vmlDrawing67.vml"/><Relationship Id="rId6" Type="http://schemas.openxmlformats.org/officeDocument/2006/relationships/image" Target="../media/image685.wmf"/><Relationship Id="rId11" Type="http://schemas.openxmlformats.org/officeDocument/2006/relationships/oleObject" Target="../embeddings/oleObject770.bin"/><Relationship Id="rId24" Type="http://schemas.openxmlformats.org/officeDocument/2006/relationships/image" Target="../media/image694.wmf"/><Relationship Id="rId32" Type="http://schemas.openxmlformats.org/officeDocument/2006/relationships/image" Target="../media/image697.wmf"/><Relationship Id="rId37" Type="http://schemas.openxmlformats.org/officeDocument/2006/relationships/oleObject" Target="../embeddings/oleObject783.bin"/><Relationship Id="rId40" Type="http://schemas.openxmlformats.org/officeDocument/2006/relationships/image" Target="../media/image701.wmf"/><Relationship Id="rId5" Type="http://schemas.openxmlformats.org/officeDocument/2006/relationships/oleObject" Target="../embeddings/oleObject767.bin"/><Relationship Id="rId15" Type="http://schemas.openxmlformats.org/officeDocument/2006/relationships/oleObject" Target="../embeddings/oleObject772.bin"/><Relationship Id="rId23" Type="http://schemas.openxmlformats.org/officeDocument/2006/relationships/oleObject" Target="../embeddings/oleObject776.bin"/><Relationship Id="rId28" Type="http://schemas.openxmlformats.org/officeDocument/2006/relationships/image" Target="../media/image695.wmf"/><Relationship Id="rId36" Type="http://schemas.openxmlformats.org/officeDocument/2006/relationships/image" Target="../media/image699.wmf"/><Relationship Id="rId10" Type="http://schemas.openxmlformats.org/officeDocument/2006/relationships/image" Target="../media/image687.wmf"/><Relationship Id="rId19" Type="http://schemas.openxmlformats.org/officeDocument/2006/relationships/oleObject" Target="../embeddings/oleObject774.bin"/><Relationship Id="rId31" Type="http://schemas.openxmlformats.org/officeDocument/2006/relationships/oleObject" Target="../embeddings/oleObject780.bin"/><Relationship Id="rId4" Type="http://schemas.openxmlformats.org/officeDocument/2006/relationships/image" Target="../media/image684.wmf"/><Relationship Id="rId9" Type="http://schemas.openxmlformats.org/officeDocument/2006/relationships/oleObject" Target="../embeddings/oleObject769.bin"/><Relationship Id="rId14" Type="http://schemas.openxmlformats.org/officeDocument/2006/relationships/image" Target="../media/image689.wmf"/><Relationship Id="rId22" Type="http://schemas.openxmlformats.org/officeDocument/2006/relationships/image" Target="../media/image693.wmf"/><Relationship Id="rId27" Type="http://schemas.openxmlformats.org/officeDocument/2006/relationships/oleObject" Target="../embeddings/oleObject778.bin"/><Relationship Id="rId30" Type="http://schemas.openxmlformats.org/officeDocument/2006/relationships/image" Target="../media/image696.wmf"/><Relationship Id="rId35" Type="http://schemas.openxmlformats.org/officeDocument/2006/relationships/oleObject" Target="../embeddings/oleObject782.bin"/><Relationship Id="rId43" Type="http://schemas.openxmlformats.org/officeDocument/2006/relationships/oleObject" Target="../embeddings/oleObject786.bin"/><Relationship Id="rId8" Type="http://schemas.openxmlformats.org/officeDocument/2006/relationships/image" Target="../media/image686.wmf"/><Relationship Id="rId3" Type="http://schemas.openxmlformats.org/officeDocument/2006/relationships/oleObject" Target="../embeddings/oleObject766.bin"/><Relationship Id="rId12" Type="http://schemas.openxmlformats.org/officeDocument/2006/relationships/image" Target="../media/image688.wmf"/><Relationship Id="rId17" Type="http://schemas.openxmlformats.org/officeDocument/2006/relationships/oleObject" Target="../embeddings/oleObject773.bin"/><Relationship Id="rId25" Type="http://schemas.openxmlformats.org/officeDocument/2006/relationships/image" Target="../media/image703.emf"/><Relationship Id="rId33" Type="http://schemas.openxmlformats.org/officeDocument/2006/relationships/oleObject" Target="../embeddings/oleObject781.bin"/><Relationship Id="rId38" Type="http://schemas.openxmlformats.org/officeDocument/2006/relationships/image" Target="../media/image700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6.wmf"/><Relationship Id="rId13" Type="http://schemas.openxmlformats.org/officeDocument/2006/relationships/oleObject" Target="../embeddings/oleObject792.bin"/><Relationship Id="rId18" Type="http://schemas.openxmlformats.org/officeDocument/2006/relationships/image" Target="../media/image710.wmf"/><Relationship Id="rId26" Type="http://schemas.openxmlformats.org/officeDocument/2006/relationships/oleObject" Target="../embeddings/oleObject799.bin"/><Relationship Id="rId3" Type="http://schemas.openxmlformats.org/officeDocument/2006/relationships/oleObject" Target="../embeddings/oleObject787.bin"/><Relationship Id="rId21" Type="http://schemas.openxmlformats.org/officeDocument/2006/relationships/image" Target="../media/image711.wmf"/><Relationship Id="rId7" Type="http://schemas.openxmlformats.org/officeDocument/2006/relationships/oleObject" Target="../embeddings/oleObject789.bin"/><Relationship Id="rId12" Type="http://schemas.openxmlformats.org/officeDocument/2006/relationships/image" Target="../media/image708.wmf"/><Relationship Id="rId17" Type="http://schemas.openxmlformats.org/officeDocument/2006/relationships/oleObject" Target="../embeddings/oleObject794.bin"/><Relationship Id="rId25" Type="http://schemas.openxmlformats.org/officeDocument/2006/relationships/image" Target="../media/image71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6.wmf"/><Relationship Id="rId20" Type="http://schemas.openxmlformats.org/officeDocument/2006/relationships/oleObject" Target="../embeddings/oleObject796.bin"/><Relationship Id="rId1" Type="http://schemas.openxmlformats.org/officeDocument/2006/relationships/vmlDrawing" Target="../drawings/vmlDrawing68.vml"/><Relationship Id="rId6" Type="http://schemas.openxmlformats.org/officeDocument/2006/relationships/image" Target="../media/image705.wmf"/><Relationship Id="rId11" Type="http://schemas.openxmlformats.org/officeDocument/2006/relationships/oleObject" Target="../embeddings/oleObject791.bin"/><Relationship Id="rId24" Type="http://schemas.openxmlformats.org/officeDocument/2006/relationships/oleObject" Target="../embeddings/oleObject798.bin"/><Relationship Id="rId5" Type="http://schemas.openxmlformats.org/officeDocument/2006/relationships/oleObject" Target="../embeddings/oleObject788.bin"/><Relationship Id="rId15" Type="http://schemas.openxmlformats.org/officeDocument/2006/relationships/oleObject" Target="../embeddings/oleObject793.bin"/><Relationship Id="rId23" Type="http://schemas.openxmlformats.org/officeDocument/2006/relationships/image" Target="../media/image712.wmf"/><Relationship Id="rId10" Type="http://schemas.openxmlformats.org/officeDocument/2006/relationships/image" Target="../media/image707.wmf"/><Relationship Id="rId19" Type="http://schemas.openxmlformats.org/officeDocument/2006/relationships/oleObject" Target="../embeddings/oleObject795.bin"/><Relationship Id="rId4" Type="http://schemas.openxmlformats.org/officeDocument/2006/relationships/image" Target="../media/image704.wmf"/><Relationship Id="rId9" Type="http://schemas.openxmlformats.org/officeDocument/2006/relationships/oleObject" Target="../embeddings/oleObject790.bin"/><Relationship Id="rId14" Type="http://schemas.openxmlformats.org/officeDocument/2006/relationships/image" Target="../media/image709.wmf"/><Relationship Id="rId22" Type="http://schemas.openxmlformats.org/officeDocument/2006/relationships/oleObject" Target="../embeddings/oleObject797.bin"/><Relationship Id="rId27" Type="http://schemas.openxmlformats.org/officeDocument/2006/relationships/image" Target="../media/image714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7.wmf"/><Relationship Id="rId13" Type="http://schemas.openxmlformats.org/officeDocument/2006/relationships/oleObject" Target="../embeddings/oleObject805.bin"/><Relationship Id="rId3" Type="http://schemas.openxmlformats.org/officeDocument/2006/relationships/oleObject" Target="../embeddings/oleObject800.bin"/><Relationship Id="rId7" Type="http://schemas.openxmlformats.org/officeDocument/2006/relationships/oleObject" Target="../embeddings/oleObject802.bin"/><Relationship Id="rId12" Type="http://schemas.openxmlformats.org/officeDocument/2006/relationships/image" Target="../media/image7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1.wmf"/><Relationship Id="rId1" Type="http://schemas.openxmlformats.org/officeDocument/2006/relationships/vmlDrawing" Target="../drawings/vmlDrawing69.vml"/><Relationship Id="rId6" Type="http://schemas.openxmlformats.org/officeDocument/2006/relationships/image" Target="../media/image716.wmf"/><Relationship Id="rId11" Type="http://schemas.openxmlformats.org/officeDocument/2006/relationships/oleObject" Target="../embeddings/oleObject804.bin"/><Relationship Id="rId5" Type="http://schemas.openxmlformats.org/officeDocument/2006/relationships/oleObject" Target="../embeddings/oleObject801.bin"/><Relationship Id="rId15" Type="http://schemas.openxmlformats.org/officeDocument/2006/relationships/oleObject" Target="../embeddings/oleObject806.bin"/><Relationship Id="rId10" Type="http://schemas.openxmlformats.org/officeDocument/2006/relationships/image" Target="../media/image718.wmf"/><Relationship Id="rId4" Type="http://schemas.openxmlformats.org/officeDocument/2006/relationships/image" Target="../media/image715.wmf"/><Relationship Id="rId9" Type="http://schemas.openxmlformats.org/officeDocument/2006/relationships/oleObject" Target="../embeddings/oleObject803.bin"/><Relationship Id="rId14" Type="http://schemas.openxmlformats.org/officeDocument/2006/relationships/image" Target="../media/image720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4.wmf"/><Relationship Id="rId3" Type="http://schemas.openxmlformats.org/officeDocument/2006/relationships/oleObject" Target="../embeddings/oleObject807.bin"/><Relationship Id="rId7" Type="http://schemas.openxmlformats.org/officeDocument/2006/relationships/oleObject" Target="../embeddings/oleObject809.bin"/><Relationship Id="rId12" Type="http://schemas.openxmlformats.org/officeDocument/2006/relationships/image" Target="../media/image7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723.wmf"/><Relationship Id="rId11" Type="http://schemas.openxmlformats.org/officeDocument/2006/relationships/oleObject" Target="../embeddings/oleObject811.bin"/><Relationship Id="rId5" Type="http://schemas.openxmlformats.org/officeDocument/2006/relationships/oleObject" Target="../embeddings/oleObject808.bin"/><Relationship Id="rId10" Type="http://schemas.openxmlformats.org/officeDocument/2006/relationships/image" Target="../media/image720.wmf"/><Relationship Id="rId4" Type="http://schemas.openxmlformats.org/officeDocument/2006/relationships/image" Target="../media/image722.wmf"/><Relationship Id="rId9" Type="http://schemas.openxmlformats.org/officeDocument/2006/relationships/oleObject" Target="../embeddings/oleObject810.bin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D55081D4-65B0-41FD-B0E4-ABE50A911EB7}"/>
              </a:ext>
            </a:extLst>
          </p:cNvPr>
          <p:cNvSpPr txBox="1">
            <a:spLocks/>
          </p:cNvSpPr>
          <p:nvPr/>
        </p:nvSpPr>
        <p:spPr>
          <a:xfrm>
            <a:off x="1369368" y="2715766"/>
            <a:ext cx="6400800" cy="1386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习题课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D1707BF-6D7D-4E83-8F41-7ED153B1A68A}"/>
              </a:ext>
            </a:extLst>
          </p:cNvPr>
          <p:cNvSpPr txBox="1"/>
          <p:nvPr/>
        </p:nvSpPr>
        <p:spPr>
          <a:xfrm>
            <a:off x="2699792" y="3651870"/>
            <a:ext cx="4680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   郭晓峰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EE9254B-93A3-44BF-9E72-79ABBBD12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1038225"/>
            <a:ext cx="7772400" cy="1101725"/>
          </a:xfrm>
        </p:spPr>
        <p:txBody>
          <a:bodyPr/>
          <a:lstStyle/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 微分中值定理与导数的应用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0106C5-544B-457E-8950-88AA450E015C}"/>
              </a:ext>
            </a:extLst>
          </p:cNvPr>
          <p:cNvSpPr/>
          <p:nvPr/>
        </p:nvSpPr>
        <p:spPr>
          <a:xfrm>
            <a:off x="3131840" y="771550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第三章习题课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429EE1-9CEB-4D0C-BA8C-095C2D4BD890}"/>
              </a:ext>
            </a:extLst>
          </p:cNvPr>
          <p:cNvSpPr/>
          <p:nvPr/>
        </p:nvSpPr>
        <p:spPr>
          <a:xfrm>
            <a:off x="3167824" y="2105276"/>
            <a:ext cx="276373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广义罗尔定理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泰勒公式的应用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广义洛必达法则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F43F25-8AB5-461A-89C7-E1E5455C3CCD}"/>
              </a:ext>
            </a:extLst>
          </p:cNvPr>
          <p:cNvSpPr/>
          <p:nvPr/>
        </p:nvSpPr>
        <p:spPr>
          <a:xfrm>
            <a:off x="1619672" y="2715766"/>
            <a:ext cx="9361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延展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71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36">
            <a:extLst>
              <a:ext uri="{FF2B5EF4-FFF2-40B4-BE49-F238E27FC236}">
                <a16:creationId xmlns:a16="http://schemas.microsoft.com/office/drawing/2014/main" id="{BB0C7FA0-899C-4D17-87FD-97EC239E54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8231" y="1253509"/>
            <a:ext cx="2622249" cy="661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6" name="Object 38">
            <a:extLst>
              <a:ext uri="{FF2B5EF4-FFF2-40B4-BE49-F238E27FC236}">
                <a16:creationId xmlns:a16="http://schemas.microsoft.com/office/drawing/2014/main" id="{4E499063-CF19-44E5-9F52-E26F810E8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02290"/>
              </p:ext>
            </p:extLst>
          </p:nvPr>
        </p:nvGraphicFramePr>
        <p:xfrm>
          <a:off x="2806610" y="906264"/>
          <a:ext cx="14351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8" name="Equation" r:id="rId3" imgW="1511280" imgH="342720" progId="Equation.DSMT4">
                  <p:embed/>
                </p:oleObj>
              </mc:Choice>
              <mc:Fallback>
                <p:oleObj name="Equation" r:id="rId3" imgW="1511280" imgH="342720" progId="Equation.DSMT4">
                  <p:embed/>
                  <p:pic>
                    <p:nvPicPr>
                      <p:cNvPr id="8230" name="Object 38">
                        <a:extLst>
                          <a:ext uri="{FF2B5EF4-FFF2-40B4-BE49-F238E27FC236}">
                            <a16:creationId xmlns:a16="http://schemas.microsoft.com/office/drawing/2014/main" id="{417DA2B9-4540-4D88-8E51-538257D8D2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610" y="906264"/>
                        <a:ext cx="14351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EBA2F5C7-DE8D-45C8-81CF-9F74DB7EF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95486"/>
            <a:ext cx="594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1.  </a:t>
            </a: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微分中值定理及其相互关系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9920011-15C9-4285-A50F-20B2F49C10A5}"/>
              </a:ext>
            </a:extLst>
          </p:cNvPr>
          <p:cNvGrpSpPr/>
          <p:nvPr/>
        </p:nvGrpSpPr>
        <p:grpSpPr>
          <a:xfrm>
            <a:off x="752047" y="906264"/>
            <a:ext cx="1656184" cy="957165"/>
            <a:chOff x="786140" y="1131590"/>
            <a:chExt cx="1656184" cy="957165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58088ECD-7BB1-4CB8-842B-3E9EBA71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140" y="1131590"/>
              <a:ext cx="1656184" cy="6096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3366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+mj-ea"/>
                  <a:ea typeface="+mj-ea"/>
                </a:rPr>
                <a:t> </a:t>
              </a:r>
              <a:r>
                <a:rPr kumimoji="1" lang="zh-CN" altLang="en-US" sz="2400" b="1">
                  <a:latin typeface="+mj-ea"/>
                  <a:ea typeface="+mj-ea"/>
                </a:rPr>
                <a:t>罗尔定理 </a:t>
              </a:r>
            </a:p>
          </p:txBody>
        </p:sp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EAAF6FF1-4860-4410-970A-0CF7330B2C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2309374"/>
                </p:ext>
              </p:extLst>
            </p:nvPr>
          </p:nvGraphicFramePr>
          <p:xfrm>
            <a:off x="896937" y="1750617"/>
            <a:ext cx="1096962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9" name="Equation" r:id="rId5" imgW="1155600" imgH="355320" progId="Equation.DSMT4">
                    <p:embed/>
                  </p:oleObj>
                </mc:Choice>
                <mc:Fallback>
                  <p:oleObj name="Equation" r:id="rId5" imgW="1155600" imgH="355320" progId="Equation.DSMT4">
                    <p:embed/>
                    <p:pic>
                      <p:nvPicPr>
                        <p:cNvPr id="8200" name="Object 8">
                          <a:extLst>
                            <a:ext uri="{FF2B5EF4-FFF2-40B4-BE49-F238E27FC236}">
                              <a16:creationId xmlns:a16="http://schemas.microsoft.com/office/drawing/2014/main" id="{13E426EB-006D-4514-881F-299794CE47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6937" y="1750617"/>
                          <a:ext cx="1096962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E06D918-CF04-4078-9AC2-62C3403BE2E9}"/>
              </a:ext>
            </a:extLst>
          </p:cNvPr>
          <p:cNvGrpSpPr/>
          <p:nvPr/>
        </p:nvGrpSpPr>
        <p:grpSpPr>
          <a:xfrm>
            <a:off x="5030480" y="877837"/>
            <a:ext cx="3899915" cy="1392492"/>
            <a:chOff x="5064573" y="1103163"/>
            <a:chExt cx="3899915" cy="1392492"/>
          </a:xfrm>
        </p:grpSpPr>
        <p:sp>
          <p:nvSpPr>
            <p:cNvPr id="3" name="Rectangle 32">
              <a:extLst>
                <a:ext uri="{FF2B5EF4-FFF2-40B4-BE49-F238E27FC236}">
                  <a16:creationId xmlns:a16="http://schemas.microsoft.com/office/drawing/2014/main" id="{AA6E57AD-9411-43EB-91F7-E426F8C8D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573" y="1103163"/>
              <a:ext cx="3450387" cy="6096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6600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+mj-ea"/>
                  <a:ea typeface="+mj-ea"/>
                </a:rPr>
                <a:t> </a:t>
              </a:r>
              <a:r>
                <a:rPr kumimoji="1" lang="zh-CN" altLang="en-US" sz="2400" b="1">
                  <a:latin typeface="+mj-ea"/>
                  <a:ea typeface="+mj-ea"/>
                </a:rPr>
                <a:t>拉格朗日中值定理 </a:t>
              </a:r>
            </a:p>
          </p:txBody>
        </p:sp>
        <p:graphicFrame>
          <p:nvGraphicFramePr>
            <p:cNvPr id="31" name="Object 33">
              <a:extLst>
                <a:ext uri="{FF2B5EF4-FFF2-40B4-BE49-F238E27FC236}">
                  <a16:creationId xmlns:a16="http://schemas.microsoft.com/office/drawing/2014/main" id="{63C86426-9FFA-43D8-B51A-32FCAAA187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0549624"/>
                </p:ext>
              </p:extLst>
            </p:nvPr>
          </p:nvGraphicFramePr>
          <p:xfrm>
            <a:off x="6600700" y="1795568"/>
            <a:ext cx="2363788" cy="700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0" name="Equation" r:id="rId7" imgW="2489040" imgH="736560" progId="Equation.DSMT4">
                    <p:embed/>
                  </p:oleObj>
                </mc:Choice>
                <mc:Fallback>
                  <p:oleObj name="Equation" r:id="rId7" imgW="2489040" imgH="736560" progId="Equation.DSMT4">
                    <p:embed/>
                    <p:pic>
                      <p:nvPicPr>
                        <p:cNvPr id="8225" name="Object 33">
                          <a:extLst>
                            <a:ext uri="{FF2B5EF4-FFF2-40B4-BE49-F238E27FC236}">
                              <a16:creationId xmlns:a16="http://schemas.microsoft.com/office/drawing/2014/main" id="{035D7723-DC83-4FF0-B648-C8CA71492A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0700" y="1795568"/>
                          <a:ext cx="2363788" cy="700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Line 43">
            <a:extLst>
              <a:ext uri="{FF2B5EF4-FFF2-40B4-BE49-F238E27FC236}">
                <a16:creationId xmlns:a16="http://schemas.microsoft.com/office/drawing/2014/main" id="{C2082ECD-26C9-4E72-A3C6-048F7EF5A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4410" y="1515864"/>
            <a:ext cx="0" cy="13668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35" name="Object 44">
            <a:extLst>
              <a:ext uri="{FF2B5EF4-FFF2-40B4-BE49-F238E27FC236}">
                <a16:creationId xmlns:a16="http://schemas.microsoft.com/office/drawing/2014/main" id="{CC6323CF-F1E0-4CE2-B0D8-FBC21DB8B9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781928"/>
              </p:ext>
            </p:extLst>
          </p:nvPr>
        </p:nvGraphicFramePr>
        <p:xfrm>
          <a:off x="533174" y="1992113"/>
          <a:ext cx="14351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1" name="Equation" r:id="rId9" imgW="1511280" imgH="812520" progId="Equation.DSMT4">
                  <p:embed/>
                </p:oleObj>
              </mc:Choice>
              <mc:Fallback>
                <p:oleObj name="Equation" r:id="rId9" imgW="1511280" imgH="812520" progId="Equation.DSMT4">
                  <p:embed/>
                  <p:pic>
                    <p:nvPicPr>
                      <p:cNvPr id="8236" name="Object 44">
                        <a:extLst>
                          <a:ext uri="{FF2B5EF4-FFF2-40B4-BE49-F238E27FC236}">
                            <a16:creationId xmlns:a16="http://schemas.microsoft.com/office/drawing/2014/main" id="{3E42901D-39F4-4DF2-8F13-855825DD7E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174" y="1992113"/>
                        <a:ext cx="14351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F312D355-C9EC-4D7A-AC49-F0E2CE5731DE}"/>
              </a:ext>
            </a:extLst>
          </p:cNvPr>
          <p:cNvGrpSpPr/>
          <p:nvPr/>
        </p:nvGrpSpPr>
        <p:grpSpPr>
          <a:xfrm>
            <a:off x="353667" y="2882702"/>
            <a:ext cx="2865697" cy="1591239"/>
            <a:chOff x="387760" y="3108028"/>
            <a:chExt cx="2865697" cy="1591239"/>
          </a:xfrm>
        </p:grpSpPr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EE429B77-068B-4388-B23F-FE9E85B951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2107011"/>
                </p:ext>
              </p:extLst>
            </p:nvPr>
          </p:nvGraphicFramePr>
          <p:xfrm>
            <a:off x="792832" y="3951555"/>
            <a:ext cx="2460625" cy="747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2" name="Equation" r:id="rId11" imgW="2590560" imgH="787320" progId="Equation.DSMT4">
                    <p:embed/>
                  </p:oleObj>
                </mc:Choice>
                <mc:Fallback>
                  <p:oleObj name="Equation" r:id="rId11" imgW="2590560" imgH="787320" progId="Equation.DSMT4">
                    <p:embed/>
                    <p:pic>
                      <p:nvPicPr>
                        <p:cNvPr id="8221" name="Object 29">
                          <a:extLst>
                            <a:ext uri="{FF2B5EF4-FFF2-40B4-BE49-F238E27FC236}">
                              <a16:creationId xmlns:a16="http://schemas.microsoft.com/office/drawing/2014/main" id="{4734122F-ECC3-4F0E-B52E-F530F3E9EC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832" y="3951555"/>
                          <a:ext cx="2460625" cy="747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Rectangle 31">
              <a:extLst>
                <a:ext uri="{FF2B5EF4-FFF2-40B4-BE49-F238E27FC236}">
                  <a16:creationId xmlns:a16="http://schemas.microsoft.com/office/drawing/2014/main" id="{FB484107-DBF1-47AF-A276-DD734A306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60" y="3108028"/>
              <a:ext cx="2452943" cy="6096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663300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+mj-ea"/>
                  <a:ea typeface="+mj-ea"/>
                </a:rPr>
                <a:t> </a:t>
              </a:r>
              <a:r>
                <a:rPr kumimoji="1" lang="zh-CN" altLang="en-US" sz="2400" b="1">
                  <a:latin typeface="+mj-ea"/>
                  <a:ea typeface="+mj-ea"/>
                </a:rPr>
                <a:t>柯西中值定理 </a:t>
              </a:r>
            </a:p>
          </p:txBody>
        </p:sp>
      </p:grpSp>
      <p:sp>
        <p:nvSpPr>
          <p:cNvPr id="38" name="Line 51">
            <a:extLst>
              <a:ext uri="{FF2B5EF4-FFF2-40B4-BE49-F238E27FC236}">
                <a16:creationId xmlns:a16="http://schemas.microsoft.com/office/drawing/2014/main" id="{CFEB6C3C-555E-4F58-9254-3F85B12544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2949" y="1487437"/>
            <a:ext cx="3024998" cy="1709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39" name="Object 52">
            <a:extLst>
              <a:ext uri="{FF2B5EF4-FFF2-40B4-BE49-F238E27FC236}">
                <a16:creationId xmlns:a16="http://schemas.microsoft.com/office/drawing/2014/main" id="{23B3F4DE-F9C9-4891-8DC1-2D96D5D718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997271"/>
              </p:ext>
            </p:extLst>
          </p:nvPr>
        </p:nvGraphicFramePr>
        <p:xfrm>
          <a:off x="4496681" y="2293040"/>
          <a:ext cx="1049338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3" name="Equation" r:id="rId13" imgW="1104840" imgH="342720" progId="Equation.DSMT4">
                  <p:embed/>
                </p:oleObj>
              </mc:Choice>
              <mc:Fallback>
                <p:oleObj name="Equation" r:id="rId13" imgW="1104840" imgH="342720" progId="Equation.DSMT4">
                  <p:embed/>
                  <p:pic>
                    <p:nvPicPr>
                      <p:cNvPr id="8244" name="Object 52">
                        <a:extLst>
                          <a:ext uri="{FF2B5EF4-FFF2-40B4-BE49-F238E27FC236}">
                            <a16:creationId xmlns:a16="http://schemas.microsoft.com/office/drawing/2014/main" id="{94B2C239-729F-4B36-A748-7C426050F0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6681" y="2293040"/>
                        <a:ext cx="1049338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4FFC36C-274B-46A9-B689-D45772F57CDA}"/>
              </a:ext>
            </a:extLst>
          </p:cNvPr>
          <p:cNvGrpSpPr/>
          <p:nvPr/>
        </p:nvGrpSpPr>
        <p:grpSpPr>
          <a:xfrm>
            <a:off x="4051739" y="2890645"/>
            <a:ext cx="4680042" cy="1896959"/>
            <a:chOff x="4085832" y="3115971"/>
            <a:chExt cx="4680042" cy="1896959"/>
          </a:xfrm>
        </p:grpSpPr>
        <p:graphicFrame>
          <p:nvGraphicFramePr>
            <p:cNvPr id="36" name="Object 48">
              <a:extLst>
                <a:ext uri="{FF2B5EF4-FFF2-40B4-BE49-F238E27FC236}">
                  <a16:creationId xmlns:a16="http://schemas.microsoft.com/office/drawing/2014/main" id="{D1BF6C44-7602-49BD-B0D7-C9BBC09BE5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8271936"/>
                </p:ext>
              </p:extLst>
            </p:nvPr>
          </p:nvGraphicFramePr>
          <p:xfrm>
            <a:off x="5580112" y="4577955"/>
            <a:ext cx="2833687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4" name="Equation" r:id="rId15" imgW="2984400" imgH="457200" progId="Equation.DSMT4">
                    <p:embed/>
                  </p:oleObj>
                </mc:Choice>
                <mc:Fallback>
                  <p:oleObj name="Equation" r:id="rId15" imgW="2984400" imgH="457200" progId="Equation.DSMT4">
                    <p:embed/>
                    <p:pic>
                      <p:nvPicPr>
                        <p:cNvPr id="8240" name="Object 48">
                          <a:extLst>
                            <a:ext uri="{FF2B5EF4-FFF2-40B4-BE49-F238E27FC236}">
                              <a16:creationId xmlns:a16="http://schemas.microsoft.com/office/drawing/2014/main" id="{B308E580-41D9-45FF-9AC0-923B68852A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0112" y="4577955"/>
                          <a:ext cx="2833687" cy="434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Rectangle 34">
              <a:extLst>
                <a:ext uri="{FF2B5EF4-FFF2-40B4-BE49-F238E27FC236}">
                  <a16:creationId xmlns:a16="http://schemas.microsoft.com/office/drawing/2014/main" id="{DEBA9D26-4795-4495-89D1-12BCB2867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100" y="3115971"/>
              <a:ext cx="2743200" cy="6096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660066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 dirty="0">
                  <a:latin typeface="+mj-ea"/>
                  <a:ea typeface="+mj-ea"/>
                </a:rPr>
                <a:t> </a:t>
              </a:r>
              <a:r>
                <a:rPr kumimoji="1" lang="zh-CN" altLang="en-US" sz="2400" b="1" dirty="0">
                  <a:latin typeface="+mj-ea"/>
                  <a:ea typeface="+mj-ea"/>
                </a:rPr>
                <a:t>泰勒中值定理 </a:t>
              </a:r>
            </a:p>
          </p:txBody>
        </p:sp>
        <p:graphicFrame>
          <p:nvGraphicFramePr>
            <p:cNvPr id="62" name="Object 46">
              <a:extLst>
                <a:ext uri="{FF2B5EF4-FFF2-40B4-BE49-F238E27FC236}">
                  <a16:creationId xmlns:a16="http://schemas.microsoft.com/office/drawing/2014/main" id="{94AD38AB-3780-42FE-B9DE-F321052D12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729086"/>
                </p:ext>
              </p:extLst>
            </p:nvPr>
          </p:nvGraphicFramePr>
          <p:xfrm>
            <a:off x="4085832" y="3857499"/>
            <a:ext cx="3389313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5" name="Equation" r:id="rId17" imgW="3568680" imgH="380880" progId="Equation.DSMT4">
                    <p:embed/>
                  </p:oleObj>
                </mc:Choice>
                <mc:Fallback>
                  <p:oleObj name="Equation" r:id="rId17" imgW="3568680" imgH="380880" progId="Equation.DSMT4">
                    <p:embed/>
                    <p:pic>
                      <p:nvPicPr>
                        <p:cNvPr id="8238" name="Object 46">
                          <a:extLst>
                            <a:ext uri="{FF2B5EF4-FFF2-40B4-BE49-F238E27FC236}">
                              <a16:creationId xmlns:a16="http://schemas.microsoft.com/office/drawing/2014/main" id="{6AF070C0-A73E-4CA2-A5F4-E1A84BEA87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5832" y="3857499"/>
                          <a:ext cx="3389313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47">
              <a:extLst>
                <a:ext uri="{FF2B5EF4-FFF2-40B4-BE49-F238E27FC236}">
                  <a16:creationId xmlns:a16="http://schemas.microsoft.com/office/drawing/2014/main" id="{B2313AFA-A930-42FC-847D-E01536B17A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7431782"/>
                </p:ext>
              </p:extLst>
            </p:nvPr>
          </p:nvGraphicFramePr>
          <p:xfrm>
            <a:off x="5944887" y="4175128"/>
            <a:ext cx="2820987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6" name="Equation" r:id="rId19" imgW="2971800" imgH="457200" progId="Equation.DSMT4">
                    <p:embed/>
                  </p:oleObj>
                </mc:Choice>
                <mc:Fallback>
                  <p:oleObj name="Equation" r:id="rId19" imgW="2971800" imgH="457200" progId="Equation.DSMT4">
                    <p:embed/>
                    <p:pic>
                      <p:nvPicPr>
                        <p:cNvPr id="8239" name="Object 47">
                          <a:extLst>
                            <a:ext uri="{FF2B5EF4-FFF2-40B4-BE49-F238E27FC236}">
                              <a16:creationId xmlns:a16="http://schemas.microsoft.com/office/drawing/2014/main" id="{8B90ACF2-EEF9-4221-AD81-48F71D9F16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4887" y="4175128"/>
                          <a:ext cx="2820987" cy="433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" name="Line 53">
            <a:extLst>
              <a:ext uri="{FF2B5EF4-FFF2-40B4-BE49-F238E27FC236}">
                <a16:creationId xmlns:a16="http://schemas.microsoft.com/office/drawing/2014/main" id="{53A88E6A-11FC-4C35-9656-D19F196BB3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6374" y="1487436"/>
            <a:ext cx="2839" cy="140320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65" name="Object 54">
            <a:extLst>
              <a:ext uri="{FF2B5EF4-FFF2-40B4-BE49-F238E27FC236}">
                <a16:creationId xmlns:a16="http://schemas.microsoft.com/office/drawing/2014/main" id="{A23B8C0B-5378-482C-9881-88D74E7E9A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220517"/>
              </p:ext>
            </p:extLst>
          </p:nvPr>
        </p:nvGraphicFramePr>
        <p:xfrm>
          <a:off x="6448493" y="2319390"/>
          <a:ext cx="614363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7" name="Equation" r:id="rId21" imgW="647640" imgH="279360" progId="Equation.DSMT4">
                  <p:embed/>
                </p:oleObj>
              </mc:Choice>
              <mc:Fallback>
                <p:oleObj name="Equation" r:id="rId21" imgW="647640" imgH="279360" progId="Equation.DSMT4">
                  <p:embed/>
                  <p:pic>
                    <p:nvPicPr>
                      <p:cNvPr id="8246" name="Object 54">
                        <a:extLst>
                          <a:ext uri="{FF2B5EF4-FFF2-40B4-BE49-F238E27FC236}">
                            <a16:creationId xmlns:a16="http://schemas.microsoft.com/office/drawing/2014/main" id="{189F8E83-0040-4229-9D5E-9AF7A7F38C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8493" y="2319390"/>
                        <a:ext cx="614363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625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4" grpId="0" animBg="1"/>
      <p:bldP spid="38" grpId="0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A2D2575-393E-4BBB-B24C-B3ED080EAEEB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339502"/>
            <a:ext cx="5334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微分中值定理的主要应用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82F4E9A5-C2A1-419B-86B9-F5BB69B78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14" y="1038163"/>
            <a:ext cx="441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研究函数或导数的性态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7C550C96-10B9-499E-A255-A6409D9EA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779" y="2198763"/>
            <a:ext cx="441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证明恒等式或不等式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DBB2666F-2975-413D-9571-7D85E7D13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334" y="2822166"/>
            <a:ext cx="4683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(3)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证明有关中值问题的结论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057D90E-18A5-4231-888C-032F3AB7DDD7}"/>
              </a:ext>
            </a:extLst>
          </p:cNvPr>
          <p:cNvGrpSpPr/>
          <p:nvPr/>
        </p:nvGrpSpPr>
        <p:grpSpPr>
          <a:xfrm>
            <a:off x="1538115" y="1543829"/>
            <a:ext cx="6695256" cy="496284"/>
            <a:chOff x="1412776" y="1810243"/>
            <a:chExt cx="6695256" cy="496284"/>
          </a:xfrm>
        </p:grpSpPr>
        <p:sp>
          <p:nvSpPr>
            <p:cNvPr id="6" name="Text Box 3143">
              <a:extLst>
                <a:ext uri="{FF2B5EF4-FFF2-40B4-BE49-F238E27FC236}">
                  <a16:creationId xmlns:a16="http://schemas.microsoft.com/office/drawing/2014/main" id="{AAE0D8CB-BECE-4D35-B697-069BC8827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776" y="1833494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单调性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7" name="Text Box 3144">
              <a:extLst>
                <a:ext uri="{FF2B5EF4-FFF2-40B4-BE49-F238E27FC236}">
                  <a16:creationId xmlns:a16="http://schemas.microsoft.com/office/drawing/2014/main" id="{06C2DF19-1F27-4865-AE35-10C179D8D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68" y="1810243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极值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8" name="Text Box 3145">
              <a:extLst>
                <a:ext uri="{FF2B5EF4-FFF2-40B4-BE49-F238E27FC236}">
                  <a16:creationId xmlns:a16="http://schemas.microsoft.com/office/drawing/2014/main" id="{27C613EF-45BE-44F6-A755-B7912B702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625" y="1831661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凹凸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9" name="Text Box 3146">
              <a:extLst>
                <a:ext uri="{FF2B5EF4-FFF2-40B4-BE49-F238E27FC236}">
                  <a16:creationId xmlns:a16="http://schemas.microsoft.com/office/drawing/2014/main" id="{B1548FA2-2786-4B76-BA63-2FFF6D527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437" y="1829132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拐点 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10" name="Text Box 3147">
              <a:extLst>
                <a:ext uri="{FF2B5EF4-FFF2-40B4-BE49-F238E27FC236}">
                  <a16:creationId xmlns:a16="http://schemas.microsoft.com/office/drawing/2014/main" id="{72EE765A-0AC4-43FA-BCFF-08AD10451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9243" y="1833494"/>
              <a:ext cx="1828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渐近线 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11" name="Text Box 3148">
              <a:extLst>
                <a:ext uri="{FF2B5EF4-FFF2-40B4-BE49-F238E27FC236}">
                  <a16:creationId xmlns:a16="http://schemas.microsoft.com/office/drawing/2014/main" id="{DC66ABCD-E544-4396-B917-567984E1F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232" y="1844862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曲率</a:t>
              </a:r>
            </a:p>
          </p:txBody>
        </p:sp>
      </p:grpSp>
      <p:sp>
        <p:nvSpPr>
          <p:cNvPr id="12" name="Text Box 3152">
            <a:extLst>
              <a:ext uri="{FF2B5EF4-FFF2-40B4-BE49-F238E27FC236}">
                <a16:creationId xmlns:a16="http://schemas.microsoft.com/office/drawing/2014/main" id="{D2186B63-1BCC-4FF6-A561-4EB8A24EE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863" y="3453849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其他应用 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" name="Text Box 3153">
            <a:extLst>
              <a:ext uri="{FF2B5EF4-FFF2-40B4-BE49-F238E27FC236}">
                <a16:creationId xmlns:a16="http://schemas.microsoft.com/office/drawing/2014/main" id="{E1C8BAE9-E1A8-445A-A257-37DAB735E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3727" y="4085977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求未定式极限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4" name="Text Box 3154">
            <a:extLst>
              <a:ext uri="{FF2B5EF4-FFF2-40B4-BE49-F238E27FC236}">
                <a16:creationId xmlns:a16="http://schemas.microsoft.com/office/drawing/2014/main" id="{C035C3A0-27B7-440F-8C29-FC1BA64BA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527" y="4085977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几何应用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297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D17EAD5-599B-4EEE-B376-EBFAF2C01DF2}"/>
              </a:ext>
            </a:extLst>
          </p:cNvPr>
          <p:cNvSpPr txBox="1">
            <a:spLocks noChangeArrowheads="1"/>
          </p:cNvSpPr>
          <p:nvPr/>
        </p:nvSpPr>
        <p:spPr>
          <a:xfrm>
            <a:off x="781491" y="208423"/>
            <a:ext cx="4530061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3. </a:t>
            </a:r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有关中值问题的解题方法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A4BB8E0-C114-4DFB-B1BE-8D4DC7061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491" y="801907"/>
            <a:ext cx="5334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b="1" dirty="0">
                <a:latin typeface="+mj-ea"/>
                <a:ea typeface="+mj-ea"/>
              </a:rPr>
              <a:t>利用</a:t>
            </a:r>
            <a:r>
              <a:rPr kumimoji="1" lang="zh-CN" altLang="en-US" sz="2200" b="1" dirty="0">
                <a:solidFill>
                  <a:srgbClr val="FF0000"/>
                </a:solidFill>
                <a:latin typeface="+mj-ea"/>
                <a:ea typeface="+mj-ea"/>
              </a:rPr>
              <a:t>逆向思维</a:t>
            </a:r>
            <a:r>
              <a:rPr kumimoji="1" lang="en-US" altLang="zh-CN" sz="2200" b="1" dirty="0">
                <a:latin typeface="+mj-ea"/>
                <a:ea typeface="+mj-ea"/>
              </a:rPr>
              <a:t>,</a:t>
            </a:r>
            <a:r>
              <a:rPr kumimoji="1" lang="zh-CN" altLang="en-US" sz="2200" b="1" dirty="0">
                <a:latin typeface="+mj-ea"/>
                <a:ea typeface="+mj-ea"/>
              </a:rPr>
              <a:t>设</a:t>
            </a:r>
            <a:r>
              <a:rPr kumimoji="1" lang="zh-CN" altLang="en-US" sz="2200" b="1" dirty="0">
                <a:solidFill>
                  <a:srgbClr val="FF0000"/>
                </a:solidFill>
                <a:latin typeface="+mj-ea"/>
                <a:ea typeface="+mj-ea"/>
              </a:rPr>
              <a:t>辅助函数</a:t>
            </a:r>
            <a:r>
              <a:rPr kumimoji="1" lang="en-US" altLang="zh-CN" sz="22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40032CE-1C80-4AD1-9352-522C4A01B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0" y="818924"/>
            <a:ext cx="2971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b="1" dirty="0">
                <a:latin typeface="+mj-ea"/>
                <a:ea typeface="+mj-ea"/>
              </a:rPr>
              <a:t>一般解题方法</a:t>
            </a:r>
            <a:r>
              <a:rPr kumimoji="1" lang="en-US" altLang="zh-CN" sz="2200" b="1" dirty="0">
                <a:latin typeface="+mj-ea"/>
                <a:ea typeface="+mj-ea"/>
              </a:rPr>
              <a:t>: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64F59C4-8259-4F72-B244-36D98B793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32" y="1318198"/>
            <a:ext cx="624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arenBoth"/>
            </a:pPr>
            <a:r>
              <a:rPr lang="zh-CN" altLang="en-US" sz="2200" b="1" dirty="0">
                <a:latin typeface="+mj-ea"/>
                <a:ea typeface="+mj-ea"/>
              </a:rPr>
              <a:t>证明含一个中值的等式或根的存在</a:t>
            </a:r>
            <a:r>
              <a:rPr lang="en-US" altLang="zh-CN" sz="22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A6E27F80-CE82-4752-9858-DE5E52BF4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65" y="2178608"/>
            <a:ext cx="7010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200" b="1" dirty="0">
                <a:latin typeface="+mj-ea"/>
                <a:ea typeface="+mj-ea"/>
              </a:rPr>
              <a:t>(2)</a:t>
            </a:r>
            <a:r>
              <a:rPr kumimoji="1" lang="zh-CN" altLang="en-US" sz="2200" b="1" dirty="0">
                <a:latin typeface="+mj-ea"/>
                <a:ea typeface="+mj-ea"/>
              </a:rPr>
              <a:t>若结论中涉及到含中值的</a:t>
            </a:r>
            <a:r>
              <a:rPr kumimoji="1" lang="zh-CN" altLang="en-US" sz="2200" b="1" dirty="0">
                <a:solidFill>
                  <a:srgbClr val="FF0000"/>
                </a:solidFill>
                <a:latin typeface="+mj-ea"/>
                <a:ea typeface="+mj-ea"/>
              </a:rPr>
              <a:t>两个</a:t>
            </a:r>
            <a:r>
              <a:rPr kumimoji="1" lang="zh-CN" altLang="en-US" sz="2200" b="1" dirty="0">
                <a:latin typeface="+mj-ea"/>
                <a:ea typeface="+mj-ea"/>
              </a:rPr>
              <a:t>不同函数</a:t>
            </a:r>
            <a:r>
              <a:rPr kumimoji="1" lang="en-US" altLang="zh-CN" sz="22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046730E8-53C7-4A1A-BA10-F79481D2A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60" y="2738114"/>
            <a:ext cx="6324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200" b="1" dirty="0">
                <a:latin typeface="+mj-ea"/>
                <a:ea typeface="+mj-ea"/>
              </a:rPr>
              <a:t>(3)</a:t>
            </a:r>
            <a:r>
              <a:rPr kumimoji="1" lang="zh-CN" altLang="en-US" sz="2200" b="1" dirty="0">
                <a:latin typeface="+mj-ea"/>
                <a:ea typeface="+mj-ea"/>
              </a:rPr>
              <a:t>若结论中含两个或两个以上的中值</a:t>
            </a:r>
            <a:r>
              <a:rPr kumimoji="1" lang="en-US" altLang="zh-CN" sz="22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446E68F1-C4BE-4832-A745-A464CFBB8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770172"/>
            <a:ext cx="20313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b="1" dirty="0">
                <a:latin typeface="+mj-ea"/>
                <a:ea typeface="+mj-ea"/>
              </a:rPr>
              <a:t>法找辅助函数</a:t>
            </a:r>
            <a:r>
              <a:rPr kumimoji="1" lang="en-US" altLang="zh-CN" sz="22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7EF883CF-9C27-4FD7-A5D2-CF1694B49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1338962"/>
            <a:ext cx="388843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 dirty="0">
                <a:latin typeface="+mj-ea"/>
                <a:ea typeface="+mj-ea"/>
              </a:rPr>
              <a:t>多用</a:t>
            </a:r>
            <a:r>
              <a:rPr lang="zh-CN" altLang="en-US" sz="2200" b="1" dirty="0">
                <a:solidFill>
                  <a:srgbClr val="FF0000"/>
                </a:solidFill>
                <a:latin typeface="+mj-ea"/>
                <a:ea typeface="+mj-ea"/>
              </a:rPr>
              <a:t>罗尔定理</a:t>
            </a:r>
            <a:r>
              <a:rPr lang="en-US" altLang="zh-CN" sz="2200" b="1" dirty="0">
                <a:latin typeface="+mj-ea"/>
                <a:ea typeface="+mj-ea"/>
              </a:rPr>
              <a:t>,</a:t>
            </a:r>
            <a:r>
              <a:rPr lang="zh-CN" altLang="en-US" sz="2200" b="1" dirty="0">
                <a:latin typeface="+mj-ea"/>
                <a:ea typeface="+mj-ea"/>
              </a:rPr>
              <a:t>可用原函数</a:t>
            </a:r>
            <a:endParaRPr lang="en-US" altLang="zh-CN" sz="2200" b="1" dirty="0">
              <a:latin typeface="+mj-ea"/>
              <a:ea typeface="+mj-ea"/>
            </a:endParaRP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F7841CC2-623C-4E3C-B6BB-2ECAF0790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133" y="2178607"/>
            <a:ext cx="36230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200" b="1" dirty="0">
                <a:latin typeface="+mj-ea"/>
                <a:ea typeface="+mj-ea"/>
              </a:rPr>
              <a:t>可考虑用</a:t>
            </a:r>
            <a:r>
              <a:rPr kumimoji="1" lang="zh-CN" altLang="en-US" sz="2200" b="1" dirty="0">
                <a:solidFill>
                  <a:srgbClr val="FF0000"/>
                </a:solidFill>
                <a:latin typeface="+mj-ea"/>
                <a:ea typeface="+mj-ea"/>
              </a:rPr>
              <a:t>柯西中值定理</a:t>
            </a:r>
            <a:r>
              <a:rPr kumimoji="1" lang="en-US" altLang="zh-CN" sz="2200" b="1" dirty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kumimoji="1" lang="zh-CN" altLang="en-US" sz="22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62186DB3-CAF3-4849-9F3B-BF0C5FAF6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552" y="2738114"/>
            <a:ext cx="374441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200" b="1" dirty="0">
                <a:latin typeface="+mj-ea"/>
                <a:ea typeface="+mj-ea"/>
              </a:rPr>
              <a:t>必须</a:t>
            </a:r>
            <a:r>
              <a:rPr kumimoji="1" lang="zh-CN" altLang="en-US" sz="2200" b="1" dirty="0">
                <a:solidFill>
                  <a:srgbClr val="FF0000"/>
                </a:solidFill>
                <a:latin typeface="+mj-ea"/>
                <a:ea typeface="+mj-ea"/>
              </a:rPr>
              <a:t>多次应用中值定理</a:t>
            </a:r>
            <a:r>
              <a:rPr kumimoji="1" lang="en-US" altLang="zh-CN" sz="2200" b="1" dirty="0">
                <a:latin typeface="+mj-ea"/>
                <a:ea typeface="+mj-ea"/>
              </a:rPr>
              <a:t>.</a:t>
            </a:r>
            <a:endParaRPr kumimoji="1" lang="zh-CN" altLang="en-US" sz="2200" b="1" dirty="0">
              <a:latin typeface="+mj-ea"/>
              <a:ea typeface="+mj-ea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671E120-8058-471B-8577-6175FB9BF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60" y="3290893"/>
            <a:ext cx="86834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200" b="1" dirty="0">
                <a:latin typeface="+mj-ea"/>
                <a:ea typeface="+mj-ea"/>
              </a:rPr>
              <a:t>(4) </a:t>
            </a:r>
            <a:r>
              <a:rPr kumimoji="1" lang="zh-CN" altLang="en-US" sz="2200" b="1" dirty="0">
                <a:latin typeface="+mj-ea"/>
                <a:ea typeface="+mj-ea"/>
              </a:rPr>
              <a:t>若已知条件中含高阶导数</a:t>
            </a:r>
            <a:r>
              <a:rPr kumimoji="1" lang="en-US" altLang="zh-CN" sz="2200" b="1" dirty="0">
                <a:latin typeface="+mj-ea"/>
                <a:ea typeface="+mj-ea"/>
              </a:rPr>
              <a:t>,</a:t>
            </a:r>
            <a:r>
              <a:rPr kumimoji="1" lang="zh-CN" altLang="en-US" sz="2200" b="1" dirty="0">
                <a:latin typeface="+mj-ea"/>
                <a:ea typeface="+mj-ea"/>
              </a:rPr>
              <a:t>多考虑用</a:t>
            </a:r>
            <a:r>
              <a:rPr kumimoji="1" lang="zh-CN" altLang="en-US" sz="2200" b="1" dirty="0">
                <a:solidFill>
                  <a:srgbClr val="FF0000"/>
                </a:solidFill>
                <a:latin typeface="+mj-ea"/>
                <a:ea typeface="+mj-ea"/>
              </a:rPr>
              <a:t>泰勒公式</a:t>
            </a:r>
            <a:r>
              <a:rPr kumimoji="1" lang="en-US" altLang="zh-CN" sz="2200" b="1" dirty="0">
                <a:latin typeface="+mj-ea"/>
                <a:ea typeface="+mj-ea"/>
              </a:rPr>
              <a:t>,</a:t>
            </a:r>
            <a:r>
              <a:rPr kumimoji="1" lang="zh-CN" altLang="en-US" sz="2200" b="1" dirty="0">
                <a:latin typeface="+mj-ea"/>
                <a:ea typeface="+mj-ea"/>
              </a:rPr>
              <a:t>有时也可考虑对</a:t>
            </a:r>
            <a:endParaRPr kumimoji="1" lang="en-US" altLang="zh-CN" sz="2200" b="1" dirty="0">
              <a:latin typeface="+mj-ea"/>
              <a:ea typeface="+mj-ea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BBBB623E-9A53-4CB3-90CA-2613B0A89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505" y="4358610"/>
            <a:ext cx="8305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200" b="1" dirty="0">
                <a:latin typeface="+mj-ea"/>
                <a:ea typeface="+mj-ea"/>
              </a:rPr>
              <a:t>(5) </a:t>
            </a:r>
            <a:r>
              <a:rPr kumimoji="1" lang="zh-CN" altLang="en-US" sz="2200" b="1" dirty="0">
                <a:latin typeface="+mj-ea"/>
                <a:ea typeface="+mj-ea"/>
              </a:rPr>
              <a:t>若结论为不等式</a:t>
            </a:r>
            <a:r>
              <a:rPr kumimoji="1" lang="en-US" altLang="zh-CN" sz="2200" b="1" dirty="0">
                <a:latin typeface="+mj-ea"/>
                <a:ea typeface="+mj-ea"/>
              </a:rPr>
              <a:t>,</a:t>
            </a:r>
            <a:r>
              <a:rPr kumimoji="1" lang="zh-CN" altLang="en-US" sz="2200" b="1" dirty="0">
                <a:latin typeface="+mj-ea"/>
                <a:ea typeface="+mj-ea"/>
              </a:rPr>
              <a:t>要注意适当</a:t>
            </a:r>
            <a:r>
              <a:rPr kumimoji="1" lang="zh-CN" altLang="en-US" sz="2200" b="1" dirty="0">
                <a:solidFill>
                  <a:srgbClr val="FF0000"/>
                </a:solidFill>
                <a:latin typeface="+mj-ea"/>
                <a:ea typeface="+mj-ea"/>
              </a:rPr>
              <a:t>放大或缩小</a:t>
            </a:r>
            <a:r>
              <a:rPr kumimoji="1" lang="zh-CN" altLang="en-US" sz="2200" b="1" dirty="0">
                <a:latin typeface="+mj-ea"/>
                <a:ea typeface="+mj-ea"/>
              </a:rPr>
              <a:t>的技巧</a:t>
            </a:r>
            <a:r>
              <a:rPr kumimoji="1" lang="en-US" altLang="zh-CN" sz="22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7D0831C5-EDAF-4BD8-ABF9-781B03A16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3816059"/>
            <a:ext cx="245612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200" b="1" dirty="0">
                <a:latin typeface="+mj-ea"/>
                <a:ea typeface="+mj-ea"/>
              </a:rPr>
              <a:t>导数用中值定理 </a:t>
            </a:r>
            <a:r>
              <a:rPr kumimoji="1" lang="en-US" altLang="zh-CN" sz="2200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945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build="p" autoUpdateAnimBg="0"/>
      <p:bldP spid="9" grpId="0" build="p" autoUpdateAnimBg="0"/>
      <p:bldP spid="10" grpId="0" build="p" autoUpdateAnimBg="0"/>
      <p:bldP spid="12" grpId="0" build="p" autoUpdateAnimBg="0"/>
      <p:bldP spid="14" grpId="0" autoUpdateAnimBg="0"/>
      <p:bldP spid="15" grpId="0" autoUpdateAnimBg="0"/>
      <p:bldP spid="16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F72DAFC-C481-4E34-9F7B-87FE419BABD4}"/>
              </a:ext>
            </a:extLst>
          </p:cNvPr>
          <p:cNvSpPr txBox="1">
            <a:spLocks noChangeArrowheads="1"/>
          </p:cNvSpPr>
          <p:nvPr/>
        </p:nvSpPr>
        <p:spPr>
          <a:xfrm>
            <a:off x="2915816" y="1275606"/>
            <a:ext cx="2520280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rgbClr val="00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罗尔定理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67896-9D95-4315-9EF2-E0EB07133851}"/>
              </a:ext>
            </a:extLst>
          </p:cNvPr>
          <p:cNvSpPr txBox="1">
            <a:spLocks noChangeArrowheads="1"/>
          </p:cNvSpPr>
          <p:nvPr/>
        </p:nvSpPr>
        <p:spPr>
          <a:xfrm>
            <a:off x="2627784" y="2355726"/>
            <a:ext cx="3312368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rgbClr val="00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广义罗尔定理</a:t>
            </a:r>
          </a:p>
        </p:txBody>
      </p:sp>
    </p:spTree>
    <p:extLst>
      <p:ext uri="{BB962C8B-B14F-4D97-AF65-F5344CB8AC3E}">
        <p14:creationId xmlns:p14="http://schemas.microsoft.com/office/powerpoint/2010/main" val="174243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450E8C7A-3EE3-459D-B8C2-CF2F01B816B5}"/>
              </a:ext>
            </a:extLst>
          </p:cNvPr>
          <p:cNvSpPr txBox="1">
            <a:spLocks/>
          </p:cNvSpPr>
          <p:nvPr/>
        </p:nvSpPr>
        <p:spPr>
          <a:xfrm>
            <a:off x="593786" y="109205"/>
            <a:ext cx="835292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        在        上连续，在         内可导，                   为正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085E8C5-6663-4AA5-B188-698220894F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230747"/>
              </p:ext>
            </p:extLst>
          </p:nvPr>
        </p:nvGraphicFramePr>
        <p:xfrm>
          <a:off x="1333327" y="16791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3327" y="16791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BAA1ED3-98EB-4256-9141-C3CA6C9531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371355"/>
              </p:ext>
            </p:extLst>
          </p:nvPr>
        </p:nvGraphicFramePr>
        <p:xfrm>
          <a:off x="2344724" y="176305"/>
          <a:ext cx="558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9" name="Equation" r:id="rId5" imgW="558720" imgH="330120" progId="Equation.DSMT4">
                  <p:embed/>
                </p:oleObj>
              </mc:Choice>
              <mc:Fallback>
                <p:oleObj name="Equation" r:id="rId5" imgW="5587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4724" y="176305"/>
                        <a:ext cx="558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AC4B7AC-E6A2-4984-930A-0917B4721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110646"/>
              </p:ext>
            </p:extLst>
          </p:nvPr>
        </p:nvGraphicFramePr>
        <p:xfrm>
          <a:off x="4422439" y="189783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0" name="Equation" r:id="rId7" imgW="596880" imgH="342720" progId="Equation.DSMT4">
                  <p:embed/>
                </p:oleObj>
              </mc:Choice>
              <mc:Fallback>
                <p:oleObj name="Equation" r:id="rId7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2439" y="189783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CFD06F3-C290-4271-A16F-061B9238B7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209859"/>
              </p:ext>
            </p:extLst>
          </p:nvPr>
        </p:nvGraphicFramePr>
        <p:xfrm>
          <a:off x="6354426" y="17630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1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54426" y="176305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3802C2E-90FA-4EF8-B8CF-2AA186CB00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728954"/>
              </p:ext>
            </p:extLst>
          </p:nvPr>
        </p:nvGraphicFramePr>
        <p:xfrm>
          <a:off x="7571925" y="176305"/>
          <a:ext cx="203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2" name="Equation" r:id="rId11" imgW="203040" imgH="279360" progId="Equation.DSMT4">
                  <p:embed/>
                </p:oleObj>
              </mc:Choice>
              <mc:Fallback>
                <p:oleObj name="Equation" r:id="rId11" imgW="203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71925" y="176305"/>
                        <a:ext cx="203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副标题 2">
            <a:extLst>
              <a:ext uri="{FF2B5EF4-FFF2-40B4-BE49-F238E27FC236}">
                <a16:creationId xmlns:a16="http://schemas.microsoft.com/office/drawing/2014/main" id="{F556315E-F88E-4A81-B26E-B8F7612393F5}"/>
              </a:ext>
            </a:extLst>
          </p:cNvPr>
          <p:cNvSpPr txBox="1">
            <a:spLocks/>
          </p:cNvSpPr>
          <p:nvPr/>
        </p:nvSpPr>
        <p:spPr>
          <a:xfrm>
            <a:off x="148292" y="765163"/>
            <a:ext cx="424847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整数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证明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存在                使得               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18036C9-A6DA-4A7D-8492-792CDC550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257789"/>
              </p:ext>
            </p:extLst>
          </p:nvPr>
        </p:nvGraphicFramePr>
        <p:xfrm>
          <a:off x="2483768" y="859652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3" name="Equation" r:id="rId13" imgW="1130040" imgH="342720" progId="Equation.DSMT4">
                  <p:embed/>
                </p:oleObj>
              </mc:Choice>
              <mc:Fallback>
                <p:oleObj name="Equation" r:id="rId13" imgW="1130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83768" y="859652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4D61FAC-716C-4903-8090-30E33F8DC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569878"/>
              </p:ext>
            </p:extLst>
          </p:nvPr>
        </p:nvGraphicFramePr>
        <p:xfrm>
          <a:off x="4302186" y="845896"/>
          <a:ext cx="285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4" name="Equation" r:id="rId15" imgW="2857320" imgH="355320" progId="Equation.DSMT4">
                  <p:embed/>
                </p:oleObj>
              </mc:Choice>
              <mc:Fallback>
                <p:oleObj name="Equation" r:id="rId15" imgW="28573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02186" y="845896"/>
                        <a:ext cx="2857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CE45B39B-87CD-45A7-820F-86841C2255D4}"/>
              </a:ext>
            </a:extLst>
          </p:cNvPr>
          <p:cNvSpPr/>
          <p:nvPr/>
        </p:nvSpPr>
        <p:spPr>
          <a:xfrm>
            <a:off x="611560" y="15636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0048FB2-819D-4CE2-B396-B0354E8BF7E7}"/>
              </a:ext>
            </a:extLst>
          </p:cNvPr>
          <p:cNvGrpSpPr/>
          <p:nvPr/>
        </p:nvGrpSpPr>
        <p:grpSpPr>
          <a:xfrm>
            <a:off x="981610" y="1566060"/>
            <a:ext cx="2898538" cy="461665"/>
            <a:chOff x="981610" y="1566060"/>
            <a:chExt cx="2898538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842F5A5-0584-4492-8779-18FA8F8B3C96}"/>
                </a:ext>
              </a:extLst>
            </p:cNvPr>
            <p:cNvSpPr/>
            <p:nvPr/>
          </p:nvSpPr>
          <p:spPr>
            <a:xfrm>
              <a:off x="981610" y="1566060"/>
              <a:ext cx="4220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41D90E0-F485-4CDD-A75C-7001A0846D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300287"/>
                </p:ext>
              </p:extLst>
            </p:nvPr>
          </p:nvGraphicFramePr>
          <p:xfrm>
            <a:off x="1403648" y="1598831"/>
            <a:ext cx="2476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5" name="Equation" r:id="rId17" imgW="2476440" imgH="406080" progId="Equation.DSMT4">
                    <p:embed/>
                  </p:oleObj>
                </mc:Choice>
                <mc:Fallback>
                  <p:oleObj name="Equation" r:id="rId17" imgW="247644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03648" y="1598831"/>
                          <a:ext cx="2476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F5DB578-F77E-4368-A1E7-A3DEFAC403B2}"/>
              </a:ext>
            </a:extLst>
          </p:cNvPr>
          <p:cNvSpPr/>
          <p:nvPr/>
        </p:nvSpPr>
        <p:spPr>
          <a:xfrm>
            <a:off x="3880148" y="1609637"/>
            <a:ext cx="4220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0032252-E6A7-4529-A6F9-A02E859B4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169946"/>
              </p:ext>
            </p:extLst>
          </p:nvPr>
        </p:nvGraphicFramePr>
        <p:xfrm>
          <a:off x="4355976" y="1670569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6" name="Equation" r:id="rId19" imgW="1549080" imgH="342720" progId="Equation.DSMT4">
                  <p:embed/>
                </p:oleObj>
              </mc:Choice>
              <mc:Fallback>
                <p:oleObj name="Equation" r:id="rId19" imgW="1549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55976" y="1670569"/>
                        <a:ext cx="1549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2218FBE2-0F76-4D95-930F-A20D6330A1FB}"/>
              </a:ext>
            </a:extLst>
          </p:cNvPr>
          <p:cNvSpPr/>
          <p:nvPr/>
        </p:nvSpPr>
        <p:spPr>
          <a:xfrm>
            <a:off x="5934610" y="1603449"/>
            <a:ext cx="4220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endParaRPr lang="zh-CN" altLang="en-US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68A7382-A3A9-405B-BBF3-B5CA9A4C9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866591"/>
              </p:ext>
            </p:extLst>
          </p:nvPr>
        </p:nvGraphicFramePr>
        <p:xfrm>
          <a:off x="6516216" y="1707654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7" name="Equation" r:id="rId21" imgW="1765080" imgH="342720" progId="Equation.DSMT4">
                  <p:embed/>
                </p:oleObj>
              </mc:Choice>
              <mc:Fallback>
                <p:oleObj name="Equation" r:id="rId21" imgW="1765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516216" y="1707654"/>
                        <a:ext cx="1765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1294540-6C53-4D2C-8BC7-DEDEC6046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50433"/>
              </p:ext>
            </p:extLst>
          </p:nvPr>
        </p:nvGraphicFramePr>
        <p:xfrm>
          <a:off x="210256" y="2400300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8" name="Equation" r:id="rId23" imgW="1790640" imgH="342720" progId="Equation.DSMT4">
                  <p:embed/>
                </p:oleObj>
              </mc:Choice>
              <mc:Fallback>
                <p:oleObj name="Equation" r:id="rId23" imgW="1790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0256" y="2400300"/>
                        <a:ext cx="179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A8F5A01C-2B8C-489E-88C0-B38474C9CF73}"/>
              </a:ext>
            </a:extLst>
          </p:cNvPr>
          <p:cNvGrpSpPr/>
          <p:nvPr/>
        </p:nvGrpSpPr>
        <p:grpSpPr>
          <a:xfrm>
            <a:off x="2097956" y="2281535"/>
            <a:ext cx="5417244" cy="461665"/>
            <a:chOff x="2097956" y="2281535"/>
            <a:chExt cx="5417244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BB1D8BC-4C85-4930-AA8C-E793478212D8}"/>
                </a:ext>
              </a:extLst>
            </p:cNvPr>
            <p:cNvSpPr/>
            <p:nvPr/>
          </p:nvSpPr>
          <p:spPr>
            <a:xfrm>
              <a:off x="2097956" y="2281535"/>
              <a:ext cx="54172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由罗尔定理得，存在                使得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11205C2A-CF8F-4FB2-81C3-8EE2F66A3F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2285932"/>
                </p:ext>
              </p:extLst>
            </p:nvPr>
          </p:nvGraphicFramePr>
          <p:xfrm>
            <a:off x="4981942" y="2341418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9" name="Equation" r:id="rId25" imgW="1130040" imgH="342720" progId="Equation.DSMT4">
                    <p:embed/>
                  </p:oleObj>
                </mc:Choice>
                <mc:Fallback>
                  <p:oleObj name="Equation" r:id="rId25" imgW="113004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818036C9-A6DA-4A7D-8492-792CDC550F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981942" y="2341418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0E3016F-D20A-4FF9-9315-E7E83F4380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749820"/>
              </p:ext>
            </p:extLst>
          </p:nvPr>
        </p:nvGraphicFramePr>
        <p:xfrm>
          <a:off x="2206686" y="3011266"/>
          <a:ext cx="4191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70" name="Equation" r:id="rId26" imgW="4190760" imgH="406080" progId="Equation.DSMT4">
                  <p:embed/>
                </p:oleObj>
              </mc:Choice>
              <mc:Fallback>
                <p:oleObj name="Equation" r:id="rId26" imgW="4190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206686" y="3011266"/>
                        <a:ext cx="4191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3BDB4A17-F2B2-4931-AC54-D1E54085C85D}"/>
              </a:ext>
            </a:extLst>
          </p:cNvPr>
          <p:cNvGrpSpPr/>
          <p:nvPr/>
        </p:nvGrpSpPr>
        <p:grpSpPr>
          <a:xfrm>
            <a:off x="117514" y="3650113"/>
            <a:ext cx="8760511" cy="461665"/>
            <a:chOff x="117514" y="3650113"/>
            <a:chExt cx="8760511" cy="46166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444DF8D-B516-4E27-B654-5E32AF57DD61}"/>
                </a:ext>
              </a:extLst>
            </p:cNvPr>
            <p:cNvSpPr/>
            <p:nvPr/>
          </p:nvSpPr>
          <p:spPr>
            <a:xfrm>
              <a:off x="117514" y="3650113"/>
              <a:ext cx="86309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                        故                                        即</a:t>
              </a:r>
              <a:endParaRPr lang="zh-CN" altLang="en-US" sz="2400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12282EA2-EBCA-46E5-B678-A6B6C83E0A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0845825"/>
                </p:ext>
              </p:extLst>
            </p:nvPr>
          </p:nvGraphicFramePr>
          <p:xfrm>
            <a:off x="2710842" y="3710706"/>
            <a:ext cx="2921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71" name="Equation" r:id="rId28" imgW="2920680" imgH="355320" progId="Equation.DSMT4">
                    <p:embed/>
                  </p:oleObj>
                </mc:Choice>
                <mc:Fallback>
                  <p:oleObj name="Equation" r:id="rId28" imgW="292068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2710842" y="3710706"/>
                          <a:ext cx="2921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AEAAF26F-5EDC-4167-87A0-5030D9414B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9646810"/>
                </p:ext>
              </p:extLst>
            </p:nvPr>
          </p:nvGraphicFramePr>
          <p:xfrm>
            <a:off x="593786" y="3685306"/>
            <a:ext cx="1612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72" name="Equation" r:id="rId30" imgW="1612800" imgH="406080" progId="Equation.DSMT4">
                    <p:embed/>
                  </p:oleObj>
                </mc:Choice>
                <mc:Fallback>
                  <p:oleObj name="Equation" r:id="rId30" imgW="16128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593786" y="3685306"/>
                          <a:ext cx="1612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6C89F022-17EA-4B89-A3B6-1FA0F95631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2952814"/>
                </p:ext>
              </p:extLst>
            </p:nvPr>
          </p:nvGraphicFramePr>
          <p:xfrm>
            <a:off x="6020525" y="3680460"/>
            <a:ext cx="2857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73" name="Equation" r:id="rId32" imgW="2857320" imgH="355320" progId="Equation.DSMT4">
                    <p:embed/>
                  </p:oleObj>
                </mc:Choice>
                <mc:Fallback>
                  <p:oleObj name="Equation" r:id="rId32" imgW="2857320" imgH="3553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A4D61FAC-716C-4903-8090-30E33F8DC28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020525" y="3680460"/>
                          <a:ext cx="2857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5463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74A060-8A32-41AD-AC3B-7080A71486C5}"/>
              </a:ext>
            </a:extLst>
          </p:cNvPr>
          <p:cNvSpPr/>
          <p:nvPr/>
        </p:nvSpPr>
        <p:spPr>
          <a:xfrm>
            <a:off x="755576" y="309833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在             上可导，且                              证明：      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5B782AC-7F48-4404-9CC2-C7B3E1031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91170"/>
              </p:ext>
            </p:extLst>
          </p:nvPr>
        </p:nvGraphicFramePr>
        <p:xfrm>
          <a:off x="2000518" y="39178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7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0518" y="39178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3E8B9D5-B0A7-47BA-9A8C-2E6A4D5B5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761655"/>
              </p:ext>
            </p:extLst>
          </p:nvPr>
        </p:nvGraphicFramePr>
        <p:xfrm>
          <a:off x="3018779" y="369215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77" name="Equation" r:id="rId5" imgW="876240" imgH="342720" progId="Equation.DSMT4">
                  <p:embed/>
                </p:oleObj>
              </mc:Choice>
              <mc:Fallback>
                <p:oleObj name="Equation" r:id="rId5" imgW="876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18779" y="369215"/>
                        <a:ext cx="876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35CC90F-A281-4C02-B7B9-24C6F9204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729550"/>
              </p:ext>
            </p:extLst>
          </p:nvPr>
        </p:nvGraphicFramePr>
        <p:xfrm>
          <a:off x="5572526" y="175789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78" name="Equation" r:id="rId7" imgW="2171520" imgH="736560" progId="Equation.DSMT4">
                  <p:embed/>
                </p:oleObj>
              </mc:Choice>
              <mc:Fallback>
                <p:oleObj name="Equation" r:id="rId7" imgW="217152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B2BA1634-D5DE-4D85-8B99-1E87F8C995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72526" y="175789"/>
                        <a:ext cx="2171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6D088CD-98C1-4ED3-841E-4E5D2C005266}"/>
              </a:ext>
            </a:extLst>
          </p:cNvPr>
          <p:cNvSpPr/>
          <p:nvPr/>
        </p:nvSpPr>
        <p:spPr>
          <a:xfrm>
            <a:off x="254482" y="1002818"/>
            <a:ext cx="2371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            使得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D527327-4349-4FE3-830E-F2E56132C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029641"/>
              </p:ext>
            </p:extLst>
          </p:nvPr>
        </p:nvGraphicFramePr>
        <p:xfrm>
          <a:off x="1046570" y="1068550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79" name="Equation" r:id="rId9" imgW="736560" imgH="330120" progId="Equation.DSMT4">
                  <p:embed/>
                </p:oleObj>
              </mc:Choice>
              <mc:Fallback>
                <p:oleObj name="Equation" r:id="rId9" imgW="7365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6570" y="1068550"/>
                        <a:ext cx="73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831C5CD-3F45-4A03-BE7D-1EE1797AB1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997302"/>
              </p:ext>
            </p:extLst>
          </p:nvPr>
        </p:nvGraphicFramePr>
        <p:xfrm>
          <a:off x="2490738" y="820900"/>
          <a:ext cx="2146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0" name="Equation" r:id="rId11" imgW="2145960" imgH="825480" progId="Equation.DSMT4">
                  <p:embed/>
                </p:oleObj>
              </mc:Choice>
              <mc:Fallback>
                <p:oleObj name="Equation" r:id="rId11" imgW="21459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0738" y="820900"/>
                        <a:ext cx="2146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70">
            <a:extLst>
              <a:ext uri="{FF2B5EF4-FFF2-40B4-BE49-F238E27FC236}">
                <a16:creationId xmlns:a16="http://schemas.microsoft.com/office/drawing/2014/main" id="{6B35E3DF-3EDD-45E7-89B0-27E55FD66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70" y="1982685"/>
            <a:ext cx="1190160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分析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8EE57F6-C706-4115-BA75-6163FB0B3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968096"/>
              </p:ext>
            </p:extLst>
          </p:nvPr>
        </p:nvGraphicFramePr>
        <p:xfrm>
          <a:off x="2000518" y="1720526"/>
          <a:ext cx="2882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1" name="Equation" r:id="rId13" imgW="2882880" imgH="990360" progId="Equation.DSMT4">
                  <p:embed/>
                </p:oleObj>
              </mc:Choice>
              <mc:Fallback>
                <p:oleObj name="Equation" r:id="rId13" imgW="288288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00518" y="1720526"/>
                        <a:ext cx="28829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70">
            <a:extLst>
              <a:ext uri="{FF2B5EF4-FFF2-40B4-BE49-F238E27FC236}">
                <a16:creationId xmlns:a16="http://schemas.microsoft.com/office/drawing/2014/main" id="{49AEB8B6-B53A-4E8F-803D-7255921BB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28" y="3073308"/>
            <a:ext cx="576064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证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962CA4F-2332-4903-AD93-8434735ED1CC}"/>
              </a:ext>
            </a:extLst>
          </p:cNvPr>
          <p:cNvGrpSpPr/>
          <p:nvPr/>
        </p:nvGrpSpPr>
        <p:grpSpPr>
          <a:xfrm>
            <a:off x="1120758" y="2967168"/>
            <a:ext cx="3580618" cy="736600"/>
            <a:chOff x="1207406" y="3145766"/>
            <a:chExt cx="3580618" cy="736600"/>
          </a:xfrm>
        </p:grpSpPr>
        <p:sp>
          <p:nvSpPr>
            <p:cNvPr id="12" name="TextBox 70">
              <a:extLst>
                <a:ext uri="{FF2B5EF4-FFF2-40B4-BE49-F238E27FC236}">
                  <a16:creationId xmlns:a16="http://schemas.microsoft.com/office/drawing/2014/main" id="{F8C6F4D3-25A4-48F0-B9A0-9A74E05AB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406" y="3251905"/>
              <a:ext cx="3580618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令                 则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8A6467B-7E93-425A-8F46-A461F818F7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5401384"/>
                </p:ext>
              </p:extLst>
            </p:nvPr>
          </p:nvGraphicFramePr>
          <p:xfrm>
            <a:off x="1619672" y="3145766"/>
            <a:ext cx="2603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82" name="Equation" r:id="rId15" imgW="2603160" imgH="736560" progId="Equation.DSMT4">
                    <p:embed/>
                  </p:oleObj>
                </mc:Choice>
                <mc:Fallback>
                  <p:oleObj name="Equation" r:id="rId15" imgW="26031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19672" y="3145766"/>
                          <a:ext cx="2603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A65FD32-50AC-4BD3-9AF6-EF005FC817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548600"/>
              </p:ext>
            </p:extLst>
          </p:nvPr>
        </p:nvGraphicFramePr>
        <p:xfrm>
          <a:off x="4514328" y="3174386"/>
          <a:ext cx="205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3" name="Equation" r:id="rId17" imgW="2057400" imgH="342720" progId="Equation.DSMT4">
                  <p:embed/>
                </p:oleObj>
              </mc:Choice>
              <mc:Fallback>
                <p:oleObj name="Equation" r:id="rId17" imgW="20574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14328" y="3174386"/>
                        <a:ext cx="2057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E9EE8BA-0BE0-482B-988F-F90243BF63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352308"/>
              </p:ext>
            </p:extLst>
          </p:nvPr>
        </p:nvGraphicFramePr>
        <p:xfrm>
          <a:off x="6579192" y="3179596"/>
          <a:ext cx="208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4" name="Equation" r:id="rId19" imgW="2082600" imgH="342720" progId="Equation.DSMT4">
                  <p:embed/>
                </p:oleObj>
              </mc:Choice>
              <mc:Fallback>
                <p:oleObj name="Equation" r:id="rId19" imgW="2082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79192" y="3179596"/>
                        <a:ext cx="2082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70">
            <a:extLst>
              <a:ext uri="{FF2B5EF4-FFF2-40B4-BE49-F238E27FC236}">
                <a16:creationId xmlns:a16="http://schemas.microsoft.com/office/drawing/2014/main" id="{F599E400-7A23-4050-92F8-508D7D35E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28" y="3815392"/>
            <a:ext cx="2808312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且由可导必连续知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739F600-C634-4E57-8736-50DE79DCAB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838533"/>
              </p:ext>
            </p:extLst>
          </p:nvPr>
        </p:nvGraphicFramePr>
        <p:xfrm>
          <a:off x="3259926" y="3838926"/>
          <a:ext cx="2070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5" name="Equation" r:id="rId21" imgW="2070000" imgH="495000" progId="Equation.DSMT4">
                  <p:embed/>
                </p:oleObj>
              </mc:Choice>
              <mc:Fallback>
                <p:oleObj name="Equation" r:id="rId21" imgW="20700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59926" y="3838926"/>
                        <a:ext cx="20701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F08A26CE-1CD8-4850-9014-BC6E3BBE27F2}"/>
              </a:ext>
            </a:extLst>
          </p:cNvPr>
          <p:cNvGrpSpPr/>
          <p:nvPr/>
        </p:nvGrpSpPr>
        <p:grpSpPr>
          <a:xfrm>
            <a:off x="5359383" y="3815196"/>
            <a:ext cx="3140285" cy="545193"/>
            <a:chOff x="5446031" y="3993794"/>
            <a:chExt cx="3140285" cy="545193"/>
          </a:xfrm>
        </p:grpSpPr>
        <p:sp>
          <p:nvSpPr>
            <p:cNvPr id="19" name="TextBox 70">
              <a:extLst>
                <a:ext uri="{FF2B5EF4-FFF2-40B4-BE49-F238E27FC236}">
                  <a16:creationId xmlns:a16="http://schemas.microsoft.com/office/drawing/2014/main" id="{D4D8ECE3-D74E-4523-B27F-18D4A6EB6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6031" y="3993794"/>
              <a:ext cx="1142193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且易知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EF8456B-C0EF-4E16-9B87-47505CDF91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3922602"/>
                </p:ext>
              </p:extLst>
            </p:nvPr>
          </p:nvGraphicFramePr>
          <p:xfrm>
            <a:off x="6516216" y="4043687"/>
            <a:ext cx="20701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86" name="Equation" r:id="rId23" imgW="2070000" imgH="495000" progId="Equation.DSMT4">
                    <p:embed/>
                  </p:oleObj>
                </mc:Choice>
                <mc:Fallback>
                  <p:oleObj name="Equation" r:id="rId23" imgW="2070000" imgH="495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516216" y="4043687"/>
                          <a:ext cx="20701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Box 70">
            <a:extLst>
              <a:ext uri="{FF2B5EF4-FFF2-40B4-BE49-F238E27FC236}">
                <a16:creationId xmlns:a16="http://schemas.microsoft.com/office/drawing/2014/main" id="{86AA992C-B2C2-431C-9E95-95F67E32D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498" y="1046433"/>
            <a:ext cx="2351962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课本例题，已讲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0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5E77A0-2898-4B12-9456-9983EE4B0B13}"/>
              </a:ext>
            </a:extLst>
          </p:cNvPr>
          <p:cNvSpPr/>
          <p:nvPr/>
        </p:nvSpPr>
        <p:spPr>
          <a:xfrm>
            <a:off x="755576" y="201259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在             上可导，且                              证明：      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69B434C-AF5F-45CB-836B-8F1BD3FE88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42887"/>
              </p:ext>
            </p:extLst>
          </p:nvPr>
        </p:nvGraphicFramePr>
        <p:xfrm>
          <a:off x="2072529" y="29041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1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5B782AC-7F48-4404-9CC2-C7B3E1031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2529" y="29041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AEB97E3-8A26-4627-896E-90342AC4F5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795536"/>
              </p:ext>
            </p:extLst>
          </p:nvPr>
        </p:nvGraphicFramePr>
        <p:xfrm>
          <a:off x="3131840" y="260641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19" name="Equation" r:id="rId5" imgW="876240" imgH="342720" progId="Equation.DSMT4">
                  <p:embed/>
                </p:oleObj>
              </mc:Choice>
              <mc:Fallback>
                <p:oleObj name="Equation" r:id="rId5" imgW="8762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3E8B9D5-B0A7-47BA-9A8C-2E6A4D5B55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260641"/>
                        <a:ext cx="876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25669A2-DA2F-4D1D-B377-EF1D5EF94A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524815"/>
              </p:ext>
            </p:extLst>
          </p:nvPr>
        </p:nvGraphicFramePr>
        <p:xfrm>
          <a:off x="5652120" y="63791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0" name="Equation" r:id="rId7" imgW="2171520" imgH="736560" progId="Equation.DSMT4">
                  <p:embed/>
                </p:oleObj>
              </mc:Choice>
              <mc:Fallback>
                <p:oleObj name="Equation" r:id="rId7" imgW="217152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35CC90F-A281-4C02-B7B9-24C6F9204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52120" y="63791"/>
                        <a:ext cx="2171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2EF9CE5-D147-4551-9DAB-9699C7B27B8C}"/>
              </a:ext>
            </a:extLst>
          </p:cNvPr>
          <p:cNvSpPr/>
          <p:nvPr/>
        </p:nvSpPr>
        <p:spPr>
          <a:xfrm>
            <a:off x="251520" y="725705"/>
            <a:ext cx="2664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            使得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3EC4BB3-E342-4074-937E-DC5ADB2EE1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61120"/>
              </p:ext>
            </p:extLst>
          </p:nvPr>
        </p:nvGraphicFramePr>
        <p:xfrm>
          <a:off x="1010929" y="782928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1" name="Equation" r:id="rId9" imgW="736560" imgH="330120" progId="Equation.DSMT4">
                  <p:embed/>
                </p:oleObj>
              </mc:Choice>
              <mc:Fallback>
                <p:oleObj name="Equation" r:id="rId9" imgW="73656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D527327-4349-4FE3-830E-F2E56132CA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10929" y="782928"/>
                        <a:ext cx="73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209C423-7126-450C-AA1E-E201075C8FBC}"/>
              </a:ext>
            </a:extLst>
          </p:cNvPr>
          <p:cNvCxnSpPr/>
          <p:nvPr/>
        </p:nvCxnSpPr>
        <p:spPr>
          <a:xfrm>
            <a:off x="0" y="1492250"/>
            <a:ext cx="9144000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D0F9078-0B3F-4C2C-A784-CDB07CA65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703481"/>
              </p:ext>
            </p:extLst>
          </p:nvPr>
        </p:nvGraphicFramePr>
        <p:xfrm>
          <a:off x="2546867" y="620960"/>
          <a:ext cx="18034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2" name="Equation" r:id="rId11" imgW="1803240" imgH="698400" progId="Equation.DSMT4">
                  <p:embed/>
                </p:oleObj>
              </mc:Choice>
              <mc:Fallback>
                <p:oleObj name="Equation" r:id="rId11" imgW="1803240" imgH="698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831C5CD-3F45-4A03-BE7D-1EE1797AB1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46867" y="620960"/>
                        <a:ext cx="18034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D9F4F461-D302-4E36-98B8-80BAF52CE386}"/>
              </a:ext>
            </a:extLst>
          </p:cNvPr>
          <p:cNvSpPr/>
          <p:nvPr/>
        </p:nvSpPr>
        <p:spPr>
          <a:xfrm>
            <a:off x="4643140" y="1764655"/>
            <a:ext cx="22293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由夹逼准则知，</a:t>
            </a:r>
            <a:endParaRPr lang="zh-CN" altLang="en-US" sz="2400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86B658D-3F7B-46B1-A1CC-4E5FAEE95C5F}"/>
              </a:ext>
            </a:extLst>
          </p:cNvPr>
          <p:cNvGrpSpPr/>
          <p:nvPr/>
        </p:nvGrpSpPr>
        <p:grpSpPr>
          <a:xfrm>
            <a:off x="2653562" y="1679575"/>
            <a:ext cx="2023213" cy="673100"/>
            <a:chOff x="2653562" y="1679575"/>
            <a:chExt cx="2023213" cy="6731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7A1B357-5142-4C1B-B4F0-50225A8E2748}"/>
                </a:ext>
              </a:extLst>
            </p:cNvPr>
            <p:cNvSpPr/>
            <p:nvPr/>
          </p:nvSpPr>
          <p:spPr>
            <a:xfrm>
              <a:off x="2653562" y="1777344"/>
              <a:ext cx="4498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9A87B93F-DBD8-4653-9BF1-A040C102E5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5839164"/>
                </p:ext>
              </p:extLst>
            </p:nvPr>
          </p:nvGraphicFramePr>
          <p:xfrm>
            <a:off x="3114675" y="1679575"/>
            <a:ext cx="15621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23" name="Equation" r:id="rId13" imgW="1562040" imgH="672840" progId="Equation.DSMT4">
                    <p:embed/>
                  </p:oleObj>
                </mc:Choice>
                <mc:Fallback>
                  <p:oleObj name="Equation" r:id="rId13" imgW="1562040" imgH="672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114675" y="1679575"/>
                          <a:ext cx="15621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B3C0A26-229F-4524-A53B-905D1A78C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499006"/>
              </p:ext>
            </p:extLst>
          </p:nvPr>
        </p:nvGraphicFramePr>
        <p:xfrm>
          <a:off x="6683634" y="1832298"/>
          <a:ext cx="231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4" name="Equation" r:id="rId15" imgW="2311200" imgH="457200" progId="Equation.DSMT4">
                  <p:embed/>
                </p:oleObj>
              </mc:Choice>
              <mc:Fallback>
                <p:oleObj name="Equation" r:id="rId15" imgW="23112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83634" y="1832298"/>
                        <a:ext cx="2311400" cy="4572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55E417DB-8FC9-4DEC-A151-B938E774519F}"/>
              </a:ext>
            </a:extLst>
          </p:cNvPr>
          <p:cNvSpPr/>
          <p:nvPr/>
        </p:nvSpPr>
        <p:spPr>
          <a:xfrm>
            <a:off x="148966" y="242282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endParaRPr lang="zh-CN" altLang="en-US" sz="24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1B1A532-3F24-4391-9B4B-39005DAF1668}"/>
              </a:ext>
            </a:extLst>
          </p:cNvPr>
          <p:cNvGrpSpPr/>
          <p:nvPr/>
        </p:nvGrpSpPr>
        <p:grpSpPr>
          <a:xfrm>
            <a:off x="168016" y="1644650"/>
            <a:ext cx="2454534" cy="673100"/>
            <a:chOff x="168016" y="1644650"/>
            <a:chExt cx="2454534" cy="673100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EB91617-10DF-4E54-B742-7C7EE46D20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5539742"/>
                </p:ext>
              </p:extLst>
            </p:nvPr>
          </p:nvGraphicFramePr>
          <p:xfrm>
            <a:off x="628650" y="1644650"/>
            <a:ext cx="19939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25" name="Equation" r:id="rId17" imgW="1993680" imgH="672840" progId="Equation.DSMT4">
                    <p:embed/>
                  </p:oleObj>
                </mc:Choice>
                <mc:Fallback>
                  <p:oleObj name="Equation" r:id="rId17" imgW="1993680" imgH="67284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925669A2-DA2F-4D1D-B377-EF1D5EF94A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28650" y="1644650"/>
                          <a:ext cx="19939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E89718E-142D-49FC-88A3-E21F554E5D31}"/>
                </a:ext>
              </a:extLst>
            </p:cNvPr>
            <p:cNvSpPr/>
            <p:nvPr/>
          </p:nvSpPr>
          <p:spPr>
            <a:xfrm>
              <a:off x="168016" y="173106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</a:t>
              </a:r>
              <a:endParaRPr lang="zh-CN" altLang="en-US" sz="2400" dirty="0"/>
            </a:p>
          </p:txBody>
        </p:sp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6C559C8B-3BB3-4760-8BA8-E009407E4B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421676"/>
              </p:ext>
            </p:extLst>
          </p:nvPr>
        </p:nvGraphicFramePr>
        <p:xfrm>
          <a:off x="1010929" y="2502539"/>
          <a:ext cx="231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6" name="Equation" r:id="rId19" imgW="2311200" imgH="457200" progId="Equation.DSMT4">
                  <p:embed/>
                </p:oleObj>
              </mc:Choice>
              <mc:Fallback>
                <p:oleObj name="Equation" r:id="rId19" imgW="2311200" imgH="4572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B3C0A26-229F-4524-A53B-905D1A78C2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10929" y="2502539"/>
                        <a:ext cx="2311400" cy="4572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>
            <a:extLst>
              <a:ext uri="{FF2B5EF4-FFF2-40B4-BE49-F238E27FC236}">
                <a16:creationId xmlns:a16="http://schemas.microsoft.com/office/drawing/2014/main" id="{427C26AA-EE31-49E6-998E-818953E0CFAF}"/>
              </a:ext>
            </a:extLst>
          </p:cNvPr>
          <p:cNvSpPr/>
          <p:nvPr/>
        </p:nvSpPr>
        <p:spPr>
          <a:xfrm>
            <a:off x="564667" y="317138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zh-CN" altLang="en-US" sz="2400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F5B190D1-DBE8-4DD5-B103-F8AFE8002E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258373"/>
              </p:ext>
            </p:extLst>
          </p:nvPr>
        </p:nvGraphicFramePr>
        <p:xfrm>
          <a:off x="940424" y="3068866"/>
          <a:ext cx="4660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7" name="Equation" r:id="rId21" imgW="4660560" imgH="672840" progId="Equation.DSMT4">
                  <p:embed/>
                </p:oleObj>
              </mc:Choice>
              <mc:Fallback>
                <p:oleObj name="Equation" r:id="rId21" imgW="4660560" imgH="6728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BB8D4C0-13D2-41F8-BD77-B8AD67896C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40424" y="3068866"/>
                        <a:ext cx="46609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>
            <a:extLst>
              <a:ext uri="{FF2B5EF4-FFF2-40B4-BE49-F238E27FC236}">
                <a16:creationId xmlns:a16="http://schemas.microsoft.com/office/drawing/2014/main" id="{063BDB62-9704-460F-B436-15690ED0A742}"/>
              </a:ext>
            </a:extLst>
          </p:cNvPr>
          <p:cNvSpPr/>
          <p:nvPr/>
        </p:nvSpPr>
        <p:spPr>
          <a:xfrm>
            <a:off x="5510783" y="321119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56A3DCAE-9541-4866-A270-7EA03184F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162926"/>
              </p:ext>
            </p:extLst>
          </p:nvPr>
        </p:nvGraphicFramePr>
        <p:xfrm>
          <a:off x="6084168" y="3044939"/>
          <a:ext cx="2159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8" name="Equation" r:id="rId23" imgW="2158920" imgH="672840" progId="Equation.DSMT4">
                  <p:embed/>
                </p:oleObj>
              </mc:Choice>
              <mc:Fallback>
                <p:oleObj name="Equation" r:id="rId23" imgW="2158920" imgH="6728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FBDEC21-897E-418C-8DEA-DD9415E97D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84168" y="3044939"/>
                        <a:ext cx="21590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F4360E53-89D2-4EA5-AFE0-3072B71BE3F9}"/>
              </a:ext>
            </a:extLst>
          </p:cNvPr>
          <p:cNvSpPr/>
          <p:nvPr/>
        </p:nvSpPr>
        <p:spPr>
          <a:xfrm>
            <a:off x="2746341" y="3976711"/>
            <a:ext cx="31309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从而由夹逼准则知，</a:t>
            </a:r>
            <a:endParaRPr lang="zh-CN" altLang="en-US" sz="24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74FA810-0B08-48A4-834C-37B667C981D6}"/>
              </a:ext>
            </a:extLst>
          </p:cNvPr>
          <p:cNvSpPr/>
          <p:nvPr/>
        </p:nvSpPr>
        <p:spPr>
          <a:xfrm>
            <a:off x="170366" y="393990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易知</a:t>
            </a:r>
            <a:endParaRPr lang="zh-CN" altLang="en-US" sz="2400" dirty="0"/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C4AAC3E8-9860-4183-8480-8C7133E56E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584467"/>
              </p:ext>
            </p:extLst>
          </p:nvPr>
        </p:nvGraphicFramePr>
        <p:xfrm>
          <a:off x="886657" y="3834184"/>
          <a:ext cx="1828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9" name="Equation" r:id="rId25" imgW="1828800" imgH="672840" progId="Equation.DSMT4">
                  <p:embed/>
                </p:oleObj>
              </mc:Choice>
              <mc:Fallback>
                <p:oleObj name="Equation" r:id="rId25" imgW="182880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86657" y="3834184"/>
                        <a:ext cx="18288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B63597FD-C267-478F-BF14-DC55F11124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030413"/>
              </p:ext>
            </p:extLst>
          </p:nvPr>
        </p:nvGraphicFramePr>
        <p:xfrm>
          <a:off x="5580112" y="4039889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30" name="Equation" r:id="rId27" imgW="1422360" imgH="406080" progId="Equation.DSMT4">
                  <p:embed/>
                </p:oleObj>
              </mc:Choice>
              <mc:Fallback>
                <p:oleObj name="Equation" r:id="rId27" imgW="142236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ECADD09-650B-479A-989D-56128DE33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80112" y="4039889"/>
                        <a:ext cx="14224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228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32" grpId="0"/>
      <p:bldP spid="34" grpId="0"/>
      <p:bldP spid="36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1CF8FAE-94DD-4BD8-BE17-F1414D2DA9BB}"/>
              </a:ext>
            </a:extLst>
          </p:cNvPr>
          <p:cNvSpPr/>
          <p:nvPr/>
        </p:nvSpPr>
        <p:spPr>
          <a:xfrm>
            <a:off x="827584" y="627534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所以由广义罗尔定理得，存在           使得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E44944D-BE48-4E0D-953F-28DB3CC644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028169"/>
              </p:ext>
            </p:extLst>
          </p:nvPr>
        </p:nvGraphicFramePr>
        <p:xfrm>
          <a:off x="4932040" y="693266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0" name="Equation" r:id="rId3" imgW="736560" imgH="330120" progId="Equation.DSMT4">
                  <p:embed/>
                </p:oleObj>
              </mc:Choice>
              <mc:Fallback>
                <p:oleObj name="Equation" r:id="rId3" imgW="736560" imgH="3301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2DFFE29-F57C-4975-B943-C5C9B11198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2040" y="693266"/>
                        <a:ext cx="73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39EE59E-5FE0-4E0B-A58E-90700B076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236134"/>
              </p:ext>
            </p:extLst>
          </p:nvPr>
        </p:nvGraphicFramePr>
        <p:xfrm>
          <a:off x="3131840" y="1491630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1" name="Equation" r:id="rId5" imgW="1143000" imgH="330120" progId="Equation.DSMT4">
                  <p:embed/>
                </p:oleObj>
              </mc:Choice>
              <mc:Fallback>
                <p:oleObj name="Equation" r:id="rId5" imgW="1143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1491630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C3004C11-92BE-4225-936D-50BEF783CF46}"/>
              </a:ext>
            </a:extLst>
          </p:cNvPr>
          <p:cNvSpPr/>
          <p:nvPr/>
        </p:nvSpPr>
        <p:spPr>
          <a:xfrm>
            <a:off x="827584" y="234091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B6805B5-59BA-4758-BC6E-118E8CFA1A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970630"/>
              </p:ext>
            </p:extLst>
          </p:nvPr>
        </p:nvGraphicFramePr>
        <p:xfrm>
          <a:off x="2398825" y="2159000"/>
          <a:ext cx="2552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2" name="Equation" r:id="rId7" imgW="2552400" imgH="825480" progId="Equation.DSMT4">
                  <p:embed/>
                </p:oleObj>
              </mc:Choice>
              <mc:Fallback>
                <p:oleObj name="Equation" r:id="rId7" imgW="25524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98825" y="2159000"/>
                        <a:ext cx="2552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B1595357-9868-4BE8-835F-428318CAD398}"/>
              </a:ext>
            </a:extLst>
          </p:cNvPr>
          <p:cNvSpPr/>
          <p:nvPr/>
        </p:nvSpPr>
        <p:spPr>
          <a:xfrm>
            <a:off x="827584" y="33638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F8965A0-13C9-4AE0-9DE3-F527AADF6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114715"/>
              </p:ext>
            </p:extLst>
          </p:nvPr>
        </p:nvGraphicFramePr>
        <p:xfrm>
          <a:off x="2425700" y="3295492"/>
          <a:ext cx="2146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3" name="Equation" r:id="rId9" imgW="2145960" imgH="825480" progId="Equation.DSMT4">
                  <p:embed/>
                </p:oleObj>
              </mc:Choice>
              <mc:Fallback>
                <p:oleObj name="Equation" r:id="rId9" imgW="21459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5700" y="3295492"/>
                        <a:ext cx="2146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665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76C0823-CD3F-4B73-B9B6-89D72F89C126}"/>
              </a:ext>
            </a:extLst>
          </p:cNvPr>
          <p:cNvSpPr txBox="1">
            <a:spLocks noChangeArrowheads="1"/>
          </p:cNvSpPr>
          <p:nvPr/>
        </p:nvSpPr>
        <p:spPr>
          <a:xfrm>
            <a:off x="2555776" y="1941828"/>
            <a:ext cx="4320480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rgbClr val="00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拉格朗日中值定理</a:t>
            </a:r>
          </a:p>
        </p:txBody>
      </p:sp>
    </p:spTree>
    <p:extLst>
      <p:ext uri="{BB962C8B-B14F-4D97-AF65-F5344CB8AC3E}">
        <p14:creationId xmlns:p14="http://schemas.microsoft.com/office/powerpoint/2010/main" val="270963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803D47A-89E5-4801-A36D-0CAC53C40CB2}"/>
              </a:ext>
            </a:extLst>
          </p:cNvPr>
          <p:cNvSpPr txBox="1">
            <a:spLocks noChangeArrowheads="1"/>
          </p:cNvSpPr>
          <p:nvPr/>
        </p:nvSpPr>
        <p:spPr>
          <a:xfrm>
            <a:off x="492125" y="195486"/>
            <a:ext cx="227965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C1BD2189-3147-4A3C-B589-F2803885E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365" y="185882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93AB6724-BEE3-403E-A501-31DBCA0BC9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299483"/>
              </p:ext>
            </p:extLst>
          </p:nvPr>
        </p:nvGraphicFramePr>
        <p:xfrm>
          <a:off x="2062989" y="27548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63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93AB6724-BEE3-403E-A501-31DBCA0BC9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989" y="275483"/>
                        <a:ext cx="622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2C8DEC0E-0C4A-4208-A703-D5304AE4F1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434345"/>
              </p:ext>
            </p:extLst>
          </p:nvPr>
        </p:nvGraphicFramePr>
        <p:xfrm>
          <a:off x="3035615" y="299736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64" name="Equation" r:id="rId5" imgW="685800" imgH="342720" progId="Equation.DSMT4">
                  <p:embed/>
                </p:oleObj>
              </mc:Choice>
              <mc:Fallback>
                <p:oleObj name="Equation" r:id="rId5" imgW="685800" imgH="34272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2C8DEC0E-0C4A-4208-A703-D5304AE4F1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615" y="299736"/>
                        <a:ext cx="68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id="{C364BC50-1203-4E34-A640-74500B545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583" y="180971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内可导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且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5AE8F2CD-697B-40E8-B49D-E594053A5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544065"/>
              </p:ext>
            </p:extLst>
          </p:nvPr>
        </p:nvGraphicFramePr>
        <p:xfrm>
          <a:off x="5314797" y="257842"/>
          <a:ext cx="157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65" name="Equation" r:id="rId7" imgW="1574640" imgH="431640" progId="Equation.DSMT4">
                  <p:embed/>
                </p:oleObj>
              </mc:Choice>
              <mc:Fallback>
                <p:oleObj name="Equation" r:id="rId7" imgW="1574640" imgH="43164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5AE8F2CD-697B-40E8-B49D-E594053A5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797" y="257842"/>
                        <a:ext cx="1574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56CE8378-3264-4BBC-B1E2-CA6EFECCE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477" y="211445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证明</a:t>
            </a:r>
            <a:r>
              <a:rPr lang="en-US" altLang="zh-CN" sz="2400" b="1" dirty="0">
                <a:latin typeface="+mj-ea"/>
                <a:ea typeface="+mj-ea"/>
              </a:rPr>
              <a:t>: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E497FA1C-AD58-4531-AC34-04CE434E4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8087" y="222615"/>
            <a:ext cx="4964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9C657C2A-89C6-4DA5-896E-79836DC28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180259"/>
              </p:ext>
            </p:extLst>
          </p:nvPr>
        </p:nvGraphicFramePr>
        <p:xfrm>
          <a:off x="7810907" y="32092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66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9C657C2A-89C6-4DA5-896E-79836DC283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907" y="320922"/>
                        <a:ext cx="622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09FA9389-8F43-4270-9DAB-F0518E266C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761120"/>
              </p:ext>
            </p:extLst>
          </p:nvPr>
        </p:nvGraphicFramePr>
        <p:xfrm>
          <a:off x="204093" y="901249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67" name="Equation" r:id="rId11" imgW="685800" imgH="342720" progId="Equation.DSMT4">
                  <p:embed/>
                </p:oleObj>
              </mc:Choice>
              <mc:Fallback>
                <p:oleObj name="Equation" r:id="rId11" imgW="685800" imgH="342720" progId="Equation.DSMT4">
                  <p:embed/>
                  <p:pic>
                    <p:nvPicPr>
                      <p:cNvPr id="11" name="Object 12">
                        <a:extLst>
                          <a:ext uri="{FF2B5EF4-FFF2-40B4-BE49-F238E27FC236}">
                            <a16:creationId xmlns:a16="http://schemas.microsoft.com/office/drawing/2014/main" id="{09FA9389-8F43-4270-9DAB-F0518E266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93" y="901249"/>
                        <a:ext cx="68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>
            <a:extLst>
              <a:ext uri="{FF2B5EF4-FFF2-40B4-BE49-F238E27FC236}">
                <a16:creationId xmlns:a16="http://schemas.microsoft.com/office/drawing/2014/main" id="{1AD74C95-3E70-4515-9AEC-8B77202B2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57" y="793941"/>
            <a:ext cx="13196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内有界</a:t>
            </a:r>
            <a:r>
              <a:rPr lang="en-US" altLang="zh-CN" sz="2400" b="1" dirty="0">
                <a:latin typeface="+mj-ea"/>
                <a:ea typeface="+mj-ea"/>
              </a:rPr>
              <a:t>.  </a:t>
            </a:r>
            <a:endParaRPr lang="en-US" altLang="zh-CN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60591687-4310-438D-AF42-8FE6BC884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993" y="1354395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取点</a:t>
            </a:r>
          </a:p>
        </p:txBody>
      </p:sp>
      <p:graphicFrame>
        <p:nvGraphicFramePr>
          <p:cNvPr id="14" name="Object 15">
            <a:extLst>
              <a:ext uri="{FF2B5EF4-FFF2-40B4-BE49-F238E27FC236}">
                <a16:creationId xmlns:a16="http://schemas.microsoft.com/office/drawing/2014/main" id="{445B802F-DFB7-4BCD-AE17-AC3759BEA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362255"/>
              </p:ext>
            </p:extLst>
          </p:nvPr>
        </p:nvGraphicFramePr>
        <p:xfrm>
          <a:off x="1702693" y="1398020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68" name="Equation" r:id="rId13" imgW="1346040" imgH="380880" progId="Equation.DSMT4">
                  <p:embed/>
                </p:oleObj>
              </mc:Choice>
              <mc:Fallback>
                <p:oleObj name="Equation" r:id="rId13" imgW="1346040" imgH="380880" progId="Equation.DSMT4">
                  <p:embed/>
                  <p:pic>
                    <p:nvPicPr>
                      <p:cNvPr id="14" name="Object 15">
                        <a:extLst>
                          <a:ext uri="{FF2B5EF4-FFF2-40B4-BE49-F238E27FC236}">
                            <a16:creationId xmlns:a16="http://schemas.microsoft.com/office/drawing/2014/main" id="{445B802F-DFB7-4BCD-AE17-AC3759BEA7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693" y="1398020"/>
                        <a:ext cx="1346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>
            <a:extLst>
              <a:ext uri="{FF2B5EF4-FFF2-40B4-BE49-F238E27FC236}">
                <a16:creationId xmlns:a16="http://schemas.microsoft.com/office/drawing/2014/main" id="{B75A33EF-FE8A-46CF-A2A8-E105E52EC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061" y="1320647"/>
            <a:ext cx="2406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再取异于</a:t>
            </a:r>
          </a:p>
        </p:txBody>
      </p:sp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8EC5298A-8AE0-470D-8BF4-D979E6D6C8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141467"/>
              </p:ext>
            </p:extLst>
          </p:nvPr>
        </p:nvGraphicFramePr>
        <p:xfrm>
          <a:off x="4280793" y="1354395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69" name="Equation" r:id="rId15" imgW="279360" imgH="380880" progId="Equation.DSMT4">
                  <p:embed/>
                </p:oleObj>
              </mc:Choice>
              <mc:Fallback>
                <p:oleObj name="Equation" r:id="rId15" imgW="279360" imgH="38088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8EC5298A-8AE0-470D-8BF4-D979E6D6C8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0793" y="1354395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8">
            <a:extLst>
              <a:ext uri="{FF2B5EF4-FFF2-40B4-BE49-F238E27FC236}">
                <a16:creationId xmlns:a16="http://schemas.microsoft.com/office/drawing/2014/main" id="{F2C09665-B4A2-4686-A320-93BD0CF9E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0193" y="1296834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的点</a:t>
            </a:r>
          </a:p>
        </p:txBody>
      </p:sp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7E384BD6-EC64-472C-BCC7-206CB6870D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284521"/>
              </p:ext>
            </p:extLst>
          </p:nvPr>
        </p:nvGraphicFramePr>
        <p:xfrm>
          <a:off x="5237974" y="1398020"/>
          <a:ext cx="1244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0" name="Equation" r:id="rId17" imgW="1244520" imgH="342720" progId="Equation.DSMT4">
                  <p:embed/>
                </p:oleObj>
              </mc:Choice>
              <mc:Fallback>
                <p:oleObj name="Equation" r:id="rId17" imgW="1244520" imgH="342720" progId="Equation.DSMT4">
                  <p:embed/>
                  <p:pic>
                    <p:nvPicPr>
                      <p:cNvPr id="18" name="Object 19">
                        <a:extLst>
                          <a:ext uri="{FF2B5EF4-FFF2-40B4-BE49-F238E27FC236}">
                            <a16:creationId xmlns:a16="http://schemas.microsoft.com/office/drawing/2014/main" id="{7E384BD6-EC64-472C-BCC7-206CB6870D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7974" y="1398020"/>
                        <a:ext cx="1244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0">
            <a:extLst>
              <a:ext uri="{FF2B5EF4-FFF2-40B4-BE49-F238E27FC236}">
                <a16:creationId xmlns:a16="http://schemas.microsoft.com/office/drawing/2014/main" id="{86268F08-22A1-4033-A87B-8E1FC18AC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2643" y="1290021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对</a:t>
            </a:r>
          </a:p>
        </p:txBody>
      </p:sp>
      <p:graphicFrame>
        <p:nvGraphicFramePr>
          <p:cNvPr id="20" name="Object 23">
            <a:extLst>
              <a:ext uri="{FF2B5EF4-FFF2-40B4-BE49-F238E27FC236}">
                <a16:creationId xmlns:a16="http://schemas.microsoft.com/office/drawing/2014/main" id="{8EEBFA70-EDC2-48E3-AFFC-A7499F906B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972859"/>
              </p:ext>
            </p:extLst>
          </p:nvPr>
        </p:nvGraphicFramePr>
        <p:xfrm>
          <a:off x="6828829" y="1341400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1" name="Equation" r:id="rId19" imgW="1930320" imgH="393480" progId="Equation.DSMT4">
                  <p:embed/>
                </p:oleObj>
              </mc:Choice>
              <mc:Fallback>
                <p:oleObj name="Equation" r:id="rId19" imgW="1930320" imgH="393480" progId="Equation.DSMT4">
                  <p:embed/>
                  <p:pic>
                    <p:nvPicPr>
                      <p:cNvPr id="20" name="Object 23">
                        <a:extLst>
                          <a:ext uri="{FF2B5EF4-FFF2-40B4-BE49-F238E27FC236}">
                            <a16:creationId xmlns:a16="http://schemas.microsoft.com/office/drawing/2014/main" id="{8EEBFA70-EDC2-48E3-AFFC-A7499F906B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8829" y="1341400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4">
            <a:extLst>
              <a:ext uri="{FF2B5EF4-FFF2-40B4-BE49-F238E27FC236}">
                <a16:creationId xmlns:a16="http://schemas.microsoft.com/office/drawing/2014/main" id="{F23CF28F-EA28-4A83-9864-68BC9CFCB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16" y="1928465"/>
            <a:ext cx="52370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为端点的区间上用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拉格朗日中值定理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22" name="Text Box 25">
            <a:extLst>
              <a:ext uri="{FF2B5EF4-FFF2-40B4-BE49-F238E27FC236}">
                <a16:creationId xmlns:a16="http://schemas.microsoft.com/office/drawing/2014/main" id="{0148F12E-96E5-499A-BD8B-5883374AA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5885" y="1921113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23" name="Object 26">
            <a:extLst>
              <a:ext uri="{FF2B5EF4-FFF2-40B4-BE49-F238E27FC236}">
                <a16:creationId xmlns:a16="http://schemas.microsoft.com/office/drawing/2014/main" id="{BEF62846-2B9C-4DA6-A8C1-B3091CEC9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216103"/>
              </p:ext>
            </p:extLst>
          </p:nvPr>
        </p:nvGraphicFramePr>
        <p:xfrm>
          <a:off x="1356221" y="2565445"/>
          <a:ext cx="345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2" name="Equation" r:id="rId21" imgW="3454200" imgH="380880" progId="Equation.DSMT4">
                  <p:embed/>
                </p:oleObj>
              </mc:Choice>
              <mc:Fallback>
                <p:oleObj name="Equation" r:id="rId21" imgW="3454200" imgH="380880" progId="Equation.DSMT4">
                  <p:embed/>
                  <p:pic>
                    <p:nvPicPr>
                      <p:cNvPr id="23" name="Object 26">
                        <a:extLst>
                          <a:ext uri="{FF2B5EF4-FFF2-40B4-BE49-F238E27FC236}">
                            <a16:creationId xmlns:a16="http://schemas.microsoft.com/office/drawing/2014/main" id="{BEF62846-2B9C-4DA6-A8C1-B3091CEC94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221" y="2565445"/>
                        <a:ext cx="345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9">
            <a:extLst>
              <a:ext uri="{FF2B5EF4-FFF2-40B4-BE49-F238E27FC236}">
                <a16:creationId xmlns:a16="http://schemas.microsoft.com/office/drawing/2014/main" id="{E20108BC-5CCF-4367-9B4F-C2A66875A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688111"/>
              </p:ext>
            </p:extLst>
          </p:nvPr>
        </p:nvGraphicFramePr>
        <p:xfrm>
          <a:off x="4855058" y="2552745"/>
          <a:ext cx="25352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3" name="Equation" r:id="rId23" imgW="2539800" imgH="393480" progId="Equation.DSMT4">
                  <p:embed/>
                </p:oleObj>
              </mc:Choice>
              <mc:Fallback>
                <p:oleObj name="Equation" r:id="rId23" imgW="2539800" imgH="393480" progId="Equation.DSMT4">
                  <p:embed/>
                  <p:pic>
                    <p:nvPicPr>
                      <p:cNvPr id="24" name="Object 29">
                        <a:extLst>
                          <a:ext uri="{FF2B5EF4-FFF2-40B4-BE49-F238E27FC236}">
                            <a16:creationId xmlns:a16="http://schemas.microsoft.com/office/drawing/2014/main" id="{E20108BC-5CCF-4367-9B4F-C2A66875AA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5058" y="2552745"/>
                        <a:ext cx="253523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>
            <a:extLst>
              <a:ext uri="{FF2B5EF4-FFF2-40B4-BE49-F238E27FC236}">
                <a16:creationId xmlns:a16="http://schemas.microsoft.com/office/drawing/2014/main" id="{CE1AC225-FEEC-420D-B792-644968F4E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984397"/>
              </p:ext>
            </p:extLst>
          </p:nvPr>
        </p:nvGraphicFramePr>
        <p:xfrm>
          <a:off x="1384725" y="3157200"/>
          <a:ext cx="36909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4" name="Equation" r:id="rId25" imgW="3695400" imgH="431640" progId="Equation.DSMT4">
                  <p:embed/>
                </p:oleObj>
              </mc:Choice>
              <mc:Fallback>
                <p:oleObj name="Equation" r:id="rId25" imgW="3695400" imgH="431640" progId="Equation.DSMT4">
                  <p:embed/>
                  <p:pic>
                    <p:nvPicPr>
                      <p:cNvPr id="25" name="Object 32">
                        <a:extLst>
                          <a:ext uri="{FF2B5EF4-FFF2-40B4-BE49-F238E27FC236}">
                            <a16:creationId xmlns:a16="http://schemas.microsoft.com/office/drawing/2014/main" id="{CE1AC225-FEEC-420D-B792-644968F4E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725" y="3157200"/>
                        <a:ext cx="36909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3">
            <a:extLst>
              <a:ext uri="{FF2B5EF4-FFF2-40B4-BE49-F238E27FC236}">
                <a16:creationId xmlns:a16="http://schemas.microsoft.com/office/drawing/2014/main" id="{B166595C-A33D-4323-AC16-12A54F57F6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27788"/>
              </p:ext>
            </p:extLst>
          </p:nvPr>
        </p:nvGraphicFramePr>
        <p:xfrm>
          <a:off x="5115885" y="3168780"/>
          <a:ext cx="298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5" name="Equation" r:id="rId27" imgW="2984400" imgH="431640" progId="Equation.DSMT4">
                  <p:embed/>
                </p:oleObj>
              </mc:Choice>
              <mc:Fallback>
                <p:oleObj name="Equation" r:id="rId27" imgW="2984400" imgH="431640" progId="Equation.DSMT4">
                  <p:embed/>
                  <p:pic>
                    <p:nvPicPr>
                      <p:cNvPr id="26" name="Object 33">
                        <a:extLst>
                          <a:ext uri="{FF2B5EF4-FFF2-40B4-BE49-F238E27FC236}">
                            <a16:creationId xmlns:a16="http://schemas.microsoft.com/office/drawing/2014/main" id="{B166595C-A33D-4323-AC16-12A54F57F6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885" y="3168780"/>
                        <a:ext cx="2984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4">
            <a:extLst>
              <a:ext uri="{FF2B5EF4-FFF2-40B4-BE49-F238E27FC236}">
                <a16:creationId xmlns:a16="http://schemas.microsoft.com/office/drawing/2014/main" id="{2AD76F14-A490-407A-9724-8A53B50AD3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066304"/>
              </p:ext>
            </p:extLst>
          </p:nvPr>
        </p:nvGraphicFramePr>
        <p:xfrm>
          <a:off x="2180383" y="3833017"/>
          <a:ext cx="246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6" name="Equation" r:id="rId29" imgW="2463480" imgH="431640" progId="Equation.DSMT4">
                  <p:embed/>
                </p:oleObj>
              </mc:Choice>
              <mc:Fallback>
                <p:oleObj name="Equation" r:id="rId29" imgW="2463480" imgH="431640" progId="Equation.DSMT4">
                  <p:embed/>
                  <p:pic>
                    <p:nvPicPr>
                      <p:cNvPr id="27" name="Object 34">
                        <a:extLst>
                          <a:ext uri="{FF2B5EF4-FFF2-40B4-BE49-F238E27FC236}">
                            <a16:creationId xmlns:a16="http://schemas.microsoft.com/office/drawing/2014/main" id="{2AD76F14-A490-407A-9724-8A53B50AD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383" y="3833017"/>
                        <a:ext cx="2463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6">
            <a:extLst>
              <a:ext uri="{FF2B5EF4-FFF2-40B4-BE49-F238E27FC236}">
                <a16:creationId xmlns:a16="http://schemas.microsoft.com/office/drawing/2014/main" id="{DF32F363-6940-4F60-BDE7-CF1DA8970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918611"/>
              </p:ext>
            </p:extLst>
          </p:nvPr>
        </p:nvGraphicFramePr>
        <p:xfrm>
          <a:off x="4644183" y="3909217"/>
          <a:ext cx="571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7" name="Equation" r:id="rId31" imgW="571320" imgH="279360" progId="Equation.DSMT4">
                  <p:embed/>
                </p:oleObj>
              </mc:Choice>
              <mc:Fallback>
                <p:oleObj name="Equation" r:id="rId31" imgW="571320" imgH="279360" progId="Equation.DSMT4">
                  <p:embed/>
                  <p:pic>
                    <p:nvPicPr>
                      <p:cNvPr id="28" name="Object 36">
                        <a:extLst>
                          <a:ext uri="{FF2B5EF4-FFF2-40B4-BE49-F238E27FC236}">
                            <a16:creationId xmlns:a16="http://schemas.microsoft.com/office/drawing/2014/main" id="{DF32F363-6940-4F60-BDE7-CF1DA89707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183" y="3909217"/>
                        <a:ext cx="571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49">
            <a:extLst>
              <a:ext uri="{FF2B5EF4-FFF2-40B4-BE49-F238E27FC236}">
                <a16:creationId xmlns:a16="http://schemas.microsoft.com/office/drawing/2014/main" id="{276786B2-1114-4825-BDB4-40A811E5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21" y="4416122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可见对任意</a:t>
            </a:r>
          </a:p>
        </p:txBody>
      </p:sp>
      <p:graphicFrame>
        <p:nvGraphicFramePr>
          <p:cNvPr id="30" name="Object 50">
            <a:extLst>
              <a:ext uri="{FF2B5EF4-FFF2-40B4-BE49-F238E27FC236}">
                <a16:creationId xmlns:a16="http://schemas.microsoft.com/office/drawing/2014/main" id="{2331F008-D6D8-44FF-9855-DAD94E098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872601"/>
              </p:ext>
            </p:extLst>
          </p:nvPr>
        </p:nvGraphicFramePr>
        <p:xfrm>
          <a:off x="2030065" y="4518184"/>
          <a:ext cx="1244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8" name="Equation" r:id="rId33" imgW="1244520" imgH="342720" progId="Equation.DSMT4">
                  <p:embed/>
                </p:oleObj>
              </mc:Choice>
              <mc:Fallback>
                <p:oleObj name="Equation" r:id="rId33" imgW="1244520" imgH="342720" progId="Equation.DSMT4">
                  <p:embed/>
                  <p:pic>
                    <p:nvPicPr>
                      <p:cNvPr id="30" name="Object 50">
                        <a:extLst>
                          <a:ext uri="{FF2B5EF4-FFF2-40B4-BE49-F238E27FC236}">
                            <a16:creationId xmlns:a16="http://schemas.microsoft.com/office/drawing/2014/main" id="{2331F008-D6D8-44FF-9855-DAD94E0989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065" y="4518184"/>
                        <a:ext cx="1244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1">
            <a:extLst>
              <a:ext uri="{FF2B5EF4-FFF2-40B4-BE49-F238E27FC236}">
                <a16:creationId xmlns:a16="http://schemas.microsoft.com/office/drawing/2014/main" id="{E11C9D21-1FBC-4C76-8DFF-EEDD6627E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342754"/>
              </p:ext>
            </p:extLst>
          </p:nvPr>
        </p:nvGraphicFramePr>
        <p:xfrm>
          <a:off x="3336826" y="4457948"/>
          <a:ext cx="1397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79" name="Equation" r:id="rId35" imgW="1396800" imgH="431640" progId="Equation.DSMT4">
                  <p:embed/>
                </p:oleObj>
              </mc:Choice>
              <mc:Fallback>
                <p:oleObj name="Equation" r:id="rId35" imgW="1396800" imgH="431640" progId="Equation.DSMT4">
                  <p:embed/>
                  <p:pic>
                    <p:nvPicPr>
                      <p:cNvPr id="31" name="Object 51">
                        <a:extLst>
                          <a:ext uri="{FF2B5EF4-FFF2-40B4-BE49-F238E27FC236}">
                            <a16:creationId xmlns:a16="http://schemas.microsoft.com/office/drawing/2014/main" id="{E11C9D21-1FBC-4C76-8DFF-EEDD6627E3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826" y="4457948"/>
                        <a:ext cx="1397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52">
            <a:extLst>
              <a:ext uri="{FF2B5EF4-FFF2-40B4-BE49-F238E27FC236}">
                <a16:creationId xmlns:a16="http://schemas.microsoft.com/office/drawing/2014/main" id="{4413878D-273C-4814-A57E-D33F50076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183" y="4430791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即得所证 </a:t>
            </a:r>
            <a:r>
              <a:rPr lang="en-US" altLang="zh-CN" sz="2400" b="1">
                <a:latin typeface="+mj-ea"/>
                <a:ea typeface="+mj-ea"/>
              </a:rPr>
              <a:t>.</a:t>
            </a:r>
          </a:p>
        </p:txBody>
      </p:sp>
      <p:sp>
        <p:nvSpPr>
          <p:cNvPr id="33" name="Text Box 25">
            <a:extLst>
              <a:ext uri="{FF2B5EF4-FFF2-40B4-BE49-F238E27FC236}">
                <a16:creationId xmlns:a16="http://schemas.microsoft.com/office/drawing/2014/main" id="{61C77303-5CC5-4901-AE40-2E5EE6732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55" y="3139322"/>
            <a:ext cx="9803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所以</a:t>
            </a:r>
          </a:p>
        </p:txBody>
      </p:sp>
      <p:sp>
        <p:nvSpPr>
          <p:cNvPr id="34" name="TextBox 70">
            <a:extLst>
              <a:ext uri="{FF2B5EF4-FFF2-40B4-BE49-F238E27FC236}">
                <a16:creationId xmlns:a16="http://schemas.microsoft.com/office/drawing/2014/main" id="{9E325B1C-F44D-4A9D-B1AC-F75117696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770" y="827536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697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5" grpId="0" autoUpdateAnimBg="0"/>
      <p:bldP spid="17" grpId="0" autoUpdateAnimBg="0"/>
      <p:bldP spid="19" grpId="0" autoUpdateAnimBg="0"/>
      <p:bldP spid="21" grpId="0" autoUpdateAnimBg="0"/>
      <p:bldP spid="22" grpId="0" autoUpdateAnimBg="0"/>
      <p:bldP spid="29" grpId="0" autoUpdateAnimBg="0"/>
      <p:bldP spid="32" grpId="0" autoUpdateAnimBg="0"/>
      <p:bldP spid="3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0CF378-C406-4060-B428-ADF6DBE24A96}"/>
              </a:ext>
            </a:extLst>
          </p:cNvPr>
          <p:cNvSpPr/>
          <p:nvPr/>
        </p:nvSpPr>
        <p:spPr>
          <a:xfrm>
            <a:off x="35496" y="339502"/>
            <a:ext cx="4176464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                         求 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FBB08E60-ED1A-4959-93D9-8F80FE9FF6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9795"/>
              </p:ext>
            </p:extLst>
          </p:nvPr>
        </p:nvGraphicFramePr>
        <p:xfrm>
          <a:off x="1691680" y="586506"/>
          <a:ext cx="16589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8" name="Equation" r:id="rId3" imgW="1663560" imgH="482400" progId="Equation.DSMT4">
                  <p:embed/>
                </p:oleObj>
              </mc:Choice>
              <mc:Fallback>
                <p:oleObj name="Equation" r:id="rId3" imgW="1663560" imgH="48240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BC125A2F-1056-4B32-AF00-627B644660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86506"/>
                        <a:ext cx="1658937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ECB99C1E-CBB5-4FB8-A5C0-CDA6CABD11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061178"/>
              </p:ext>
            </p:extLst>
          </p:nvPr>
        </p:nvGraphicFramePr>
        <p:xfrm>
          <a:off x="3923928" y="587121"/>
          <a:ext cx="25590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9" name="Equation" r:id="rId5" imgW="2565360" imgH="482400" progId="Equation.DSMT4">
                  <p:embed/>
                </p:oleObj>
              </mc:Choice>
              <mc:Fallback>
                <p:oleObj name="Equation" r:id="rId5" imgW="2565360" imgH="482400" progId="Equation.DSMT4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BC6DBF54-C04E-424F-BB34-CE0BC2C61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587121"/>
                        <a:ext cx="255905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77BE9306-876F-4657-82E9-F15440D7A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73232"/>
            <a:ext cx="6318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6A4E52E2-9AC3-4604-B74B-7F2001B34B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780963"/>
              </p:ext>
            </p:extLst>
          </p:nvPr>
        </p:nvGraphicFramePr>
        <p:xfrm>
          <a:off x="1315453" y="1252714"/>
          <a:ext cx="31162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0" name="Equation" r:id="rId7" imgW="3124080" imgH="355320" progId="Equation.DSMT4">
                  <p:embed/>
                </p:oleObj>
              </mc:Choice>
              <mc:Fallback>
                <p:oleObj name="Equation" r:id="rId7" imgW="3124080" imgH="355320" progId="Equation.DSMT4">
                  <p:embed/>
                  <p:pic>
                    <p:nvPicPr>
                      <p:cNvPr id="11" name="Object 1">
                        <a:extLst>
                          <a:ext uri="{FF2B5EF4-FFF2-40B4-BE49-F238E27FC236}">
                            <a16:creationId xmlns:a16="http://schemas.microsoft.com/office/drawing/2014/main" id="{D7562D7B-36CB-41B9-9F3E-96EC912EB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453" y="1252714"/>
                        <a:ext cx="3116262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">
            <a:extLst>
              <a:ext uri="{FF2B5EF4-FFF2-40B4-BE49-F238E27FC236}">
                <a16:creationId xmlns:a16="http://schemas.microsoft.com/office/drawing/2014/main" id="{A2AEFA69-9559-4E6F-8250-C4340A315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42968"/>
              </p:ext>
            </p:extLst>
          </p:nvPr>
        </p:nvGraphicFramePr>
        <p:xfrm>
          <a:off x="4589748" y="1222375"/>
          <a:ext cx="21780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1" name="Equation" r:id="rId9" imgW="2184120" imgH="368280" progId="Equation.DSMT4">
                  <p:embed/>
                </p:oleObj>
              </mc:Choice>
              <mc:Fallback>
                <p:oleObj name="Equation" r:id="rId9" imgW="2184120" imgH="368280" progId="Equation.DSMT4">
                  <p:embed/>
                  <p:pic>
                    <p:nvPicPr>
                      <p:cNvPr id="12" name="Object 1">
                        <a:extLst>
                          <a:ext uri="{FF2B5EF4-FFF2-40B4-BE49-F238E27FC236}">
                            <a16:creationId xmlns:a16="http://schemas.microsoft.com/office/drawing/2014/main" id="{18FA7F66-2807-4D28-88B4-A49B3046B4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748" y="1222375"/>
                        <a:ext cx="217805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">
            <a:extLst>
              <a:ext uri="{FF2B5EF4-FFF2-40B4-BE49-F238E27FC236}">
                <a16:creationId xmlns:a16="http://schemas.microsoft.com/office/drawing/2014/main" id="{50C7EAC4-6786-4B01-8FAE-118406F354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078772"/>
              </p:ext>
            </p:extLst>
          </p:nvPr>
        </p:nvGraphicFramePr>
        <p:xfrm>
          <a:off x="1425897" y="1923678"/>
          <a:ext cx="40655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2" name="Equation" r:id="rId11" imgW="4076640" imgH="482400" progId="Equation.DSMT4">
                  <p:embed/>
                </p:oleObj>
              </mc:Choice>
              <mc:Fallback>
                <p:oleObj name="Equation" r:id="rId11" imgW="4076640" imgH="482400" progId="Equation.DSMT4">
                  <p:embed/>
                  <p:pic>
                    <p:nvPicPr>
                      <p:cNvPr id="13" name="Object 1">
                        <a:extLst>
                          <a:ext uri="{FF2B5EF4-FFF2-40B4-BE49-F238E27FC236}">
                            <a16:creationId xmlns:a16="http://schemas.microsoft.com/office/drawing/2014/main" id="{0CF2AF41-82BC-47A4-9CBC-779C80A15F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897" y="1923678"/>
                        <a:ext cx="4065588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">
            <a:extLst>
              <a:ext uri="{FF2B5EF4-FFF2-40B4-BE49-F238E27FC236}">
                <a16:creationId xmlns:a16="http://schemas.microsoft.com/office/drawing/2014/main" id="{B657B3B0-DAD4-47BC-9E33-B48130C18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13657"/>
              </p:ext>
            </p:extLst>
          </p:nvPr>
        </p:nvGraphicFramePr>
        <p:xfrm>
          <a:off x="3923928" y="2931790"/>
          <a:ext cx="22177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3" name="Equation" r:id="rId13" imgW="2222280" imgH="507960" progId="Equation.DSMT4">
                  <p:embed/>
                </p:oleObj>
              </mc:Choice>
              <mc:Fallback>
                <p:oleObj name="Equation" r:id="rId13" imgW="2222280" imgH="507960" progId="Equation.DSMT4">
                  <p:embed/>
                  <p:pic>
                    <p:nvPicPr>
                      <p:cNvPr id="14" name="Object 1">
                        <a:extLst>
                          <a:ext uri="{FF2B5EF4-FFF2-40B4-BE49-F238E27FC236}">
                            <a16:creationId xmlns:a16="http://schemas.microsoft.com/office/drawing/2014/main" id="{EFF993BE-F1C5-4BB9-A7AB-1D9E98C533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2931790"/>
                        <a:ext cx="2217738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70">
            <a:extLst>
              <a:ext uri="{FF2B5EF4-FFF2-40B4-BE49-F238E27FC236}">
                <a16:creationId xmlns:a16="http://schemas.microsoft.com/office/drawing/2014/main" id="{5714FAA5-A572-48E3-B9DE-B5A3B0A5B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491" y="556991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037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C39AB5-48E0-45FB-AC09-CF0042264B06}"/>
              </a:ext>
            </a:extLst>
          </p:cNvPr>
          <p:cNvSpPr/>
          <p:nvPr/>
        </p:nvSpPr>
        <p:spPr>
          <a:xfrm>
            <a:off x="138944" y="142519"/>
            <a:ext cx="8784976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3.</a:t>
            </a: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若         在            上连续，在             内可导，且                       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275C322-ADAA-4228-B36E-28F858117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693450"/>
              </p:ext>
            </p:extLst>
          </p:nvPr>
        </p:nvGraphicFramePr>
        <p:xfrm>
          <a:off x="1644585" y="43218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4585" y="43218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A3CB1EA-EE3C-46AB-89E5-23F956D74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584225"/>
              </p:ext>
            </p:extLst>
          </p:nvPr>
        </p:nvGraphicFramePr>
        <p:xfrm>
          <a:off x="2742799" y="397107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5" name="Equation" r:id="rId5" imgW="876240" imgH="342720" progId="Equation.DSMT4">
                  <p:embed/>
                </p:oleObj>
              </mc:Choice>
              <mc:Fallback>
                <p:oleObj name="Equation" r:id="rId5" imgW="876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42799" y="397107"/>
                        <a:ext cx="876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3C3F0A4-A0AA-459A-87C0-7222F17B9F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310756"/>
              </p:ext>
            </p:extLst>
          </p:nvPr>
        </p:nvGraphicFramePr>
        <p:xfrm>
          <a:off x="5133207" y="421144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6" name="Equation" r:id="rId7" imgW="888840" imgH="342720" progId="Equation.DSMT4">
                  <p:embed/>
                </p:oleObj>
              </mc:Choice>
              <mc:Fallback>
                <p:oleObj name="Equation" r:id="rId7" imgW="888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33207" y="421144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D6F161F-28C6-47A9-9CEB-047CCC5415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765993"/>
              </p:ext>
            </p:extLst>
          </p:nvPr>
        </p:nvGraphicFramePr>
        <p:xfrm>
          <a:off x="7596336" y="416138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7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96336" y="416138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3">
            <a:extLst>
              <a:ext uri="{FF2B5EF4-FFF2-40B4-BE49-F238E27FC236}">
                <a16:creationId xmlns:a16="http://schemas.microsoft.com/office/drawing/2014/main" id="{EC724545-6783-4453-91E1-BC3F90AC8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33" y="928310"/>
            <a:ext cx="55310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当     时，        证明：当     时，</a:t>
            </a:r>
            <a:endParaRPr lang="en-US" altLang="zh-CN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861F923-FDFF-422E-99CE-13FA15A26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339984"/>
              </p:ext>
            </p:extLst>
          </p:nvPr>
        </p:nvGraphicFramePr>
        <p:xfrm>
          <a:off x="863589" y="1019442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8" name="Equation" r:id="rId11" imgW="647640" imgH="279360" progId="Equation.DSMT4">
                  <p:embed/>
                </p:oleObj>
              </mc:Choice>
              <mc:Fallback>
                <p:oleObj name="Equation" r:id="rId11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3589" y="1019442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7304C2D-8CB9-43FA-AE9E-49587846C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759461"/>
              </p:ext>
            </p:extLst>
          </p:nvPr>
        </p:nvGraphicFramePr>
        <p:xfrm>
          <a:off x="2045833" y="1006742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9" name="Equation" r:id="rId13" imgW="1218960" imgH="355320" progId="Equation.DSMT4">
                  <p:embed/>
                </p:oleObj>
              </mc:Choice>
              <mc:Fallback>
                <p:oleObj name="Equation" r:id="rId13" imgW="12189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45833" y="1006742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8DEF906-7392-413A-A99D-1F6234ECB4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826547"/>
              </p:ext>
            </p:extLst>
          </p:nvPr>
        </p:nvGraphicFramePr>
        <p:xfrm>
          <a:off x="4644195" y="1019442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0" name="Equation" r:id="rId15" imgW="647640" imgH="279360" progId="Equation.DSMT4">
                  <p:embed/>
                </p:oleObj>
              </mc:Choice>
              <mc:Fallback>
                <p:oleObj name="Equation" r:id="rId15" imgW="647640" imgH="279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861F923-FDFF-422E-99CE-13FA15A26C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4195" y="1019442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77C493D-5931-4BAF-BCB5-3D082F652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551024"/>
              </p:ext>
            </p:extLst>
          </p:nvPr>
        </p:nvGraphicFramePr>
        <p:xfrm>
          <a:off x="5890618" y="1019442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1" name="Equation" r:id="rId16" imgW="1143000" imgH="342720" progId="Equation.DSMT4">
                  <p:embed/>
                </p:oleObj>
              </mc:Choice>
              <mc:Fallback>
                <p:oleObj name="Equation" r:id="rId16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890618" y="1019442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">
            <a:extLst>
              <a:ext uri="{FF2B5EF4-FFF2-40B4-BE49-F238E27FC236}">
                <a16:creationId xmlns:a16="http://schemas.microsoft.com/office/drawing/2014/main" id="{675BF280-2E0E-451B-A4D0-98925DCA6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764655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证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07D89E1-9AA8-4510-932B-99B17B619483}"/>
              </a:ext>
            </a:extLst>
          </p:cNvPr>
          <p:cNvGrpSpPr/>
          <p:nvPr/>
        </p:nvGrpSpPr>
        <p:grpSpPr>
          <a:xfrm>
            <a:off x="1187624" y="1770532"/>
            <a:ext cx="7776864" cy="462841"/>
            <a:chOff x="1187624" y="1770532"/>
            <a:chExt cx="7776864" cy="462841"/>
          </a:xfrm>
        </p:grpSpPr>
        <p:sp>
          <p:nvSpPr>
            <p:cNvPr id="14" name="Text Box 3">
              <a:extLst>
                <a:ext uri="{FF2B5EF4-FFF2-40B4-BE49-F238E27FC236}">
                  <a16:creationId xmlns:a16="http://schemas.microsoft.com/office/drawing/2014/main" id="{80EDB8BB-33C6-42E7-A0F5-6053C8E8C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1770532"/>
              <a:ext cx="77768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对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任意</a:t>
              </a:r>
              <a:r>
                <a:rPr kumimoji="1" lang="zh-CN" altLang="en-US" sz="2400" b="1" dirty="0">
                  <a:latin typeface="+mj-ea"/>
                  <a:ea typeface="+mj-ea"/>
                </a:rPr>
                <a:t>       由题设，函数    在区间      上满足    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E87C796-71AE-471F-94B7-345F3AE45C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9132095"/>
                </p:ext>
              </p:extLst>
            </p:nvPr>
          </p:nvGraphicFramePr>
          <p:xfrm>
            <a:off x="2241972" y="1807500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62" name="Equation" r:id="rId18" imgW="825480" imgH="380880" progId="Equation.DSMT4">
                    <p:embed/>
                  </p:oleObj>
                </mc:Choice>
                <mc:Fallback>
                  <p:oleObj name="Equation" r:id="rId18" imgW="825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241972" y="1807500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14FC5D2F-8C2D-4E7E-8ABB-E6AC3725C7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2601160"/>
                </p:ext>
              </p:extLst>
            </p:nvPr>
          </p:nvGraphicFramePr>
          <p:xfrm>
            <a:off x="5090485" y="185237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63" name="Equation" r:id="rId20" imgW="622080" imgH="342720" progId="Equation.DSMT4">
                    <p:embed/>
                  </p:oleObj>
                </mc:Choice>
                <mc:Fallback>
                  <p:oleObj name="Equation" r:id="rId20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090485" y="185237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BEA6AC9D-FF93-40A7-8B87-110C0946E8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7670698"/>
                </p:ext>
              </p:extLst>
            </p:nvPr>
          </p:nvGraphicFramePr>
          <p:xfrm>
            <a:off x="6732240" y="1852373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64" name="Equation" r:id="rId22" imgW="736560" imgH="380880" progId="Equation.DSMT4">
                    <p:embed/>
                  </p:oleObj>
                </mc:Choice>
                <mc:Fallback>
                  <p:oleObj name="Equation" r:id="rId22" imgW="7365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732240" y="1852373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3">
            <a:extLst>
              <a:ext uri="{FF2B5EF4-FFF2-40B4-BE49-F238E27FC236}">
                <a16:creationId xmlns:a16="http://schemas.microsoft.com/office/drawing/2014/main" id="{BFD79E94-A4A6-4D19-AA02-2AB48BBE6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33" y="2434708"/>
            <a:ext cx="42486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拉格朗日中值定理条件，故有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E728854-4076-497E-8236-448F2DFCF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090752"/>
              </p:ext>
            </p:extLst>
          </p:nvPr>
        </p:nvGraphicFramePr>
        <p:xfrm>
          <a:off x="1233488" y="3141663"/>
          <a:ext cx="5715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5" name="Equation" r:id="rId24" imgW="5715000" imgH="380880" progId="Equation.DSMT4">
                  <p:embed/>
                </p:oleObj>
              </mc:Choice>
              <mc:Fallback>
                <p:oleObj name="Equation" r:id="rId24" imgW="5715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33488" y="3141663"/>
                        <a:ext cx="5715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C71C0A12-D31B-4625-8F98-C080A32D8577}"/>
              </a:ext>
            </a:extLst>
          </p:cNvPr>
          <p:cNvGrpSpPr/>
          <p:nvPr/>
        </p:nvGrpSpPr>
        <p:grpSpPr>
          <a:xfrm>
            <a:off x="467544" y="3804663"/>
            <a:ext cx="7442968" cy="461665"/>
            <a:chOff x="467544" y="3804663"/>
            <a:chExt cx="7442968" cy="461665"/>
          </a:xfrm>
        </p:grpSpPr>
        <p:sp>
          <p:nvSpPr>
            <p:cNvPr id="20" name="Text Box 3">
              <a:extLst>
                <a:ext uri="{FF2B5EF4-FFF2-40B4-BE49-F238E27FC236}">
                  <a16:creationId xmlns:a16="http://schemas.microsoft.com/office/drawing/2014/main" id="{C3260D99-0AD4-4F4F-A25F-C669558A2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3804663"/>
              <a:ext cx="74429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由于         从而             即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A2DF44DF-5502-4666-827C-BBD65F864A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6238508"/>
                </p:ext>
              </p:extLst>
            </p:nvPr>
          </p:nvGraphicFramePr>
          <p:xfrm>
            <a:off x="1233488" y="3893693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66" name="Equation" r:id="rId26" imgW="1218960" imgH="355320" progId="Equation.DSMT4">
                    <p:embed/>
                  </p:oleObj>
                </mc:Choice>
                <mc:Fallback>
                  <p:oleObj name="Equation" r:id="rId26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233488" y="3893693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5036774F-D81E-42FB-9C10-ED48EA1FB3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4065938"/>
                </p:ext>
              </p:extLst>
            </p:nvPr>
          </p:nvGraphicFramePr>
          <p:xfrm>
            <a:off x="3235338" y="3857017"/>
            <a:ext cx="1689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67" name="Equation" r:id="rId28" imgW="1688760" imgH="380880" progId="Equation.DSMT4">
                    <p:embed/>
                  </p:oleObj>
                </mc:Choice>
                <mc:Fallback>
                  <p:oleObj name="Equation" r:id="rId28" imgW="1688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235338" y="3857017"/>
                          <a:ext cx="1689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293DFF0-B93A-405B-AE9B-52EE9067A6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8527930"/>
                </p:ext>
              </p:extLst>
            </p:nvPr>
          </p:nvGraphicFramePr>
          <p:xfrm>
            <a:off x="5512404" y="3893693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68" name="Equation" r:id="rId30" imgW="1143000" imgH="342720" progId="Equation.DSMT4">
                    <p:embed/>
                  </p:oleObj>
                </mc:Choice>
                <mc:Fallback>
                  <p:oleObj name="Equation" r:id="rId30" imgW="114300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C77C493D-5931-4BAF-BCB5-3D082F6528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512404" y="3893693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315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6E9A68-6C55-49D9-9C4A-ECD3E248AAD1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267494"/>
            <a:ext cx="7992888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设在    上         则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04A2023-DA7C-4A71-A29F-445B608275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530216"/>
              </p:ext>
            </p:extLst>
          </p:nvPr>
        </p:nvGraphicFramePr>
        <p:xfrm>
          <a:off x="2051720" y="372269"/>
          <a:ext cx="558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2" name="Equation" r:id="rId3" imgW="558720" imgH="330120" progId="Equation.DSMT4">
                  <p:embed/>
                </p:oleObj>
              </mc:Choice>
              <mc:Fallback>
                <p:oleObj name="Equation" r:id="rId3" imgW="55872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04A2023-DA7C-4A71-A29F-445B608275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372269"/>
                        <a:ext cx="558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A4FDE68-A75F-4E7E-9098-5EA6564A0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218816"/>
              </p:ext>
            </p:extLst>
          </p:nvPr>
        </p:nvGraphicFramePr>
        <p:xfrm>
          <a:off x="2915816" y="343272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3" name="Equation" r:id="rId5" imgW="1257120" imgH="355320" progId="Equation.DSMT4">
                  <p:embed/>
                </p:oleObj>
              </mc:Choice>
              <mc:Fallback>
                <p:oleObj name="Equation" r:id="rId5" imgW="125712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A4FDE68-A75F-4E7E-9098-5EA6564A0F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5816" y="343272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E1959F8-BEB5-46E8-AE64-C01F802824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652694"/>
              </p:ext>
            </p:extLst>
          </p:nvPr>
        </p:nvGraphicFramePr>
        <p:xfrm>
          <a:off x="4608176" y="297444"/>
          <a:ext cx="4483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4" name="Equation" r:id="rId7" imgW="4483080" imgH="380880" progId="Equation.DSMT4">
                  <p:embed/>
                </p:oleObj>
              </mc:Choice>
              <mc:Fallback>
                <p:oleObj name="Equation" r:id="rId7" imgW="448308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E1959F8-BEB5-46E8-AE64-C01F802824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08176" y="297444"/>
                        <a:ext cx="4483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5446797C-58D0-4BD2-B1AB-A209F80120B8}"/>
              </a:ext>
            </a:extLst>
          </p:cNvPr>
          <p:cNvSpPr txBox="1">
            <a:spLocks noChangeArrowheads="1"/>
          </p:cNvSpPr>
          <p:nvPr/>
        </p:nvSpPr>
        <p:spPr>
          <a:xfrm>
            <a:off x="176672" y="837194"/>
            <a:ext cx="3819264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几个数的大小关系为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).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5CD118C-CE09-4C9A-9A8B-CD61E5E83D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804978"/>
              </p:ext>
            </p:extLst>
          </p:nvPr>
        </p:nvGraphicFramePr>
        <p:xfrm>
          <a:off x="755576" y="1594198"/>
          <a:ext cx="48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5" name="Equation" r:id="rId9" imgW="482400" imgH="342720" progId="Equation.DSMT4">
                  <p:embed/>
                </p:oleObj>
              </mc:Choice>
              <mc:Fallback>
                <p:oleObj name="Equation" r:id="rId9" imgW="4824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5CD118C-CE09-4C9A-9A8B-CD61E5E83D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576" y="1594198"/>
                        <a:ext cx="48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49CD62F-5EAF-41F1-8672-A0B305199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743612"/>
              </p:ext>
            </p:extLst>
          </p:nvPr>
        </p:nvGraphicFramePr>
        <p:xfrm>
          <a:off x="1238176" y="1594198"/>
          <a:ext cx="3251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6" name="Equation" r:id="rId11" imgW="3251160" imgH="355320" progId="Equation.DSMT4">
                  <p:embed/>
                </p:oleObj>
              </mc:Choice>
              <mc:Fallback>
                <p:oleObj name="Equation" r:id="rId11" imgW="325116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49CD62F-5EAF-41F1-8672-A0B305199E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38176" y="1594198"/>
                        <a:ext cx="3251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DD3FDB3-4065-4E95-A842-A5A73AE61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914269"/>
              </p:ext>
            </p:extLst>
          </p:nvPr>
        </p:nvGraphicFramePr>
        <p:xfrm>
          <a:off x="4817046" y="1593726"/>
          <a:ext cx="44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7" name="Equation" r:id="rId13" imgW="444240" imgH="342720" progId="Equation.DSMT4">
                  <p:embed/>
                </p:oleObj>
              </mc:Choice>
              <mc:Fallback>
                <p:oleObj name="Equation" r:id="rId13" imgW="44424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DD3FDB3-4065-4E95-A842-A5A73AE61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17046" y="1593726"/>
                        <a:ext cx="44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B76F899-F42F-455E-86F4-36C9479E6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104039"/>
              </p:ext>
            </p:extLst>
          </p:nvPr>
        </p:nvGraphicFramePr>
        <p:xfrm>
          <a:off x="5281240" y="1570705"/>
          <a:ext cx="3251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8" name="Equation" r:id="rId15" imgW="3251160" imgH="355320" progId="Equation.DSMT4">
                  <p:embed/>
                </p:oleObj>
              </mc:Choice>
              <mc:Fallback>
                <p:oleObj name="Equation" r:id="rId15" imgW="325116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B76F899-F42F-455E-86F4-36C9479E6A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81240" y="1570705"/>
                        <a:ext cx="3251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065E8E7-2A11-4D4A-A090-AEAA54EE8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463367"/>
              </p:ext>
            </p:extLst>
          </p:nvPr>
        </p:nvGraphicFramePr>
        <p:xfrm>
          <a:off x="774626" y="2184276"/>
          <a:ext cx="44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9" name="Equation" r:id="rId17" imgW="444240" imgH="342720" progId="Equation.DSMT4">
                  <p:embed/>
                </p:oleObj>
              </mc:Choice>
              <mc:Fallback>
                <p:oleObj name="Equation" r:id="rId17" imgW="4442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065E8E7-2A11-4D4A-A090-AEAA54EE85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4626" y="2184276"/>
                        <a:ext cx="44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BB11583-F7AA-4953-B9A9-4B3A5A099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287122"/>
              </p:ext>
            </p:extLst>
          </p:nvPr>
        </p:nvGraphicFramePr>
        <p:xfrm>
          <a:off x="1328344" y="2190098"/>
          <a:ext cx="3251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0" name="Equation" r:id="rId19" imgW="3251160" imgH="355320" progId="Equation.DSMT4">
                  <p:embed/>
                </p:oleObj>
              </mc:Choice>
              <mc:Fallback>
                <p:oleObj name="Equation" r:id="rId19" imgW="325116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BB11583-F7AA-4953-B9A9-4B3A5A0994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28344" y="2190098"/>
                        <a:ext cx="3251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0CC15B4-45FA-4981-99FA-7119812EEE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831768"/>
              </p:ext>
            </p:extLst>
          </p:nvPr>
        </p:nvGraphicFramePr>
        <p:xfrm>
          <a:off x="4804346" y="2203326"/>
          <a:ext cx="46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1" name="Equation" r:id="rId21" imgW="469800" imgH="342720" progId="Equation.DSMT4">
                  <p:embed/>
                </p:oleObj>
              </mc:Choice>
              <mc:Fallback>
                <p:oleObj name="Equation" r:id="rId21" imgW="46980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0CC15B4-45FA-4981-99FA-7119812EEE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04346" y="2203326"/>
                        <a:ext cx="46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605B7D6-82E8-49C7-A727-3D087FA42C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910939"/>
              </p:ext>
            </p:extLst>
          </p:nvPr>
        </p:nvGraphicFramePr>
        <p:xfrm>
          <a:off x="5281240" y="2177926"/>
          <a:ext cx="3251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2" name="Equation" r:id="rId23" imgW="3251160" imgH="355320" progId="Equation.DSMT4">
                  <p:embed/>
                </p:oleObj>
              </mc:Choice>
              <mc:Fallback>
                <p:oleObj name="Equation" r:id="rId23" imgW="3251160" imgH="355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605B7D6-82E8-49C7-A727-3D087FA42C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81240" y="2177926"/>
                        <a:ext cx="3251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549E111-A08C-45A4-84CA-FFFF32405A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401754"/>
              </p:ext>
            </p:extLst>
          </p:nvPr>
        </p:nvGraphicFramePr>
        <p:xfrm>
          <a:off x="1560195" y="2991516"/>
          <a:ext cx="1181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3" name="Equation" r:id="rId25" imgW="1180800" imgH="355320" progId="Equation.DSMT4">
                  <p:embed/>
                </p:oleObj>
              </mc:Choice>
              <mc:Fallback>
                <p:oleObj name="Equation" r:id="rId25" imgW="1180800" imgH="355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549E111-A08C-45A4-84CA-FFFF32405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60195" y="2991516"/>
                        <a:ext cx="1181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箭头: 右 21">
            <a:extLst>
              <a:ext uri="{FF2B5EF4-FFF2-40B4-BE49-F238E27FC236}">
                <a16:creationId xmlns:a16="http://schemas.microsoft.com/office/drawing/2014/main" id="{FF6D34CC-0C92-4BE4-A4CE-31A3A9A65862}"/>
              </a:ext>
            </a:extLst>
          </p:cNvPr>
          <p:cNvSpPr/>
          <p:nvPr/>
        </p:nvSpPr>
        <p:spPr>
          <a:xfrm>
            <a:off x="2862149" y="3070473"/>
            <a:ext cx="576064" cy="17381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8C40818-323A-4B31-99C6-C1F666CF4955}"/>
              </a:ext>
            </a:extLst>
          </p:cNvPr>
          <p:cNvGrpSpPr/>
          <p:nvPr/>
        </p:nvGrpSpPr>
        <p:grpSpPr>
          <a:xfrm>
            <a:off x="3446337" y="2901297"/>
            <a:ext cx="2323678" cy="461665"/>
            <a:chOff x="3472458" y="3100718"/>
            <a:chExt cx="2323678" cy="461665"/>
          </a:xfrm>
        </p:grpSpPr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BD397785-6E5A-4FA6-8265-0F4CA985E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3538" y="3100718"/>
              <a:ext cx="168259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单调递增；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C529118B-5470-43A7-82C5-0971C9684E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2458" y="3200086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14" name="Equation" r:id="rId27" imgW="685800" imgH="355320" progId="Equation.DSMT4">
                    <p:embed/>
                  </p:oleObj>
                </mc:Choice>
                <mc:Fallback>
                  <p:oleObj name="Equation" r:id="rId27" imgW="685800" imgH="3553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C529118B-5470-43A7-82C5-0971C9684E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472458" y="3200086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9">
            <a:extLst>
              <a:ext uri="{FF2B5EF4-FFF2-40B4-BE49-F238E27FC236}">
                <a16:creationId xmlns:a16="http://schemas.microsoft.com/office/drawing/2014/main" id="{79ED7E02-1C9D-454D-8D86-6AA00D893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542" y="2901298"/>
            <a:ext cx="9485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解析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F32367E-3203-4958-8526-545C23EE5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076329"/>
              </p:ext>
            </p:extLst>
          </p:nvPr>
        </p:nvGraphicFramePr>
        <p:xfrm>
          <a:off x="867384" y="3528490"/>
          <a:ext cx="414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5" name="Equation" r:id="rId29" imgW="4140000" imgH="355320" progId="Equation.DSMT4">
                  <p:embed/>
                </p:oleObj>
              </mc:Choice>
              <mc:Fallback>
                <p:oleObj name="Equation" r:id="rId29" imgW="4140000" imgH="3553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6F32367E-3203-4958-8526-545C23EE55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67384" y="3528490"/>
                        <a:ext cx="4140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C543E5F-FCD3-4F67-8736-759E2DAC4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593083"/>
              </p:ext>
            </p:extLst>
          </p:nvPr>
        </p:nvGraphicFramePr>
        <p:xfrm>
          <a:off x="5436096" y="3559068"/>
          <a:ext cx="1130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6" name="Equation" r:id="rId31" imgW="1130040" imgH="330120" progId="Equation.DSMT4">
                  <p:embed/>
                </p:oleObj>
              </mc:Choice>
              <mc:Fallback>
                <p:oleObj name="Equation" r:id="rId31" imgW="1130040" imgH="33012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6C543E5F-FCD3-4F67-8736-759E2DAC45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36096" y="3559068"/>
                        <a:ext cx="1130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箭头: 右 28">
            <a:extLst>
              <a:ext uri="{FF2B5EF4-FFF2-40B4-BE49-F238E27FC236}">
                <a16:creationId xmlns:a16="http://schemas.microsoft.com/office/drawing/2014/main" id="{A88D1716-54B1-4E25-A7A2-6B8DA5F8B6AB}"/>
              </a:ext>
            </a:extLst>
          </p:cNvPr>
          <p:cNvSpPr/>
          <p:nvPr/>
        </p:nvSpPr>
        <p:spPr>
          <a:xfrm>
            <a:off x="1040312" y="4155926"/>
            <a:ext cx="576064" cy="17381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63F0C841-E699-4BF0-9DC5-C540C8BB8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201026"/>
              </p:ext>
            </p:extLst>
          </p:nvPr>
        </p:nvGraphicFramePr>
        <p:xfrm>
          <a:off x="1726183" y="4065464"/>
          <a:ext cx="2552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7" name="Equation" r:id="rId33" imgW="2552400" imgH="355320" progId="Equation.DSMT4">
                  <p:embed/>
                </p:oleObj>
              </mc:Choice>
              <mc:Fallback>
                <p:oleObj name="Equation" r:id="rId33" imgW="2552400" imgH="35532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63F0C841-E699-4BF0-9DC5-C540C8BB84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726183" y="4065464"/>
                        <a:ext cx="2552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箭头: 右 30">
            <a:extLst>
              <a:ext uri="{FF2B5EF4-FFF2-40B4-BE49-F238E27FC236}">
                <a16:creationId xmlns:a16="http://schemas.microsoft.com/office/drawing/2014/main" id="{71B1B822-CEA2-488A-9D5D-C526091AEB89}"/>
              </a:ext>
            </a:extLst>
          </p:cNvPr>
          <p:cNvSpPr/>
          <p:nvPr/>
        </p:nvSpPr>
        <p:spPr>
          <a:xfrm>
            <a:off x="4388690" y="4146599"/>
            <a:ext cx="576064" cy="17381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2771B4DB-397E-454B-A74B-74E185B3FA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254317"/>
              </p:ext>
            </p:extLst>
          </p:nvPr>
        </p:nvGraphicFramePr>
        <p:xfrm>
          <a:off x="5045646" y="4022601"/>
          <a:ext cx="3314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8" name="Equation" r:id="rId35" imgW="3314520" imgH="355320" progId="Equation.DSMT4">
                  <p:embed/>
                </p:oleObj>
              </mc:Choice>
              <mc:Fallback>
                <p:oleObj name="Equation" r:id="rId35" imgW="3314520" imgH="3553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2771B4DB-397E-454B-A74B-74E185B3FA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045646" y="4022601"/>
                        <a:ext cx="3314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C9BA77F9-C919-4FE0-8ADE-4874A69D1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597710"/>
              </p:ext>
            </p:extLst>
          </p:nvPr>
        </p:nvGraphicFramePr>
        <p:xfrm>
          <a:off x="3172879" y="958808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9" name="Equation" r:id="rId37" imgW="241200" imgH="266400" progId="Equation.DSMT4">
                  <p:embed/>
                </p:oleObj>
              </mc:Choice>
              <mc:Fallback>
                <p:oleObj name="Equation" r:id="rId37" imgW="241200" imgH="2664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C9BA77F9-C919-4FE0-8ADE-4874A69D1D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172879" y="958808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83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9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4E7B28A7-1265-433C-AC56-06781E812725}"/>
              </a:ext>
            </a:extLst>
          </p:cNvPr>
          <p:cNvSpPr txBox="1">
            <a:spLocks/>
          </p:cNvSpPr>
          <p:nvPr/>
        </p:nvSpPr>
        <p:spPr>
          <a:xfrm>
            <a:off x="1043608" y="411510"/>
            <a:ext cx="835292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设函数        在         上二阶可导，且           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23CCC4E-6371-4293-AFF6-5B76A731C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752" y="49208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23CCC4E-6371-4293-AFF6-5B76A731C5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49208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20DBE64-C308-402A-92DE-D36CF47968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7864" y="498438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3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20DBE64-C308-402A-92DE-D36CF4796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7864" y="498438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96A84F9-4E49-4A22-A995-CC9372556C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192" y="478757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4" name="Equation" r:id="rId7" imgW="2031840" imgH="342720" progId="Equation.DSMT4">
                  <p:embed/>
                </p:oleObj>
              </mc:Choice>
              <mc:Fallback>
                <p:oleObj name="Equation" r:id="rId7" imgW="20318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96A84F9-4E49-4A22-A995-CC9372556C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00192" y="478757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CB50F60A-91D7-4861-8A56-7A7DCDF232F4}"/>
              </a:ext>
            </a:extLst>
          </p:cNvPr>
          <p:cNvSpPr txBox="1">
            <a:spLocks/>
          </p:cNvSpPr>
          <p:nvPr/>
        </p:nvSpPr>
        <p:spPr>
          <a:xfrm>
            <a:off x="303461" y="1002494"/>
            <a:ext cx="835292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又存在                使                证明存在                 使得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96E52C8-969A-438B-96AD-7CE70B9CFB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3813" y="1082675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5" name="Equation" r:id="rId9" imgW="1168200" imgH="342720" progId="Equation.DSMT4">
                  <p:embed/>
                </p:oleObj>
              </mc:Choice>
              <mc:Fallback>
                <p:oleObj name="Equation" r:id="rId9" imgW="11682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96E52C8-969A-438B-96AD-7CE70B9CFB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3813" y="1082675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8CA8C0F-D334-4983-AD09-0EB1C8E0D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2564" y="1082675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6" name="Equation" r:id="rId11" imgW="1130040" imgH="342720" progId="Equation.DSMT4">
                  <p:embed/>
                </p:oleObj>
              </mc:Choice>
              <mc:Fallback>
                <p:oleObj name="Equation" r:id="rId11" imgW="11300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8CA8C0F-D334-4983-AD09-0EB1C8E0DA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52564" y="1082675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8AE5A75-CD10-46E6-9579-340E834DC2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088" y="1071378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7" name="Equation" r:id="rId13" imgW="1193760" imgH="342720" progId="Equation.DSMT4">
                  <p:embed/>
                </p:oleObj>
              </mc:Choice>
              <mc:Fallback>
                <p:oleObj name="Equation" r:id="rId13" imgW="119376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8AE5A75-CD10-46E6-9579-340E834DC2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64088" y="1071378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E16358C-4239-435A-A076-2E608B39C2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1537" y="1058678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8" name="Equation" r:id="rId15" imgW="1257120" imgH="355320" progId="Equation.DSMT4">
                  <p:embed/>
                </p:oleObj>
              </mc:Choice>
              <mc:Fallback>
                <p:oleObj name="Equation" r:id="rId15" imgW="125712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E16358C-4239-435A-A076-2E608B39C2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21537" y="1058678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60D9730-E001-4CD8-A391-CB69C7C02590}"/>
              </a:ext>
            </a:extLst>
          </p:cNvPr>
          <p:cNvSpPr/>
          <p:nvPr/>
        </p:nvSpPr>
        <p:spPr>
          <a:xfrm>
            <a:off x="1019263" y="1923258"/>
            <a:ext cx="1385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17A302-3F40-474D-93DC-AE0E7CB3B0BD}"/>
              </a:ext>
            </a:extLst>
          </p:cNvPr>
          <p:cNvSpPr/>
          <p:nvPr/>
        </p:nvSpPr>
        <p:spPr>
          <a:xfrm>
            <a:off x="1716025" y="1894318"/>
            <a:ext cx="4728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基本思路：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拉格朗日中值定理；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1267419-BBDE-4E74-A70F-B0D81993432F}"/>
              </a:ext>
            </a:extLst>
          </p:cNvPr>
          <p:cNvGrpSpPr/>
          <p:nvPr/>
        </p:nvGrpSpPr>
        <p:grpSpPr>
          <a:xfrm>
            <a:off x="1608013" y="2722687"/>
            <a:ext cx="7224118" cy="461665"/>
            <a:chOff x="1596354" y="2142897"/>
            <a:chExt cx="7224118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6A72E55-FFDE-4E19-A3BD-1FCA15A6A69C}"/>
                </a:ext>
              </a:extLst>
            </p:cNvPr>
            <p:cNvSpPr/>
            <p:nvPr/>
          </p:nvSpPr>
          <p:spPr>
            <a:xfrm>
              <a:off x="1596354" y="2142897"/>
              <a:ext cx="72241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solidFill>
                    <a:srgbClr val="0066FF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难点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寻找两点                 使得</a:t>
              </a:r>
              <a:endPara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31065C9-D23C-494A-9E92-336F43B903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7192" y="2183229"/>
            <a:ext cx="2413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89" name="Equation" r:id="rId17" imgW="2412720" imgH="380880" progId="Equation.DSMT4">
                    <p:embed/>
                  </p:oleObj>
                </mc:Choice>
                <mc:Fallback>
                  <p:oleObj name="Equation" r:id="rId17" imgW="2412720" imgH="3808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731065C9-D23C-494A-9E92-336F43B903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87192" y="2183229"/>
                          <a:ext cx="2413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EC5BA17-551C-4956-BCF5-47212AE25C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134675"/>
              </p:ext>
            </p:extLst>
          </p:nvPr>
        </p:nvGraphicFramePr>
        <p:xfrm>
          <a:off x="2404714" y="3660775"/>
          <a:ext cx="3365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0" name="Equation" r:id="rId19" imgW="3365280" imgH="799920" progId="Equation.DSMT4">
                  <p:embed/>
                </p:oleObj>
              </mc:Choice>
              <mc:Fallback>
                <p:oleObj name="Equation" r:id="rId19" imgW="3365280" imgH="7999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EC5BA17-551C-4956-BCF5-47212AE25C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04714" y="3660775"/>
                        <a:ext cx="3365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70">
            <a:extLst>
              <a:ext uri="{FF2B5EF4-FFF2-40B4-BE49-F238E27FC236}">
                <a16:creationId xmlns:a16="http://schemas.microsoft.com/office/drawing/2014/main" id="{C72E1050-A27E-4F34-AB45-960500A9F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5184" y="1429596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908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A0C2BF61-2CCD-4622-829D-AD5D1AB02A1B}"/>
              </a:ext>
            </a:extLst>
          </p:cNvPr>
          <p:cNvSpPr txBox="1">
            <a:spLocks/>
          </p:cNvSpPr>
          <p:nvPr/>
        </p:nvSpPr>
        <p:spPr>
          <a:xfrm>
            <a:off x="1043608" y="414685"/>
            <a:ext cx="525658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设函数        在         上二阶可导，且           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B62471F-190D-456A-B451-D25A16F59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752" y="49208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B62471F-190D-456A-B451-D25A16F59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49208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CFA127F-F7A5-4926-90F9-2CF3A364A7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7864" y="498438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5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CFA127F-F7A5-4926-90F9-2CF3A364A7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7864" y="498438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BD4BB40-E59B-444C-B124-52509611E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192" y="478757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6" name="Equation" r:id="rId7" imgW="2031840" imgH="342720" progId="Equation.DSMT4">
                  <p:embed/>
                </p:oleObj>
              </mc:Choice>
              <mc:Fallback>
                <p:oleObj name="Equation" r:id="rId7" imgW="20318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BD4BB40-E59B-444C-B124-52509611E1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00192" y="478757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9D62F996-EFB9-4B0C-8DFC-645B9787E3FB}"/>
              </a:ext>
            </a:extLst>
          </p:cNvPr>
          <p:cNvSpPr txBox="1">
            <a:spLocks/>
          </p:cNvSpPr>
          <p:nvPr/>
        </p:nvSpPr>
        <p:spPr>
          <a:xfrm>
            <a:off x="395536" y="996144"/>
            <a:ext cx="835292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又存在                使                证明存在                 使得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933E049-4953-41BD-824D-58CE3CA2B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5888" y="1076325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7" name="Equation" r:id="rId9" imgW="1168200" imgH="342720" progId="Equation.DSMT4">
                  <p:embed/>
                </p:oleObj>
              </mc:Choice>
              <mc:Fallback>
                <p:oleObj name="Equation" r:id="rId9" imgW="11682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933E049-4953-41BD-824D-58CE3CA2B9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85888" y="1076325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227AFCD-A891-48F2-AF81-9A2892361D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4639" y="1076325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8" name="Equation" r:id="rId11" imgW="1130040" imgH="342720" progId="Equation.DSMT4">
                  <p:embed/>
                </p:oleObj>
              </mc:Choice>
              <mc:Fallback>
                <p:oleObj name="Equation" r:id="rId11" imgW="11300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227AFCD-A891-48F2-AF81-9A2892361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44639" y="1076325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2589C5D-63C2-4A02-A2A3-C18B3E7BCC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6163" y="1065028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9" name="Equation" r:id="rId13" imgW="1193760" imgH="342720" progId="Equation.DSMT4">
                  <p:embed/>
                </p:oleObj>
              </mc:Choice>
              <mc:Fallback>
                <p:oleObj name="Equation" r:id="rId13" imgW="119376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2589C5D-63C2-4A02-A2A3-C18B3E7BCC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56163" y="1065028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A347255-2E8B-4BDA-BB73-DD6A15186B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3612" y="1052328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0" name="Equation" r:id="rId15" imgW="1257120" imgH="355320" progId="Equation.DSMT4">
                  <p:embed/>
                </p:oleObj>
              </mc:Choice>
              <mc:Fallback>
                <p:oleObj name="Equation" r:id="rId15" imgW="125712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A347255-2E8B-4BDA-BB73-DD6A15186B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13612" y="1052328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2250F68-CFA6-4997-9363-876FEB3C5CED}"/>
              </a:ext>
            </a:extLst>
          </p:cNvPr>
          <p:cNvSpPr/>
          <p:nvPr/>
        </p:nvSpPr>
        <p:spPr>
          <a:xfrm>
            <a:off x="981650" y="155923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37A48D8-8A15-405D-A16F-FDBE81309EE6}"/>
              </a:ext>
            </a:extLst>
          </p:cNvPr>
          <p:cNvGrpSpPr/>
          <p:nvPr/>
        </p:nvGrpSpPr>
        <p:grpSpPr>
          <a:xfrm>
            <a:off x="1475696" y="1556384"/>
            <a:ext cx="4320440" cy="461665"/>
            <a:chOff x="1475696" y="1556384"/>
            <a:chExt cx="432044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A4E2388-CC15-4F47-875C-C6524DA81C52}"/>
                </a:ext>
              </a:extLst>
            </p:cNvPr>
            <p:cNvSpPr/>
            <p:nvPr/>
          </p:nvSpPr>
          <p:spPr>
            <a:xfrm>
              <a:off x="1475696" y="1556384"/>
              <a:ext cx="4320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         在          上二阶可导，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206556C-C8E8-408E-8368-F68F931334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3138" y="161576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21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1206556C-C8E8-408E-8368-F68F931334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243138" y="161576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25D64E7-5247-401B-B2B7-2664F9EF3B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48705" y="162874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22" name="Equation" r:id="rId19" imgW="634680" imgH="330120" progId="Equation.DSMT4">
                    <p:embed/>
                  </p:oleObj>
                </mc:Choice>
                <mc:Fallback>
                  <p:oleObj name="Equation" r:id="rId19" imgW="634680" imgH="3301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825D64E7-5247-401B-B2B7-2664F9EF3B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48705" y="1628744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AAF6B5-7F74-4E2F-A7CF-9FDE39E2D106}"/>
              </a:ext>
            </a:extLst>
          </p:cNvPr>
          <p:cNvGrpSpPr/>
          <p:nvPr/>
        </p:nvGrpSpPr>
        <p:grpSpPr>
          <a:xfrm>
            <a:off x="5508084" y="1568736"/>
            <a:ext cx="2871420" cy="461665"/>
            <a:chOff x="5508084" y="1568736"/>
            <a:chExt cx="2871420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E40200A-7110-4C86-9660-4BFA3CC8802F}"/>
                </a:ext>
              </a:extLst>
            </p:cNvPr>
            <p:cNvSpPr/>
            <p:nvPr/>
          </p:nvSpPr>
          <p:spPr>
            <a:xfrm>
              <a:off x="5508084" y="1568736"/>
              <a:ext cx="251685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对         分别在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C436CCC-FEAF-40C7-A5E8-CE44D93A28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21927" y="162239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23" name="Equation" r:id="rId20" imgW="622080" imgH="342720" progId="Equation.DSMT4">
                    <p:embed/>
                  </p:oleObj>
                </mc:Choice>
                <mc:Fallback>
                  <p:oleObj name="Equation" r:id="rId20" imgW="62208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EC436CCC-FEAF-40C7-A5E8-CE44D93A28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921927" y="162239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2282614A-39A3-4895-B826-00DDA5A14D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68304" y="1638628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24" name="Equation" r:id="rId22" imgW="711000" imgH="330120" progId="Equation.DSMT4">
                    <p:embed/>
                  </p:oleObj>
                </mc:Choice>
                <mc:Fallback>
                  <p:oleObj name="Equation" r:id="rId22" imgW="711000" imgH="3301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2282614A-39A3-4895-B826-00DDA5A14D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668304" y="1638628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1327079-B636-4BAD-946B-2194C0D566E9}"/>
              </a:ext>
            </a:extLst>
          </p:cNvPr>
          <p:cNvGrpSpPr/>
          <p:nvPr/>
        </p:nvGrpSpPr>
        <p:grpSpPr>
          <a:xfrm>
            <a:off x="179512" y="2130138"/>
            <a:ext cx="4824536" cy="461665"/>
            <a:chOff x="332408" y="2275184"/>
            <a:chExt cx="4824536" cy="461665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1E6A69A-3162-460F-9D82-880A3DA46F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408" y="2340917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25" name="Equation" r:id="rId24" imgW="711000" imgH="330120" progId="Equation.DSMT4">
                    <p:embed/>
                  </p:oleObj>
                </mc:Choice>
                <mc:Fallback>
                  <p:oleObj name="Equation" r:id="rId24" imgW="711000" imgH="3301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D1E6A69A-3162-460F-9D82-880A3DA46F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32408" y="2340917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C1C6CDA-A412-4A4C-9FD6-4C771038505F}"/>
                </a:ext>
              </a:extLst>
            </p:cNvPr>
            <p:cNvSpPr/>
            <p:nvPr/>
          </p:nvSpPr>
          <p:spPr>
            <a:xfrm>
              <a:off x="392920" y="2275184"/>
              <a:ext cx="47640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上利用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拉格朗日中值定理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</a:t>
              </a:r>
              <a:endParaRPr lang="zh-CN" altLang="en-US" sz="2400" dirty="0"/>
            </a:p>
          </p:txBody>
        </p:sp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DCBBCB2-610A-4818-8BD0-475399A716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7514" y="2853441"/>
          <a:ext cx="306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6" name="Equation" r:id="rId26" imgW="3060360" imgH="736560" progId="Equation.DSMT4">
                  <p:embed/>
                </p:oleObj>
              </mc:Choice>
              <mc:Fallback>
                <p:oleObj name="Equation" r:id="rId26" imgW="306036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DCBBCB2-610A-4818-8BD0-475399A716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817514" y="2853441"/>
                        <a:ext cx="306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6BC8C07-7774-4992-B881-0AC838965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8711" y="3031241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7" name="Equation" r:id="rId28" imgW="1244520" imgH="380880" progId="Equation.DSMT4">
                  <p:embed/>
                </p:oleObj>
              </mc:Choice>
              <mc:Fallback>
                <p:oleObj name="Equation" r:id="rId28" imgW="1244520" imgH="3808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46BC8C07-7774-4992-B881-0AC8389653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348711" y="3031241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CE61B19-AEBF-4C72-84D8-C331F50188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0063" y="3779838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8" name="Equation" r:id="rId30" imgW="3085920" imgH="736560" progId="Equation.DSMT4">
                  <p:embed/>
                </p:oleObj>
              </mc:Choice>
              <mc:Fallback>
                <p:oleObj name="Equation" r:id="rId30" imgW="3085920" imgH="7365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CE61B19-AEBF-4C72-84D8-C331F50188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770063" y="3779838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F5BB50C8-152E-4006-9645-C208FA0A2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9088" y="3957638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9" name="Equation" r:id="rId32" imgW="1257120" imgH="380880" progId="Equation.DSMT4">
                  <p:embed/>
                </p:oleObj>
              </mc:Choice>
              <mc:Fallback>
                <p:oleObj name="Equation" r:id="rId32" imgW="1257120" imgH="380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F5BB50C8-152E-4006-9645-C208FA0A22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399088" y="3957638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29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19D6C46-2E19-46EB-AACE-04C217009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624" y="411510"/>
          <a:ext cx="306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6" name="Equation" r:id="rId3" imgW="3060360" imgH="736560" progId="Equation.DSMT4">
                  <p:embed/>
                </p:oleObj>
              </mc:Choice>
              <mc:Fallback>
                <p:oleObj name="Equation" r:id="rId3" imgW="306036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19D6C46-2E19-46EB-AACE-04C217009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411510"/>
                        <a:ext cx="306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149EE39-B3F2-4AB5-84B0-F618D89DE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4048" y="589310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7" name="Equation" r:id="rId5" imgW="1244520" imgH="380880" progId="Equation.DSMT4">
                  <p:embed/>
                </p:oleObj>
              </mc:Choice>
              <mc:Fallback>
                <p:oleObj name="Equation" r:id="rId5" imgW="124452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149EE39-B3F2-4AB5-84B0-F618D89DEB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589310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BC61DD4-7EA8-401B-A40D-43F92ABEA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3982" y="1419622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8" name="Equation" r:id="rId7" imgW="3085920" imgH="736560" progId="Equation.DSMT4">
                  <p:embed/>
                </p:oleObj>
              </mc:Choice>
              <mc:Fallback>
                <p:oleObj name="Equation" r:id="rId7" imgW="308592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BC61DD4-7EA8-401B-A40D-43F92ABEA2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3982" y="1419622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85D4059-B7C8-4659-AB3E-F14DE584AF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4048" y="1554014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9" name="Equation" r:id="rId9" imgW="1257120" imgH="380880" progId="Equation.DSMT4">
                  <p:embed/>
                </p:oleObj>
              </mc:Choice>
              <mc:Fallback>
                <p:oleObj name="Equation" r:id="rId9" imgW="125712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85D4059-B7C8-4659-AB3E-F14DE584AF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4048" y="1554014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EC7B6F-1E6F-4C90-8CA9-2FC9D2B8F7AA}"/>
              </a:ext>
            </a:extLst>
          </p:cNvPr>
          <p:cNvGrpSpPr/>
          <p:nvPr/>
        </p:nvGrpSpPr>
        <p:grpSpPr>
          <a:xfrm>
            <a:off x="797226" y="2196901"/>
            <a:ext cx="8316416" cy="461665"/>
            <a:chOff x="797226" y="2196901"/>
            <a:chExt cx="8316416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87EE9FF-1A73-4712-A40F-29673509CF99}"/>
                </a:ext>
              </a:extLst>
            </p:cNvPr>
            <p:cNvSpPr/>
            <p:nvPr/>
          </p:nvSpPr>
          <p:spPr>
            <a:xfrm>
              <a:off x="797226" y="2196901"/>
              <a:ext cx="8316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再对一阶导函数         在区间             上用拉格朗日中值定理，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F4D9540-CA14-4378-B362-4CA19E5E6D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59832" y="2249934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90" name="Equation" r:id="rId11" imgW="685800" imgH="355320" progId="Equation.DSMT4">
                    <p:embed/>
                  </p:oleObj>
                </mc:Choice>
                <mc:Fallback>
                  <p:oleObj name="Equation" r:id="rId11" imgW="68580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F4D9540-CA14-4378-B362-4CA19E5E6D7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59832" y="2249934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17723C8-816C-407C-8B54-66CBB57FB9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6016" y="2237233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91" name="Equation" r:id="rId13" imgW="825480" imgH="380880" progId="Equation.DSMT4">
                    <p:embed/>
                  </p:oleObj>
                </mc:Choice>
                <mc:Fallback>
                  <p:oleObj name="Equation" r:id="rId13" imgW="825480" imgH="380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817723C8-816C-407C-8B54-66CBB57FB9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16016" y="2237233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01CD218-80AF-4126-BACE-BC17D7520148}"/>
              </a:ext>
            </a:extLst>
          </p:cNvPr>
          <p:cNvGrpSpPr/>
          <p:nvPr/>
        </p:nvGrpSpPr>
        <p:grpSpPr>
          <a:xfrm>
            <a:off x="251520" y="2787774"/>
            <a:ext cx="8316416" cy="461665"/>
            <a:chOff x="251520" y="2787774"/>
            <a:chExt cx="8316416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A4EEAC7-F847-45B5-86CD-E47A32A0D1E1}"/>
                </a:ext>
              </a:extLst>
            </p:cNvPr>
            <p:cNvSpPr/>
            <p:nvPr/>
          </p:nvSpPr>
          <p:spPr>
            <a:xfrm>
              <a:off x="251520" y="2787774"/>
              <a:ext cx="8316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存在                                 使得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CA67E13-2FFA-49A8-8479-A2FBB8A86B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22839" y="2830951"/>
            <a:ext cx="2362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92" name="Equation" r:id="rId15" imgW="2361960" imgH="380880" progId="Equation.DSMT4">
                    <p:embed/>
                  </p:oleObj>
                </mc:Choice>
                <mc:Fallback>
                  <p:oleObj name="Equation" r:id="rId15" imgW="2361960" imgH="380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FCA67E13-2FFA-49A8-8479-A2FBB8A86B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22839" y="2830951"/>
                          <a:ext cx="2362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9D251AE-B3CE-4019-8C9D-F37914CD61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2222" y="3579862"/>
          <a:ext cx="3365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93" name="Equation" r:id="rId17" imgW="3365280" imgH="799920" progId="Equation.DSMT4">
                  <p:embed/>
                </p:oleObj>
              </mc:Choice>
              <mc:Fallback>
                <p:oleObj name="Equation" r:id="rId17" imgW="3365280" imgH="7999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9D251AE-B3CE-4019-8C9D-F37914CD61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02222" y="3579862"/>
                        <a:ext cx="3365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23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A9154A3-B56C-4ABE-B2D2-196B3A58B1AD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267494"/>
            <a:ext cx="8352928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设在         上                 证明函数                                在        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AD3BCBF-FC55-4277-BE55-57B4A6D96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151165"/>
              </p:ext>
            </p:extLst>
          </p:nvPr>
        </p:nvGraphicFramePr>
        <p:xfrm>
          <a:off x="1643504" y="342299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4" name="Equation" r:id="rId3" imgW="634680" imgH="330120" progId="Equation.DSMT4">
                  <p:embed/>
                </p:oleObj>
              </mc:Choice>
              <mc:Fallback>
                <p:oleObj name="Equation" r:id="rId3" imgW="63468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AD3BCBF-FC55-4277-BE55-57B4A6D96B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3504" y="342299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F43B456-69BD-4B4D-A01C-F730CED55D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85678"/>
              </p:ext>
            </p:extLst>
          </p:nvPr>
        </p:nvGraphicFramePr>
        <p:xfrm>
          <a:off x="2624492" y="327862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5" name="Equation" r:id="rId5" imgW="1257120" imgH="355320" progId="Equation.DSMT4">
                  <p:embed/>
                </p:oleObj>
              </mc:Choice>
              <mc:Fallback>
                <p:oleObj name="Equation" r:id="rId5" imgW="125712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F43B456-69BD-4B4D-A01C-F730CED55D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4492" y="327862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70CE9CC-CF37-445A-A792-7C362A8E92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737671"/>
              </p:ext>
            </p:extLst>
          </p:nvPr>
        </p:nvGraphicFramePr>
        <p:xfrm>
          <a:off x="5226595" y="128666"/>
          <a:ext cx="240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6" name="Equation" r:id="rId7" imgW="2400120" imgH="736560" progId="Equation.DSMT4">
                  <p:embed/>
                </p:oleObj>
              </mc:Choice>
              <mc:Fallback>
                <p:oleObj name="Equation" r:id="rId7" imgW="240012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70CE9CC-CF37-445A-A792-7C362A8E92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26595" y="128666"/>
                        <a:ext cx="240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8A86CF4-4819-4777-8F16-82107F3F67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914249"/>
              </p:ext>
            </p:extLst>
          </p:nvPr>
        </p:nvGraphicFramePr>
        <p:xfrm>
          <a:off x="7938142" y="325516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7" name="Equation" r:id="rId9" imgW="647640" imgH="342720" progId="Equation.DSMT4">
                  <p:embed/>
                </p:oleObj>
              </mc:Choice>
              <mc:Fallback>
                <p:oleObj name="Equation" r:id="rId9" imgW="64764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8A86CF4-4819-4777-8F16-82107F3F67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38142" y="325516"/>
                        <a:ext cx="647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4ED77EB9-9A55-46C1-B437-2E4ED63D8CB0}"/>
              </a:ext>
            </a:extLst>
          </p:cNvPr>
          <p:cNvSpPr/>
          <p:nvPr/>
        </p:nvSpPr>
        <p:spPr>
          <a:xfrm>
            <a:off x="155533" y="865266"/>
            <a:ext cx="1968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上单调增加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D6C6995-E5C4-4671-BB8C-96E91F5CC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53" y="1392317"/>
            <a:ext cx="5738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790B013-D0CF-4AB0-B8A1-D405252E24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300364"/>
              </p:ext>
            </p:extLst>
          </p:nvPr>
        </p:nvGraphicFramePr>
        <p:xfrm>
          <a:off x="870495" y="1326931"/>
          <a:ext cx="4356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8" name="Equation" r:id="rId11" imgW="4356000" imgH="787320" progId="Equation.DSMT4">
                  <p:embed/>
                </p:oleObj>
              </mc:Choice>
              <mc:Fallback>
                <p:oleObj name="Equation" r:id="rId11" imgW="435600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790B013-D0CF-4AB0-B8A1-D405252E24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0495" y="1326931"/>
                        <a:ext cx="4356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625AE77-8D53-4463-B0BF-5095A630B1DD}"/>
              </a:ext>
            </a:extLst>
          </p:cNvPr>
          <p:cNvCxnSpPr/>
          <p:nvPr/>
        </p:nvCxnSpPr>
        <p:spPr>
          <a:xfrm>
            <a:off x="3527198" y="1670092"/>
            <a:ext cx="165618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6B19135-9EBE-442F-9148-E5D677221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528460"/>
              </p:ext>
            </p:extLst>
          </p:nvPr>
        </p:nvGraphicFramePr>
        <p:xfrm>
          <a:off x="756928" y="2337106"/>
          <a:ext cx="350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9" name="Equation" r:id="rId13" imgW="3504960" imgH="787320" progId="Equation.DSMT4">
                  <p:embed/>
                </p:oleObj>
              </mc:Choice>
              <mc:Fallback>
                <p:oleObj name="Equation" r:id="rId13" imgW="3504960" imgH="787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6B19135-9EBE-442F-9148-E5D6772212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6928" y="2337106"/>
                        <a:ext cx="3505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9A9B780-CAF1-4E7B-8455-3A9F8A30E3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025032"/>
              </p:ext>
            </p:extLst>
          </p:nvPr>
        </p:nvGraphicFramePr>
        <p:xfrm>
          <a:off x="3021790" y="3321356"/>
          <a:ext cx="133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80" name="Equation" r:id="rId15" imgW="1333440" imgH="342720" progId="Equation.DSMT4">
                  <p:embed/>
                </p:oleObj>
              </mc:Choice>
              <mc:Fallback>
                <p:oleObj name="Equation" r:id="rId15" imgW="133344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9A9B780-CAF1-4E7B-8455-3A9F8A30E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21790" y="3321356"/>
                        <a:ext cx="1333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FE17B41-2CA2-4C55-99C5-DEEB36CB71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147953"/>
              </p:ext>
            </p:extLst>
          </p:nvPr>
        </p:nvGraphicFramePr>
        <p:xfrm>
          <a:off x="782811" y="3124506"/>
          <a:ext cx="200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81" name="Equation" r:id="rId17" imgW="2006280" imgH="736560" progId="Equation.DSMT4">
                  <p:embed/>
                </p:oleObj>
              </mc:Choice>
              <mc:Fallback>
                <p:oleObj name="Equation" r:id="rId17" imgW="200628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FE17B41-2CA2-4C55-99C5-DEEB36CB7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2811" y="3124506"/>
                        <a:ext cx="2006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09207460-8E91-4521-822B-5683A2024133}"/>
              </a:ext>
            </a:extLst>
          </p:cNvPr>
          <p:cNvGrpSpPr/>
          <p:nvPr/>
        </p:nvGrpSpPr>
        <p:grpSpPr>
          <a:xfrm>
            <a:off x="355648" y="4048181"/>
            <a:ext cx="4160478" cy="461666"/>
            <a:chOff x="319831" y="4256745"/>
            <a:chExt cx="4160478" cy="46166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A6E8274-B464-4D2A-912D-F4CE1DFDEA35}"/>
                </a:ext>
              </a:extLst>
            </p:cNvPr>
            <p:cNvSpPr/>
            <p:nvPr/>
          </p:nvSpPr>
          <p:spPr>
            <a:xfrm>
              <a:off x="319831" y="4256746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5A9E0BB4-3BB6-4B34-8BCA-FAC09B612D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5224" y="4311842"/>
            <a:ext cx="1257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82" name="Equation" r:id="rId19" imgW="1257120" imgH="355320" progId="Equation.DSMT4">
                    <p:embed/>
                  </p:oleObj>
                </mc:Choice>
                <mc:Fallback>
                  <p:oleObj name="Equation" r:id="rId19" imgW="1257120" imgH="3553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5A9E0BB4-3BB6-4B34-8BCA-FAC09B612D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15224" y="4311842"/>
                          <a:ext cx="1257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2D50000-1252-4B89-9A72-616CE809E690}"/>
                </a:ext>
              </a:extLst>
            </p:cNvPr>
            <p:cNvSpPr/>
            <p:nvPr/>
          </p:nvSpPr>
          <p:spPr>
            <a:xfrm>
              <a:off x="2473710" y="4256745"/>
              <a:ext cx="20065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      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单增，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15B813E2-9C06-46DA-811B-C011679BF3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4425" y="4311842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83" name="Equation" r:id="rId20" imgW="685800" imgH="355320" progId="Equation.DSMT4">
                    <p:embed/>
                  </p:oleObj>
                </mc:Choice>
                <mc:Fallback>
                  <p:oleObj name="Equation" r:id="rId20" imgW="685800" imgH="3553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15B813E2-9C06-46DA-811B-C011679BF3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874425" y="4311842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219AD42-D289-4B44-86AE-63398386A2AF}"/>
              </a:ext>
            </a:extLst>
          </p:cNvPr>
          <p:cNvGrpSpPr/>
          <p:nvPr/>
        </p:nvGrpSpPr>
        <p:grpSpPr>
          <a:xfrm>
            <a:off x="5606042" y="1688364"/>
            <a:ext cx="2966483" cy="461665"/>
            <a:chOff x="5570225" y="1896928"/>
            <a:chExt cx="2966483" cy="461665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9621ADA3-FAB1-4B23-B973-E8AD50E655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90408" y="1967295"/>
            <a:ext cx="2146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84" name="Equation" r:id="rId22" imgW="2145960" imgH="355320" progId="Equation.DSMT4">
                    <p:embed/>
                  </p:oleObj>
                </mc:Choice>
                <mc:Fallback>
                  <p:oleObj name="Equation" r:id="rId22" imgW="2145960" imgH="3553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9621ADA3-FAB1-4B23-B973-E8AD50E6550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390408" y="1967295"/>
                          <a:ext cx="2146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9B7F4E8-2269-43A5-B7AB-7C68BBA383B5}"/>
                </a:ext>
              </a:extLst>
            </p:cNvPr>
            <p:cNvSpPr/>
            <p:nvPr/>
          </p:nvSpPr>
          <p:spPr>
            <a:xfrm>
              <a:off x="5570225" y="1896928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</a:t>
              </a:r>
              <a:endParaRPr lang="zh-CN" altLang="en-US" sz="2400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0A59DE-5099-4EF2-A369-881543A11543}"/>
              </a:ext>
            </a:extLst>
          </p:cNvPr>
          <p:cNvGrpSpPr/>
          <p:nvPr/>
        </p:nvGrpSpPr>
        <p:grpSpPr>
          <a:xfrm>
            <a:off x="5606042" y="2270088"/>
            <a:ext cx="2171054" cy="461665"/>
            <a:chOff x="5570225" y="2478652"/>
            <a:chExt cx="2171054" cy="461665"/>
          </a:xfrm>
        </p:grpSpPr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459D0845-D157-43BE-BA44-7A5636CD47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98279" y="2589602"/>
            <a:ext cx="1143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85" name="Equation" r:id="rId24" imgW="1143000" imgH="330120" progId="Equation.DSMT4">
                    <p:embed/>
                  </p:oleObj>
                </mc:Choice>
                <mc:Fallback>
                  <p:oleObj name="Equation" r:id="rId24" imgW="1143000" imgH="3301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459D0845-D157-43BE-BA44-7A5636CD472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598279" y="2589602"/>
                          <a:ext cx="1143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89A97E4-55BC-4D94-AB41-D52E406E1B0A}"/>
                </a:ext>
              </a:extLst>
            </p:cNvPr>
            <p:cNvSpPr/>
            <p:nvPr/>
          </p:nvSpPr>
          <p:spPr>
            <a:xfrm>
              <a:off x="5570225" y="247865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</a:t>
              </a:r>
              <a:endParaRPr lang="zh-CN" altLang="en-US" sz="2400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9D5F96A-2A40-4D94-BFFC-1A0CABF3E15F}"/>
              </a:ext>
            </a:extLst>
          </p:cNvPr>
          <p:cNvGrpSpPr/>
          <p:nvPr/>
        </p:nvGrpSpPr>
        <p:grpSpPr>
          <a:xfrm>
            <a:off x="5606042" y="2866386"/>
            <a:ext cx="2367169" cy="461665"/>
            <a:chOff x="5570225" y="3074950"/>
            <a:chExt cx="2367169" cy="46166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08BA5E4-8DF4-4F2A-B9AA-A58F68C77B54}"/>
                </a:ext>
              </a:extLst>
            </p:cNvPr>
            <p:cNvSpPr/>
            <p:nvPr/>
          </p:nvSpPr>
          <p:spPr>
            <a:xfrm>
              <a:off x="5570225" y="3074950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endParaRPr lang="zh-CN" altLang="en-US" sz="2400" dirty="0"/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08954693-AA63-4D41-A41B-1D72CC4A64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56294" y="3127983"/>
            <a:ext cx="1181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86" name="Equation" r:id="rId26" imgW="1180800" imgH="355320" progId="Equation.DSMT4">
                    <p:embed/>
                  </p:oleObj>
                </mc:Choice>
                <mc:Fallback>
                  <p:oleObj name="Equation" r:id="rId26" imgW="1180800" imgH="35532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08954693-AA63-4D41-A41B-1D72CC4A64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756294" y="3127983"/>
                          <a:ext cx="1181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C31C3A0-2C3D-43BF-AEE5-EB4EC553EA85}"/>
              </a:ext>
            </a:extLst>
          </p:cNvPr>
          <p:cNvGrpSpPr/>
          <p:nvPr/>
        </p:nvGrpSpPr>
        <p:grpSpPr>
          <a:xfrm>
            <a:off x="5660018" y="3546850"/>
            <a:ext cx="3422350" cy="461665"/>
            <a:chOff x="5624201" y="3755414"/>
            <a:chExt cx="3422350" cy="461665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3119BB7-AC7B-42A2-9A7C-1884BA27BD87}"/>
                </a:ext>
              </a:extLst>
            </p:cNvPr>
            <p:cNvSpPr/>
            <p:nvPr/>
          </p:nvSpPr>
          <p:spPr>
            <a:xfrm>
              <a:off x="5624201" y="3755414"/>
              <a:ext cx="34223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         在        上单增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zh-CN" altLang="en-US" sz="2400" dirty="0"/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DBF87194-6743-4B9C-AEA0-CD6F7DC70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36229" y="3822889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87" name="Equation" r:id="rId28" imgW="596880" imgH="342720" progId="Equation.DSMT4">
                    <p:embed/>
                  </p:oleObj>
                </mc:Choice>
                <mc:Fallback>
                  <p:oleObj name="Equation" r:id="rId28" imgW="596880" imgH="3427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DBF87194-6743-4B9C-AEA0-CD6F7DC705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6336229" y="3822889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7F7E2789-D933-4448-9B64-831592ADC2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89694" y="3822889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88" name="Equation" r:id="rId30" imgW="647640" imgH="342720" progId="Equation.DSMT4">
                    <p:embed/>
                  </p:oleObj>
                </mc:Choice>
                <mc:Fallback>
                  <p:oleObj name="Equation" r:id="rId30" imgW="647640" imgH="34272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7F7E2789-D933-4448-9B64-831592ADC2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289694" y="3822889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C8BA9826-51DA-40D1-B15D-B0FB9A081F10}"/>
              </a:ext>
            </a:extLst>
          </p:cNvPr>
          <p:cNvCxnSpPr/>
          <p:nvPr/>
        </p:nvCxnSpPr>
        <p:spPr>
          <a:xfrm>
            <a:off x="5292080" y="1492250"/>
            <a:ext cx="0" cy="365125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FEE147C-CE36-42E2-98B1-B0FDF1F71171}"/>
              </a:ext>
            </a:extLst>
          </p:cNvPr>
          <p:cNvSpPr/>
          <p:nvPr/>
        </p:nvSpPr>
        <p:spPr>
          <a:xfrm>
            <a:off x="3233097" y="2755174"/>
            <a:ext cx="2044149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拉格朗日中值定理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54F85B62-AFA8-40AB-B3C0-59607DB3DF70}"/>
              </a:ext>
            </a:extLst>
          </p:cNvPr>
          <p:cNvSpPr/>
          <p:nvPr/>
        </p:nvSpPr>
        <p:spPr>
          <a:xfrm>
            <a:off x="2699089" y="2169428"/>
            <a:ext cx="1656196" cy="585746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9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0" grpId="0" animBg="1"/>
      <p:bldP spid="4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9"/>
          <p:cNvSpPr txBox="1">
            <a:spLocks noChangeArrowheads="1"/>
          </p:cNvSpPr>
          <p:nvPr/>
        </p:nvSpPr>
        <p:spPr bwMode="auto">
          <a:xfrm>
            <a:off x="251520" y="51470"/>
            <a:ext cx="5890713" cy="721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7.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证明当     时，               </a:t>
            </a:r>
          </a:p>
        </p:txBody>
      </p:sp>
      <p:graphicFrame>
        <p:nvGraphicFramePr>
          <p:cNvPr id="1423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162885"/>
              </p:ext>
            </p:extLst>
          </p:nvPr>
        </p:nvGraphicFramePr>
        <p:xfrm>
          <a:off x="2283553" y="375583"/>
          <a:ext cx="64452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8" name="Equation" r:id="rId3" imgW="647640" imgH="279360" progId="Equation.DSMT4">
                  <p:embed/>
                </p:oleObj>
              </mc:Choice>
              <mc:Fallback>
                <p:oleObj name="Equation" r:id="rId3" imgW="647640" imgH="279360" progId="Equation.DSMT4">
                  <p:embed/>
                  <p:pic>
                    <p:nvPicPr>
                      <p:cNvPr id="14233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553" y="375583"/>
                        <a:ext cx="644525" cy="27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752640"/>
              </p:ext>
            </p:extLst>
          </p:nvPr>
        </p:nvGraphicFramePr>
        <p:xfrm>
          <a:off x="3449271" y="163146"/>
          <a:ext cx="23780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9" name="Equation" r:id="rId5" imgW="2387520" imgH="736560" progId="Equation.DSMT4">
                  <p:embed/>
                </p:oleObj>
              </mc:Choice>
              <mc:Fallback>
                <p:oleObj name="Equation" r:id="rId5" imgW="2387520" imgH="736560" progId="Equation.DSMT4">
                  <p:embed/>
                  <p:pic>
                    <p:nvPicPr>
                      <p:cNvPr id="1423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271" y="163146"/>
                        <a:ext cx="237807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">
            <a:extLst>
              <a:ext uri="{FF2B5EF4-FFF2-40B4-BE49-F238E27FC236}">
                <a16:creationId xmlns:a16="http://schemas.microsoft.com/office/drawing/2014/main" id="{515C6756-3B18-4FA0-88BF-5FF99AAFB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4" y="899815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证</a:t>
            </a: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设</a:t>
            </a:r>
          </a:p>
        </p:txBody>
      </p:sp>
      <p:graphicFrame>
        <p:nvGraphicFramePr>
          <p:cNvPr id="31" name="Object 4">
            <a:extLst>
              <a:ext uri="{FF2B5EF4-FFF2-40B4-BE49-F238E27FC236}">
                <a16:creationId xmlns:a16="http://schemas.microsoft.com/office/drawing/2014/main" id="{FCF704F4-AE29-424E-B2E4-0D37A18909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476247"/>
              </p:ext>
            </p:extLst>
          </p:nvPr>
        </p:nvGraphicFramePr>
        <p:xfrm>
          <a:off x="1776608" y="1003965"/>
          <a:ext cx="190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0" name="Equation" r:id="rId7" imgW="1904760" imgH="342720" progId="Equation.DSMT4">
                  <p:embed/>
                </p:oleObj>
              </mc:Choice>
              <mc:Fallback>
                <p:oleObj name="Equation" r:id="rId7" imgW="1904760" imgH="342720" progId="Equation.DSMT4">
                  <p:embed/>
                  <p:pic>
                    <p:nvPicPr>
                      <p:cNvPr id="31" name="Object 4">
                        <a:extLst>
                          <a:ext uri="{FF2B5EF4-FFF2-40B4-BE49-F238E27FC236}">
                            <a16:creationId xmlns:a16="http://schemas.microsoft.com/office/drawing/2014/main" id="{FCF704F4-AE29-424E-B2E4-0D37A18909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608" y="1003965"/>
                        <a:ext cx="1905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>
            <a:extLst>
              <a:ext uri="{FF2B5EF4-FFF2-40B4-BE49-F238E27FC236}">
                <a16:creationId xmlns:a16="http://schemas.microsoft.com/office/drawing/2014/main" id="{7906F07B-C8A6-43EA-81EB-47BED95FE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235069"/>
              </p:ext>
            </p:extLst>
          </p:nvPr>
        </p:nvGraphicFramePr>
        <p:xfrm>
          <a:off x="3681608" y="994789"/>
          <a:ext cx="52736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1" name="Equation" r:id="rId9" imgW="5981400" imgH="380880" progId="Equation.DSMT4">
                  <p:embed/>
                </p:oleObj>
              </mc:Choice>
              <mc:Fallback>
                <p:oleObj name="Equation" r:id="rId9" imgW="5981400" imgH="380880" progId="Equation.DSMT4">
                  <p:embed/>
                  <p:pic>
                    <p:nvPicPr>
                      <p:cNvPr id="33" name="Object 5">
                        <a:extLst>
                          <a:ext uri="{FF2B5EF4-FFF2-40B4-BE49-F238E27FC236}">
                            <a16:creationId xmlns:a16="http://schemas.microsoft.com/office/drawing/2014/main" id="{7906F07B-C8A6-43EA-81EB-47BED95FE1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608" y="994789"/>
                        <a:ext cx="52736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9">
            <a:extLst>
              <a:ext uri="{FF2B5EF4-FFF2-40B4-BE49-F238E27FC236}">
                <a16:creationId xmlns:a16="http://schemas.microsoft.com/office/drawing/2014/main" id="{67A69FBA-AB4E-4347-A983-AAA36172C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54" y="1473602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因此应有</a:t>
            </a:r>
          </a:p>
        </p:txBody>
      </p:sp>
      <p:graphicFrame>
        <p:nvGraphicFramePr>
          <p:cNvPr id="42" name="Object 11">
            <a:extLst>
              <a:ext uri="{FF2B5EF4-FFF2-40B4-BE49-F238E27FC236}">
                <a16:creationId xmlns:a16="http://schemas.microsoft.com/office/drawing/2014/main" id="{3BCF9C2B-38B0-4304-AD51-B34AF246C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106884"/>
              </p:ext>
            </p:extLst>
          </p:nvPr>
        </p:nvGraphicFramePr>
        <p:xfrm>
          <a:off x="1947496" y="1861771"/>
          <a:ext cx="170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2" name="Equation" r:id="rId11" imgW="1701720" imgH="342720" progId="Equation.DSMT4">
                  <p:embed/>
                </p:oleObj>
              </mc:Choice>
              <mc:Fallback>
                <p:oleObj name="Equation" r:id="rId11" imgW="1701720" imgH="342720" progId="Equation.DSMT4">
                  <p:embed/>
                  <p:pic>
                    <p:nvPicPr>
                      <p:cNvPr id="42" name="Object 11">
                        <a:extLst>
                          <a:ext uri="{FF2B5EF4-FFF2-40B4-BE49-F238E27FC236}">
                            <a16:creationId xmlns:a16="http://schemas.microsoft.com/office/drawing/2014/main" id="{3BCF9C2B-38B0-4304-AD51-B34AF246C8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496" y="1861771"/>
                        <a:ext cx="1701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8">
            <a:extLst>
              <a:ext uri="{FF2B5EF4-FFF2-40B4-BE49-F238E27FC236}">
                <a16:creationId xmlns:a16="http://schemas.microsoft.com/office/drawing/2014/main" id="{880D94AA-77E2-4417-AEB0-1A6AD0F88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788038"/>
              </p:ext>
            </p:extLst>
          </p:nvPr>
        </p:nvGraphicFramePr>
        <p:xfrm>
          <a:off x="3704038" y="1830565"/>
          <a:ext cx="299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3" name="Equation" r:id="rId13" imgW="2997000" imgH="355320" progId="Equation.DSMT4">
                  <p:embed/>
                </p:oleObj>
              </mc:Choice>
              <mc:Fallback>
                <p:oleObj name="Equation" r:id="rId13" imgW="2997000" imgH="355320" progId="Equation.DSMT4">
                  <p:embed/>
                  <p:pic>
                    <p:nvPicPr>
                      <p:cNvPr id="43" name="Object 18">
                        <a:extLst>
                          <a:ext uri="{FF2B5EF4-FFF2-40B4-BE49-F238E27FC236}">
                            <a16:creationId xmlns:a16="http://schemas.microsoft.com/office/drawing/2014/main" id="{880D94AA-77E2-4417-AEB0-1A6AD0F88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4038" y="1830565"/>
                        <a:ext cx="299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7">
            <a:extLst>
              <a:ext uri="{FF2B5EF4-FFF2-40B4-BE49-F238E27FC236}">
                <a16:creationId xmlns:a16="http://schemas.microsoft.com/office/drawing/2014/main" id="{16D26C40-F67E-4518-8761-8A9F54958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21" y="2303915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45" name="Object 12">
            <a:extLst>
              <a:ext uri="{FF2B5EF4-FFF2-40B4-BE49-F238E27FC236}">
                <a16:creationId xmlns:a16="http://schemas.microsoft.com/office/drawing/2014/main" id="{9154E349-DB38-4797-8599-623A9C583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41926"/>
              </p:ext>
            </p:extLst>
          </p:nvPr>
        </p:nvGraphicFramePr>
        <p:xfrm>
          <a:off x="2227458" y="2435558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4" name="Equation" r:id="rId15" imgW="1002960" imgH="342720" progId="Equation.DSMT4">
                  <p:embed/>
                </p:oleObj>
              </mc:Choice>
              <mc:Fallback>
                <p:oleObj name="Equation" r:id="rId15" imgW="1002960" imgH="342720" progId="Equation.DSMT4">
                  <p:embed/>
                  <p:pic>
                    <p:nvPicPr>
                      <p:cNvPr id="45" name="Object 12">
                        <a:extLst>
                          <a:ext uri="{FF2B5EF4-FFF2-40B4-BE49-F238E27FC236}">
                            <a16:creationId xmlns:a16="http://schemas.microsoft.com/office/drawing/2014/main" id="{9154E349-DB38-4797-8599-623A9C583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458" y="2435558"/>
                        <a:ext cx="1003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3">
            <a:extLst>
              <a:ext uri="{FF2B5EF4-FFF2-40B4-BE49-F238E27FC236}">
                <a16:creationId xmlns:a16="http://schemas.microsoft.com/office/drawing/2014/main" id="{2F0976DF-2205-4A81-B171-488D01BD59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838807"/>
              </p:ext>
            </p:extLst>
          </p:nvPr>
        </p:nvGraphicFramePr>
        <p:xfrm>
          <a:off x="3475233" y="2199140"/>
          <a:ext cx="266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5" name="Equation" r:id="rId17" imgW="2666880" imgH="787320" progId="Equation.DSMT4">
                  <p:embed/>
                </p:oleObj>
              </mc:Choice>
              <mc:Fallback>
                <p:oleObj name="Equation" r:id="rId17" imgW="2666880" imgH="787320" progId="Equation.DSMT4">
                  <p:embed/>
                  <p:pic>
                    <p:nvPicPr>
                      <p:cNvPr id="46" name="Object 13">
                        <a:extLst>
                          <a:ext uri="{FF2B5EF4-FFF2-40B4-BE49-F238E27FC236}">
                            <a16:creationId xmlns:a16="http://schemas.microsoft.com/office/drawing/2014/main" id="{2F0976DF-2205-4A81-B171-488D01BD59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233" y="2199140"/>
                        <a:ext cx="2667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8">
            <a:extLst>
              <a:ext uri="{FF2B5EF4-FFF2-40B4-BE49-F238E27FC236}">
                <a16:creationId xmlns:a16="http://schemas.microsoft.com/office/drawing/2014/main" id="{B1880004-1990-42EA-992B-427FD3D5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307" y="3149045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因为</a:t>
            </a:r>
          </a:p>
        </p:txBody>
      </p:sp>
      <p:graphicFrame>
        <p:nvGraphicFramePr>
          <p:cNvPr id="48" name="Object 14">
            <a:extLst>
              <a:ext uri="{FF2B5EF4-FFF2-40B4-BE49-F238E27FC236}">
                <a16:creationId xmlns:a16="http://schemas.microsoft.com/office/drawing/2014/main" id="{26DABF00-80FE-4F5F-BC97-001D0BEAEB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0148"/>
              </p:ext>
            </p:extLst>
          </p:nvPr>
        </p:nvGraphicFramePr>
        <p:xfrm>
          <a:off x="3317680" y="2930209"/>
          <a:ext cx="62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6" name="Equation" r:id="rId19" imgW="622080" imgH="787320" progId="Equation.DSMT4">
                  <p:embed/>
                </p:oleObj>
              </mc:Choice>
              <mc:Fallback>
                <p:oleObj name="Equation" r:id="rId19" imgW="622080" imgH="787320" progId="Equation.DSMT4">
                  <p:embed/>
                  <p:pic>
                    <p:nvPicPr>
                      <p:cNvPr id="48" name="Object 14">
                        <a:extLst>
                          <a:ext uri="{FF2B5EF4-FFF2-40B4-BE49-F238E27FC236}">
                            <a16:creationId xmlns:a16="http://schemas.microsoft.com/office/drawing/2014/main" id="{26DABF00-80FE-4F5F-BC97-001D0BEAEB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680" y="2930209"/>
                        <a:ext cx="622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5">
            <a:extLst>
              <a:ext uri="{FF2B5EF4-FFF2-40B4-BE49-F238E27FC236}">
                <a16:creationId xmlns:a16="http://schemas.microsoft.com/office/drawing/2014/main" id="{8696DC61-131A-4605-946C-9288B0684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715853"/>
              </p:ext>
            </p:extLst>
          </p:nvPr>
        </p:nvGraphicFramePr>
        <p:xfrm>
          <a:off x="2283553" y="2939683"/>
          <a:ext cx="83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7" name="Equation" r:id="rId21" imgW="838080" imgH="736560" progId="Equation.DSMT4">
                  <p:embed/>
                </p:oleObj>
              </mc:Choice>
              <mc:Fallback>
                <p:oleObj name="Equation" r:id="rId21" imgW="838080" imgH="736560" progId="Equation.DSMT4">
                  <p:embed/>
                  <p:pic>
                    <p:nvPicPr>
                      <p:cNvPr id="49" name="Object 15">
                        <a:extLst>
                          <a:ext uri="{FF2B5EF4-FFF2-40B4-BE49-F238E27FC236}">
                            <a16:creationId xmlns:a16="http://schemas.microsoft.com/office/drawing/2014/main" id="{8696DC61-131A-4605-946C-9288B06841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553" y="2939683"/>
                        <a:ext cx="838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6">
            <a:extLst>
              <a:ext uri="{FF2B5EF4-FFF2-40B4-BE49-F238E27FC236}">
                <a16:creationId xmlns:a16="http://schemas.microsoft.com/office/drawing/2014/main" id="{F54052E0-308E-4F6E-935B-7F90A812D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92778"/>
              </p:ext>
            </p:extLst>
          </p:nvPr>
        </p:nvGraphicFramePr>
        <p:xfrm>
          <a:off x="4019183" y="2986507"/>
          <a:ext cx="57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8" name="Equation" r:id="rId23" imgW="571320" imgH="723600" progId="Equation.DSMT4">
                  <p:embed/>
                </p:oleObj>
              </mc:Choice>
              <mc:Fallback>
                <p:oleObj name="Equation" r:id="rId23" imgW="571320" imgH="723600" progId="Equation.DSMT4">
                  <p:embed/>
                  <p:pic>
                    <p:nvPicPr>
                      <p:cNvPr id="50" name="Object 16">
                        <a:extLst>
                          <a:ext uri="{FF2B5EF4-FFF2-40B4-BE49-F238E27FC236}">
                            <a16:creationId xmlns:a16="http://schemas.microsoft.com/office/drawing/2014/main" id="{F54052E0-308E-4F6E-935B-7F90A812DA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183" y="2986507"/>
                        <a:ext cx="571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9">
            <a:extLst>
              <a:ext uri="{FF2B5EF4-FFF2-40B4-BE49-F238E27FC236}">
                <a16:creationId xmlns:a16="http://schemas.microsoft.com/office/drawing/2014/main" id="{9F4E9DEA-5228-4FF5-ADEC-9C7778DEC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008468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56" name="Object 17">
            <a:extLst>
              <a:ext uri="{FF2B5EF4-FFF2-40B4-BE49-F238E27FC236}">
                <a16:creationId xmlns:a16="http://schemas.microsoft.com/office/drawing/2014/main" id="{F0E11983-A380-4A0F-9299-D31D2AD1B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195737"/>
              </p:ext>
            </p:extLst>
          </p:nvPr>
        </p:nvGraphicFramePr>
        <p:xfrm>
          <a:off x="1963175" y="3896126"/>
          <a:ext cx="375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9" name="Equation" r:id="rId25" imgW="3759120" imgH="736560" progId="Equation.DSMT4">
                  <p:embed/>
                </p:oleObj>
              </mc:Choice>
              <mc:Fallback>
                <p:oleObj name="Equation" r:id="rId25" imgW="3759120" imgH="736560" progId="Equation.DSMT4">
                  <p:embed/>
                  <p:pic>
                    <p:nvPicPr>
                      <p:cNvPr id="56" name="Object 17">
                        <a:extLst>
                          <a:ext uri="{FF2B5EF4-FFF2-40B4-BE49-F238E27FC236}">
                            <a16:creationId xmlns:a16="http://schemas.microsoft.com/office/drawing/2014/main" id="{F0E11983-A380-4A0F-9299-D31D2AD1B0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175" y="3896126"/>
                        <a:ext cx="3759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70">
            <a:extLst>
              <a:ext uri="{FF2B5EF4-FFF2-40B4-BE49-F238E27FC236}">
                <a16:creationId xmlns:a16="http://schemas.microsoft.com/office/drawing/2014/main" id="{C317A2B7-F71B-41C9-ABC2-8D26BB864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5749" y="624247"/>
            <a:ext cx="4069348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注意用中值定理，不要拒绝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909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41" grpId="0" autoUpdateAnimBg="0"/>
      <p:bldP spid="44" grpId="0" autoUpdateAnimBg="0"/>
      <p:bldP spid="47" grpId="0" autoUpdateAnimBg="0"/>
      <p:bldP spid="5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77970E58-3E35-428D-BE1A-C1A9ABD792CF}"/>
              </a:ext>
            </a:extLst>
          </p:cNvPr>
          <p:cNvGrpSpPr/>
          <p:nvPr/>
        </p:nvGrpSpPr>
        <p:grpSpPr>
          <a:xfrm>
            <a:off x="683568" y="405186"/>
            <a:ext cx="5552132" cy="477395"/>
            <a:chOff x="683568" y="483518"/>
            <a:chExt cx="5552132" cy="477395"/>
          </a:xfrm>
        </p:grpSpPr>
        <p:sp>
          <p:nvSpPr>
            <p:cNvPr id="2" name="Text Box 19">
              <a:extLst>
                <a:ext uri="{FF2B5EF4-FFF2-40B4-BE49-F238E27FC236}">
                  <a16:creationId xmlns:a16="http://schemas.microsoft.com/office/drawing/2014/main" id="{666FDDE5-FAE9-487C-94B2-0175877DE3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483518"/>
              <a:ext cx="24638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64FF"/>
                  </a:solidFill>
                  <a:latin typeface="+mj-ea"/>
                  <a:ea typeface="+mj-ea"/>
                </a:rPr>
                <a:t>8. </a:t>
              </a:r>
              <a:r>
                <a:rPr kumimoji="1" lang="zh-CN" altLang="en-US" sz="2400" b="1" dirty="0">
                  <a:latin typeface="+mj-ea"/>
                  <a:ea typeface="+mj-ea"/>
                </a:rPr>
                <a:t>证明不等式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4D52FD91-7001-4746-8FC2-BF0057505F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6931898"/>
                </p:ext>
              </p:extLst>
            </p:nvPr>
          </p:nvGraphicFramePr>
          <p:xfrm>
            <a:off x="2908300" y="529113"/>
            <a:ext cx="3327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12" name="Equation" r:id="rId3" imgW="3327120" imgH="431640" progId="Equation.DSMT4">
                    <p:embed/>
                  </p:oleObj>
                </mc:Choice>
                <mc:Fallback>
                  <p:oleObj name="Equation" r:id="rId3" imgW="332712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08300" y="529113"/>
                          <a:ext cx="33274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3">
            <a:extLst>
              <a:ext uri="{FF2B5EF4-FFF2-40B4-BE49-F238E27FC236}">
                <a16:creationId xmlns:a16="http://schemas.microsoft.com/office/drawing/2014/main" id="{9804F736-E549-4FC9-A2AE-016A5AC56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019522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证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90B0FE1-DB24-49C4-82E3-7B18491BDF53}"/>
              </a:ext>
            </a:extLst>
          </p:cNvPr>
          <p:cNvGrpSpPr/>
          <p:nvPr/>
        </p:nvGrpSpPr>
        <p:grpSpPr>
          <a:xfrm>
            <a:off x="1160564" y="988645"/>
            <a:ext cx="2447156" cy="461665"/>
            <a:chOff x="1187624" y="1131590"/>
            <a:chExt cx="2447156" cy="461665"/>
          </a:xfrm>
        </p:grpSpPr>
        <p:sp>
          <p:nvSpPr>
            <p:cNvPr id="5" name="Text Box 3">
              <a:extLst>
                <a:ext uri="{FF2B5EF4-FFF2-40B4-BE49-F238E27FC236}">
                  <a16:creationId xmlns:a16="http://schemas.microsoft.com/office/drawing/2014/main" id="{E3780CA5-B740-4C62-A14A-CB06F7ACCA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1131590"/>
              <a:ext cx="57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令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D448AEF-1D13-4FD5-AE25-8702BAF8B0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2113263"/>
                </p:ext>
              </p:extLst>
            </p:nvPr>
          </p:nvGraphicFramePr>
          <p:xfrm>
            <a:off x="1691680" y="1250355"/>
            <a:ext cx="194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13" name="Equation" r:id="rId5" imgW="1942920" imgH="342720" progId="Equation.DSMT4">
                    <p:embed/>
                  </p:oleObj>
                </mc:Choice>
                <mc:Fallback>
                  <p:oleObj name="Equation" r:id="rId5" imgW="19429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91680" y="1250355"/>
                          <a:ext cx="1943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1EE6183-7534-4A53-A0F5-E4B8EC550DD4}"/>
              </a:ext>
            </a:extLst>
          </p:cNvPr>
          <p:cNvGrpSpPr/>
          <p:nvPr/>
        </p:nvGrpSpPr>
        <p:grpSpPr>
          <a:xfrm>
            <a:off x="3634779" y="989668"/>
            <a:ext cx="1760825" cy="461665"/>
            <a:chOff x="3634779" y="989668"/>
            <a:chExt cx="1760825" cy="461665"/>
          </a:xfrm>
        </p:grpSpPr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D3E8434C-6E2E-4EB2-AF33-9D7A13923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4779" y="989668"/>
              <a:ext cx="1261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不妨设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388CA34-9C36-4347-A312-7B87F8F863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1029717"/>
                </p:ext>
              </p:extLst>
            </p:nvPr>
          </p:nvGraphicFramePr>
          <p:xfrm>
            <a:off x="4671704" y="1085254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14" name="Equation" r:id="rId7" imgW="723600" imgH="330120" progId="Equation.DSMT4">
                    <p:embed/>
                  </p:oleObj>
                </mc:Choice>
                <mc:Fallback>
                  <p:oleObj name="Equation" r:id="rId7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71704" y="1085254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3AB6075-8115-4C16-9E6A-D6B84CD1E3FE}"/>
              </a:ext>
            </a:extLst>
          </p:cNvPr>
          <p:cNvGrpSpPr/>
          <p:nvPr/>
        </p:nvGrpSpPr>
        <p:grpSpPr>
          <a:xfrm>
            <a:off x="5422663" y="997996"/>
            <a:ext cx="3221006" cy="461665"/>
            <a:chOff x="5422663" y="997996"/>
            <a:chExt cx="3221006" cy="461665"/>
          </a:xfrm>
        </p:grpSpPr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8448B149-F779-43A8-8B0B-AA7F150BC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2663" y="997996"/>
              <a:ext cx="32210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在区间     上利用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587781B8-0594-4AF6-9AC0-6977B9A159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0396734"/>
                </p:ext>
              </p:extLst>
            </p:nvPr>
          </p:nvGraphicFramePr>
          <p:xfrm>
            <a:off x="6567283" y="108525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15" name="Equation" r:id="rId9" imgW="634680" imgH="330120" progId="Equation.DSMT4">
                    <p:embed/>
                  </p:oleObj>
                </mc:Choice>
                <mc:Fallback>
                  <p:oleObj name="Equation" r:id="rId9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567283" y="1085254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3">
            <a:extLst>
              <a:ext uri="{FF2B5EF4-FFF2-40B4-BE49-F238E27FC236}">
                <a16:creationId xmlns:a16="http://schemas.microsoft.com/office/drawing/2014/main" id="{9ADD2ADE-1C82-4867-9441-BB3ED91BA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541" y="1596921"/>
            <a:ext cx="3011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拉格朗日中值定理得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434EF92-A128-4670-8269-D32A0CA81D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191662"/>
              </p:ext>
            </p:extLst>
          </p:nvPr>
        </p:nvGraphicFramePr>
        <p:xfrm>
          <a:off x="3215259" y="1502712"/>
          <a:ext cx="5664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16" name="Equation" r:id="rId11" imgW="5663880" imgH="787320" progId="Equation.DSMT4">
                  <p:embed/>
                </p:oleObj>
              </mc:Choice>
              <mc:Fallback>
                <p:oleObj name="Equation" r:id="rId11" imgW="56638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15259" y="1502712"/>
                        <a:ext cx="5664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3">
            <a:extLst>
              <a:ext uri="{FF2B5EF4-FFF2-40B4-BE49-F238E27FC236}">
                <a16:creationId xmlns:a16="http://schemas.microsoft.com/office/drawing/2014/main" id="{8017BE1A-DAD6-4FDF-9B82-90F5B41CC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151" y="2340917"/>
            <a:ext cx="4786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838D306-D5C5-40BC-A5F5-25A8CF9AED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709141"/>
              </p:ext>
            </p:extLst>
          </p:nvPr>
        </p:nvGraphicFramePr>
        <p:xfrm>
          <a:off x="3304538" y="2459682"/>
          <a:ext cx="334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17" name="Equation" r:id="rId13" imgW="3340080" imgH="342720" progId="Equation.DSMT4">
                  <p:embed/>
                </p:oleObj>
              </mc:Choice>
              <mc:Fallback>
                <p:oleObj name="Equation" r:id="rId13" imgW="3340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04538" y="2459682"/>
                        <a:ext cx="3340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76BFD559-3E4C-4621-8B89-F7C6A7C78C96}"/>
              </a:ext>
            </a:extLst>
          </p:cNvPr>
          <p:cNvGrpSpPr/>
          <p:nvPr/>
        </p:nvGrpSpPr>
        <p:grpSpPr>
          <a:xfrm>
            <a:off x="769168" y="2204174"/>
            <a:ext cx="1955994" cy="787400"/>
            <a:chOff x="769168" y="2204174"/>
            <a:chExt cx="1955994" cy="787400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B1EB56C-37BD-4029-A851-EC8B14CAEE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1945383"/>
                </p:ext>
              </p:extLst>
            </p:nvPr>
          </p:nvGraphicFramePr>
          <p:xfrm>
            <a:off x="1505962" y="2204174"/>
            <a:ext cx="12192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18" name="Equation" r:id="rId15" imgW="1218960" imgH="787320" progId="Equation.DSMT4">
                    <p:embed/>
                  </p:oleObj>
                </mc:Choice>
                <mc:Fallback>
                  <p:oleObj name="Equation" r:id="rId15" imgW="121896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505962" y="2204174"/>
                          <a:ext cx="12192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3">
              <a:extLst>
                <a:ext uri="{FF2B5EF4-FFF2-40B4-BE49-F238E27FC236}">
                  <a16:creationId xmlns:a16="http://schemas.microsoft.com/office/drawing/2014/main" id="{978DC654-9D68-40D7-873C-EBAC4913D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168" y="2340916"/>
              <a:ext cx="7993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由于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E34F884-B106-4626-AA2B-140517337903}"/>
              </a:ext>
            </a:extLst>
          </p:cNvPr>
          <p:cNvGrpSpPr/>
          <p:nvPr/>
        </p:nvGrpSpPr>
        <p:grpSpPr>
          <a:xfrm>
            <a:off x="749085" y="3084911"/>
            <a:ext cx="4673578" cy="461665"/>
            <a:chOff x="749085" y="3084911"/>
            <a:chExt cx="4673578" cy="461665"/>
          </a:xfrm>
        </p:grpSpPr>
        <p:sp>
          <p:nvSpPr>
            <p:cNvPr id="15" name="Text Box 3">
              <a:extLst>
                <a:ext uri="{FF2B5EF4-FFF2-40B4-BE49-F238E27FC236}">
                  <a16:creationId xmlns:a16="http://schemas.microsoft.com/office/drawing/2014/main" id="{8D1306D7-5FD2-4646-944D-815479A7B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085" y="3084911"/>
              <a:ext cx="46735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这里，由       的单调递增性，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576083D-AC63-4018-A5FB-89B3680DCA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6337901"/>
                </p:ext>
              </p:extLst>
            </p:nvPr>
          </p:nvGraphicFramePr>
          <p:xfrm>
            <a:off x="2115562" y="3226244"/>
            <a:ext cx="9779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19" name="Equation" r:id="rId17" imgW="977760" imgH="253800" progId="Equation.DSMT4">
                    <p:embed/>
                  </p:oleObj>
                </mc:Choice>
                <mc:Fallback>
                  <p:oleObj name="Equation" r:id="rId17" imgW="9777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115562" y="3226244"/>
                          <a:ext cx="9779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A2A915D-81E9-420E-AA9D-B5B39DCBA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043657"/>
              </p:ext>
            </p:extLst>
          </p:nvPr>
        </p:nvGraphicFramePr>
        <p:xfrm>
          <a:off x="5292088" y="3213422"/>
          <a:ext cx="2705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0" name="Equation" r:id="rId19" imgW="2705040" imgH="330120" progId="Equation.DSMT4">
                  <p:embed/>
                </p:oleObj>
              </mc:Choice>
              <mc:Fallback>
                <p:oleObj name="Equation" r:id="rId19" imgW="2705040" imgH="3301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838D306-D5C5-40BC-A5F5-25A8CF9AE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92088" y="3213422"/>
                        <a:ext cx="2705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">
            <a:extLst>
              <a:ext uri="{FF2B5EF4-FFF2-40B4-BE49-F238E27FC236}">
                <a16:creationId xmlns:a16="http://schemas.microsoft.com/office/drawing/2014/main" id="{A7023BCB-4760-4333-B69D-0C9101F1E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084" y="3786373"/>
            <a:ext cx="18066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72C5BC0-B7E1-43CF-9824-A9B4047774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96406"/>
              </p:ext>
            </p:extLst>
          </p:nvPr>
        </p:nvGraphicFramePr>
        <p:xfrm>
          <a:off x="1578464" y="3842346"/>
          <a:ext cx="332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21" name="Equation" r:id="rId21" imgW="3327120" imgH="431640" progId="Equation.DSMT4">
                  <p:embed/>
                </p:oleObj>
              </mc:Choice>
              <mc:Fallback>
                <p:oleObj name="Equation" r:id="rId21" imgW="33271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78464" y="3842346"/>
                        <a:ext cx="3327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894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7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35DDEC48-BC60-4C37-8801-67FD4F4C35A5}"/>
              </a:ext>
            </a:extLst>
          </p:cNvPr>
          <p:cNvGrpSpPr/>
          <p:nvPr/>
        </p:nvGrpSpPr>
        <p:grpSpPr>
          <a:xfrm>
            <a:off x="179512" y="267494"/>
            <a:ext cx="8619633" cy="2375695"/>
            <a:chOff x="292259" y="267494"/>
            <a:chExt cx="8619633" cy="237569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402EA0C-9BF7-46D3-B0F7-986C579437F9}"/>
                </a:ext>
              </a:extLst>
            </p:cNvPr>
            <p:cNvGrpSpPr/>
            <p:nvPr/>
          </p:nvGrpSpPr>
          <p:grpSpPr>
            <a:xfrm>
              <a:off x="611560" y="267494"/>
              <a:ext cx="8300332" cy="480131"/>
              <a:chOff x="755576" y="267494"/>
              <a:chExt cx="8300332" cy="480131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F1DE397-E522-49F3-862A-1188CAEE07B5}"/>
                  </a:ext>
                </a:extLst>
              </p:cNvPr>
              <p:cNvSpPr/>
              <p:nvPr/>
            </p:nvSpPr>
            <p:spPr>
              <a:xfrm>
                <a:off x="755576" y="267494"/>
                <a:ext cx="41549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64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9.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68955689-9B41-4DBE-9189-FF5AB0528F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1074" y="285960"/>
                <a:ext cx="779341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j-ea"/>
                    <a:ea typeface="+mj-ea"/>
                  </a:rPr>
                  <a:t>设    在    上连续，在    内可导，       且</a:t>
                </a:r>
              </a:p>
            </p:txBody>
          </p:sp>
          <p:graphicFrame>
            <p:nvGraphicFramePr>
              <p:cNvPr id="4" name="对象 3">
                <a:extLst>
                  <a:ext uri="{FF2B5EF4-FFF2-40B4-BE49-F238E27FC236}">
                    <a16:creationId xmlns:a16="http://schemas.microsoft.com/office/drawing/2014/main" id="{F18B03F6-6C4F-4F75-A860-9A9E7CB07B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0332277"/>
                  </p:ext>
                </p:extLst>
              </p:nvPr>
            </p:nvGraphicFramePr>
            <p:xfrm>
              <a:off x="1576942" y="386259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907" name="Equation" r:id="rId3" imgW="622080" imgH="342720" progId="Equation.DSMT4">
                      <p:embed/>
                    </p:oleObj>
                  </mc:Choice>
                  <mc:Fallback>
                    <p:oleObj name="Equation" r:id="rId3" imgW="62208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576942" y="386259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>
                <a:extLst>
                  <a:ext uri="{FF2B5EF4-FFF2-40B4-BE49-F238E27FC236}">
                    <a16:creationId xmlns:a16="http://schemas.microsoft.com/office/drawing/2014/main" id="{0C70FA1B-608B-438A-9875-8DC331895F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7791854"/>
                  </p:ext>
                </p:extLst>
              </p:nvPr>
            </p:nvGraphicFramePr>
            <p:xfrm>
              <a:off x="2492375" y="366444"/>
              <a:ext cx="5588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908" name="Equation" r:id="rId5" imgW="558720" imgH="330120" progId="Equation.DSMT4">
                      <p:embed/>
                    </p:oleObj>
                  </mc:Choice>
                  <mc:Fallback>
                    <p:oleObj name="Equation" r:id="rId5" imgW="55872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492375" y="366444"/>
                            <a:ext cx="5588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429260A4-93A9-4C34-9CC9-D8A2D97DC08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9916853"/>
                  </p:ext>
                </p:extLst>
              </p:nvPr>
            </p:nvGraphicFramePr>
            <p:xfrm>
              <a:off x="4590825" y="404725"/>
              <a:ext cx="596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909" name="Equation" r:id="rId7" imgW="596880" imgH="342720" progId="Equation.DSMT4">
                      <p:embed/>
                    </p:oleObj>
                  </mc:Choice>
                  <mc:Fallback>
                    <p:oleObj name="Equation" r:id="rId7" imgW="59688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590825" y="404725"/>
                            <a:ext cx="5969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A28C3325-3F2C-4F20-8F60-A49FC788CD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21434703"/>
                  </p:ext>
                </p:extLst>
              </p:nvPr>
            </p:nvGraphicFramePr>
            <p:xfrm>
              <a:off x="6347858" y="379909"/>
              <a:ext cx="12192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910" name="Equation" r:id="rId9" imgW="1218960" imgH="355320" progId="Equation.DSMT4">
                      <p:embed/>
                    </p:oleObj>
                  </mc:Choice>
                  <mc:Fallback>
                    <p:oleObj name="Equation" r:id="rId9" imgW="1218960" imgH="355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347858" y="379909"/>
                            <a:ext cx="12192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21243202-A454-4525-9B44-953AE0A469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3728662"/>
                  </p:ext>
                </p:extLst>
              </p:nvPr>
            </p:nvGraphicFramePr>
            <p:xfrm>
              <a:off x="7912908" y="386259"/>
              <a:ext cx="11430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911" name="Equation" r:id="rId11" imgW="1143000" imgH="342720" progId="Equation.DSMT4">
                      <p:embed/>
                    </p:oleObj>
                  </mc:Choice>
                  <mc:Fallback>
                    <p:oleObj name="Equation" r:id="rId11" imgW="114300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7912908" y="386259"/>
                            <a:ext cx="11430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5C93238-2E0B-4692-9225-E875F20065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2529965"/>
                </p:ext>
              </p:extLst>
            </p:nvPr>
          </p:nvGraphicFramePr>
          <p:xfrm>
            <a:off x="292259" y="915566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12" name="Equation" r:id="rId13" imgW="1054080" imgH="342720" progId="Equation.DSMT4">
                    <p:embed/>
                  </p:oleObj>
                </mc:Choice>
                <mc:Fallback>
                  <p:oleObj name="Equation" r:id="rId13" imgW="1054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2259" y="915566"/>
                          <a:ext cx="1054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A676B08-E726-49B4-B816-58624BB6EFC1}"/>
                </a:ext>
              </a:extLst>
            </p:cNvPr>
            <p:cNvSpPr/>
            <p:nvPr/>
          </p:nvSpPr>
          <p:spPr>
            <a:xfrm>
              <a:off x="1259632" y="840042"/>
              <a:ext cx="45365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对任意给定的正数  和   证明：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4B6B92C-0DC7-4064-ABEE-2DAE656507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1595979"/>
                </p:ext>
              </p:extLst>
            </p:nvPr>
          </p:nvGraphicFramePr>
          <p:xfrm>
            <a:off x="3851920" y="937758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13" name="Equation" r:id="rId15" imgW="203040" imgH="203040" progId="Equation.DSMT4">
                    <p:embed/>
                  </p:oleObj>
                </mc:Choice>
                <mc:Fallback>
                  <p:oleObj name="Equation" r:id="rId15" imgW="203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51920" y="937758"/>
                          <a:ext cx="203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A52B10C-8D6A-4F5E-B47A-68927F50FE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9097752"/>
                </p:ext>
              </p:extLst>
            </p:nvPr>
          </p:nvGraphicFramePr>
          <p:xfrm>
            <a:off x="4475483" y="883051"/>
            <a:ext cx="254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14" name="Equation" r:id="rId17" imgW="253800" imgH="330120" progId="Equation.DSMT4">
                    <p:embed/>
                  </p:oleObj>
                </mc:Choice>
                <mc:Fallback>
                  <p:oleObj name="Equation" r:id="rId17" imgW="2538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475483" y="883051"/>
                          <a:ext cx="254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7BFA660-6EC2-4D97-A24D-8C2269A85C07}"/>
                </a:ext>
              </a:extLst>
            </p:cNvPr>
            <p:cNvSpPr/>
            <p:nvPr/>
          </p:nvSpPr>
          <p:spPr>
            <a:xfrm>
              <a:off x="533012" y="1333990"/>
              <a:ext cx="5437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1E8A6C8-8671-4422-9B0E-87D783758779}"/>
                </a:ext>
              </a:extLst>
            </p:cNvPr>
            <p:cNvSpPr/>
            <p:nvPr/>
          </p:nvSpPr>
          <p:spPr>
            <a:xfrm>
              <a:off x="1012608" y="1394124"/>
              <a:ext cx="4711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存在         使得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05F92B9-E8FC-4352-8DEC-613C489525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3458975"/>
                </p:ext>
              </p:extLst>
            </p:nvPr>
          </p:nvGraphicFramePr>
          <p:xfrm>
            <a:off x="1806998" y="1453506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15" name="Equation" r:id="rId19" imgW="1091880" imgH="342720" progId="Equation.DSMT4">
                    <p:embed/>
                  </p:oleObj>
                </mc:Choice>
                <mc:Fallback>
                  <p:oleObj name="Equation" r:id="rId19" imgW="1091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06998" y="1453506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E8EE433-6C55-46CF-B9D1-657D1D1408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8999940"/>
                </p:ext>
              </p:extLst>
            </p:nvPr>
          </p:nvGraphicFramePr>
          <p:xfrm>
            <a:off x="3752850" y="1238674"/>
            <a:ext cx="1638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16" name="Equation" r:id="rId21" imgW="1638000" imgH="736560" progId="Equation.DSMT4">
                    <p:embed/>
                  </p:oleObj>
                </mc:Choice>
                <mc:Fallback>
                  <p:oleObj name="Equation" r:id="rId21" imgW="16380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752850" y="1238674"/>
                          <a:ext cx="1638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383FC88-D012-4EAF-8888-6367B9E71962}"/>
                </a:ext>
              </a:extLst>
            </p:cNvPr>
            <p:cNvSpPr/>
            <p:nvPr/>
          </p:nvSpPr>
          <p:spPr>
            <a:xfrm>
              <a:off x="533011" y="1975118"/>
              <a:ext cx="5437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EA519BC-ECDC-4806-A335-3C6154430378}"/>
                </a:ext>
              </a:extLst>
            </p:cNvPr>
            <p:cNvSpPr/>
            <p:nvPr/>
          </p:nvSpPr>
          <p:spPr>
            <a:xfrm>
              <a:off x="1012608" y="2035252"/>
              <a:ext cx="57196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    内必存在不相等的    使得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4F3F0389-2E55-4889-8326-6F5348EEA9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4037615"/>
                </p:ext>
              </p:extLst>
            </p:nvPr>
          </p:nvGraphicFramePr>
          <p:xfrm>
            <a:off x="1445626" y="2100445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17" name="Equation" r:id="rId23" imgW="596880" imgH="342720" progId="Equation.DSMT4">
                    <p:embed/>
                  </p:oleObj>
                </mc:Choice>
                <mc:Fallback>
                  <p:oleObj name="Equation" r:id="rId23" imgW="59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445626" y="2100445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DFD9F049-15ED-41A1-946B-1E68E33E9F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114346"/>
                </p:ext>
              </p:extLst>
            </p:nvPr>
          </p:nvGraphicFramePr>
          <p:xfrm>
            <a:off x="4484909" y="2100445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18" name="Equation" r:id="rId25" imgW="558720" imgH="330120" progId="Equation.DSMT4">
                    <p:embed/>
                  </p:oleObj>
                </mc:Choice>
                <mc:Fallback>
                  <p:oleObj name="Equation" r:id="rId25" imgW="558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484909" y="2100445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09ED0B2-12D3-4D77-8576-4A0A7EFF69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1998762"/>
                </p:ext>
              </p:extLst>
            </p:nvPr>
          </p:nvGraphicFramePr>
          <p:xfrm>
            <a:off x="5761266" y="1855789"/>
            <a:ext cx="26797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19" name="Equation" r:id="rId27" imgW="2679480" imgH="787320" progId="Equation.DSMT4">
                    <p:embed/>
                  </p:oleObj>
                </mc:Choice>
                <mc:Fallback>
                  <p:oleObj name="Equation" r:id="rId27" imgW="267948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761266" y="1855789"/>
                          <a:ext cx="26797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3">
            <a:extLst>
              <a:ext uri="{FF2B5EF4-FFF2-40B4-BE49-F238E27FC236}">
                <a16:creationId xmlns:a16="http://schemas.microsoft.com/office/drawing/2014/main" id="{C0DDF142-EA2C-48A8-A109-C29A2D91B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797" y="2978201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证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6619D3B-2495-47E6-9C4C-44A006EFBD84}"/>
              </a:ext>
            </a:extLst>
          </p:cNvPr>
          <p:cNvGrpSpPr/>
          <p:nvPr/>
        </p:nvGrpSpPr>
        <p:grpSpPr>
          <a:xfrm>
            <a:off x="858252" y="3010484"/>
            <a:ext cx="2596243" cy="461665"/>
            <a:chOff x="915719" y="2708663"/>
            <a:chExt cx="2596243" cy="46166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EF05738-66B3-4906-9F77-0C3FE99B6B59}"/>
                </a:ext>
              </a:extLst>
            </p:cNvPr>
            <p:cNvSpPr/>
            <p:nvPr/>
          </p:nvSpPr>
          <p:spPr>
            <a:xfrm>
              <a:off x="915719" y="2708663"/>
              <a:ext cx="126989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(1)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因为</a:t>
              </a:r>
              <a:endParaRPr lang="zh-CN" altLang="en-US" dirty="0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87A48AEE-A252-4D82-9114-02B12E5EDB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7003626"/>
                </p:ext>
              </p:extLst>
            </p:nvPr>
          </p:nvGraphicFramePr>
          <p:xfrm>
            <a:off x="2076862" y="2797106"/>
            <a:ext cx="1435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20" name="Equation" r:id="rId29" imgW="1434960" imgH="330120" progId="Equation.DSMT4">
                    <p:embed/>
                  </p:oleObj>
                </mc:Choice>
                <mc:Fallback>
                  <p:oleObj name="Equation" r:id="rId29" imgW="14349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076862" y="2797106"/>
                          <a:ext cx="1435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14B9AB7-7D1B-4961-8A9A-9A2B1BAC4C64}"/>
              </a:ext>
            </a:extLst>
          </p:cNvPr>
          <p:cNvGrpSpPr/>
          <p:nvPr/>
        </p:nvGrpSpPr>
        <p:grpSpPr>
          <a:xfrm>
            <a:off x="3495482" y="2841872"/>
            <a:ext cx="2056442" cy="736600"/>
            <a:chOff x="3511962" y="2602247"/>
            <a:chExt cx="2056442" cy="736600"/>
          </a:xfrm>
        </p:grpSpPr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A5B6F3A0-E558-4E9F-A414-DDAC2E18C5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3615702"/>
                </p:ext>
              </p:extLst>
            </p:nvPr>
          </p:nvGraphicFramePr>
          <p:xfrm>
            <a:off x="3980904" y="2602247"/>
            <a:ext cx="1587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21" name="Equation" r:id="rId31" imgW="1587240" imgH="736560" progId="Equation.DSMT4">
                    <p:embed/>
                  </p:oleObj>
                </mc:Choice>
                <mc:Fallback>
                  <p:oleObj name="Equation" r:id="rId31" imgW="15872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980904" y="2602247"/>
                          <a:ext cx="1587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AFA8AA-DA54-4177-B0B9-D37846B3F630}"/>
                </a:ext>
              </a:extLst>
            </p:cNvPr>
            <p:cNvSpPr/>
            <p:nvPr/>
          </p:nvSpPr>
          <p:spPr>
            <a:xfrm>
              <a:off x="3511962" y="273137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故</a:t>
              </a:r>
              <a:endParaRPr lang="zh-CN" altLang="en-US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76A9C28-42FB-4546-953B-B8331E448E00}"/>
              </a:ext>
            </a:extLst>
          </p:cNvPr>
          <p:cNvGrpSpPr/>
          <p:nvPr/>
        </p:nvGrpSpPr>
        <p:grpSpPr>
          <a:xfrm>
            <a:off x="5510936" y="3041535"/>
            <a:ext cx="3484069" cy="461665"/>
            <a:chOff x="5568403" y="2739714"/>
            <a:chExt cx="3484069" cy="461665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76BAE53-166A-486F-B0F6-49EE58E162BF}"/>
                </a:ext>
              </a:extLst>
            </p:cNvPr>
            <p:cNvSpPr/>
            <p:nvPr/>
          </p:nvSpPr>
          <p:spPr>
            <a:xfrm>
              <a:off x="5568403" y="2739714"/>
              <a:ext cx="27598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又</a:t>
              </a:r>
              <a:endParaRPr lang="zh-CN" altLang="en-US" dirty="0"/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5EA7634F-1867-4116-85F9-638D114727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1848981"/>
                </p:ext>
              </p:extLst>
            </p:nvPr>
          </p:nvGraphicFramePr>
          <p:xfrm>
            <a:off x="6013222" y="2821567"/>
            <a:ext cx="1727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22" name="Equation" r:id="rId33" imgW="1726920" imgH="342720" progId="Equation.DSMT4">
                    <p:embed/>
                  </p:oleObj>
                </mc:Choice>
                <mc:Fallback>
                  <p:oleObj name="Equation" r:id="rId33" imgW="172692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F18B03F6-6C4F-4F75-A860-9A9E7CB07B9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6013222" y="2821567"/>
                          <a:ext cx="1727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B082A021-B9DF-49E5-BE49-3F26DAF625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7712202"/>
                </p:ext>
              </p:extLst>
            </p:nvPr>
          </p:nvGraphicFramePr>
          <p:xfrm>
            <a:off x="7909472" y="2817405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23" name="Equation" r:id="rId35" imgW="1143000" imgH="342720" progId="Equation.DSMT4">
                    <p:embed/>
                  </p:oleObj>
                </mc:Choice>
                <mc:Fallback>
                  <p:oleObj name="Equation" r:id="rId35" imgW="114300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21243202-A454-4525-9B44-953AE0A4699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909472" y="2817405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2581D268-7FFA-47AF-AB1E-8E68A0433D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360975"/>
              </p:ext>
            </p:extLst>
          </p:nvPr>
        </p:nvGraphicFramePr>
        <p:xfrm>
          <a:off x="396374" y="3976463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4" name="Equation" r:id="rId36" imgW="1028520" imgH="342720" progId="Equation.DSMT4">
                  <p:embed/>
                </p:oleObj>
              </mc:Choice>
              <mc:Fallback>
                <p:oleObj name="Equation" r:id="rId36" imgW="102852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5C93238-2E0B-4692-9225-E875F20065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96374" y="3976463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65249C99-C9BE-47ED-BA2E-60D1B076193F}"/>
              </a:ext>
            </a:extLst>
          </p:cNvPr>
          <p:cNvSpPr/>
          <p:nvPr/>
        </p:nvSpPr>
        <p:spPr>
          <a:xfrm>
            <a:off x="1452186" y="3937110"/>
            <a:ext cx="2505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由介值定理可得，</a:t>
            </a:r>
            <a:endParaRPr lang="zh-CN" altLang="en-US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D6DD6D9-F0B7-4CE7-8D28-96DAFAEEC378}"/>
              </a:ext>
            </a:extLst>
          </p:cNvPr>
          <p:cNvGrpSpPr/>
          <p:nvPr/>
        </p:nvGrpSpPr>
        <p:grpSpPr>
          <a:xfrm>
            <a:off x="3735335" y="3764977"/>
            <a:ext cx="4711520" cy="736600"/>
            <a:chOff x="3516761" y="3166714"/>
            <a:chExt cx="4711520" cy="736600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5F03FE2-A4FE-496D-B19F-926A945140BB}"/>
                </a:ext>
              </a:extLst>
            </p:cNvPr>
            <p:cNvSpPr/>
            <p:nvPr/>
          </p:nvSpPr>
          <p:spPr>
            <a:xfrm>
              <a:off x="3516761" y="3322164"/>
              <a:ext cx="4711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存在         使得</a:t>
              </a:r>
              <a:endParaRPr lang="zh-CN" altLang="en-US" dirty="0"/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87789B3C-C4EC-4E8B-842B-14BB00416A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880213"/>
                </p:ext>
              </p:extLst>
            </p:nvPr>
          </p:nvGraphicFramePr>
          <p:xfrm>
            <a:off x="4311151" y="3381546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25" name="Equation" r:id="rId38" imgW="1091880" imgH="342720" progId="Equation.DSMT4">
                    <p:embed/>
                  </p:oleObj>
                </mc:Choice>
                <mc:Fallback>
                  <p:oleObj name="Equation" r:id="rId38" imgW="10918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A05F92B9-E8FC-4352-8DEC-613C489525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311151" y="3381546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E68DED98-1857-4BEB-BB49-619F0422E6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8352860"/>
                </p:ext>
              </p:extLst>
            </p:nvPr>
          </p:nvGraphicFramePr>
          <p:xfrm>
            <a:off x="6257003" y="3166714"/>
            <a:ext cx="1638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26" name="Equation" r:id="rId39" imgW="1638000" imgH="736560" progId="Equation.DSMT4">
                    <p:embed/>
                  </p:oleObj>
                </mc:Choice>
                <mc:Fallback>
                  <p:oleObj name="Equation" r:id="rId39" imgW="1638000" imgH="73656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8E8EE433-6C55-46CF-B9D1-657D1D1408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257003" y="3166714"/>
                          <a:ext cx="1638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1392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D2D6B9-DA6F-4BE8-B363-93AEADCFCF37}"/>
              </a:ext>
            </a:extLst>
          </p:cNvPr>
          <p:cNvGrpSpPr/>
          <p:nvPr/>
        </p:nvGrpSpPr>
        <p:grpSpPr>
          <a:xfrm>
            <a:off x="296991" y="1416104"/>
            <a:ext cx="4007835" cy="461665"/>
            <a:chOff x="923127" y="3872753"/>
            <a:chExt cx="4007835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A3B02D9-830D-4DE5-8EDC-532EFF274070}"/>
                </a:ext>
              </a:extLst>
            </p:cNvPr>
            <p:cNvSpPr/>
            <p:nvPr/>
          </p:nvSpPr>
          <p:spPr>
            <a:xfrm>
              <a:off x="923127" y="3872753"/>
              <a:ext cx="6511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(2)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E3C1E377-5329-442E-A5C9-F9DAF54342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1571017"/>
                </p:ext>
              </p:extLst>
            </p:nvPr>
          </p:nvGraphicFramePr>
          <p:xfrm>
            <a:off x="1438462" y="3946321"/>
            <a:ext cx="3492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37" name="Equation" r:id="rId3" imgW="3492360" imgH="342720" progId="Equation.DSMT4">
                    <p:embed/>
                  </p:oleObj>
                </mc:Choice>
                <mc:Fallback>
                  <p:oleObj name="Equation" r:id="rId3" imgW="3492360" imgH="34272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626CDE6B-1446-444C-9F95-3FD6487D4A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38462" y="3946321"/>
                          <a:ext cx="3492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F4954EC5-EEEF-40AD-AD9F-A6C9241F1598}"/>
              </a:ext>
            </a:extLst>
          </p:cNvPr>
          <p:cNvSpPr/>
          <p:nvPr/>
        </p:nvSpPr>
        <p:spPr>
          <a:xfrm>
            <a:off x="4454809" y="1408902"/>
            <a:ext cx="38824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由拉格朗日中值定理可得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3649DC4-BA8A-443B-8111-1D1698EDD3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323556"/>
              </p:ext>
            </p:extLst>
          </p:nvPr>
        </p:nvGraphicFramePr>
        <p:xfrm>
          <a:off x="968891" y="2028238"/>
          <a:ext cx="703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38" name="Equation" r:id="rId5" imgW="7035480" imgH="355320" progId="Equation.DSMT4">
                  <p:embed/>
                </p:oleObj>
              </mc:Choice>
              <mc:Fallback>
                <p:oleObj name="Equation" r:id="rId5" imgW="7035480" imgH="35532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75D954F4-B876-4F6F-92BF-9EB054BEC6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68891" y="2028238"/>
                        <a:ext cx="703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8ABA175C-A830-4C5E-8D46-C5036526828A}"/>
              </a:ext>
            </a:extLst>
          </p:cNvPr>
          <p:cNvGrpSpPr/>
          <p:nvPr/>
        </p:nvGrpSpPr>
        <p:grpSpPr>
          <a:xfrm>
            <a:off x="352928" y="213151"/>
            <a:ext cx="7907955" cy="787400"/>
            <a:chOff x="352928" y="213151"/>
            <a:chExt cx="7907955" cy="7874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485483-6C49-440B-9758-FC249E7B89EF}"/>
                </a:ext>
              </a:extLst>
            </p:cNvPr>
            <p:cNvSpPr/>
            <p:nvPr/>
          </p:nvSpPr>
          <p:spPr>
            <a:xfrm>
              <a:off x="352928" y="332480"/>
              <a:ext cx="5437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C36D620-4A71-4A94-AC40-38E54BE9DFC4}"/>
                </a:ext>
              </a:extLst>
            </p:cNvPr>
            <p:cNvSpPr/>
            <p:nvPr/>
          </p:nvSpPr>
          <p:spPr>
            <a:xfrm>
              <a:off x="832525" y="392614"/>
              <a:ext cx="57196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    内必存在不相等的    使得</a:t>
              </a:r>
              <a:endParaRPr lang="zh-CN" altLang="en-US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ABAD3C8-F32F-4792-9A37-C102D5169D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2738316"/>
                </p:ext>
              </p:extLst>
            </p:nvPr>
          </p:nvGraphicFramePr>
          <p:xfrm>
            <a:off x="4304826" y="457807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39" name="Equation" r:id="rId7" imgW="558720" imgH="330120" progId="Equation.DSMT4">
                    <p:embed/>
                  </p:oleObj>
                </mc:Choice>
                <mc:Fallback>
                  <p:oleObj name="Equation" r:id="rId7" imgW="558720" imgH="3301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DFD9F049-15ED-41A1-946B-1E68E33E9F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04826" y="457807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780B533-6E68-4597-8ACA-E05686E2D5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5603815"/>
                </p:ext>
              </p:extLst>
            </p:nvPr>
          </p:nvGraphicFramePr>
          <p:xfrm>
            <a:off x="5581183" y="213151"/>
            <a:ext cx="26797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40" name="Equation" r:id="rId9" imgW="2679480" imgH="787320" progId="Equation.DSMT4">
                    <p:embed/>
                  </p:oleObj>
                </mc:Choice>
                <mc:Fallback>
                  <p:oleObj name="Equation" r:id="rId9" imgW="2679480" imgH="7873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409ED0B2-12D3-4D77-8576-4A0A7EFF692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581183" y="213151"/>
                          <a:ext cx="26797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DC584E3-6D47-4752-87A3-2B9197B198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5129289"/>
                </p:ext>
              </p:extLst>
            </p:nvPr>
          </p:nvGraphicFramePr>
          <p:xfrm>
            <a:off x="1211726" y="457807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41" name="Equation" r:id="rId11" imgW="596880" imgH="342720" progId="Equation.DSMT4">
                    <p:embed/>
                  </p:oleObj>
                </mc:Choice>
                <mc:Fallback>
                  <p:oleObj name="Equation" r:id="rId11" imgW="59688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F3F0389-2E55-4889-8326-6F5348EEA9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11726" y="457807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56398F9-D53F-41D0-960F-C5B807AFD3B1}"/>
              </a:ext>
            </a:extLst>
          </p:cNvPr>
          <p:cNvCxnSpPr>
            <a:cxnSpLocks/>
          </p:cNvCxnSpPr>
          <p:nvPr/>
        </p:nvCxnSpPr>
        <p:spPr>
          <a:xfrm>
            <a:off x="0" y="1131590"/>
            <a:ext cx="8892480" cy="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6ECFF4BB-4030-4EAA-A1FD-65EAE6A61742}"/>
              </a:ext>
            </a:extLst>
          </p:cNvPr>
          <p:cNvSpPr/>
          <p:nvPr/>
        </p:nvSpPr>
        <p:spPr>
          <a:xfrm>
            <a:off x="3584885" y="2615035"/>
            <a:ext cx="9473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即有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A9C8FBD-24A6-4836-AD2A-3FCBB7476E05}"/>
              </a:ext>
            </a:extLst>
          </p:cNvPr>
          <p:cNvGrpSpPr/>
          <p:nvPr/>
        </p:nvGrpSpPr>
        <p:grpSpPr>
          <a:xfrm>
            <a:off x="495217" y="2663486"/>
            <a:ext cx="2940431" cy="461665"/>
            <a:chOff x="495217" y="2663486"/>
            <a:chExt cx="2940431" cy="461665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1003FE6-1B66-4646-81E0-BDB49FF9F2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1710859"/>
                </p:ext>
              </p:extLst>
            </p:nvPr>
          </p:nvGraphicFramePr>
          <p:xfrm>
            <a:off x="1403648" y="2729219"/>
            <a:ext cx="2032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42" name="Equation" r:id="rId13" imgW="2031840" imgH="330120" progId="Equation.DSMT4">
                    <p:embed/>
                  </p:oleObj>
                </mc:Choice>
                <mc:Fallback>
                  <p:oleObj name="Equation" r:id="rId13" imgW="20318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03648" y="2729219"/>
                          <a:ext cx="2032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0C5BAA0-094C-4D94-8E30-C6E8062128D3}"/>
                </a:ext>
              </a:extLst>
            </p:cNvPr>
            <p:cNvSpPr/>
            <p:nvPr/>
          </p:nvSpPr>
          <p:spPr>
            <a:xfrm>
              <a:off x="495217" y="2663486"/>
              <a:ext cx="9473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其中，</a:t>
              </a:r>
              <a:endParaRPr lang="zh-CN" altLang="en-US" dirty="0"/>
            </a:p>
          </p:txBody>
        </p:sp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6C22F5F-0139-4E14-A948-2543DEEE4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166598"/>
              </p:ext>
            </p:extLst>
          </p:nvPr>
        </p:nvGraphicFramePr>
        <p:xfrm>
          <a:off x="1644948" y="3055359"/>
          <a:ext cx="15494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3" name="Equation" r:id="rId15" imgW="1549080" imgH="1130040" progId="Equation.DSMT4">
                  <p:embed/>
                </p:oleObj>
              </mc:Choice>
              <mc:Fallback>
                <p:oleObj name="Equation" r:id="rId15" imgW="154908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44948" y="3055359"/>
                        <a:ext cx="15494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F46DA2F-382A-4CDF-B272-60DE96B6BD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973670"/>
              </p:ext>
            </p:extLst>
          </p:nvPr>
        </p:nvGraphicFramePr>
        <p:xfrm>
          <a:off x="5220072" y="3076700"/>
          <a:ext cx="19558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4" name="Equation" r:id="rId17" imgW="1955520" imgH="1130040" progId="Equation.DSMT4">
                  <p:embed/>
                </p:oleObj>
              </mc:Choice>
              <mc:Fallback>
                <p:oleObj name="Equation" r:id="rId17" imgW="195552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20072" y="3076700"/>
                        <a:ext cx="19558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7DBABFD1-5AC8-4B48-8363-16D60BE31179}"/>
              </a:ext>
            </a:extLst>
          </p:cNvPr>
          <p:cNvSpPr/>
          <p:nvPr/>
        </p:nvSpPr>
        <p:spPr>
          <a:xfrm>
            <a:off x="577743" y="4454860"/>
            <a:ext cx="18411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两式相加得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ED931E1-5E5D-48B7-8602-44CBB4BA1C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840237"/>
              </p:ext>
            </p:extLst>
          </p:nvPr>
        </p:nvGraphicFramePr>
        <p:xfrm>
          <a:off x="2399817" y="4207000"/>
          <a:ext cx="2679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5" name="Equation" r:id="rId19" imgW="2679480" imgH="787320" progId="Equation.DSMT4">
                  <p:embed/>
                </p:oleObj>
              </mc:Choice>
              <mc:Fallback>
                <p:oleObj name="Equation" r:id="rId19" imgW="26794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99817" y="4207000"/>
                        <a:ext cx="2679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320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368E7CB-5630-4C41-B9B8-990B450B0034}"/>
              </a:ext>
            </a:extLst>
          </p:cNvPr>
          <p:cNvSpPr txBox="1">
            <a:spLocks noChangeArrowheads="1"/>
          </p:cNvSpPr>
          <p:nvPr/>
        </p:nvSpPr>
        <p:spPr>
          <a:xfrm>
            <a:off x="2555776" y="1941828"/>
            <a:ext cx="3096344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rgbClr val="00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柯西中值定理</a:t>
            </a:r>
          </a:p>
        </p:txBody>
      </p:sp>
    </p:spTree>
    <p:extLst>
      <p:ext uri="{BB962C8B-B14F-4D97-AF65-F5344CB8AC3E}">
        <p14:creationId xmlns:p14="http://schemas.microsoft.com/office/powerpoint/2010/main" val="814282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0D18948-FD23-40A3-89C3-0F19A9BDB378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95486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                                                      则在          内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7334B51-9423-4CD3-9B43-BB605E69EA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854750"/>
              </p:ext>
            </p:extLst>
          </p:nvPr>
        </p:nvGraphicFramePr>
        <p:xfrm>
          <a:off x="2231740" y="269327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08" name="Equation" r:id="rId3" imgW="1815840" imgH="342720" progId="Equation.DSMT4">
                  <p:embed/>
                </p:oleObj>
              </mc:Choice>
              <mc:Fallback>
                <p:oleObj name="Equation" r:id="rId3" imgW="181584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7334B51-9423-4CD3-9B43-BB605E69EA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1740" y="269327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E363378-8574-44A3-A699-86212AE04E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595356"/>
              </p:ext>
            </p:extLst>
          </p:nvPr>
        </p:nvGraphicFramePr>
        <p:xfrm>
          <a:off x="4101668" y="269327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09" name="Equation" r:id="rId5" imgW="1854000" imgH="342720" progId="Equation.DSMT4">
                  <p:embed/>
                </p:oleObj>
              </mc:Choice>
              <mc:Fallback>
                <p:oleObj name="Equation" r:id="rId5" imgW="185400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E363378-8574-44A3-A699-86212AE04E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01668" y="269327"/>
                        <a:ext cx="1854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B9FE6EA-AA3F-4035-AA28-9BE02478E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063431"/>
              </p:ext>
            </p:extLst>
          </p:nvPr>
        </p:nvGraphicFramePr>
        <p:xfrm>
          <a:off x="6044357" y="255757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10" name="Equation" r:id="rId7" imgW="711000" imgH="279360" progId="Equation.DSMT4">
                  <p:embed/>
                </p:oleObj>
              </mc:Choice>
              <mc:Fallback>
                <p:oleObj name="Equation" r:id="rId7" imgW="71100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B9FE6EA-AA3F-4035-AA28-9BE02478E2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44357" y="255757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E5C891E-1A6B-4FE9-AF2A-EF17667BE7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970139"/>
              </p:ext>
            </p:extLst>
          </p:nvPr>
        </p:nvGraphicFramePr>
        <p:xfrm>
          <a:off x="7622185" y="248413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11" name="Equation" r:id="rId9" imgW="660240" imgH="342720" progId="Equation.DSMT4">
                  <p:embed/>
                </p:oleObj>
              </mc:Choice>
              <mc:Fallback>
                <p:oleObj name="Equation" r:id="rId9" imgW="66024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E5C891E-1A6B-4FE9-AF2A-EF17667BE7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22185" y="248413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56E0E24-6343-48A3-B68B-A5676751A47A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" y="759996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存在三点            ，有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885D177-0A3F-4706-896A-23C5D5256B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786184"/>
              </p:ext>
            </p:extLst>
          </p:nvPr>
        </p:nvGraphicFramePr>
        <p:xfrm>
          <a:off x="1663700" y="816819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12" name="Equation" r:id="rId11" imgW="736560" imgH="330120" progId="Equation.DSMT4">
                  <p:embed/>
                </p:oleObj>
              </mc:Choice>
              <mc:Fallback>
                <p:oleObj name="Equation" r:id="rId11" imgW="736560" imgH="3301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885D177-0A3F-4706-896A-23C5D5256B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63700" y="816819"/>
                        <a:ext cx="73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3D5D769-5F6C-46B5-9F2C-5953B84D7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769134"/>
              </p:ext>
            </p:extLst>
          </p:nvPr>
        </p:nvGraphicFramePr>
        <p:xfrm>
          <a:off x="3139790" y="624879"/>
          <a:ext cx="529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13" name="Equation" r:id="rId13" imgW="5295600" imgH="787320" progId="Equation.DSMT4">
                  <p:embed/>
                </p:oleObj>
              </mc:Choice>
              <mc:Fallback>
                <p:oleObj name="Equation" r:id="rId13" imgW="529560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3D5D769-5F6C-46B5-9F2C-5953B84D7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39790" y="624879"/>
                        <a:ext cx="5295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70610E5D-61BE-4471-8A1D-324655CD9203}"/>
              </a:ext>
            </a:extLst>
          </p:cNvPr>
          <p:cNvSpPr txBox="1">
            <a:spLocks noChangeArrowheads="1"/>
          </p:cNvSpPr>
          <p:nvPr/>
        </p:nvSpPr>
        <p:spPr>
          <a:xfrm>
            <a:off x="753756" y="1630850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9F4DB70-208F-4BE6-BDA4-5F38A9F7E2AC}"/>
              </a:ext>
            </a:extLst>
          </p:cNvPr>
          <p:cNvGrpSpPr/>
          <p:nvPr/>
        </p:nvGrpSpPr>
        <p:grpSpPr>
          <a:xfrm>
            <a:off x="1259432" y="1588383"/>
            <a:ext cx="6707458" cy="787400"/>
            <a:chOff x="1259432" y="2420977"/>
            <a:chExt cx="6707458" cy="787400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535D45A9-EF90-486E-B40F-D867E2FFB33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259432" y="2513915"/>
              <a:ext cx="2281735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即证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A6F2112-5863-4CA7-8745-C5135B560D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39190" y="2420977"/>
            <a:ext cx="57277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514" name="Equation" r:id="rId15" imgW="5727600" imgH="787320" progId="Equation.DSMT4">
                    <p:embed/>
                  </p:oleObj>
                </mc:Choice>
                <mc:Fallback>
                  <p:oleObj name="Equation" r:id="rId15" imgW="5727600" imgH="7873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DA6F2112-5863-4CA7-8745-C5135B560D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39190" y="2420977"/>
                          <a:ext cx="57277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4E90D8DF-BE83-41F3-ACE2-8E05F85FDB40}"/>
              </a:ext>
            </a:extLst>
          </p:cNvPr>
          <p:cNvSpPr txBox="1">
            <a:spLocks noChangeArrowheads="1"/>
          </p:cNvSpPr>
          <p:nvPr/>
        </p:nvSpPr>
        <p:spPr>
          <a:xfrm>
            <a:off x="1216714" y="2352683"/>
            <a:ext cx="7796872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柯西中值定理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C554094-40DA-42A0-BC13-A61795ACA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337447"/>
              </p:ext>
            </p:extLst>
          </p:nvPr>
        </p:nvGraphicFramePr>
        <p:xfrm>
          <a:off x="2123728" y="3056129"/>
          <a:ext cx="264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15" name="Equation" r:id="rId17" imgW="2641320" imgH="787320" progId="Equation.DSMT4">
                  <p:embed/>
                </p:oleObj>
              </mc:Choice>
              <mc:Fallback>
                <p:oleObj name="Equation" r:id="rId17" imgW="2641320" imgH="787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C554094-40DA-42A0-BC13-A61795ACA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23728" y="3056129"/>
                        <a:ext cx="2641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0FE3D47-6B67-4AA5-A85A-349D9BCD6D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553433"/>
              </p:ext>
            </p:extLst>
          </p:nvPr>
        </p:nvGraphicFramePr>
        <p:xfrm>
          <a:off x="5422057" y="3283256"/>
          <a:ext cx="133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16" name="Equation" r:id="rId19" imgW="1333440" imgH="342720" progId="Equation.DSMT4">
                  <p:embed/>
                </p:oleObj>
              </mc:Choice>
              <mc:Fallback>
                <p:oleObj name="Equation" r:id="rId19" imgW="133344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0FE3D47-6B67-4AA5-A85A-349D9BCD6D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22057" y="3283256"/>
                        <a:ext cx="1333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70">
            <a:extLst>
              <a:ext uri="{FF2B5EF4-FFF2-40B4-BE49-F238E27FC236}">
                <a16:creationId xmlns:a16="http://schemas.microsoft.com/office/drawing/2014/main" id="{45282BFC-3A91-45A3-AD01-BB4C88A9F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2585" y="749875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668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6619B23-A4B4-46A8-8868-F9D2BE3EC0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3768" y="474493"/>
          <a:ext cx="264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5" name="Equation" r:id="rId3" imgW="2641320" imgH="787320" progId="Equation.DSMT4">
                  <p:embed/>
                </p:oleObj>
              </mc:Choice>
              <mc:Fallback>
                <p:oleObj name="Equation" r:id="rId3" imgW="264132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6619B23-A4B4-46A8-8868-F9D2BE3EC0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474493"/>
                        <a:ext cx="2641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518F0AA-2045-49A7-A968-1858C1FA4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4250" y="573088"/>
          <a:ext cx="139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6" name="Equation" r:id="rId5" imgW="1396800" imgH="342720" progId="Equation.DSMT4">
                  <p:embed/>
                </p:oleObj>
              </mc:Choice>
              <mc:Fallback>
                <p:oleObj name="Equation" r:id="rId5" imgW="139680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518F0AA-2045-49A7-A968-1858C1FA4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64250" y="573088"/>
                        <a:ext cx="139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39823F2E-4828-43E0-9D91-A32AA6B5B296}"/>
              </a:ext>
            </a:extLst>
          </p:cNvPr>
          <p:cNvGrpSpPr/>
          <p:nvPr/>
        </p:nvGrpSpPr>
        <p:grpSpPr>
          <a:xfrm>
            <a:off x="527102" y="1313363"/>
            <a:ext cx="6993706" cy="601523"/>
            <a:chOff x="527102" y="1313363"/>
            <a:chExt cx="6993706" cy="601523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009FFAFA-56C4-4EDB-AE19-948CC08F2D3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7102" y="1313363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02EEA15-ECC3-47C9-9FF4-1911692CD2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83286" y="1347221"/>
            <a:ext cx="3302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97" name="Equation" r:id="rId7" imgW="3301920" imgH="355320" progId="Equation.DSMT4">
                    <p:embed/>
                  </p:oleObj>
                </mc:Choice>
                <mc:Fallback>
                  <p:oleObj name="Equation" r:id="rId7" imgW="3301920" imgH="3553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702EEA15-ECC3-47C9-9FF4-1911692CD2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83286" y="1347221"/>
                          <a:ext cx="3302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80D8F50-7760-4C40-B643-42E353AF1F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3808" y="1370422"/>
            <a:ext cx="139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98" name="Equation" r:id="rId9" imgW="1396800" imgH="342720" progId="Equation.DSMT4">
                    <p:embed/>
                  </p:oleObj>
                </mc:Choice>
                <mc:Fallback>
                  <p:oleObj name="Equation" r:id="rId9" imgW="139680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780D8F50-7760-4C40-B643-42E353AF1F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123808" y="1370422"/>
                          <a:ext cx="1397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051C435C-1991-42AA-A1B5-009B247EAA7D}"/>
              </a:ext>
            </a:extLst>
          </p:cNvPr>
          <p:cNvSpPr txBox="1">
            <a:spLocks noChangeArrowheads="1"/>
          </p:cNvSpPr>
          <p:nvPr/>
        </p:nvSpPr>
        <p:spPr>
          <a:xfrm>
            <a:off x="1050188" y="2718878"/>
            <a:ext cx="7796872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再由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柯西中值定理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634F3AE-C6C1-418F-93FF-1C106BF153D1}"/>
              </a:ext>
            </a:extLst>
          </p:cNvPr>
          <p:cNvGrpSpPr/>
          <p:nvPr/>
        </p:nvGrpSpPr>
        <p:grpSpPr>
          <a:xfrm>
            <a:off x="575395" y="1872114"/>
            <a:ext cx="3387080" cy="787400"/>
            <a:chOff x="575395" y="1872114"/>
            <a:chExt cx="3387080" cy="787400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74FDC6C7-51CD-4146-968C-F59FABA4B9D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5395" y="1933379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7D56753-7D19-4C49-9736-8F8E54EE43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5475" y="1872114"/>
            <a:ext cx="26670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99" name="Equation" r:id="rId11" imgW="2666880" imgH="787320" progId="Equation.DSMT4">
                    <p:embed/>
                  </p:oleObj>
                </mc:Choice>
                <mc:Fallback>
                  <p:oleObj name="Equation" r:id="rId11" imgW="2666880" imgH="7873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B7D56753-7D19-4C49-9736-8F8E54EE43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95475" y="1872114"/>
                          <a:ext cx="26670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808F772-3B47-4441-AF9C-DC83F6D6BAFA}"/>
              </a:ext>
            </a:extLst>
          </p:cNvPr>
          <p:cNvGrpSpPr/>
          <p:nvPr/>
        </p:nvGrpSpPr>
        <p:grpSpPr>
          <a:xfrm>
            <a:off x="4518931" y="1897023"/>
            <a:ext cx="3270284" cy="787400"/>
            <a:chOff x="4518931" y="1897023"/>
            <a:chExt cx="3270284" cy="787400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5AABBECD-F56E-4299-B4B8-18B63728DAB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18931" y="1995771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75D5FFC-633D-496F-9568-C837A1A6EB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4915" y="1897023"/>
            <a:ext cx="26543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00" name="Equation" r:id="rId13" imgW="2654280" imgH="787320" progId="Equation.DSMT4">
                    <p:embed/>
                  </p:oleObj>
                </mc:Choice>
                <mc:Fallback>
                  <p:oleObj name="Equation" r:id="rId13" imgW="2654280" imgH="7873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C75D5FFC-633D-496F-9568-C837A1A6EB6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134915" y="1897023"/>
                          <a:ext cx="26543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77636B9-0743-4D90-A79B-374741D00E4B}"/>
              </a:ext>
            </a:extLst>
          </p:cNvPr>
          <p:cNvGrpSpPr/>
          <p:nvPr/>
        </p:nvGrpSpPr>
        <p:grpSpPr>
          <a:xfrm>
            <a:off x="1115616" y="3320401"/>
            <a:ext cx="6322573" cy="736600"/>
            <a:chOff x="1115616" y="3320401"/>
            <a:chExt cx="6322573" cy="736600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30FCBBB-9D6F-4877-AADA-960B7DE7C8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479582"/>
                </p:ext>
              </p:extLst>
            </p:nvPr>
          </p:nvGraphicFramePr>
          <p:xfrm>
            <a:off x="1115616" y="3320401"/>
            <a:ext cx="4419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01" name="Equation" r:id="rId15" imgW="4419360" imgH="736560" progId="Equation.DSMT4">
                    <p:embed/>
                  </p:oleObj>
                </mc:Choice>
                <mc:Fallback>
                  <p:oleObj name="Equation" r:id="rId15" imgW="4419360" imgH="7365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E30FCBBB-9D6F-4877-AADA-960B7DE7C8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15616" y="3320401"/>
                          <a:ext cx="4419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12A14D3-8C23-4B5D-A709-3317247D29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66589" y="3472704"/>
            <a:ext cx="1371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02" name="Equation" r:id="rId17" imgW="1371600" imgH="342720" progId="Equation.DSMT4">
                    <p:embed/>
                  </p:oleObj>
                </mc:Choice>
                <mc:Fallback>
                  <p:oleObj name="Equation" r:id="rId17" imgW="137160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112A14D3-8C23-4B5D-A709-3317247D29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066589" y="3472704"/>
                          <a:ext cx="1371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E195EF4-4453-4EF3-9D61-F5D88B605D47}"/>
              </a:ext>
            </a:extLst>
          </p:cNvPr>
          <p:cNvGrpSpPr/>
          <p:nvPr/>
        </p:nvGrpSpPr>
        <p:grpSpPr>
          <a:xfrm>
            <a:off x="4585629" y="4160189"/>
            <a:ext cx="4015949" cy="736600"/>
            <a:chOff x="4576519" y="4117576"/>
            <a:chExt cx="4015949" cy="736600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788FED7-788E-4D3F-8469-5B176CECAE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25368" y="4117576"/>
            <a:ext cx="34671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03" name="Equation" r:id="rId19" imgW="3466800" imgH="736560" progId="Equation.DSMT4">
                    <p:embed/>
                  </p:oleObj>
                </mc:Choice>
                <mc:Fallback>
                  <p:oleObj name="Equation" r:id="rId19" imgW="3466800" imgH="7365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788FED7-788E-4D3F-8469-5B176CECAEE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125368" y="4117576"/>
                          <a:ext cx="34671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071F8F3F-78BC-4FAF-9872-CBEFFAF3F79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6519" y="4252653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813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DB4460D-AAA0-41B2-987A-EDAADAE12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5616" y="555526"/>
          <a:ext cx="265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5" name="Equation" r:id="rId3" imgW="2654280" imgH="787320" progId="Equation.DSMT4">
                  <p:embed/>
                </p:oleObj>
              </mc:Choice>
              <mc:Fallback>
                <p:oleObj name="Equation" r:id="rId3" imgW="265428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DB4460D-AAA0-41B2-987A-EDAADAE12D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555526"/>
                        <a:ext cx="2654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7068A74-6007-4B0B-AB63-599CF953B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984" y="580926"/>
          <a:ext cx="3467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6" name="Equation" r:id="rId5" imgW="3466800" imgH="736560" progId="Equation.DSMT4">
                  <p:embed/>
                </p:oleObj>
              </mc:Choice>
              <mc:Fallback>
                <p:oleObj name="Equation" r:id="rId5" imgW="346680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7068A74-6007-4B0B-AB63-599CF953BC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7984" y="580926"/>
                        <a:ext cx="3467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2A68EEF1-FF03-4F09-A572-69057AA8195F}"/>
              </a:ext>
            </a:extLst>
          </p:cNvPr>
          <p:cNvSpPr txBox="1">
            <a:spLocks noChangeArrowheads="1"/>
          </p:cNvSpPr>
          <p:nvPr/>
        </p:nvSpPr>
        <p:spPr>
          <a:xfrm>
            <a:off x="1115616" y="1491630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742FF55-046E-4ECE-8BCA-589C641E5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4050" y="2178050"/>
          <a:ext cx="529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7" name="Equation" r:id="rId7" imgW="5295600" imgH="787320" progId="Equation.DSMT4">
                  <p:embed/>
                </p:oleObj>
              </mc:Choice>
              <mc:Fallback>
                <p:oleObj name="Equation" r:id="rId7" imgW="529560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742FF55-046E-4ECE-8BCA-589C641E56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4050" y="2178050"/>
                        <a:ext cx="5295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014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4985A32C-97BC-4E6B-9837-FF99FBA0CF49}"/>
              </a:ext>
            </a:extLst>
          </p:cNvPr>
          <p:cNvSpPr txBox="1">
            <a:spLocks/>
          </p:cNvSpPr>
          <p:nvPr/>
        </p:nvSpPr>
        <p:spPr>
          <a:xfrm>
            <a:off x="1043608" y="414685"/>
            <a:ext cx="784887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设函数        在                     上连续，在          内可导，且                   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041AB18-69EE-4B74-A886-C7C863CD9F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752" y="49526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8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041AB18-69EE-4B74-A886-C7C863CD9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49526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F77F1E1-24ED-4836-B1C5-9D301B25D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7864" y="495263"/>
          <a:ext cx="147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89" name="Equation" r:id="rId5" imgW="1473120" imgH="342720" progId="Equation.DSMT4">
                  <p:embed/>
                </p:oleObj>
              </mc:Choice>
              <mc:Fallback>
                <p:oleObj name="Equation" r:id="rId5" imgW="147312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F77F1E1-24ED-4836-B1C5-9D301B25DB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7864" y="495263"/>
                        <a:ext cx="1473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0952F89-1599-4C49-ABD4-AE150AFEA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8400" y="495263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0" name="Equation" r:id="rId7" imgW="660240" imgH="342720" progId="Equation.DSMT4">
                  <p:embed/>
                </p:oleObj>
              </mc:Choice>
              <mc:Fallback>
                <p:oleObj name="Equation" r:id="rId7" imgW="6602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0952F89-1599-4C49-ABD4-AE150AFEA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48400" y="495263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BE873B94-54BC-41C5-865A-B2682E0E0A38}"/>
              </a:ext>
            </a:extLst>
          </p:cNvPr>
          <p:cNvSpPr txBox="1">
            <a:spLocks/>
          </p:cNvSpPr>
          <p:nvPr/>
        </p:nvSpPr>
        <p:spPr>
          <a:xfrm>
            <a:off x="555489" y="971752"/>
            <a:ext cx="784887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证明存在                       满足                                                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A0BCE34-2BB1-4D70-86F4-4B09548E5E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520" y="1045980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1" name="Equation" r:id="rId9" imgW="1218960" imgH="355320" progId="Equation.DSMT4">
                  <p:embed/>
                </p:oleObj>
              </mc:Choice>
              <mc:Fallback>
                <p:oleObj name="Equation" r:id="rId9" imgW="121896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A0BCE34-2BB1-4D70-86F4-4B09548E5E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520" y="1045980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89CCEE3-E2B6-4D89-9E98-FEF37433ED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800" y="1045980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2" name="Equation" r:id="rId11" imgW="1587240" imgH="342720" progId="Equation.DSMT4">
                  <p:embed/>
                </p:oleObj>
              </mc:Choice>
              <mc:Fallback>
                <p:oleObj name="Equation" r:id="rId11" imgW="15872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89CCEE3-E2B6-4D89-9E98-FEF37433ED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71800" y="1045980"/>
                        <a:ext cx="158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A1C84BA-FB97-4A48-929F-A947F25200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2114" y="838163"/>
          <a:ext cx="2374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3" name="Equation" r:id="rId13" imgW="2374560" imgH="825480" progId="Equation.DSMT4">
                  <p:embed/>
                </p:oleObj>
              </mc:Choice>
              <mc:Fallback>
                <p:oleObj name="Equation" r:id="rId13" imgW="2374560" imgH="825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A1C84BA-FB97-4A48-929F-A947F25200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52114" y="838163"/>
                        <a:ext cx="2374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599C5EFF-3AC5-472C-922C-63B349651E23}"/>
              </a:ext>
            </a:extLst>
          </p:cNvPr>
          <p:cNvSpPr/>
          <p:nvPr/>
        </p:nvSpPr>
        <p:spPr>
          <a:xfrm>
            <a:off x="954301" y="1801520"/>
            <a:ext cx="1385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F56C8EC-E920-4B24-B15D-2D0186602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4751" y="1785938"/>
          <a:ext cx="3632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4" name="Equation" r:id="rId15" imgW="3632040" imgH="736560" progId="Equation.DSMT4">
                  <p:embed/>
                </p:oleObj>
              </mc:Choice>
              <mc:Fallback>
                <p:oleObj name="Equation" r:id="rId15" imgW="363204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F56C8EC-E920-4B24-B15D-2D0186602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94751" y="1785938"/>
                        <a:ext cx="3632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019E92F-2FD5-4430-AC50-4758E0731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6275" y="1741488"/>
          <a:ext cx="2298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5" name="Equation" r:id="rId17" imgW="2298600" imgH="825480" progId="Equation.DSMT4">
                  <p:embed/>
                </p:oleObj>
              </mc:Choice>
              <mc:Fallback>
                <p:oleObj name="Equation" r:id="rId17" imgW="2298600" imgH="825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019E92F-2FD5-4430-AC50-4758E0731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46275" y="1741488"/>
                        <a:ext cx="2298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箭头: 右 13">
            <a:extLst>
              <a:ext uri="{FF2B5EF4-FFF2-40B4-BE49-F238E27FC236}">
                <a16:creationId xmlns:a16="http://schemas.microsoft.com/office/drawing/2014/main" id="{EB85F9DA-1FF2-4800-ADE4-AF3CDF824382}"/>
              </a:ext>
            </a:extLst>
          </p:cNvPr>
          <p:cNvSpPr/>
          <p:nvPr/>
        </p:nvSpPr>
        <p:spPr>
          <a:xfrm>
            <a:off x="4376350" y="2010222"/>
            <a:ext cx="618401" cy="288032"/>
          </a:xfrm>
          <a:prstGeom prst="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6BF426-8E11-4CFB-94DD-92955E04254F}"/>
              </a:ext>
            </a:extLst>
          </p:cNvPr>
          <p:cNvSpPr/>
          <p:nvPr/>
        </p:nvSpPr>
        <p:spPr>
          <a:xfrm>
            <a:off x="967891" y="2661867"/>
            <a:ext cx="651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A108C67-9D17-45A5-A79A-93247EFB27BF}"/>
              </a:ext>
            </a:extLst>
          </p:cNvPr>
          <p:cNvGrpSpPr/>
          <p:nvPr/>
        </p:nvGrpSpPr>
        <p:grpSpPr>
          <a:xfrm>
            <a:off x="1470720" y="2665080"/>
            <a:ext cx="7565776" cy="461665"/>
            <a:chOff x="1470720" y="2665080"/>
            <a:chExt cx="7565776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83862AB-3266-4EBA-9EB6-BBAE64A088B2}"/>
                </a:ext>
              </a:extLst>
            </p:cNvPr>
            <p:cNvSpPr/>
            <p:nvPr/>
          </p:nvSpPr>
          <p:spPr>
            <a:xfrm>
              <a:off x="1470720" y="2665080"/>
              <a:ext cx="75657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对函数        在                    上利用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拉格朗日中值定理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F7CE056-FC52-478E-9552-58C4FE2669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84400" y="276236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96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6F7CE056-FC52-478E-9552-58C4FE2669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84400" y="276236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DAA9317-2834-4255-8A35-B363499276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0948" y="2749398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97" name="Equation" r:id="rId20" imgW="1473120" imgH="342720" progId="Equation.DSMT4">
                    <p:embed/>
                  </p:oleObj>
                </mc:Choice>
                <mc:Fallback>
                  <p:oleObj name="Equation" r:id="rId20" imgW="147312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0DAA9317-2834-4255-8A35-B363499276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460948" y="2749398"/>
                          <a:ext cx="1473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8F30259-D866-47A5-9474-CD121CE249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720" y="3364994"/>
          <a:ext cx="330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8" name="Equation" r:id="rId22" imgW="3301920" imgH="355320" progId="Equation.DSMT4">
                  <p:embed/>
                </p:oleObj>
              </mc:Choice>
              <mc:Fallback>
                <p:oleObj name="Equation" r:id="rId22" imgW="3301920" imgH="3553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8F30259-D866-47A5-9474-CD121CE249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051720" y="3364994"/>
                        <a:ext cx="3302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59B9BA1-49C8-4941-9301-B6D4F13EC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6136" y="3415051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9" name="Equation" r:id="rId24" imgW="1168200" imgH="330120" progId="Equation.DSMT4">
                  <p:embed/>
                </p:oleObj>
              </mc:Choice>
              <mc:Fallback>
                <p:oleObj name="Equation" r:id="rId24" imgW="1168200" imgH="3301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B59B9BA1-49C8-4941-9301-B6D4F13EC5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96136" y="3415051"/>
                        <a:ext cx="1168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83467B-D2F4-4295-9FA8-80E43E158BAE}"/>
              </a:ext>
            </a:extLst>
          </p:cNvPr>
          <p:cNvGrpSpPr/>
          <p:nvPr/>
        </p:nvGrpSpPr>
        <p:grpSpPr>
          <a:xfrm>
            <a:off x="1038176" y="3956115"/>
            <a:ext cx="7565776" cy="461665"/>
            <a:chOff x="1038176" y="3956115"/>
            <a:chExt cx="7565776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37C99E9-A6DB-4B0D-A8FE-E90D4F60E677}"/>
                </a:ext>
              </a:extLst>
            </p:cNvPr>
            <p:cNvSpPr/>
            <p:nvPr/>
          </p:nvSpPr>
          <p:spPr>
            <a:xfrm>
              <a:off x="1038176" y="3956115"/>
              <a:ext cx="75657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对函数        和    在          上利用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柯西中值定理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43EBCC11-1617-4FED-8376-88D51AA6CD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28602" y="402006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00" name="Equation" r:id="rId26" imgW="622080" imgH="342720" progId="Equation.DSMT4">
                    <p:embed/>
                  </p:oleObj>
                </mc:Choice>
                <mc:Fallback>
                  <p:oleObj name="Equation" r:id="rId26" imgW="62208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3EBCC11-1617-4FED-8376-88D51AA6CD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28602" y="402006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8B9DB8F5-23B4-4FEC-947E-BA43CD7AD4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2562" y="3956115"/>
            <a:ext cx="27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01" name="Equation" r:id="rId27" imgW="279360" imgH="342720" progId="Equation.DSMT4">
                    <p:embed/>
                  </p:oleObj>
                </mc:Choice>
                <mc:Fallback>
                  <p:oleObj name="Equation" r:id="rId27" imgW="27936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B9DB8F5-23B4-4FEC-947E-BA43CD7AD4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982562" y="3956115"/>
                          <a:ext cx="279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6A89415-2897-4926-9433-F8A5CE4344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1328" y="4026416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02" name="Equation" r:id="rId29" imgW="634680" imgH="330120" progId="Equation.DSMT4">
                    <p:embed/>
                  </p:oleObj>
                </mc:Choice>
                <mc:Fallback>
                  <p:oleObj name="Equation" r:id="rId29" imgW="634680" imgH="3301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D6A89415-2897-4926-9433-F8A5CE4344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641328" y="4026416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Box 70">
            <a:extLst>
              <a:ext uri="{FF2B5EF4-FFF2-40B4-BE49-F238E27FC236}">
                <a16:creationId xmlns:a16="http://schemas.microsoft.com/office/drawing/2014/main" id="{F066AE07-2750-43DB-9DE7-5710D48CE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4447" y="1093154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560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CE98EA5-0978-4827-8D0C-A0ACDA79F1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257" y="1587431"/>
          <a:ext cx="264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4" name="Equation" r:id="rId3" imgW="2641320" imgH="736560" progId="Equation.DSMT4">
                  <p:embed/>
                </p:oleObj>
              </mc:Choice>
              <mc:Fallback>
                <p:oleObj name="Equation" r:id="rId3" imgW="264132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CE98EA5-0978-4827-8D0C-A0ACDA79F1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4257" y="1587431"/>
                        <a:ext cx="2641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686B27E-3AF1-4A8E-9185-D63D446B62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664" y="555526"/>
          <a:ext cx="330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5" name="Equation" r:id="rId5" imgW="3301920" imgH="355320" progId="Equation.DSMT4">
                  <p:embed/>
                </p:oleObj>
              </mc:Choice>
              <mc:Fallback>
                <p:oleObj name="Equation" r:id="rId5" imgW="330192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686B27E-3AF1-4A8E-9185-D63D446B62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664" y="555526"/>
                        <a:ext cx="3302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995724F-E69F-4E10-BD76-3C44D0881C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080" y="605583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6" name="Equation" r:id="rId7" imgW="1168200" imgH="330120" progId="Equation.DSMT4">
                  <p:embed/>
                </p:oleObj>
              </mc:Choice>
              <mc:Fallback>
                <p:oleObj name="Equation" r:id="rId7" imgW="116820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995724F-E69F-4E10-BD76-3C44D0881C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92080" y="605583"/>
                        <a:ext cx="1168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B10CBEB-04C5-403F-AA5B-CB40167F62B5}"/>
              </a:ext>
            </a:extLst>
          </p:cNvPr>
          <p:cNvCxnSpPr/>
          <p:nvPr/>
        </p:nvCxnSpPr>
        <p:spPr>
          <a:xfrm>
            <a:off x="0" y="1131590"/>
            <a:ext cx="9144000" cy="0"/>
          </a:xfrm>
          <a:prstGeom prst="line">
            <a:avLst/>
          </a:prstGeom>
          <a:ln w="349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4DD274B-796C-47A7-98A1-64972CCA12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056" y="1766888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7" name="Equation" r:id="rId9" imgW="1168200" imgH="330120" progId="Equation.DSMT4">
                  <p:embed/>
                </p:oleObj>
              </mc:Choice>
              <mc:Fallback>
                <p:oleObj name="Equation" r:id="rId9" imgW="116820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4DD274B-796C-47A7-98A1-64972CCA1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76056" y="1766888"/>
                        <a:ext cx="1168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5223C34-4C2A-4015-86B5-AFD04DA20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328" y="503826"/>
          <a:ext cx="34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8" name="Equation" r:id="rId11" imgW="342720" imgH="342720" progId="Equation.DSMT4">
                  <p:embed/>
                </p:oleObj>
              </mc:Choice>
              <mc:Fallback>
                <p:oleObj name="Equation" r:id="rId11" imgW="34272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5223C34-4C2A-4015-86B5-AFD04DA20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24328" y="503826"/>
                        <a:ext cx="342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D16F82E-3E67-4F63-B868-6925BCAA9D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678" y="1766888"/>
          <a:ext cx="40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9" name="Equation" r:id="rId13" imgW="406080" imgH="342720" progId="Equation.DSMT4">
                  <p:embed/>
                </p:oleObj>
              </mc:Choice>
              <mc:Fallback>
                <p:oleObj name="Equation" r:id="rId13" imgW="4060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D16F82E-3E67-4F63-B868-6925BCAA9D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51678" y="1766888"/>
                        <a:ext cx="406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E7BB7127-BE8B-4430-9A7F-E3FC8141BF71}"/>
              </a:ext>
            </a:extLst>
          </p:cNvPr>
          <p:cNvGrpSpPr/>
          <p:nvPr/>
        </p:nvGrpSpPr>
        <p:grpSpPr>
          <a:xfrm>
            <a:off x="961306" y="2660377"/>
            <a:ext cx="3826718" cy="461665"/>
            <a:chOff x="961306" y="2660377"/>
            <a:chExt cx="3826718" cy="461665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DB59CE0B-D202-4932-81F1-2231ED83B9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91680" y="2751116"/>
            <a:ext cx="406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10" name="Equation" r:id="rId15" imgW="406080" imgH="342720" progId="Equation.DSMT4">
                    <p:embed/>
                  </p:oleObj>
                </mc:Choice>
                <mc:Fallback>
                  <p:oleObj name="Equation" r:id="rId15" imgW="40608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DB59CE0B-D202-4932-81F1-2231ED83B9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91680" y="2751116"/>
                          <a:ext cx="406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6D8A06C-77A8-415F-9B89-F997FC1462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1306" y="2751116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11" name="Equation" r:id="rId17" imgW="342720" imgH="342720" progId="Equation.DSMT4">
                    <p:embed/>
                  </p:oleObj>
                </mc:Choice>
                <mc:Fallback>
                  <p:oleObj name="Equation" r:id="rId17" imgW="34272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36D8A06C-77A8-415F-9B89-F997FC1462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61306" y="2751116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720DD89-2032-474F-95EF-86C749C75F1B}"/>
                </a:ext>
              </a:extLst>
            </p:cNvPr>
            <p:cNvSpPr/>
            <p:nvPr/>
          </p:nvSpPr>
          <p:spPr>
            <a:xfrm>
              <a:off x="1259632" y="2660377"/>
              <a:ext cx="35283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和      两式相除可得</a:t>
              </a:r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D4298FB-E592-4604-ADAD-FC238C07DE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7180" y="3527152"/>
          <a:ext cx="2374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2" name="Equation" r:id="rId18" imgW="2374560" imgH="825480" progId="Equation.DSMT4">
                  <p:embed/>
                </p:oleObj>
              </mc:Choice>
              <mc:Fallback>
                <p:oleObj name="Equation" r:id="rId18" imgW="2374560" imgH="8254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D4298FB-E592-4604-ADAD-FC238C07DE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17180" y="3527152"/>
                        <a:ext cx="2374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372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FAE933D-01B6-49C1-B299-9B0DD87F1258}"/>
              </a:ext>
            </a:extLst>
          </p:cNvPr>
          <p:cNvSpPr txBox="1">
            <a:spLocks noChangeArrowheads="1"/>
          </p:cNvSpPr>
          <p:nvPr/>
        </p:nvSpPr>
        <p:spPr>
          <a:xfrm>
            <a:off x="2555776" y="1941828"/>
            <a:ext cx="3096344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rgbClr val="00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泰勒中值定理</a:t>
            </a:r>
          </a:p>
        </p:txBody>
      </p:sp>
    </p:spTree>
    <p:extLst>
      <p:ext uri="{BB962C8B-B14F-4D97-AF65-F5344CB8AC3E}">
        <p14:creationId xmlns:p14="http://schemas.microsoft.com/office/powerpoint/2010/main" val="3430969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1A5AE3-319C-432A-B3F8-075631C1CE55}"/>
              </a:ext>
            </a:extLst>
          </p:cNvPr>
          <p:cNvSpPr txBox="1">
            <a:spLocks noChangeArrowheads="1"/>
          </p:cNvSpPr>
          <p:nvPr/>
        </p:nvSpPr>
        <p:spPr>
          <a:xfrm>
            <a:off x="456145" y="315256"/>
            <a:ext cx="3971839" cy="440909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1.</a:t>
            </a:r>
            <a:r>
              <a:rPr lang="zh-CN" altLang="en-US" sz="2400" b="1" dirty="0">
                <a:latin typeface="+mj-ea"/>
              </a:rPr>
              <a:t>按      的幂展开多项式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D3BFF66-4F90-4795-830D-B3264D681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691603"/>
              </p:ext>
            </p:extLst>
          </p:nvPr>
        </p:nvGraphicFramePr>
        <p:xfrm>
          <a:off x="1324200" y="418327"/>
          <a:ext cx="825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6" name="Equation" r:id="rId3" imgW="825480" imgH="342720" progId="Equation.DSMT4">
                  <p:embed/>
                </p:oleObj>
              </mc:Choice>
              <mc:Fallback>
                <p:oleObj name="Equation" r:id="rId3" imgW="825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200" y="418327"/>
                        <a:ext cx="825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5A6C109-2EB8-4AA4-A79D-68E606E268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838055"/>
              </p:ext>
            </p:extLst>
          </p:nvPr>
        </p:nvGraphicFramePr>
        <p:xfrm>
          <a:off x="4348536" y="354827"/>
          <a:ext cx="350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7" name="Equation" r:id="rId5" imgW="3504960" imgH="406080" progId="Equation.DSMT4">
                  <p:embed/>
                </p:oleObj>
              </mc:Choice>
              <mc:Fallback>
                <p:oleObj name="Equation" r:id="rId5" imgW="350496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D3BFF66-4F90-4795-830D-B3264D681B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48536" y="354827"/>
                        <a:ext cx="3505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ACE17743-1168-41D8-BCF0-27A985214508}"/>
              </a:ext>
            </a:extLst>
          </p:cNvPr>
          <p:cNvSpPr txBox="1">
            <a:spLocks noChangeArrowheads="1"/>
          </p:cNvSpPr>
          <p:nvPr/>
        </p:nvSpPr>
        <p:spPr>
          <a:xfrm>
            <a:off x="532112" y="922383"/>
            <a:ext cx="708681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A1F7013-6289-4D25-A207-AAB8D908CF9A}"/>
              </a:ext>
            </a:extLst>
          </p:cNvPr>
          <p:cNvGrpSpPr/>
          <p:nvPr/>
        </p:nvGrpSpPr>
        <p:grpSpPr>
          <a:xfrm>
            <a:off x="1113793" y="922383"/>
            <a:ext cx="7607031" cy="416196"/>
            <a:chOff x="1409265" y="1635646"/>
            <a:chExt cx="7607031" cy="416196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986F118-7FE1-4E5E-A3CD-50B13C4365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6300300"/>
                </p:ext>
              </p:extLst>
            </p:nvPr>
          </p:nvGraphicFramePr>
          <p:xfrm>
            <a:off x="1409265" y="1702592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88" name="Equation" r:id="rId7" imgW="1473120" imgH="342720" progId="Equation.DSMT4">
                    <p:embed/>
                  </p:oleObj>
                </mc:Choice>
                <mc:Fallback>
                  <p:oleObj name="Equation" r:id="rId7" imgW="147312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6D3BFF66-4F90-4795-830D-B3264D681B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09265" y="1702592"/>
                          <a:ext cx="1473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B2ADDE96-C777-4CCA-92AD-0973DE5D83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7702118"/>
                </p:ext>
              </p:extLst>
            </p:nvPr>
          </p:nvGraphicFramePr>
          <p:xfrm>
            <a:off x="3007608" y="1696242"/>
            <a:ext cx="1346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89" name="Equation" r:id="rId9" imgW="1346040" imgH="355320" progId="Equation.DSMT4">
                    <p:embed/>
                  </p:oleObj>
                </mc:Choice>
                <mc:Fallback>
                  <p:oleObj name="Equation" r:id="rId9" imgW="134604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8986F118-7FE1-4E5E-A3CD-50B13C43656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07608" y="1696242"/>
                          <a:ext cx="1346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E6E25624-CC06-496C-9D10-83AE2AF268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6946550"/>
                </p:ext>
              </p:extLst>
            </p:nvPr>
          </p:nvGraphicFramePr>
          <p:xfrm>
            <a:off x="4369877" y="1689892"/>
            <a:ext cx="1397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90" name="Equation" r:id="rId11" imgW="1396800" imgH="355320" progId="Equation.DSMT4">
                    <p:embed/>
                  </p:oleObj>
                </mc:Choice>
                <mc:Fallback>
                  <p:oleObj name="Equation" r:id="rId11" imgW="1396800" imgH="3553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B2ADDE96-C777-4CCA-92AD-0973DE5D83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69877" y="1689892"/>
                          <a:ext cx="1397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0A7301AD-CFA5-41E6-8D8F-C46176854B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5116537"/>
                </p:ext>
              </p:extLst>
            </p:nvPr>
          </p:nvGraphicFramePr>
          <p:xfrm>
            <a:off x="5928753" y="1696242"/>
            <a:ext cx="1435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91" name="Equation" r:id="rId13" imgW="1434960" imgH="355320" progId="Equation.DSMT4">
                    <p:embed/>
                  </p:oleObj>
                </mc:Choice>
                <mc:Fallback>
                  <p:oleObj name="Equation" r:id="rId13" imgW="143496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E6E25624-CC06-496C-9D10-83AE2AF268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928753" y="1696242"/>
                          <a:ext cx="1435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1FBDEF6B-8B68-41D8-9C3F-52573C7CE9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040192"/>
                </p:ext>
              </p:extLst>
            </p:nvPr>
          </p:nvGraphicFramePr>
          <p:xfrm>
            <a:off x="7454196" y="1635646"/>
            <a:ext cx="1562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92" name="Equation" r:id="rId15" imgW="1562040" imgH="406080" progId="Equation.DSMT4">
                    <p:embed/>
                  </p:oleObj>
                </mc:Choice>
                <mc:Fallback>
                  <p:oleObj name="Equation" r:id="rId15" imgW="1562040" imgH="4060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0A7301AD-CFA5-41E6-8D8F-C46176854B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454196" y="1635646"/>
                          <a:ext cx="1562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A972B68-D408-4BF7-B14A-54AE2A7B11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807107"/>
              </p:ext>
            </p:extLst>
          </p:nvPr>
        </p:nvGraphicFramePr>
        <p:xfrm>
          <a:off x="1113793" y="1592832"/>
          <a:ext cx="345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3" name="Equation" r:id="rId17" imgW="3454200" imgH="406080" progId="Equation.DSMT4">
                  <p:embed/>
                </p:oleObj>
              </mc:Choice>
              <mc:Fallback>
                <p:oleObj name="Equation" r:id="rId17" imgW="345420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5A6C109-2EB8-4AA4-A79D-68E606E268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13793" y="1592832"/>
                        <a:ext cx="3454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A353C73A-7993-4703-90F7-54233DEB1BB8}"/>
              </a:ext>
            </a:extLst>
          </p:cNvPr>
          <p:cNvGrpSpPr/>
          <p:nvPr/>
        </p:nvGrpSpPr>
        <p:grpSpPr>
          <a:xfrm>
            <a:off x="1805100" y="2079065"/>
            <a:ext cx="6308416" cy="1432010"/>
            <a:chOff x="2100572" y="2792328"/>
            <a:chExt cx="6308416" cy="1432010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0B05E5F5-EB3B-422B-86E4-C229646618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9084295"/>
                </p:ext>
              </p:extLst>
            </p:nvPr>
          </p:nvGraphicFramePr>
          <p:xfrm>
            <a:off x="2100572" y="2792328"/>
            <a:ext cx="4495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94" name="Equation" r:id="rId19" imgW="4495680" imgH="736560" progId="Equation.DSMT4">
                    <p:embed/>
                  </p:oleObj>
                </mc:Choice>
                <mc:Fallback>
                  <p:oleObj name="Equation" r:id="rId19" imgW="4495680" imgH="7365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EA972B68-D408-4BF7-B14A-54AE2A7B11A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00572" y="2792328"/>
                          <a:ext cx="4495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B0C787D0-2280-47CA-A71C-BF5B4E89C2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827947"/>
                </p:ext>
              </p:extLst>
            </p:nvPr>
          </p:nvGraphicFramePr>
          <p:xfrm>
            <a:off x="4383088" y="3449638"/>
            <a:ext cx="40259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95" name="Equation" r:id="rId21" imgW="4025880" imgH="774360" progId="Equation.DSMT4">
                    <p:embed/>
                  </p:oleObj>
                </mc:Choice>
                <mc:Fallback>
                  <p:oleObj name="Equation" r:id="rId21" imgW="402588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383088" y="3449638"/>
                          <a:ext cx="40259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6D5F130-784B-40FB-9A3C-8BE205AB71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97864"/>
              </p:ext>
            </p:extLst>
          </p:nvPr>
        </p:nvGraphicFramePr>
        <p:xfrm>
          <a:off x="1223766" y="3795237"/>
          <a:ext cx="624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6" name="Equation" r:id="rId23" imgW="6248160" imgH="406080" progId="Equation.DSMT4">
                  <p:embed/>
                </p:oleObj>
              </mc:Choice>
              <mc:Fallback>
                <p:oleObj name="Equation" r:id="rId23" imgW="624816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A972B68-D408-4BF7-B14A-54AE2A7B11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23766" y="3795237"/>
                        <a:ext cx="6248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70">
            <a:extLst>
              <a:ext uri="{FF2B5EF4-FFF2-40B4-BE49-F238E27FC236}">
                <a16:creationId xmlns:a16="http://schemas.microsoft.com/office/drawing/2014/main" id="{4C184B95-FBBB-48A2-A6A7-576216429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5762" y="354827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246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2494BE4-49C9-4BCB-9C73-B8E7B048A5C7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35060"/>
            <a:ext cx="8633520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试确定常数          的值，使                                             为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329E400-9F9C-4E16-B967-FE14AD0823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682578"/>
              </p:ext>
            </p:extLst>
          </p:nvPr>
        </p:nvGraphicFramePr>
        <p:xfrm>
          <a:off x="2843808" y="189242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3" name="Equation" r:id="rId3" imgW="723600" imgH="330120" progId="Equation.DSMT4">
                  <p:embed/>
                </p:oleObj>
              </mc:Choice>
              <mc:Fallback>
                <p:oleObj name="Equation" r:id="rId3" imgW="723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808" y="189242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6CB0244-BC56-4A26-81B8-EBA75538A8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706996"/>
              </p:ext>
            </p:extLst>
          </p:nvPr>
        </p:nvGraphicFramePr>
        <p:xfrm>
          <a:off x="4864756" y="211340"/>
          <a:ext cx="3365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4" name="Equation" r:id="rId5" imgW="3365280" imgH="342720" progId="Equation.DSMT4">
                  <p:embed/>
                </p:oleObj>
              </mc:Choice>
              <mc:Fallback>
                <p:oleObj name="Equation" r:id="rId5" imgW="3365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4756" y="211340"/>
                        <a:ext cx="3365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B8FBCDB5-16E1-421C-BE67-6456D28A9982}"/>
              </a:ext>
            </a:extLst>
          </p:cNvPr>
          <p:cNvSpPr txBox="1">
            <a:spLocks noChangeArrowheads="1"/>
          </p:cNvSpPr>
          <p:nvPr/>
        </p:nvSpPr>
        <p:spPr>
          <a:xfrm>
            <a:off x="287016" y="720800"/>
            <a:ext cx="4789040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            时关于   的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阶无穷小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7DE0BF0-1571-440E-93D9-8D416E2D9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048992"/>
              </p:ext>
            </p:extLst>
          </p:nvPr>
        </p:nvGraphicFramePr>
        <p:xfrm>
          <a:off x="820144" y="798241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5" name="Equation" r:id="rId7" imgW="774360" imgH="279360" progId="Equation.DSMT4">
                  <p:embed/>
                </p:oleObj>
              </mc:Choice>
              <mc:Fallback>
                <p:oleObj name="Equation" r:id="rId7" imgW="774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0144" y="798241"/>
                        <a:ext cx="774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E4120FD-100C-4004-B813-0DC2335CA9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656604"/>
              </p:ext>
            </p:extLst>
          </p:nvPr>
        </p:nvGraphicFramePr>
        <p:xfrm>
          <a:off x="2548336" y="874441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6" name="Equation" r:id="rId9" imgW="190440" imgH="203040" progId="Equation.DSMT4">
                  <p:embed/>
                </p:oleObj>
              </mc:Choice>
              <mc:Fallback>
                <p:oleObj name="Equation" r:id="rId9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48336" y="874441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58E176E3-45DB-421F-AAB7-8111822CA64C}"/>
              </a:ext>
            </a:extLst>
          </p:cNvPr>
          <p:cNvSpPr txBox="1">
            <a:spLocks noChangeArrowheads="1"/>
          </p:cNvSpPr>
          <p:nvPr/>
        </p:nvSpPr>
        <p:spPr>
          <a:xfrm>
            <a:off x="801053" y="1341854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20EB700-4517-4B02-AFC4-A5780A451378}"/>
              </a:ext>
            </a:extLst>
          </p:cNvPr>
          <p:cNvSpPr txBox="1">
            <a:spLocks noChangeArrowheads="1"/>
          </p:cNvSpPr>
          <p:nvPr/>
        </p:nvSpPr>
        <p:spPr>
          <a:xfrm>
            <a:off x="1307292" y="1361691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泰勒公式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3064A4D-4EE4-4AF3-9F6C-AC7462443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30563"/>
              </p:ext>
            </p:extLst>
          </p:nvPr>
        </p:nvGraphicFramePr>
        <p:xfrm>
          <a:off x="1234391" y="2493847"/>
          <a:ext cx="736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7" name="Equation" r:id="rId11" imgW="7365960" imgH="888840" progId="Equation.DSMT4">
                  <p:embed/>
                </p:oleObj>
              </mc:Choice>
              <mc:Fallback>
                <p:oleObj name="Equation" r:id="rId11" imgW="7365960" imgH="8888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7E871A3-621D-4812-8D54-3767D45430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34391" y="2493847"/>
                        <a:ext cx="7366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5A90334-2EEE-46FF-B84E-9A664E3E0B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856936"/>
              </p:ext>
            </p:extLst>
          </p:nvPr>
        </p:nvGraphicFramePr>
        <p:xfrm>
          <a:off x="729045" y="1782918"/>
          <a:ext cx="3314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8" name="Equation" r:id="rId13" imgW="3314520" imgH="723600" progId="Equation.DSMT4">
                  <p:embed/>
                </p:oleObj>
              </mc:Choice>
              <mc:Fallback>
                <p:oleObj name="Equation" r:id="rId13" imgW="331452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7E871A3-621D-4812-8D54-3767D45430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9045" y="1782918"/>
                        <a:ext cx="3314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DD0B090-5042-42EE-95E7-70A75820E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3410"/>
              </p:ext>
            </p:extLst>
          </p:nvPr>
        </p:nvGraphicFramePr>
        <p:xfrm>
          <a:off x="1329923" y="3574051"/>
          <a:ext cx="619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9" name="Equation" r:id="rId15" imgW="6197400" imgH="812520" progId="Equation.DSMT4">
                  <p:embed/>
                </p:oleObj>
              </mc:Choice>
              <mc:Fallback>
                <p:oleObj name="Equation" r:id="rId15" imgW="6197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29923" y="3574051"/>
                        <a:ext cx="6197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70">
            <a:extLst>
              <a:ext uri="{FF2B5EF4-FFF2-40B4-BE49-F238E27FC236}">
                <a16:creationId xmlns:a16="http://schemas.microsoft.com/office/drawing/2014/main" id="{60A2884B-91D7-4A7D-9579-87D750CDE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576" y="780957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408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A2FA761-BFA0-4B1D-8F89-79B6888545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074323"/>
              </p:ext>
            </p:extLst>
          </p:nvPr>
        </p:nvGraphicFramePr>
        <p:xfrm>
          <a:off x="971600" y="339502"/>
          <a:ext cx="6858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6" name="Equation" r:id="rId3" imgW="6858000" imgH="812520" progId="Equation.DSMT4">
                  <p:embed/>
                </p:oleObj>
              </mc:Choice>
              <mc:Fallback>
                <p:oleObj name="Equation" r:id="rId3" imgW="6858000" imgH="8125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DD0B090-5042-42EE-95E7-70A75820ED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600" y="339502"/>
                        <a:ext cx="6858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DE04FD9-96F3-42E2-94B8-71FD2B1A611C}"/>
              </a:ext>
            </a:extLst>
          </p:cNvPr>
          <p:cNvSpPr txBox="1">
            <a:spLocks noChangeArrowheads="1"/>
          </p:cNvSpPr>
          <p:nvPr/>
        </p:nvSpPr>
        <p:spPr>
          <a:xfrm>
            <a:off x="843136" y="1224310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由题意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CA85C10-199E-4288-9306-1938F7BB14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088326"/>
              </p:ext>
            </p:extLst>
          </p:nvPr>
        </p:nvGraphicFramePr>
        <p:xfrm>
          <a:off x="2366573" y="987574"/>
          <a:ext cx="18288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7" name="Equation" r:id="rId5" imgW="1828800" imgH="2387520" progId="Equation.DSMT4">
                  <p:embed/>
                </p:oleObj>
              </mc:Choice>
              <mc:Fallback>
                <p:oleObj name="Equation" r:id="rId5" imgW="1828800" imgH="2387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6573" y="987574"/>
                        <a:ext cx="1828800" cy="238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9D6E93EA-ACE8-4E7A-8F04-8085DB1893F4}"/>
              </a:ext>
            </a:extLst>
          </p:cNvPr>
          <p:cNvSpPr txBox="1">
            <a:spLocks noChangeArrowheads="1"/>
          </p:cNvSpPr>
          <p:nvPr/>
        </p:nvSpPr>
        <p:spPr>
          <a:xfrm>
            <a:off x="840922" y="3880700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0064BE0-55A2-4931-B8D7-D8B5130EB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292933"/>
              </p:ext>
            </p:extLst>
          </p:nvPr>
        </p:nvGraphicFramePr>
        <p:xfrm>
          <a:off x="1790509" y="3745623"/>
          <a:ext cx="80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8" name="Equation" r:id="rId7" imgW="799920" imgH="736560" progId="Equation.DSMT4">
                  <p:embed/>
                </p:oleObj>
              </mc:Choice>
              <mc:Fallback>
                <p:oleObj name="Equation" r:id="rId7" imgW="799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0509" y="3745623"/>
                        <a:ext cx="80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56B806D-8D79-4B42-BDB8-0CAAB66FC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496174"/>
              </p:ext>
            </p:extLst>
          </p:nvPr>
        </p:nvGraphicFramePr>
        <p:xfrm>
          <a:off x="2938296" y="3778697"/>
          <a:ext cx="95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9" name="Equation" r:id="rId9" imgW="952200" imgH="736560" progId="Equation.DSMT4">
                  <p:embed/>
                </p:oleObj>
              </mc:Choice>
              <mc:Fallback>
                <p:oleObj name="Equation" r:id="rId9" imgW="95220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0064BE0-55A2-4931-B8D7-D8B5130EB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38296" y="3778697"/>
                        <a:ext cx="95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245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EE150C4-386A-4371-A037-2EE768F1A802}"/>
              </a:ext>
            </a:extLst>
          </p:cNvPr>
          <p:cNvSpPr txBox="1">
            <a:spLocks noChangeArrowheads="1"/>
          </p:cNvSpPr>
          <p:nvPr/>
        </p:nvSpPr>
        <p:spPr>
          <a:xfrm>
            <a:off x="1131750" y="173741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在          的某邻域内有一阶连续导数，且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9EDC1AE-0E3A-458B-8CB8-3F905D145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480498"/>
              </p:ext>
            </p:extLst>
          </p:nvPr>
        </p:nvGraphicFramePr>
        <p:xfrm>
          <a:off x="2492462" y="26288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2462" y="26288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58D1A12-96FC-4053-9AE8-2B291FFAE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963087"/>
              </p:ext>
            </p:extLst>
          </p:nvPr>
        </p:nvGraphicFramePr>
        <p:xfrm>
          <a:off x="3500574" y="262889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9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0574" y="262889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3D1FE55-8C88-4709-B991-29DDBA19E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406702"/>
              </p:ext>
            </p:extLst>
          </p:nvPr>
        </p:nvGraphicFramePr>
        <p:xfrm>
          <a:off x="444612" y="698212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0" name="Equation" r:id="rId7" imgW="1130040" imgH="342720" progId="Equation.DSMT4">
                  <p:embed/>
                </p:oleObj>
              </mc:Choice>
              <mc:Fallback>
                <p:oleObj name="Equation" r:id="rId7" imgW="1130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4612" y="698212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1ECB6A3B-CBAA-4813-BCFA-9C3667CC9973}"/>
              </a:ext>
            </a:extLst>
          </p:cNvPr>
          <p:cNvSpPr txBox="1">
            <a:spLocks noChangeArrowheads="1"/>
          </p:cNvSpPr>
          <p:nvPr/>
        </p:nvSpPr>
        <p:spPr>
          <a:xfrm>
            <a:off x="1563798" y="605789"/>
            <a:ext cx="7121352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若当            时，                                    是比     高阶的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54B93E4-1610-4908-8C08-F81C596669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771932"/>
              </p:ext>
            </p:extLst>
          </p:nvPr>
        </p:nvGraphicFramePr>
        <p:xfrm>
          <a:off x="2356588" y="683193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1" name="Equation" r:id="rId9" imgW="774360" imgH="279360" progId="Equation.DSMT4">
                  <p:embed/>
                </p:oleObj>
              </mc:Choice>
              <mc:Fallback>
                <p:oleObj name="Equation" r:id="rId9" imgW="774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56588" y="683193"/>
                        <a:ext cx="774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807034C-E3A0-4134-BF16-4BF9BAD1B8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573066"/>
              </p:ext>
            </p:extLst>
          </p:nvPr>
        </p:nvGraphicFramePr>
        <p:xfrm>
          <a:off x="3745275" y="681599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2" name="Equation" r:id="rId11" imgW="2666880" imgH="342720" progId="Equation.DSMT4">
                  <p:embed/>
                </p:oleObj>
              </mc:Choice>
              <mc:Fallback>
                <p:oleObj name="Equation" r:id="rId11" imgW="266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45275" y="681599"/>
                        <a:ext cx="266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2E4E581-E4DC-4C7D-896B-21530FFA6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445374"/>
              </p:ext>
            </p:extLst>
          </p:nvPr>
        </p:nvGraphicFramePr>
        <p:xfrm>
          <a:off x="7219217" y="768062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3" name="Equation" r:id="rId13" imgW="190440" imgH="203040" progId="Equation.DSMT4">
                  <p:embed/>
                </p:oleObj>
              </mc:Choice>
              <mc:Fallback>
                <p:oleObj name="Equation" r:id="rId13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19217" y="768062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6E7436B6-0599-4B67-9C5D-BD8FB905A467}"/>
              </a:ext>
            </a:extLst>
          </p:cNvPr>
          <p:cNvSpPr txBox="1">
            <a:spLocks noChangeArrowheads="1"/>
          </p:cNvSpPr>
          <p:nvPr/>
        </p:nvSpPr>
        <p:spPr>
          <a:xfrm>
            <a:off x="444612" y="1092705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无穷小，试确定        的值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16F92E1-3CCD-495F-B418-5C8B6D5064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457205"/>
              </p:ext>
            </p:extLst>
          </p:nvPr>
        </p:nvGraphicFramePr>
        <p:xfrm>
          <a:off x="2743938" y="1144885"/>
          <a:ext cx="546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4" name="Equation" r:id="rId15" imgW="545760" imgH="330120" progId="Equation.DSMT4">
                  <p:embed/>
                </p:oleObj>
              </mc:Choice>
              <mc:Fallback>
                <p:oleObj name="Equation" r:id="rId15" imgW="5457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43938" y="1144885"/>
                        <a:ext cx="546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E00B5DC0-469D-4E57-A811-9CA21345D668}"/>
              </a:ext>
            </a:extLst>
          </p:cNvPr>
          <p:cNvSpPr txBox="1">
            <a:spLocks noChangeArrowheads="1"/>
          </p:cNvSpPr>
          <p:nvPr/>
        </p:nvSpPr>
        <p:spPr>
          <a:xfrm>
            <a:off x="1095940" y="1648955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16B3052-19F0-4705-8280-B970DB7E150E}"/>
              </a:ext>
            </a:extLst>
          </p:cNvPr>
          <p:cNvSpPr txBox="1">
            <a:spLocks noChangeArrowheads="1"/>
          </p:cNvSpPr>
          <p:nvPr/>
        </p:nvSpPr>
        <p:spPr>
          <a:xfrm>
            <a:off x="1677338" y="1630277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泰勒公式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B538F55-D748-4F84-959E-2E66CCBE9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628601"/>
              </p:ext>
            </p:extLst>
          </p:nvPr>
        </p:nvGraphicFramePr>
        <p:xfrm>
          <a:off x="4176150" y="1694228"/>
          <a:ext cx="3454401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5" name="Equation" r:id="rId17" imgW="3454200" imgH="355320" progId="Equation.DSMT4">
                  <p:embed/>
                </p:oleObj>
              </mc:Choice>
              <mc:Fallback>
                <p:oleObj name="Equation" r:id="rId17" imgW="345420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9EDC1AE-0E3A-458B-8CB8-3F905D145B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76150" y="1694228"/>
                        <a:ext cx="3454401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8D07B91-2CF8-406F-8708-BBB6F397F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653779"/>
              </p:ext>
            </p:extLst>
          </p:nvPr>
        </p:nvGraphicFramePr>
        <p:xfrm>
          <a:off x="4088091" y="2231800"/>
          <a:ext cx="391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6" name="Equation" r:id="rId19" imgW="3911400" imgH="355320" progId="Equation.DSMT4">
                  <p:embed/>
                </p:oleObj>
              </mc:Choice>
              <mc:Fallback>
                <p:oleObj name="Equation" r:id="rId19" imgW="391140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B538F55-D748-4F84-959E-2E66CCBE9E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88091" y="2231800"/>
                        <a:ext cx="3911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A4031F6-B099-4F43-A50C-41FE0E24C7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653204"/>
              </p:ext>
            </p:extLst>
          </p:nvPr>
        </p:nvGraphicFramePr>
        <p:xfrm>
          <a:off x="1473903" y="2917776"/>
          <a:ext cx="5981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7" name="Equation" r:id="rId21" imgW="5981400" imgH="355320" progId="Equation.DSMT4">
                  <p:embed/>
                </p:oleObj>
              </mc:Choice>
              <mc:Fallback>
                <p:oleObj name="Equation" r:id="rId21" imgW="598140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807034C-E3A0-4134-BF16-4BF9BAD1B8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473903" y="2917776"/>
                        <a:ext cx="5981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BFB81A2-EA0B-4C7F-84DA-A635DE047B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052650"/>
              </p:ext>
            </p:extLst>
          </p:nvPr>
        </p:nvGraphicFramePr>
        <p:xfrm>
          <a:off x="5034271" y="3371850"/>
          <a:ext cx="3111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8" name="Equation" r:id="rId23" imgW="3111480" imgH="355320" progId="Equation.DSMT4">
                  <p:embed/>
                </p:oleObj>
              </mc:Choice>
              <mc:Fallback>
                <p:oleObj name="Equation" r:id="rId23" imgW="31114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34271" y="3371850"/>
                        <a:ext cx="3111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A295501-7028-4946-85EF-8D6B27141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851826"/>
              </p:ext>
            </p:extLst>
          </p:nvPr>
        </p:nvGraphicFramePr>
        <p:xfrm>
          <a:off x="1243321" y="4079230"/>
          <a:ext cx="4914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9" name="Equation" r:id="rId25" imgW="4914720" imgH="355320" progId="Equation.DSMT4">
                  <p:embed/>
                </p:oleObj>
              </mc:Choice>
              <mc:Fallback>
                <p:oleObj name="Equation" r:id="rId25" imgW="49147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43321" y="4079230"/>
                        <a:ext cx="4914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70">
            <a:extLst>
              <a:ext uri="{FF2B5EF4-FFF2-40B4-BE49-F238E27FC236}">
                <a16:creationId xmlns:a16="http://schemas.microsoft.com/office/drawing/2014/main" id="{EBCCA61D-77A2-4204-993C-AE60B1817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5955" y="1140587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051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C0A1E19-0C49-4303-9A90-6C870315CB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558924"/>
              </p:ext>
            </p:extLst>
          </p:nvPr>
        </p:nvGraphicFramePr>
        <p:xfrm>
          <a:off x="683568" y="555526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7" name="Equation" r:id="rId3" imgW="2666880" imgH="342720" progId="Equation.DSMT4">
                  <p:embed/>
                </p:oleObj>
              </mc:Choice>
              <mc:Fallback>
                <p:oleObj name="Equation" r:id="rId3" imgW="26668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807034C-E3A0-4134-BF16-4BF9BAD1B8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555526"/>
                        <a:ext cx="266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D818327-1D31-4560-98D3-48CA67A09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808115"/>
              </p:ext>
            </p:extLst>
          </p:nvPr>
        </p:nvGraphicFramePr>
        <p:xfrm>
          <a:off x="3419872" y="555526"/>
          <a:ext cx="4914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8" name="Equation" r:id="rId5" imgW="4914720" imgH="355320" progId="Equation.DSMT4">
                  <p:embed/>
                </p:oleObj>
              </mc:Choice>
              <mc:Fallback>
                <p:oleObj name="Equation" r:id="rId5" imgW="4914720" imgH="3553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A295501-7028-4946-85EF-8D6B27141A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9872" y="555526"/>
                        <a:ext cx="4914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816642A2-6CE7-4991-AAA4-B9E083588DB4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485608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由题意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82E5EC4-A1B3-4475-B9C1-2AD5CB997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908837"/>
              </p:ext>
            </p:extLst>
          </p:nvPr>
        </p:nvGraphicFramePr>
        <p:xfrm>
          <a:off x="2339752" y="1422108"/>
          <a:ext cx="1663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9" name="Equation" r:id="rId7" imgW="1663560" imgH="863280" progId="Equation.DSMT4">
                  <p:embed/>
                </p:oleObj>
              </mc:Choice>
              <mc:Fallback>
                <p:oleObj name="Equation" r:id="rId7" imgW="1663560" imgH="8632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CA85C10-199E-4288-9306-1938F7BB14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9752" y="1422108"/>
                        <a:ext cx="16637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7E87D15B-7708-46EB-8869-781651A7EE1E}"/>
              </a:ext>
            </a:extLst>
          </p:cNvPr>
          <p:cNvSpPr txBox="1">
            <a:spLocks noChangeArrowheads="1"/>
          </p:cNvSpPr>
          <p:nvPr/>
        </p:nvSpPr>
        <p:spPr>
          <a:xfrm>
            <a:off x="806443" y="2809391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AD0C102-4B49-41C8-B96F-AA9DA5D155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148906"/>
              </p:ext>
            </p:extLst>
          </p:nvPr>
        </p:nvGraphicFramePr>
        <p:xfrm>
          <a:off x="1977802" y="2897302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50" name="Equation" r:id="rId9" imgW="723600" imgH="330120" progId="Equation.DSMT4">
                  <p:embed/>
                </p:oleObj>
              </mc:Choice>
              <mc:Fallback>
                <p:oleObj name="Equation" r:id="rId9" imgW="723600" imgH="330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0064BE0-55A2-4931-B8D7-D8B5130EB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7802" y="2897302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66EAF3F-D913-4D5E-A7C8-BA5348B59A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005741"/>
              </p:ext>
            </p:extLst>
          </p:nvPr>
        </p:nvGraphicFramePr>
        <p:xfrm>
          <a:off x="3171602" y="2897302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51" name="Equation" r:id="rId11" imgW="876240" imgH="279360" progId="Equation.DSMT4">
                  <p:embed/>
                </p:oleObj>
              </mc:Choice>
              <mc:Fallback>
                <p:oleObj name="Equation" r:id="rId11" imgW="8762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71602" y="2897302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902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19F910-6A97-4718-8248-DFBF8E1C2EC5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195486"/>
            <a:ext cx="6293768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在            上二阶可微，且满足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B62A3FC-9664-4072-88BE-997607369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8371"/>
              </p:ext>
            </p:extLst>
          </p:nvPr>
        </p:nvGraphicFramePr>
        <p:xfrm>
          <a:off x="2339752" y="30377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6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B62A3FC-9664-4072-88BE-997607369C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30377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C47DDC2-7B3D-4B61-86F3-20B811ADA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95502"/>
              </p:ext>
            </p:extLst>
          </p:nvPr>
        </p:nvGraphicFramePr>
        <p:xfrm>
          <a:off x="3398268" y="293175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67" name="Equation" r:id="rId5" imgW="888840" imgH="342720" progId="Equation.DSMT4">
                  <p:embed/>
                </p:oleObj>
              </mc:Choice>
              <mc:Fallback>
                <p:oleObj name="Equation" r:id="rId5" imgW="8888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C47DDC2-7B3D-4B61-86F3-20B811ADA7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98268" y="293175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36F8C46-3CBC-47CA-B654-28928F718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025254"/>
              </p:ext>
            </p:extLst>
          </p:nvPr>
        </p:nvGraphicFramePr>
        <p:xfrm>
          <a:off x="665088" y="754871"/>
          <a:ext cx="207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68" name="Equation" r:id="rId7" imgW="2070000" imgH="342720" progId="Equation.DSMT4">
                  <p:embed/>
                </p:oleObj>
              </mc:Choice>
              <mc:Fallback>
                <p:oleObj name="Equation" r:id="rId7" imgW="2070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5088" y="754871"/>
                        <a:ext cx="2070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602D1FB-781B-42EC-940C-C37E48250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779925"/>
              </p:ext>
            </p:extLst>
          </p:nvPr>
        </p:nvGraphicFramePr>
        <p:xfrm>
          <a:off x="2990921" y="735821"/>
          <a:ext cx="170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69" name="Equation" r:id="rId9" imgW="1701720" imgH="380880" progId="Equation.DSMT4">
                  <p:embed/>
                </p:oleObj>
              </mc:Choice>
              <mc:Fallback>
                <p:oleObj name="Equation" r:id="rId9" imgW="170172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36F8C46-3CBC-47CA-B654-28928F7188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0921" y="735821"/>
                        <a:ext cx="1701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CBA4BEC-8116-4E04-A051-8026C2844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775880"/>
              </p:ext>
            </p:extLst>
          </p:nvPr>
        </p:nvGraphicFramePr>
        <p:xfrm>
          <a:off x="4895428" y="735821"/>
          <a:ext cx="262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70" name="Equation" r:id="rId11" imgW="2628720" imgH="355320" progId="Equation.DSMT4">
                  <p:embed/>
                </p:oleObj>
              </mc:Choice>
              <mc:Fallback>
                <p:oleObj name="Equation" r:id="rId11" imgW="262872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602D1FB-781B-42EC-940C-C37E482503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95428" y="735821"/>
                        <a:ext cx="2628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3B307297-CCBC-4FDA-AA4E-F194D9D84C7D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1176410"/>
            <a:ext cx="60466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证：方程               在              内有唯一实根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F874FBA-ADE0-48CE-AB01-EE819FC50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874961"/>
              </p:ext>
            </p:extLst>
          </p:nvPr>
        </p:nvGraphicFramePr>
        <p:xfrm>
          <a:off x="2358734" y="1239877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71" name="Equation" r:id="rId13" imgW="1079280" imgH="342720" progId="Equation.DSMT4">
                  <p:embed/>
                </p:oleObj>
              </mc:Choice>
              <mc:Fallback>
                <p:oleObj name="Equation" r:id="rId13" imgW="1079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58734" y="1239877"/>
                        <a:ext cx="1079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BA7410A-FBA5-4EB1-B229-5AD7FD44B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895127"/>
              </p:ext>
            </p:extLst>
          </p:nvPr>
        </p:nvGraphicFramePr>
        <p:xfrm>
          <a:off x="3880732" y="1239877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72" name="Equation" r:id="rId15" imgW="901440" imgH="342720" progId="Equation.DSMT4">
                  <p:embed/>
                </p:oleObj>
              </mc:Choice>
              <mc:Fallback>
                <p:oleObj name="Equation" r:id="rId15" imgW="9014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C47DDC2-7B3D-4B61-86F3-20B811ADA7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80732" y="1239877"/>
                        <a:ext cx="901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">
            <a:extLst>
              <a:ext uri="{FF2B5EF4-FFF2-40B4-BE49-F238E27FC236}">
                <a16:creationId xmlns:a16="http://schemas.microsoft.com/office/drawing/2014/main" id="{C6CA73CE-A084-46DD-835B-CCC9471FD4BE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1777933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6E7ED0C-59A2-4FE1-9070-59237FF3039F}"/>
              </a:ext>
            </a:extLst>
          </p:cNvPr>
          <p:cNvSpPr txBox="1">
            <a:spLocks noChangeArrowheads="1"/>
          </p:cNvSpPr>
          <p:nvPr/>
        </p:nvSpPr>
        <p:spPr>
          <a:xfrm>
            <a:off x="1575337" y="1792603"/>
            <a:ext cx="129614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存在性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FC22685-21F9-4F7B-AFDD-AD49EE941FC8}"/>
              </a:ext>
            </a:extLst>
          </p:cNvPr>
          <p:cNvGrpSpPr/>
          <p:nvPr/>
        </p:nvGrpSpPr>
        <p:grpSpPr>
          <a:xfrm>
            <a:off x="2923474" y="1774076"/>
            <a:ext cx="6220526" cy="601523"/>
            <a:chOff x="2923474" y="1881813"/>
            <a:chExt cx="6220526" cy="601523"/>
          </a:xfrm>
        </p:grpSpPr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E309EC49-8EB8-46E0-97E8-F45FB4C088C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923474" y="1881813"/>
              <a:ext cx="6220526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将         在         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一阶泰勒展开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，则          时，           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9FCB340-D397-4C17-939D-FB4DB96522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2036810"/>
                </p:ext>
              </p:extLst>
            </p:nvPr>
          </p:nvGraphicFramePr>
          <p:xfrm>
            <a:off x="3393550" y="197179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73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93550" y="197179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96E60D06-15B1-4450-AC39-5D800FB75D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0418897"/>
                </p:ext>
              </p:extLst>
            </p:nvPr>
          </p:nvGraphicFramePr>
          <p:xfrm>
            <a:off x="4319196" y="2041645"/>
            <a:ext cx="660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74" name="Equation" r:id="rId19" imgW="660240" imgH="203040" progId="Equation.DSMT4">
                    <p:embed/>
                  </p:oleObj>
                </mc:Choice>
                <mc:Fallback>
                  <p:oleObj name="Equation" r:id="rId19" imgW="6602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319196" y="2041645"/>
                          <a:ext cx="6604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7EF95803-7441-4E31-A843-ABA45059F5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6124283"/>
                </p:ext>
              </p:extLst>
            </p:nvPr>
          </p:nvGraphicFramePr>
          <p:xfrm>
            <a:off x="7799264" y="2001231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75" name="Equation" r:id="rId21" imgW="660240" imgH="215640" progId="Equation.DSMT4">
                    <p:embed/>
                  </p:oleObj>
                </mc:Choice>
                <mc:Fallback>
                  <p:oleObj name="Equation" r:id="rId21" imgW="66024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799264" y="2001231"/>
                          <a:ext cx="6604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C8A0D67-662D-461E-8DF3-F3ADE22B51E1}"/>
              </a:ext>
            </a:extLst>
          </p:cNvPr>
          <p:cNvGrpSpPr/>
          <p:nvPr/>
        </p:nvGrpSpPr>
        <p:grpSpPr>
          <a:xfrm>
            <a:off x="1052821" y="2362933"/>
            <a:ext cx="7508467" cy="723900"/>
            <a:chOff x="1052821" y="2470670"/>
            <a:chExt cx="7508467" cy="723900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F12F94CF-6D29-41AB-A121-EC75413EBB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5154367"/>
                </p:ext>
              </p:extLst>
            </p:nvPr>
          </p:nvGraphicFramePr>
          <p:xfrm>
            <a:off x="1052821" y="2470670"/>
            <a:ext cx="5219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76" name="Equation" r:id="rId23" imgW="5219640" imgH="723600" progId="Equation.DSMT4">
                    <p:embed/>
                  </p:oleObj>
                </mc:Choice>
                <mc:Fallback>
                  <p:oleObj name="Equation" r:id="rId23" imgW="5219640" imgH="7236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836F8C46-3CBC-47CA-B654-28928F7188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52821" y="2470670"/>
                          <a:ext cx="5219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A2CE24F3-EF6A-45DF-8535-98CE0E1862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093473"/>
                </p:ext>
              </p:extLst>
            </p:nvPr>
          </p:nvGraphicFramePr>
          <p:xfrm>
            <a:off x="7164288" y="2674635"/>
            <a:ext cx="139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77" name="Equation" r:id="rId25" imgW="1396800" imgH="342720" progId="Equation.DSMT4">
                    <p:embed/>
                  </p:oleObj>
                </mc:Choice>
                <mc:Fallback>
                  <p:oleObj name="Equation" r:id="rId25" imgW="1396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164288" y="2674635"/>
                          <a:ext cx="1397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E78C48CA-0CC7-4A93-BF9F-70B2F4CDC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057834"/>
              </p:ext>
            </p:extLst>
          </p:nvPr>
        </p:nvGraphicFramePr>
        <p:xfrm>
          <a:off x="1671638" y="3243476"/>
          <a:ext cx="2286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78" name="Equation" r:id="rId27" imgW="2286000" imgH="380880" progId="Equation.DSMT4">
                  <p:embed/>
                </p:oleObj>
              </mc:Choice>
              <mc:Fallback>
                <p:oleObj name="Equation" r:id="rId27" imgW="2286000" imgH="380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F12F94CF-6D29-41AB-A121-EC75413EBB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71638" y="3243476"/>
                        <a:ext cx="2286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FE93A65-B5C5-4507-8283-1830D08FD3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430268"/>
              </p:ext>
            </p:extLst>
          </p:nvPr>
        </p:nvGraphicFramePr>
        <p:xfrm>
          <a:off x="6146800" y="3245063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79" name="Equation" r:id="rId29" imgW="914400" imgH="306720" progId="Equation.DSMT4">
                  <p:embed/>
                </p:oleObj>
              </mc:Choice>
              <mc:Fallback>
                <p:oleObj name="Equation" r:id="rId29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46800" y="3245063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A91BEBFD-911F-417D-A22E-7E4CB8584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125949"/>
              </p:ext>
            </p:extLst>
          </p:nvPr>
        </p:nvGraphicFramePr>
        <p:xfrm>
          <a:off x="6146800" y="3245063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0" name="Equation" r:id="rId31" imgW="914400" imgH="306720" progId="Equation.DSMT4">
                  <p:embed/>
                </p:oleObj>
              </mc:Choice>
              <mc:Fallback>
                <p:oleObj name="Equation" r:id="rId31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46800" y="3245063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>
            <a:extLst>
              <a:ext uri="{FF2B5EF4-FFF2-40B4-BE49-F238E27FC236}">
                <a16:creationId xmlns:a16="http://schemas.microsoft.com/office/drawing/2014/main" id="{47422CEA-7C7A-4BD5-AE37-1F5946E14B26}"/>
              </a:ext>
            </a:extLst>
          </p:cNvPr>
          <p:cNvGrpSpPr/>
          <p:nvPr/>
        </p:nvGrpSpPr>
        <p:grpSpPr>
          <a:xfrm>
            <a:off x="914864" y="3798363"/>
            <a:ext cx="7544800" cy="601523"/>
            <a:chOff x="914864" y="3906100"/>
            <a:chExt cx="7544800" cy="601523"/>
          </a:xfrm>
        </p:grpSpPr>
        <p:sp>
          <p:nvSpPr>
            <p:cNvPr id="29" name="Rectangle 2">
              <a:extLst>
                <a:ext uri="{FF2B5EF4-FFF2-40B4-BE49-F238E27FC236}">
                  <a16:creationId xmlns:a16="http://schemas.microsoft.com/office/drawing/2014/main" id="{8296ED3E-8C7A-4DA6-B546-0A2FEC239C3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4864" y="3906100"/>
              <a:ext cx="7544800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     时，                                从而存在            使得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9F32A254-483B-4658-8531-72415E1EDF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2046467"/>
                </p:ext>
              </p:extLst>
            </p:nvPr>
          </p:nvGraphicFramePr>
          <p:xfrm>
            <a:off x="1378077" y="4052292"/>
            <a:ext cx="10160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81" name="Equation" r:id="rId32" imgW="1015920" imgH="228600" progId="Equation.DSMT4">
                    <p:embed/>
                  </p:oleObj>
                </mc:Choice>
                <mc:Fallback>
                  <p:oleObj name="Equation" r:id="rId32" imgW="10159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378077" y="4052292"/>
                          <a:ext cx="10160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F5C742D2-EF36-4E23-8C58-B130756612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575864"/>
                </p:ext>
              </p:extLst>
            </p:nvPr>
          </p:nvGraphicFramePr>
          <p:xfrm>
            <a:off x="2993498" y="3954125"/>
            <a:ext cx="2400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82" name="Equation" r:id="rId34" imgW="2400120" imgH="380880" progId="Equation.DSMT4">
                    <p:embed/>
                  </p:oleObj>
                </mc:Choice>
                <mc:Fallback>
                  <p:oleObj name="Equation" r:id="rId34" imgW="2400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2993498" y="3954125"/>
                          <a:ext cx="2400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95D41A96-0EEB-4A55-BD9A-D8FF42E88E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7650526"/>
                </p:ext>
              </p:extLst>
            </p:nvPr>
          </p:nvGraphicFramePr>
          <p:xfrm>
            <a:off x="6857113" y="3986578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83" name="Equation" r:id="rId36" imgW="723600" imgH="330120" progId="Equation.DSMT4">
                    <p:embed/>
                  </p:oleObj>
                </mc:Choice>
                <mc:Fallback>
                  <p:oleObj name="Equation" r:id="rId36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6857113" y="3986578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861C840B-9773-40F1-A272-317D8A7BC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332662"/>
              </p:ext>
            </p:extLst>
          </p:nvPr>
        </p:nvGraphicFramePr>
        <p:xfrm>
          <a:off x="250116" y="4418036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4" name="Equation" r:id="rId38" imgW="1130040" imgH="342720" progId="Equation.DSMT4">
                  <p:embed/>
                </p:oleObj>
              </mc:Choice>
              <mc:Fallback>
                <p:oleObj name="Equation" r:id="rId38" imgW="1130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50116" y="4418036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158F181C-C06D-4D23-8E33-0835B79BA28C}"/>
              </a:ext>
            </a:extLst>
          </p:cNvPr>
          <p:cNvGrpSpPr/>
          <p:nvPr/>
        </p:nvGrpSpPr>
        <p:grpSpPr>
          <a:xfrm>
            <a:off x="1378077" y="4372692"/>
            <a:ext cx="6506291" cy="601523"/>
            <a:chOff x="1378077" y="4480429"/>
            <a:chExt cx="6506291" cy="601523"/>
          </a:xfrm>
        </p:grpSpPr>
        <p:sp>
          <p:nvSpPr>
            <p:cNvPr id="38" name="Rectangle 2">
              <a:extLst>
                <a:ext uri="{FF2B5EF4-FFF2-40B4-BE49-F238E27FC236}">
                  <a16:creationId xmlns:a16="http://schemas.microsoft.com/office/drawing/2014/main" id="{6B070320-7434-4B68-94D6-91FAF842A7A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78077" y="4480429"/>
              <a:ext cx="6506291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                         由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零点定理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，存在性得证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F544DA8D-3A03-467A-8A94-75DD150B1E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6868397"/>
                </p:ext>
              </p:extLst>
            </p:nvPr>
          </p:nvGraphicFramePr>
          <p:xfrm>
            <a:off x="2200771" y="4549110"/>
            <a:ext cx="1727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85" name="Equation" r:id="rId40" imgW="1726920" imgH="342720" progId="Equation.DSMT4">
                    <p:embed/>
                  </p:oleObj>
                </mc:Choice>
                <mc:Fallback>
                  <p:oleObj name="Equation" r:id="rId40" imgW="17269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2200771" y="4549110"/>
                          <a:ext cx="1727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Box 70">
            <a:extLst>
              <a:ext uri="{FF2B5EF4-FFF2-40B4-BE49-F238E27FC236}">
                <a16:creationId xmlns:a16="http://schemas.microsoft.com/office/drawing/2014/main" id="{E3B716B7-28A7-4952-8160-874E4EB23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1011" y="687735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013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863968D-2006-4A54-9A21-687B2C5C8FB4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11510"/>
            <a:ext cx="3240360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唯一性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7647D0F-BBA9-40A3-8442-A056666CB55F}"/>
              </a:ext>
            </a:extLst>
          </p:cNvPr>
          <p:cNvGrpSpPr/>
          <p:nvPr/>
        </p:nvGrpSpPr>
        <p:grpSpPr>
          <a:xfrm>
            <a:off x="1031764" y="1102736"/>
            <a:ext cx="7848872" cy="601523"/>
            <a:chOff x="899592" y="1059705"/>
            <a:chExt cx="7848872" cy="60152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28807A-5A7A-48B3-B060-1BB2C59B065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99592" y="1059705"/>
              <a:ext cx="7848872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时，由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拉格朗日中值定理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B9B197D-887E-48E6-944E-48C820CF6B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4167133"/>
                </p:ext>
              </p:extLst>
            </p:nvPr>
          </p:nvGraphicFramePr>
          <p:xfrm>
            <a:off x="1403648" y="1203722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82" name="Equation" r:id="rId3" imgW="660240" imgH="215640" progId="Equation.DSMT4">
                    <p:embed/>
                  </p:oleObj>
                </mc:Choice>
                <mc:Fallback>
                  <p:oleObj name="Equation" r:id="rId3" imgW="66024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3648" y="1203722"/>
                          <a:ext cx="6604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6227DA9-E20B-467E-9427-7063DBE22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885168"/>
              </p:ext>
            </p:extLst>
          </p:nvPr>
        </p:nvGraphicFramePr>
        <p:xfrm>
          <a:off x="1547664" y="1805245"/>
          <a:ext cx="558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3" name="Equation" r:id="rId5" imgW="5587920" imgH="380880" progId="Equation.DSMT4">
                  <p:embed/>
                </p:oleObj>
              </mc:Choice>
              <mc:Fallback>
                <p:oleObj name="Equation" r:id="rId5" imgW="55879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664" y="1805245"/>
                        <a:ext cx="5588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E253AC88-46ED-46ED-AC22-6E6FD6F16D67}"/>
              </a:ext>
            </a:extLst>
          </p:cNvPr>
          <p:cNvGrpSpPr/>
          <p:nvPr/>
        </p:nvGrpSpPr>
        <p:grpSpPr>
          <a:xfrm>
            <a:off x="899592" y="2680049"/>
            <a:ext cx="4056608" cy="626604"/>
            <a:chOff x="899592" y="2680049"/>
            <a:chExt cx="4056608" cy="626604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6959E836-FC69-4EA7-8888-841A338941D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99592" y="2705130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016B979-76B7-4034-91F8-259970FC9D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5439569"/>
                </p:ext>
              </p:extLst>
            </p:nvPr>
          </p:nvGraphicFramePr>
          <p:xfrm>
            <a:off x="2771800" y="2680049"/>
            <a:ext cx="2184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84" name="Equation" r:id="rId7" imgW="2184120" imgH="380880" progId="Equation.DSMT4">
                    <p:embed/>
                  </p:oleObj>
                </mc:Choice>
                <mc:Fallback>
                  <p:oleObj name="Equation" r:id="rId7" imgW="218412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F6227DA9-E20B-467E-9427-7063DBE229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71800" y="2680049"/>
                          <a:ext cx="2184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2190D4F-1CCD-4772-92A5-0AB1CE44BCD6}"/>
              </a:ext>
            </a:extLst>
          </p:cNvPr>
          <p:cNvGrpSpPr/>
          <p:nvPr/>
        </p:nvGrpSpPr>
        <p:grpSpPr>
          <a:xfrm>
            <a:off x="823241" y="3482272"/>
            <a:ext cx="4972895" cy="601523"/>
            <a:chOff x="823241" y="3482272"/>
            <a:chExt cx="4972895" cy="601523"/>
          </a:xfrm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1E57D94D-4246-443D-9AC2-EDB5E5AD1DF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23241" y="3482272"/>
              <a:ext cx="4972895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          单调递减，唯一性得证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759A99A-4F08-4C85-873E-2FF8B6A942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4843956"/>
                </p:ext>
              </p:extLst>
            </p:nvPr>
          </p:nvGraphicFramePr>
          <p:xfrm>
            <a:off x="1619672" y="355642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85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4B62A3FC-9664-4072-88BE-997607369C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19672" y="355642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9221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19F910-6A97-4718-8248-DFBF8E1C2EC5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339502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设函数         在            内二阶可导，且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B62A3FC-9664-4072-88BE-997607369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822366"/>
              </p:ext>
            </p:extLst>
          </p:nvPr>
        </p:nvGraphicFramePr>
        <p:xfrm>
          <a:off x="2339752" y="41151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4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41151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C47DDC2-7B3D-4B61-86F3-20B811ADA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844890"/>
              </p:ext>
            </p:extLst>
          </p:nvPr>
        </p:nvGraphicFramePr>
        <p:xfrm>
          <a:off x="3544888" y="401638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48" name="Equation" r:id="rId5" imgW="596880" imgH="342720" progId="Equation.DSMT4">
                  <p:embed/>
                </p:oleObj>
              </mc:Choice>
              <mc:Fallback>
                <p:oleObj name="Equation" r:id="rId5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44888" y="401638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3B701B2-77C9-473B-B60A-03AA316D4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118162"/>
              </p:ext>
            </p:extLst>
          </p:nvPr>
        </p:nvGraphicFramePr>
        <p:xfrm>
          <a:off x="6608793" y="369436"/>
          <a:ext cx="166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49" name="Equation" r:id="rId7" imgW="1663560" imgH="482400" progId="Equation.DSMT4">
                  <p:embed/>
                </p:oleObj>
              </mc:Choice>
              <mc:Fallback>
                <p:oleObj name="Equation" r:id="rId7" imgW="16635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8793" y="369436"/>
                        <a:ext cx="1663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7E1D45B-59C0-4E99-B489-32DC14110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845074"/>
              </p:ext>
            </p:extLst>
          </p:nvPr>
        </p:nvGraphicFramePr>
        <p:xfrm>
          <a:off x="252754" y="874111"/>
          <a:ext cx="166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50" name="Equation" r:id="rId9" imgW="1663560" imgH="482400" progId="Equation.DSMT4">
                  <p:embed/>
                </p:oleObj>
              </mc:Choice>
              <mc:Fallback>
                <p:oleObj name="Equation" r:id="rId9" imgW="1663560" imgH="482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3B701B2-77C9-473B-B60A-03AA316D41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2754" y="874111"/>
                        <a:ext cx="1663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A80BA8D-867F-47AF-B7EF-876616364C07}"/>
              </a:ext>
            </a:extLst>
          </p:cNvPr>
          <p:cNvSpPr txBox="1">
            <a:spLocks noChangeArrowheads="1"/>
          </p:cNvSpPr>
          <p:nvPr/>
        </p:nvSpPr>
        <p:spPr>
          <a:xfrm>
            <a:off x="1925979" y="836807"/>
            <a:ext cx="4682814" cy="41925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证： 至少存在一点                使得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280FFE2-8D37-4236-ADA9-EF34EB2CF4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099061"/>
              </p:ext>
            </p:extLst>
          </p:nvPr>
        </p:nvGraphicFramePr>
        <p:xfrm>
          <a:off x="4578206" y="906692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51" name="Equation" r:id="rId11" imgW="1130040" imgH="342720" progId="Equation.DSMT4">
                  <p:embed/>
                </p:oleObj>
              </mc:Choice>
              <mc:Fallback>
                <p:oleObj name="Equation" r:id="rId11" imgW="1130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8206" y="906692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12A8E6D-6B4A-4B3D-B53C-8DF469210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468093"/>
              </p:ext>
            </p:extLst>
          </p:nvPr>
        </p:nvGraphicFramePr>
        <p:xfrm>
          <a:off x="6444208" y="906692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52" name="Equation" r:id="rId13" imgW="1257120" imgH="355320" progId="Equation.DSMT4">
                  <p:embed/>
                </p:oleObj>
              </mc:Choice>
              <mc:Fallback>
                <p:oleObj name="Equation" r:id="rId13" imgW="12571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44208" y="906692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3A02D0FE-DE73-4129-ABD4-38A07AA31F6D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1508215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336B968-7982-496D-A4B2-25B7EF4B5D6E}"/>
              </a:ext>
            </a:extLst>
          </p:cNvPr>
          <p:cNvGrpSpPr/>
          <p:nvPr/>
        </p:nvGrpSpPr>
        <p:grpSpPr>
          <a:xfrm>
            <a:off x="1486376" y="1549702"/>
            <a:ext cx="7046064" cy="601523"/>
            <a:chOff x="1486376" y="1549702"/>
            <a:chExt cx="7046064" cy="601523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E0C61E57-C9EF-4565-9544-3E8162E68E2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86376" y="1549702"/>
              <a:ext cx="7046064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9D6ED12-CF10-40AC-B6F6-13B4F31DEA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753194"/>
                </p:ext>
              </p:extLst>
            </p:nvPr>
          </p:nvGraphicFramePr>
          <p:xfrm>
            <a:off x="1968500" y="1589088"/>
            <a:ext cx="2641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53" name="Equation" r:id="rId15" imgW="2641320" imgH="482400" progId="Equation.DSMT4">
                    <p:embed/>
                  </p:oleObj>
                </mc:Choice>
                <mc:Fallback>
                  <p:oleObj name="Equation" r:id="rId15" imgW="26413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68500" y="1589088"/>
                          <a:ext cx="26416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1BED6B9-1F18-4282-AE41-3A19DAB9A6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3016455"/>
                </p:ext>
              </p:extLst>
            </p:nvPr>
          </p:nvGraphicFramePr>
          <p:xfrm>
            <a:off x="4686300" y="1609725"/>
            <a:ext cx="26670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54" name="Equation" r:id="rId17" imgW="2666880" imgH="482400" progId="Equation.DSMT4">
                    <p:embed/>
                  </p:oleObj>
                </mc:Choice>
                <mc:Fallback>
                  <p:oleObj name="Equation" r:id="rId17" imgW="2666880" imgH="4824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49D6ED12-CF10-40AC-B6F6-13B4F31DEA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686300" y="1609725"/>
                          <a:ext cx="26670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7A53940-6791-4F84-AD2A-58F526FA4B50}"/>
              </a:ext>
            </a:extLst>
          </p:cNvPr>
          <p:cNvGrpSpPr/>
          <p:nvPr/>
        </p:nvGrpSpPr>
        <p:grpSpPr>
          <a:xfrm>
            <a:off x="683568" y="2270988"/>
            <a:ext cx="8280920" cy="601523"/>
            <a:chOff x="683568" y="2270988"/>
            <a:chExt cx="8460432" cy="601523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9EFB6420-EFAF-470E-920C-19C910ED9F89}"/>
                </a:ext>
              </a:extLst>
            </p:cNvPr>
            <p:cNvGrpSpPr/>
            <p:nvPr/>
          </p:nvGrpSpPr>
          <p:grpSpPr>
            <a:xfrm>
              <a:off x="683568" y="2270988"/>
              <a:ext cx="3461395" cy="601523"/>
              <a:chOff x="683568" y="2270988"/>
              <a:chExt cx="3461395" cy="601523"/>
            </a:xfrm>
          </p:grpSpPr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59AD0169-B556-47A0-9DF4-5C12AD13BC1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83568" y="2270988"/>
                <a:ext cx="949587" cy="601523"/>
              </a:xfrm>
              <a:prstGeom prst="rect">
                <a:avLst/>
              </a:prstGeom>
              <a:noFill/>
              <a:ln/>
            </p:spPr>
            <p:txBody>
              <a:bodyPr/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由于</a:t>
                </a:r>
              </a:p>
            </p:txBody>
          </p:sp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DF252861-26BA-419B-94C2-BD2C35B35E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0368939"/>
                  </p:ext>
                </p:extLst>
              </p:nvPr>
            </p:nvGraphicFramePr>
            <p:xfrm>
              <a:off x="1403229" y="2351830"/>
              <a:ext cx="11938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155" name="Equation" r:id="rId19" imgW="1193760" imgH="380880" progId="Equation.DSMT4">
                      <p:embed/>
                    </p:oleObj>
                  </mc:Choice>
                  <mc:Fallback>
                    <p:oleObj name="Equation" r:id="rId19" imgW="1193760" imgH="380880" progId="Equation.DSMT4">
                      <p:embed/>
                      <p:pic>
                        <p:nvPicPr>
                          <p:cNvPr id="12" name="对象 11">
                            <a:extLst>
                              <a:ext uri="{FF2B5EF4-FFF2-40B4-BE49-F238E27FC236}">
                                <a16:creationId xmlns:a16="http://schemas.microsoft.com/office/drawing/2014/main" id="{49D6ED12-CF10-40AC-B6F6-13B4F31DEA2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403229" y="2351830"/>
                            <a:ext cx="11938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39194F4C-059B-40DF-AF69-7D5DC9E6BC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4885236"/>
                  </p:ext>
                </p:extLst>
              </p:nvPr>
            </p:nvGraphicFramePr>
            <p:xfrm>
              <a:off x="2925763" y="2351088"/>
              <a:ext cx="12192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156" name="Equation" r:id="rId21" imgW="1218960" imgH="380880" progId="Equation.DSMT4">
                      <p:embed/>
                    </p:oleObj>
                  </mc:Choice>
                  <mc:Fallback>
                    <p:oleObj name="Equation" r:id="rId21" imgW="1218960" imgH="38088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DF252861-26BA-419B-94C2-BD2C35B35E1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925763" y="2351088"/>
                            <a:ext cx="12192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E8FA9616-0674-46F9-A317-ED730DA197C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144963" y="2270988"/>
              <a:ext cx="499903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    为极小值点， 为极大值点，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5360533-2618-46DD-A9F0-DF8E11FBA8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956340"/>
                </p:ext>
              </p:extLst>
            </p:nvPr>
          </p:nvGraphicFramePr>
          <p:xfrm>
            <a:off x="4913017" y="2290584"/>
            <a:ext cx="241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57" name="Equation" r:id="rId23" imgW="241200" imgH="380880" progId="Equation.DSMT4">
                    <p:embed/>
                  </p:oleObj>
                </mc:Choice>
                <mc:Fallback>
                  <p:oleObj name="Equation" r:id="rId23" imgW="2412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913017" y="2290584"/>
                          <a:ext cx="241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6229E1E-7ECE-4885-B571-6D21DE4331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73004"/>
                </p:ext>
              </p:extLst>
            </p:nvPr>
          </p:nvGraphicFramePr>
          <p:xfrm>
            <a:off x="6869758" y="229058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58" name="Equation" r:id="rId25" imgW="279360" imgH="380880" progId="Equation.DSMT4">
                    <p:embed/>
                  </p:oleObj>
                </mc:Choice>
                <mc:Fallback>
                  <p:oleObj name="Equation" r:id="rId25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869758" y="2290584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FAE8517-54E3-4D0E-8442-A5FEBDB4144A}"/>
              </a:ext>
            </a:extLst>
          </p:cNvPr>
          <p:cNvGrpSpPr/>
          <p:nvPr/>
        </p:nvGrpSpPr>
        <p:grpSpPr>
          <a:xfrm>
            <a:off x="135017" y="2872511"/>
            <a:ext cx="2987362" cy="601523"/>
            <a:chOff x="135017" y="2872511"/>
            <a:chExt cx="2987362" cy="601523"/>
          </a:xfrm>
        </p:grpSpPr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7473AB52-9620-48D7-9581-41DEAA1EB15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5017" y="2872511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989FEF2-98E4-4B43-ADFC-323FCF7424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9169000"/>
                </p:ext>
              </p:extLst>
            </p:nvPr>
          </p:nvGraphicFramePr>
          <p:xfrm>
            <a:off x="760179" y="2900043"/>
            <a:ext cx="2362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59" name="Equation" r:id="rId27" imgW="2361960" imgH="380880" progId="Equation.DSMT4">
                    <p:embed/>
                  </p:oleObj>
                </mc:Choice>
                <mc:Fallback>
                  <p:oleObj name="Equation" r:id="rId27" imgW="2361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60179" y="2900043"/>
                          <a:ext cx="2362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0890596-713D-47B8-A467-1A61C9096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95942"/>
              </p:ext>
            </p:extLst>
          </p:nvPr>
        </p:nvGraphicFramePr>
        <p:xfrm>
          <a:off x="1111250" y="3233738"/>
          <a:ext cx="6248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60" name="Equation" r:id="rId29" imgW="6248160" imgH="723600" progId="Equation.DSMT4">
                  <p:embed/>
                </p:oleObj>
              </mc:Choice>
              <mc:Fallback>
                <p:oleObj name="Equation" r:id="rId29" imgW="62481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11250" y="3233738"/>
                        <a:ext cx="6248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">
            <a:extLst>
              <a:ext uri="{FF2B5EF4-FFF2-40B4-BE49-F238E27FC236}">
                <a16:creationId xmlns:a16="http://schemas.microsoft.com/office/drawing/2014/main" id="{D0BC1528-F8FB-4F05-858D-598FAB6CDCBC}"/>
              </a:ext>
            </a:extLst>
          </p:cNvPr>
          <p:cNvSpPr txBox="1">
            <a:spLocks noChangeArrowheads="1"/>
          </p:cNvSpPr>
          <p:nvPr/>
        </p:nvSpPr>
        <p:spPr>
          <a:xfrm>
            <a:off x="3179268" y="2863429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8E88760-7A84-49EF-8E79-AD789CB30B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488348"/>
              </p:ext>
            </p:extLst>
          </p:nvPr>
        </p:nvGraphicFramePr>
        <p:xfrm>
          <a:off x="772226" y="4075557"/>
          <a:ext cx="416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61" name="Equation" r:id="rId31" imgW="4165560" imgH="723600" progId="Equation.DSMT4">
                  <p:embed/>
                </p:oleObj>
              </mc:Choice>
              <mc:Fallback>
                <p:oleObj name="Equation" r:id="rId31" imgW="4165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2226" y="4075557"/>
                        <a:ext cx="4165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3639AE66-ECCA-4EF1-9FE3-CBE647B07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555549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62" name="Equation" r:id="rId33" imgW="914400" imgH="306720" progId="Equation.DSMT4">
                  <p:embed/>
                </p:oleObj>
              </mc:Choice>
              <mc:Fallback>
                <p:oleObj name="Equation" r:id="rId33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4AD10F9C-CCE6-413E-8E1A-D46C0A741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62299"/>
              </p:ext>
            </p:extLst>
          </p:nvPr>
        </p:nvGraphicFramePr>
        <p:xfrm>
          <a:off x="6146800" y="33528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63" name="Equation" r:id="rId35" imgW="914400" imgH="336960" progId="Equation.DSMT4">
                  <p:embed/>
                </p:oleObj>
              </mc:Choice>
              <mc:Fallback>
                <p:oleObj name="Equation" r:id="rId35" imgW="914400" imgH="336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3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A1DFA9B0-6F44-41F1-9433-D6F96CD5C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119227"/>
              </p:ext>
            </p:extLst>
          </p:nvPr>
        </p:nvGraphicFramePr>
        <p:xfrm>
          <a:off x="6936098" y="3825990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64" name="Equation" r:id="rId37" imgW="2108160" imgH="342720" progId="Equation.DSMT4">
                  <p:embed/>
                </p:oleObj>
              </mc:Choice>
              <mc:Fallback>
                <p:oleObj name="Equation" r:id="rId37" imgW="2108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936098" y="3825990"/>
                        <a:ext cx="210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528A54E8-26DD-4FC9-BFCA-6CF210E9E039}"/>
              </a:ext>
            </a:extLst>
          </p:cNvPr>
          <p:cNvGrpSpPr/>
          <p:nvPr/>
        </p:nvGrpSpPr>
        <p:grpSpPr>
          <a:xfrm>
            <a:off x="5084204" y="4197934"/>
            <a:ext cx="1988654" cy="601523"/>
            <a:chOff x="5084204" y="4197934"/>
            <a:chExt cx="1988654" cy="601523"/>
          </a:xfrm>
        </p:grpSpPr>
        <p:sp>
          <p:nvSpPr>
            <p:cNvPr id="29" name="Rectangle 2">
              <a:extLst>
                <a:ext uri="{FF2B5EF4-FFF2-40B4-BE49-F238E27FC236}">
                  <a16:creationId xmlns:a16="http://schemas.microsoft.com/office/drawing/2014/main" id="{40D9A5FA-202F-4244-A40B-828C53DBBA1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084204" y="4197934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即有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23D6A448-6B1F-4921-A865-8A6E3E453F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2772317"/>
                </p:ext>
              </p:extLst>
            </p:nvPr>
          </p:nvGraphicFramePr>
          <p:xfrm>
            <a:off x="5815558" y="4282698"/>
            <a:ext cx="1257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65" name="Equation" r:id="rId39" imgW="1257120" imgH="355320" progId="Equation.DSMT4">
                    <p:embed/>
                  </p:oleObj>
                </mc:Choice>
                <mc:Fallback>
                  <p:oleObj name="Equation" r:id="rId39" imgW="125712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E12A8E6D-6B4A-4B3D-B53C-8DF4692101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815558" y="4282698"/>
                          <a:ext cx="1257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TextBox 70">
            <a:extLst>
              <a:ext uri="{FF2B5EF4-FFF2-40B4-BE49-F238E27FC236}">
                <a16:creationId xmlns:a16="http://schemas.microsoft.com/office/drawing/2014/main" id="{324E0479-0B88-436E-A174-C9408622D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0666" y="881970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036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D381CE0F-A697-49E7-8CC5-133C131407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1314" y="459598"/>
          <a:ext cx="5499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47" name="Equation" r:id="rId3" imgW="5499000" imgH="380880" progId="Equation.DSMT4">
                  <p:embed/>
                </p:oleObj>
              </mc:Choice>
              <mc:Fallback>
                <p:oleObj name="Equation" r:id="rId3" imgW="5499000" imgH="38088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D381CE0F-A697-49E7-8CC5-133C13140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4" y="459598"/>
                        <a:ext cx="5499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99C9D1C2-EB15-4C41-ACC8-56EA8B4F0F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4" y="908479"/>
          <a:ext cx="2438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48" name="Equation" r:id="rId5" imgW="2438280" imgH="723600" progId="Equation.DSMT4">
                  <p:embed/>
                </p:oleObj>
              </mc:Choice>
              <mc:Fallback>
                <p:oleObj name="Equation" r:id="rId5" imgW="2438280" imgH="723600" progId="Equation.DSMT4">
                  <p:embed/>
                  <p:pic>
                    <p:nvPicPr>
                      <p:cNvPr id="3" name="Object 7">
                        <a:extLst>
                          <a:ext uri="{FF2B5EF4-FFF2-40B4-BE49-F238E27FC236}">
                            <a16:creationId xmlns:a16="http://schemas.microsoft.com/office/drawing/2014/main" id="{99C9D1C2-EB15-4C41-ACC8-56EA8B4F0F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4" y="908479"/>
                        <a:ext cx="2438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55DBA528-3504-438E-8969-84ED772324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434095"/>
              </p:ext>
            </p:extLst>
          </p:nvPr>
        </p:nvGraphicFramePr>
        <p:xfrm>
          <a:off x="5675313" y="1098550"/>
          <a:ext cx="285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49" name="Equation" r:id="rId7" imgW="2857320" imgH="431640" progId="Equation.DSMT4">
                  <p:embed/>
                </p:oleObj>
              </mc:Choice>
              <mc:Fallback>
                <p:oleObj name="Equation" r:id="rId7" imgW="2857320" imgH="431640" progId="Equation.DSMT4">
                  <p:embed/>
                  <p:pic>
                    <p:nvPicPr>
                      <p:cNvPr id="4" name="Object 11">
                        <a:extLst>
                          <a:ext uri="{FF2B5EF4-FFF2-40B4-BE49-F238E27FC236}">
                            <a16:creationId xmlns:a16="http://schemas.microsoft.com/office/drawing/2014/main" id="{55DBA528-3504-438E-8969-84ED772324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13" y="1098550"/>
                        <a:ext cx="285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1">
            <a:extLst>
              <a:ext uri="{FF2B5EF4-FFF2-40B4-BE49-F238E27FC236}">
                <a16:creationId xmlns:a16="http://schemas.microsoft.com/office/drawing/2014/main" id="{BD7EEA98-BC4A-4418-82CB-B04A676E8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144" y="1106208"/>
          <a:ext cx="28384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0" name="Equation" r:id="rId9" imgW="2844720" imgH="380880" progId="Equation.DSMT4">
                  <p:embed/>
                </p:oleObj>
              </mc:Choice>
              <mc:Fallback>
                <p:oleObj name="Equation" r:id="rId9" imgW="2844720" imgH="380880" progId="Equation.DSMT4">
                  <p:embed/>
                  <p:pic>
                    <p:nvPicPr>
                      <p:cNvPr id="5" name="Object 41">
                        <a:extLst>
                          <a:ext uri="{FF2B5EF4-FFF2-40B4-BE49-F238E27FC236}">
                            <a16:creationId xmlns:a16="http://schemas.microsoft.com/office/drawing/2014/main" id="{BD7EEA98-BC4A-4418-82CB-B04A676E8F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144" y="1106208"/>
                        <a:ext cx="28384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3">
            <a:extLst>
              <a:ext uri="{FF2B5EF4-FFF2-40B4-BE49-F238E27FC236}">
                <a16:creationId xmlns:a16="http://schemas.microsoft.com/office/drawing/2014/main" id="{BBE9FC05-4667-42AB-BA9A-3E85CE511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226" y="407339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且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313296D-E52E-408D-B3D9-7C29B9E2C7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328" y="469427"/>
          <a:ext cx="1231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1" name="Equation" r:id="rId11" imgW="1231560" imgH="342720" progId="Equation.DSMT4">
                  <p:embed/>
                </p:oleObj>
              </mc:Choice>
              <mc:Fallback>
                <p:oleObj name="Equation" r:id="rId11" imgW="123156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313296D-E52E-408D-B3D9-7C29B9E2C7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24328" y="469427"/>
                        <a:ext cx="1231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3">
            <a:extLst>
              <a:ext uri="{FF2B5EF4-FFF2-40B4-BE49-F238E27FC236}">
                <a16:creationId xmlns:a16="http://schemas.microsoft.com/office/drawing/2014/main" id="{FAA98943-E12B-46E1-BF9D-12A36268E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922" y="380264"/>
            <a:ext cx="7314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37EC3328-3A98-45CA-9412-71DCD6C41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0539" y="2366806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2" name="Equation" r:id="rId13" imgW="863280" imgH="342720" progId="Equation.DSMT4">
                  <p:embed/>
                </p:oleObj>
              </mc:Choice>
              <mc:Fallback>
                <p:oleObj name="Equation" r:id="rId13" imgW="863280" imgH="342720" progId="Equation.DSMT4">
                  <p:embed/>
                  <p:pic>
                    <p:nvPicPr>
                      <p:cNvPr id="10" name="Object 12">
                        <a:extLst>
                          <a:ext uri="{FF2B5EF4-FFF2-40B4-BE49-F238E27FC236}">
                            <a16:creationId xmlns:a16="http://schemas.microsoft.com/office/drawing/2014/main" id="{37EC3328-3A98-45CA-9412-71DCD6C414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539" y="2366806"/>
                        <a:ext cx="863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6">
            <a:extLst>
              <a:ext uri="{FF2B5EF4-FFF2-40B4-BE49-F238E27FC236}">
                <a16:creationId xmlns:a16="http://schemas.microsoft.com/office/drawing/2014/main" id="{736B41F3-DBE1-4F2C-89D9-7D23E3C2F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916006"/>
              </p:ext>
            </p:extLst>
          </p:nvPr>
        </p:nvGraphicFramePr>
        <p:xfrm>
          <a:off x="6646863" y="2101850"/>
          <a:ext cx="2209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3" name="Equation" r:id="rId15" imgW="2209680" imgH="799920" progId="Equation.DSMT4">
                  <p:embed/>
                </p:oleObj>
              </mc:Choice>
              <mc:Fallback>
                <p:oleObj name="Equation" r:id="rId15" imgW="2209680" imgH="799920" progId="Equation.DSMT4">
                  <p:embed/>
                  <p:pic>
                    <p:nvPicPr>
                      <p:cNvPr id="13" name="Object 26">
                        <a:extLst>
                          <a:ext uri="{FF2B5EF4-FFF2-40B4-BE49-F238E27FC236}">
                            <a16:creationId xmlns:a16="http://schemas.microsoft.com/office/drawing/2014/main" id="{736B41F3-DBE1-4F2C-89D9-7D23E3C2F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863" y="2101850"/>
                        <a:ext cx="2209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7">
            <a:extLst>
              <a:ext uri="{FF2B5EF4-FFF2-40B4-BE49-F238E27FC236}">
                <a16:creationId xmlns:a16="http://schemas.microsoft.com/office/drawing/2014/main" id="{7B27A3BE-1904-4060-8BFE-BDA621C4D6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5726" y="2128821"/>
          <a:ext cx="673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4" name="Equation" r:id="rId17" imgW="672840" imgH="723600" progId="Equation.DSMT4">
                  <p:embed/>
                </p:oleObj>
              </mc:Choice>
              <mc:Fallback>
                <p:oleObj name="Equation" r:id="rId17" imgW="672840" imgH="723600" progId="Equation.DSMT4">
                  <p:embed/>
                  <p:pic>
                    <p:nvPicPr>
                      <p:cNvPr id="14" name="Object 27">
                        <a:extLst>
                          <a:ext uri="{FF2B5EF4-FFF2-40B4-BE49-F238E27FC236}">
                            <a16:creationId xmlns:a16="http://schemas.microsoft.com/office/drawing/2014/main" id="{7B27A3BE-1904-4060-8BFE-BDA621C4D6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726" y="2128821"/>
                        <a:ext cx="673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9">
            <a:extLst>
              <a:ext uri="{FF2B5EF4-FFF2-40B4-BE49-F238E27FC236}">
                <a16:creationId xmlns:a16="http://schemas.microsoft.com/office/drawing/2014/main" id="{3323AC54-0502-41A7-8EAC-41C05BA73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663399"/>
              </p:ext>
            </p:extLst>
          </p:nvPr>
        </p:nvGraphicFramePr>
        <p:xfrm>
          <a:off x="4406456" y="2116121"/>
          <a:ext cx="223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5" name="Equation" r:id="rId19" imgW="2234880" imgH="736560" progId="Equation.DSMT4">
                  <p:embed/>
                </p:oleObj>
              </mc:Choice>
              <mc:Fallback>
                <p:oleObj name="Equation" r:id="rId19" imgW="2234880" imgH="736560" progId="Equation.DSMT4">
                  <p:embed/>
                  <p:pic>
                    <p:nvPicPr>
                      <p:cNvPr id="16" name="Object 29">
                        <a:extLst>
                          <a:ext uri="{FF2B5EF4-FFF2-40B4-BE49-F238E27FC236}">
                            <a16:creationId xmlns:a16="http://schemas.microsoft.com/office/drawing/2014/main" id="{3323AC54-0502-41A7-8EAC-41C05BA73A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456" y="2116121"/>
                        <a:ext cx="2235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0">
            <a:extLst>
              <a:ext uri="{FF2B5EF4-FFF2-40B4-BE49-F238E27FC236}">
                <a16:creationId xmlns:a16="http://schemas.microsoft.com/office/drawing/2014/main" id="{EF77A30F-92EA-4CA4-A634-C58528689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5433" y="2128821"/>
          <a:ext cx="175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6" name="Equation" r:id="rId21" imgW="1752480" imgH="723600" progId="Equation.DSMT4">
                  <p:embed/>
                </p:oleObj>
              </mc:Choice>
              <mc:Fallback>
                <p:oleObj name="Equation" r:id="rId21" imgW="1752480" imgH="723600" progId="Equation.DSMT4">
                  <p:embed/>
                  <p:pic>
                    <p:nvPicPr>
                      <p:cNvPr id="17" name="Object 30">
                        <a:extLst>
                          <a:ext uri="{FF2B5EF4-FFF2-40B4-BE49-F238E27FC236}">
                            <a16:creationId xmlns:a16="http://schemas.microsoft.com/office/drawing/2014/main" id="{EF77A30F-92EA-4CA4-A634-C58528689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433" y="2128821"/>
                        <a:ext cx="1752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31">
            <a:extLst>
              <a:ext uri="{FF2B5EF4-FFF2-40B4-BE49-F238E27FC236}">
                <a16:creationId xmlns:a16="http://schemas.microsoft.com/office/drawing/2014/main" id="{E3F522C6-6CD9-4760-815F-E42E32E14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751" y="2081056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endParaRPr lang="zh-CN" altLang="zh-CN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0B0ED9F-A875-4507-AB93-28EB4E390D1C}"/>
              </a:ext>
            </a:extLst>
          </p:cNvPr>
          <p:cNvGrpSpPr/>
          <p:nvPr/>
        </p:nvGrpSpPr>
        <p:grpSpPr>
          <a:xfrm>
            <a:off x="1237107" y="1676322"/>
            <a:ext cx="3099869" cy="489273"/>
            <a:chOff x="1237107" y="1676322"/>
            <a:chExt cx="3099869" cy="489273"/>
          </a:xfrm>
        </p:grpSpPr>
        <p:graphicFrame>
          <p:nvGraphicFramePr>
            <p:cNvPr id="11" name="Object 22">
              <a:extLst>
                <a:ext uri="{FF2B5EF4-FFF2-40B4-BE49-F238E27FC236}">
                  <a16:creationId xmlns:a16="http://schemas.microsoft.com/office/drawing/2014/main" id="{5BF0FBEA-E366-4BD0-924D-FBC048B3AA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7401" y="1769844"/>
            <a:ext cx="1206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957" name="Equation" r:id="rId23" imgW="1206360" imgH="342720" progId="Equation.DSMT4">
                    <p:embed/>
                  </p:oleObj>
                </mc:Choice>
                <mc:Fallback>
                  <p:oleObj name="Equation" r:id="rId23" imgW="1206360" imgH="342720" progId="Equation.DSMT4">
                    <p:embed/>
                    <p:pic>
                      <p:nvPicPr>
                        <p:cNvPr id="11" name="Object 22">
                          <a:extLst>
                            <a:ext uri="{FF2B5EF4-FFF2-40B4-BE49-F238E27FC236}">
                              <a16:creationId xmlns:a16="http://schemas.microsoft.com/office/drawing/2014/main" id="{5BF0FBEA-E366-4BD0-924D-FBC048B3AA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7401" y="1769844"/>
                          <a:ext cx="1206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24">
              <a:extLst>
                <a:ext uri="{FF2B5EF4-FFF2-40B4-BE49-F238E27FC236}">
                  <a16:creationId xmlns:a16="http://schemas.microsoft.com/office/drawing/2014/main" id="{7A71D81C-AC52-44D3-933D-2CDCCA0DB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7107" y="1676322"/>
              <a:ext cx="22034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由题设对</a:t>
              </a:r>
            </a:p>
          </p:txBody>
        </p:sp>
        <p:sp>
          <p:nvSpPr>
            <p:cNvPr id="19" name="Text Box 32">
              <a:extLst>
                <a:ext uri="{FF2B5EF4-FFF2-40B4-BE49-F238E27FC236}">
                  <a16:creationId xmlns:a16="http://schemas.microsoft.com/office/drawing/2014/main" id="{A35B80C9-E815-45C8-84C3-A6E69E2A9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533" y="1703930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/>
                <a:t>有</a:t>
              </a:r>
            </a:p>
          </p:txBody>
        </p:sp>
      </p:grpSp>
      <p:graphicFrame>
        <p:nvGraphicFramePr>
          <p:cNvPr id="21" name="Object 15">
            <a:extLst>
              <a:ext uri="{FF2B5EF4-FFF2-40B4-BE49-F238E27FC236}">
                <a16:creationId xmlns:a16="http://schemas.microsoft.com/office/drawing/2014/main" id="{DF0878D5-E194-4660-B651-0A2ADE43B3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9788" y="3539670"/>
          <a:ext cx="2971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8" name="Equation" r:id="rId25" imgW="2971800" imgH="723600" progId="Equation.DSMT4">
                  <p:embed/>
                </p:oleObj>
              </mc:Choice>
              <mc:Fallback>
                <p:oleObj name="Equation" r:id="rId25" imgW="2971800" imgH="723600" progId="Equation.DSMT4">
                  <p:embed/>
                  <p:pic>
                    <p:nvPicPr>
                      <p:cNvPr id="21" name="Object 15">
                        <a:extLst>
                          <a:ext uri="{FF2B5EF4-FFF2-40B4-BE49-F238E27FC236}">
                            <a16:creationId xmlns:a16="http://schemas.microsoft.com/office/drawing/2014/main" id="{DF0878D5-E194-4660-B651-0A2ADE43B3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8" y="3539670"/>
                        <a:ext cx="2971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4">
            <a:extLst>
              <a:ext uri="{FF2B5EF4-FFF2-40B4-BE49-F238E27FC236}">
                <a16:creationId xmlns:a16="http://schemas.microsoft.com/office/drawing/2014/main" id="{3DD98F96-83B2-4A57-851B-CFD305F84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3733" y="2987486"/>
          <a:ext cx="901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9" name="Equation" r:id="rId27" imgW="901440" imgH="723600" progId="Equation.DSMT4">
                  <p:embed/>
                </p:oleObj>
              </mc:Choice>
              <mc:Fallback>
                <p:oleObj name="Equation" r:id="rId27" imgW="901440" imgH="723600" progId="Equation.DSMT4">
                  <p:embed/>
                  <p:pic>
                    <p:nvPicPr>
                      <p:cNvPr id="22" name="Object 34">
                        <a:extLst>
                          <a:ext uri="{FF2B5EF4-FFF2-40B4-BE49-F238E27FC236}">
                            <a16:creationId xmlns:a16="http://schemas.microsoft.com/office/drawing/2014/main" id="{3DD98F96-83B2-4A57-851B-CFD305F848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3733" y="2987486"/>
                        <a:ext cx="901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48">
            <a:extLst>
              <a:ext uri="{FF2B5EF4-FFF2-40B4-BE49-F238E27FC236}">
                <a16:creationId xmlns:a16="http://schemas.microsoft.com/office/drawing/2014/main" id="{5380301F-28E0-4D2A-89F4-2E6B75A58132}"/>
              </a:ext>
            </a:extLst>
          </p:cNvPr>
          <p:cNvGrpSpPr>
            <a:grpSpLocks/>
          </p:cNvGrpSpPr>
          <p:nvPr/>
        </p:nvGrpSpPr>
        <p:grpSpPr bwMode="auto">
          <a:xfrm>
            <a:off x="2744788" y="2951165"/>
            <a:ext cx="2362200" cy="817563"/>
            <a:chOff x="1329" y="1907"/>
            <a:chExt cx="1488" cy="515"/>
          </a:xfrm>
        </p:grpSpPr>
        <p:graphicFrame>
          <p:nvGraphicFramePr>
            <p:cNvPr id="24" name="Object 36">
              <a:extLst>
                <a:ext uri="{FF2B5EF4-FFF2-40B4-BE49-F238E27FC236}">
                  <a16:creationId xmlns:a16="http://schemas.microsoft.com/office/drawing/2014/main" id="{4C70340D-D844-4419-AE6F-E1D6991D6B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3744151"/>
                </p:ext>
              </p:extLst>
            </p:nvPr>
          </p:nvGraphicFramePr>
          <p:xfrm>
            <a:off x="2201" y="1907"/>
            <a:ext cx="616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960" name="Equation" r:id="rId29" imgW="977760" imgH="723600" progId="Equation.DSMT4">
                    <p:embed/>
                  </p:oleObj>
                </mc:Choice>
                <mc:Fallback>
                  <p:oleObj name="Equation" r:id="rId29" imgW="977760" imgH="723600" progId="Equation.DSMT4">
                    <p:embed/>
                    <p:pic>
                      <p:nvPicPr>
                        <p:cNvPr id="24" name="Object 36">
                          <a:extLst>
                            <a:ext uri="{FF2B5EF4-FFF2-40B4-BE49-F238E27FC236}">
                              <a16:creationId xmlns:a16="http://schemas.microsoft.com/office/drawing/2014/main" id="{4C70340D-D844-4419-AE6F-E1D6991D6B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1" y="1907"/>
                          <a:ext cx="616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37">
              <a:extLst>
                <a:ext uri="{FF2B5EF4-FFF2-40B4-BE49-F238E27FC236}">
                  <a16:creationId xmlns:a16="http://schemas.microsoft.com/office/drawing/2014/main" id="{E742C18F-6D47-4DFA-B206-13607E7EE8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9" y="1918"/>
            <a:ext cx="848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961" name="Equation" r:id="rId31" imgW="1346040" imgH="799920" progId="Equation.DSMT4">
                    <p:embed/>
                  </p:oleObj>
                </mc:Choice>
                <mc:Fallback>
                  <p:oleObj name="Equation" r:id="rId31" imgW="1346040" imgH="799920" progId="Equation.DSMT4">
                    <p:embed/>
                    <p:pic>
                      <p:nvPicPr>
                        <p:cNvPr id="25" name="Object 37">
                          <a:extLst>
                            <a:ext uri="{FF2B5EF4-FFF2-40B4-BE49-F238E27FC236}">
                              <a16:creationId xmlns:a16="http://schemas.microsoft.com/office/drawing/2014/main" id="{E742C18F-6D47-4DFA-B206-13607E7EE8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9" y="1918"/>
                          <a:ext cx="848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38">
            <a:extLst>
              <a:ext uri="{FF2B5EF4-FFF2-40B4-BE49-F238E27FC236}">
                <a16:creationId xmlns:a16="http://schemas.microsoft.com/office/drawing/2014/main" id="{E250399A-6B57-45A2-84B3-1AC36EAF6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5088" y="2913065"/>
          <a:ext cx="2260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2" name="Equation" r:id="rId33" imgW="2260440" imgH="799920" progId="Equation.DSMT4">
                  <p:embed/>
                </p:oleObj>
              </mc:Choice>
              <mc:Fallback>
                <p:oleObj name="Equation" r:id="rId33" imgW="2260440" imgH="799920" progId="Equation.DSMT4">
                  <p:embed/>
                  <p:pic>
                    <p:nvPicPr>
                      <p:cNvPr id="26" name="Object 38">
                        <a:extLst>
                          <a:ext uri="{FF2B5EF4-FFF2-40B4-BE49-F238E27FC236}">
                            <a16:creationId xmlns:a16="http://schemas.microsoft.com/office/drawing/2014/main" id="{E250399A-6B57-45A2-84B3-1AC36EAF66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088" y="2913065"/>
                        <a:ext cx="2260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6">
            <a:extLst>
              <a:ext uri="{FF2B5EF4-FFF2-40B4-BE49-F238E27FC236}">
                <a16:creationId xmlns:a16="http://schemas.microsoft.com/office/drawing/2014/main" id="{0CDF69A2-5C24-45EE-BEB0-D6EDF70099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3300" y="4248150"/>
          <a:ext cx="23415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3" name="Equation" r:id="rId35" imgW="2349360" imgH="380880" progId="Equation.DSMT4">
                  <p:embed/>
                </p:oleObj>
              </mc:Choice>
              <mc:Fallback>
                <p:oleObj name="Equation" r:id="rId35" imgW="2349360" imgH="380880" progId="Equation.DSMT4">
                  <p:embed/>
                  <p:pic>
                    <p:nvPicPr>
                      <p:cNvPr id="27" name="Object 46">
                        <a:extLst>
                          <a:ext uri="{FF2B5EF4-FFF2-40B4-BE49-F238E27FC236}">
                            <a16:creationId xmlns:a16="http://schemas.microsoft.com/office/drawing/2014/main" id="{0CDF69A2-5C24-45EE-BEB0-D6EDF70099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4248150"/>
                        <a:ext cx="23415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7A88048D-BF14-478B-826C-7E3B1A23F399}"/>
              </a:ext>
            </a:extLst>
          </p:cNvPr>
          <p:cNvSpPr/>
          <p:nvPr/>
        </p:nvSpPr>
        <p:spPr>
          <a:xfrm>
            <a:off x="865533" y="1711130"/>
            <a:ext cx="4500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证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837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027">
            <a:extLst>
              <a:ext uri="{FF2B5EF4-FFF2-40B4-BE49-F238E27FC236}">
                <a16:creationId xmlns:a16="http://schemas.microsoft.com/office/drawing/2014/main" id="{68198B5F-4C12-4E70-B2E2-D1AC146E0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807494"/>
              </p:ext>
            </p:extLst>
          </p:nvPr>
        </p:nvGraphicFramePr>
        <p:xfrm>
          <a:off x="1628829" y="1422327"/>
          <a:ext cx="901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6" name="Equation" r:id="rId3" imgW="901440" imgH="723600" progId="Equation.DSMT4">
                  <p:embed/>
                </p:oleObj>
              </mc:Choice>
              <mc:Fallback>
                <p:oleObj name="Equation" r:id="rId3" imgW="901440" imgH="723600" progId="Equation.DSMT4">
                  <p:embed/>
                  <p:pic>
                    <p:nvPicPr>
                      <p:cNvPr id="3" name="Object 1027">
                        <a:extLst>
                          <a:ext uri="{FF2B5EF4-FFF2-40B4-BE49-F238E27FC236}">
                            <a16:creationId xmlns:a16="http://schemas.microsoft.com/office/drawing/2014/main" id="{68198B5F-4C12-4E70-B2E2-D1AC146E0E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829" y="1422327"/>
                        <a:ext cx="901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29">
            <a:extLst>
              <a:ext uri="{FF2B5EF4-FFF2-40B4-BE49-F238E27FC236}">
                <a16:creationId xmlns:a16="http://schemas.microsoft.com/office/drawing/2014/main" id="{7BBCEF00-1398-4BA8-801A-4582114E69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763331"/>
              </p:ext>
            </p:extLst>
          </p:nvPr>
        </p:nvGraphicFramePr>
        <p:xfrm>
          <a:off x="4380830" y="390978"/>
          <a:ext cx="205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7" name="Equation" r:id="rId5" imgW="2057400" imgH="736560" progId="Equation.DSMT4">
                  <p:embed/>
                </p:oleObj>
              </mc:Choice>
              <mc:Fallback>
                <p:oleObj name="Equation" r:id="rId5" imgW="2057400" imgH="736560" progId="Equation.DSMT4">
                  <p:embed/>
                  <p:pic>
                    <p:nvPicPr>
                      <p:cNvPr id="5" name="Object 1029">
                        <a:extLst>
                          <a:ext uri="{FF2B5EF4-FFF2-40B4-BE49-F238E27FC236}">
                            <a16:creationId xmlns:a16="http://schemas.microsoft.com/office/drawing/2014/main" id="{7BBCEF00-1398-4BA8-801A-4582114E6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0830" y="390978"/>
                        <a:ext cx="2057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30">
            <a:extLst>
              <a:ext uri="{FF2B5EF4-FFF2-40B4-BE49-F238E27FC236}">
                <a16:creationId xmlns:a16="http://schemas.microsoft.com/office/drawing/2014/main" id="{F35B38AE-726E-49A5-9A0D-CBF10B93D5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206304"/>
              </p:ext>
            </p:extLst>
          </p:nvPr>
        </p:nvGraphicFramePr>
        <p:xfrm>
          <a:off x="4463103" y="1472867"/>
          <a:ext cx="2032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8" name="Equation" r:id="rId7" imgW="2031840" imgH="736560" progId="Equation.DSMT4">
                  <p:embed/>
                </p:oleObj>
              </mc:Choice>
              <mc:Fallback>
                <p:oleObj name="Equation" r:id="rId7" imgW="2031840" imgH="736560" progId="Equation.DSMT4">
                  <p:embed/>
                  <p:pic>
                    <p:nvPicPr>
                      <p:cNvPr id="6" name="Object 1030">
                        <a:extLst>
                          <a:ext uri="{FF2B5EF4-FFF2-40B4-BE49-F238E27FC236}">
                            <a16:creationId xmlns:a16="http://schemas.microsoft.com/office/drawing/2014/main" id="{F35B38AE-726E-49A5-9A0D-CBF10B93D5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3103" y="1472867"/>
                        <a:ext cx="2032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32">
            <a:extLst>
              <a:ext uri="{FF2B5EF4-FFF2-40B4-BE49-F238E27FC236}">
                <a16:creationId xmlns:a16="http://schemas.microsoft.com/office/drawing/2014/main" id="{D4DBBA5C-1D81-440F-9A47-0E80BF6B09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809420"/>
              </p:ext>
            </p:extLst>
          </p:nvPr>
        </p:nvGraphicFramePr>
        <p:xfrm>
          <a:off x="1567804" y="353370"/>
          <a:ext cx="901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9" name="Equation" r:id="rId9" imgW="901440" imgH="723600" progId="Equation.DSMT4">
                  <p:embed/>
                </p:oleObj>
              </mc:Choice>
              <mc:Fallback>
                <p:oleObj name="Equation" r:id="rId9" imgW="901440" imgH="723600" progId="Equation.DSMT4">
                  <p:embed/>
                  <p:pic>
                    <p:nvPicPr>
                      <p:cNvPr id="8" name="Object 1032">
                        <a:extLst>
                          <a:ext uri="{FF2B5EF4-FFF2-40B4-BE49-F238E27FC236}">
                            <a16:creationId xmlns:a16="http://schemas.microsoft.com/office/drawing/2014/main" id="{D4DBBA5C-1D81-440F-9A47-0E80BF6B09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804" y="353370"/>
                        <a:ext cx="901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33">
            <a:extLst>
              <a:ext uri="{FF2B5EF4-FFF2-40B4-BE49-F238E27FC236}">
                <a16:creationId xmlns:a16="http://schemas.microsoft.com/office/drawing/2014/main" id="{80D1EF81-099D-4990-900E-83614C4482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745422"/>
              </p:ext>
            </p:extLst>
          </p:nvPr>
        </p:nvGraphicFramePr>
        <p:xfrm>
          <a:off x="2483768" y="34702"/>
          <a:ext cx="1993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0" name="Equation" r:id="rId11" imgW="1993680" imgH="1079280" progId="Equation.DSMT4">
                  <p:embed/>
                </p:oleObj>
              </mc:Choice>
              <mc:Fallback>
                <p:oleObj name="Equation" r:id="rId11" imgW="1993680" imgH="1079280" progId="Equation.DSMT4">
                  <p:embed/>
                  <p:pic>
                    <p:nvPicPr>
                      <p:cNvPr id="9" name="Object 1033">
                        <a:extLst>
                          <a:ext uri="{FF2B5EF4-FFF2-40B4-BE49-F238E27FC236}">
                            <a16:creationId xmlns:a16="http://schemas.microsoft.com/office/drawing/2014/main" id="{80D1EF81-099D-4990-900E-83614C448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4702"/>
                        <a:ext cx="19939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5">
            <a:extLst>
              <a:ext uri="{FF2B5EF4-FFF2-40B4-BE49-F238E27FC236}">
                <a16:creationId xmlns:a16="http://schemas.microsoft.com/office/drawing/2014/main" id="{80ECFF9B-62B0-4C67-B8C7-E59FF4F3C7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782592"/>
              </p:ext>
            </p:extLst>
          </p:nvPr>
        </p:nvGraphicFramePr>
        <p:xfrm>
          <a:off x="2576876" y="1112243"/>
          <a:ext cx="1943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1" name="Equation" r:id="rId13" imgW="1942920" imgH="1079280" progId="Equation.DSMT4">
                  <p:embed/>
                </p:oleObj>
              </mc:Choice>
              <mc:Fallback>
                <p:oleObj name="Equation" r:id="rId13" imgW="1942920" imgH="1079280" progId="Equation.DSMT4">
                  <p:embed/>
                  <p:pic>
                    <p:nvPicPr>
                      <p:cNvPr id="11" name="Object 1035">
                        <a:extLst>
                          <a:ext uri="{FF2B5EF4-FFF2-40B4-BE49-F238E27FC236}">
                            <a16:creationId xmlns:a16="http://schemas.microsoft.com/office/drawing/2014/main" id="{80ECFF9B-62B0-4C67-B8C7-E59FF4F3C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876" y="1112243"/>
                        <a:ext cx="19431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F38CEF0-0968-432E-A26C-641C5EDC26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311588"/>
              </p:ext>
            </p:extLst>
          </p:nvPr>
        </p:nvGraphicFramePr>
        <p:xfrm>
          <a:off x="527236" y="1612827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2" name="Equation" r:id="rId15" imgW="1015920" imgH="342720" progId="Equation.DSMT4">
                  <p:embed/>
                </p:oleObj>
              </mc:Choice>
              <mc:Fallback>
                <p:oleObj name="Equation" r:id="rId15" imgW="101592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F38CEF0-0968-432E-A26C-641C5EDC2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7236" y="1612827"/>
                        <a:ext cx="1016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F5E71BF-0D7D-461A-9292-2F812FBFBD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60184"/>
              </p:ext>
            </p:extLst>
          </p:nvPr>
        </p:nvGraphicFramePr>
        <p:xfrm>
          <a:off x="527148" y="584787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3" name="Equation" r:id="rId17" imgW="1015920" imgH="342720" progId="Equation.DSMT4">
                  <p:embed/>
                </p:oleObj>
              </mc:Choice>
              <mc:Fallback>
                <p:oleObj name="Equation" r:id="rId17" imgW="101592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FF5E71BF-0D7D-461A-9292-2F812FBFB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7148" y="584787"/>
                        <a:ext cx="1016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CB9AF17-7B45-4212-8C7D-1D134C294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516588"/>
              </p:ext>
            </p:extLst>
          </p:nvPr>
        </p:nvGraphicFramePr>
        <p:xfrm>
          <a:off x="6599618" y="388343"/>
          <a:ext cx="1435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4" name="Equation" r:id="rId19" imgW="1434960" imgH="723600" progId="Equation.DSMT4">
                  <p:embed/>
                </p:oleObj>
              </mc:Choice>
              <mc:Fallback>
                <p:oleObj name="Equation" r:id="rId19" imgW="1434960" imgH="723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CB9AF17-7B45-4212-8C7D-1D134C294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99618" y="388343"/>
                        <a:ext cx="1435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36A150F-0E37-4CDF-A774-BF25D30FC2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704450"/>
              </p:ext>
            </p:extLst>
          </p:nvPr>
        </p:nvGraphicFramePr>
        <p:xfrm>
          <a:off x="6641926" y="1485567"/>
          <a:ext cx="1435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5" name="Equation" r:id="rId21" imgW="1434960" imgH="723600" progId="Equation.DSMT4">
                  <p:embed/>
                </p:oleObj>
              </mc:Choice>
              <mc:Fallback>
                <p:oleObj name="Equation" r:id="rId21" imgW="143496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36A150F-0E37-4CDF-A774-BF25D30FC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41926" y="1485567"/>
                        <a:ext cx="1435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36">
            <a:extLst>
              <a:ext uri="{FF2B5EF4-FFF2-40B4-BE49-F238E27FC236}">
                <a16:creationId xmlns:a16="http://schemas.microsoft.com/office/drawing/2014/main" id="{D3A8E751-03B4-41D1-AB0B-DE82B2ACF2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266696"/>
              </p:ext>
            </p:extLst>
          </p:nvPr>
        </p:nvGraphicFramePr>
        <p:xfrm>
          <a:off x="1049412" y="2937762"/>
          <a:ext cx="368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6" name="Equation" r:id="rId23" imgW="368280" imgH="266400" progId="Equation.DSMT4">
                  <p:embed/>
                </p:oleObj>
              </mc:Choice>
              <mc:Fallback>
                <p:oleObj name="Equation" r:id="rId23" imgW="368280" imgH="266400" progId="Equation.DSMT4">
                  <p:embed/>
                  <p:pic>
                    <p:nvPicPr>
                      <p:cNvPr id="16" name="Object 1036">
                        <a:extLst>
                          <a:ext uri="{FF2B5EF4-FFF2-40B4-BE49-F238E27FC236}">
                            <a16:creationId xmlns:a16="http://schemas.microsoft.com/office/drawing/2014/main" id="{D3A8E751-03B4-41D1-AB0B-DE82B2ACF2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412" y="2937762"/>
                        <a:ext cx="3683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037">
            <a:extLst>
              <a:ext uri="{FF2B5EF4-FFF2-40B4-BE49-F238E27FC236}">
                <a16:creationId xmlns:a16="http://schemas.microsoft.com/office/drawing/2014/main" id="{611A97F7-11A0-4B68-9796-800844A32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26" y="2192138"/>
            <a:ext cx="289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下式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减</a:t>
            </a:r>
            <a:r>
              <a:rPr lang="zh-CN" altLang="en-US" sz="2400" b="1" dirty="0">
                <a:latin typeface="+mj-ea"/>
                <a:ea typeface="+mj-ea"/>
              </a:rPr>
              <a:t>上式 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18" name="Object 1038">
            <a:extLst>
              <a:ext uri="{FF2B5EF4-FFF2-40B4-BE49-F238E27FC236}">
                <a16:creationId xmlns:a16="http://schemas.microsoft.com/office/drawing/2014/main" id="{351AD21E-D3C6-40CF-8CB0-A209CB847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393751"/>
              </p:ext>
            </p:extLst>
          </p:nvPr>
        </p:nvGraphicFramePr>
        <p:xfrm>
          <a:off x="1515393" y="2702378"/>
          <a:ext cx="270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7" name="Equation" r:id="rId25" imgW="2705040" imgH="736560" progId="Equation.DSMT4">
                  <p:embed/>
                </p:oleObj>
              </mc:Choice>
              <mc:Fallback>
                <p:oleObj name="Equation" r:id="rId25" imgW="2705040" imgH="736560" progId="Equation.DSMT4">
                  <p:embed/>
                  <p:pic>
                    <p:nvPicPr>
                      <p:cNvPr id="18" name="Object 1038">
                        <a:extLst>
                          <a:ext uri="{FF2B5EF4-FFF2-40B4-BE49-F238E27FC236}">
                            <a16:creationId xmlns:a16="http://schemas.microsoft.com/office/drawing/2014/main" id="{351AD21E-D3C6-40CF-8CB0-A209CB8476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5393" y="2702378"/>
                        <a:ext cx="2705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39">
            <a:extLst>
              <a:ext uri="{FF2B5EF4-FFF2-40B4-BE49-F238E27FC236}">
                <a16:creationId xmlns:a16="http://schemas.microsoft.com/office/drawing/2014/main" id="{575B12B5-7DB3-46E8-8A58-4305FE3353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707041"/>
              </p:ext>
            </p:extLst>
          </p:nvPr>
        </p:nvGraphicFramePr>
        <p:xfrm>
          <a:off x="4241130" y="2702378"/>
          <a:ext cx="313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8" name="Equation" r:id="rId27" imgW="3136680" imgH="736560" progId="Equation.DSMT4">
                  <p:embed/>
                </p:oleObj>
              </mc:Choice>
              <mc:Fallback>
                <p:oleObj name="Equation" r:id="rId27" imgW="3136680" imgH="736560" progId="Equation.DSMT4">
                  <p:embed/>
                  <p:pic>
                    <p:nvPicPr>
                      <p:cNvPr id="19" name="Object 1039">
                        <a:extLst>
                          <a:ext uri="{FF2B5EF4-FFF2-40B4-BE49-F238E27FC236}">
                            <a16:creationId xmlns:a16="http://schemas.microsoft.com/office/drawing/2014/main" id="{575B12B5-7DB3-46E8-8A58-4305FE3353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130" y="2702378"/>
                        <a:ext cx="3136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40">
            <a:extLst>
              <a:ext uri="{FF2B5EF4-FFF2-40B4-BE49-F238E27FC236}">
                <a16:creationId xmlns:a16="http://schemas.microsoft.com/office/drawing/2014/main" id="{10D20BD5-DE40-48C7-8AE1-75BC23632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196988"/>
              </p:ext>
            </p:extLst>
          </p:nvPr>
        </p:nvGraphicFramePr>
        <p:xfrm>
          <a:off x="1250280" y="4083503"/>
          <a:ext cx="1587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9" name="Equation" r:id="rId29" imgW="1587240" imgH="723600" progId="Equation.DSMT4">
                  <p:embed/>
                </p:oleObj>
              </mc:Choice>
              <mc:Fallback>
                <p:oleObj name="Equation" r:id="rId29" imgW="1587240" imgH="723600" progId="Equation.DSMT4">
                  <p:embed/>
                  <p:pic>
                    <p:nvPicPr>
                      <p:cNvPr id="22" name="Object 1040">
                        <a:extLst>
                          <a:ext uri="{FF2B5EF4-FFF2-40B4-BE49-F238E27FC236}">
                            <a16:creationId xmlns:a16="http://schemas.microsoft.com/office/drawing/2014/main" id="{10D20BD5-DE40-48C7-8AE1-75BC236326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280" y="4083503"/>
                        <a:ext cx="1587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46">
            <a:extLst>
              <a:ext uri="{FF2B5EF4-FFF2-40B4-BE49-F238E27FC236}">
                <a16:creationId xmlns:a16="http://schemas.microsoft.com/office/drawing/2014/main" id="{F851D9A5-A95D-4F3F-9E6C-09782C7B8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343337"/>
              </p:ext>
            </p:extLst>
          </p:nvPr>
        </p:nvGraphicFramePr>
        <p:xfrm>
          <a:off x="3987130" y="4229553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0" name="Equation" r:id="rId31" imgW="1549080" imgH="431640" progId="Equation.DSMT4">
                  <p:embed/>
                </p:oleObj>
              </mc:Choice>
              <mc:Fallback>
                <p:oleObj name="Equation" r:id="rId31" imgW="1549080" imgH="431640" progId="Equation.DSMT4">
                  <p:embed/>
                  <p:pic>
                    <p:nvPicPr>
                      <p:cNvPr id="24" name="Object 1046">
                        <a:extLst>
                          <a:ext uri="{FF2B5EF4-FFF2-40B4-BE49-F238E27FC236}">
                            <a16:creationId xmlns:a16="http://schemas.microsoft.com/office/drawing/2014/main" id="{F851D9A5-A95D-4F3F-9E6C-09782C7B8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130" y="4229553"/>
                        <a:ext cx="154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1047">
            <a:extLst>
              <a:ext uri="{FF2B5EF4-FFF2-40B4-BE49-F238E27FC236}">
                <a16:creationId xmlns:a16="http://schemas.microsoft.com/office/drawing/2014/main" id="{81259C46-16C7-49A1-AFFC-2CB648A6C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2413" y="4369540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AutoShape 1047">
            <a:extLst>
              <a:ext uri="{FF2B5EF4-FFF2-40B4-BE49-F238E27FC236}">
                <a16:creationId xmlns:a16="http://schemas.microsoft.com/office/drawing/2014/main" id="{1B443235-587B-4BE0-BB50-BB7945F0036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5515" y="3721888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99936F8-C1A6-475C-B75F-DFA501805341}"/>
              </a:ext>
            </a:extLst>
          </p:cNvPr>
          <p:cNvGrpSpPr/>
          <p:nvPr/>
        </p:nvGrpSpPr>
        <p:grpSpPr>
          <a:xfrm>
            <a:off x="1408534" y="3502381"/>
            <a:ext cx="5893792" cy="461665"/>
            <a:chOff x="1415554" y="3740053"/>
            <a:chExt cx="5893792" cy="461665"/>
          </a:xfrm>
        </p:grpSpPr>
        <p:graphicFrame>
          <p:nvGraphicFramePr>
            <p:cNvPr id="21" name="Object 1044">
              <a:extLst>
                <a:ext uri="{FF2B5EF4-FFF2-40B4-BE49-F238E27FC236}">
                  <a16:creationId xmlns:a16="http://schemas.microsoft.com/office/drawing/2014/main" id="{5D20609D-6DB8-4235-933C-42BCA959F6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0743374"/>
                </p:ext>
              </p:extLst>
            </p:nvPr>
          </p:nvGraphicFramePr>
          <p:xfrm>
            <a:off x="1797050" y="3757613"/>
            <a:ext cx="404812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21" name="Equation" r:id="rId33" imgW="4051080" imgH="431640" progId="Equation.DSMT4">
                    <p:embed/>
                  </p:oleObj>
                </mc:Choice>
                <mc:Fallback>
                  <p:oleObj name="Equation" r:id="rId33" imgW="4051080" imgH="431640" progId="Equation.DSMT4">
                    <p:embed/>
                    <p:pic>
                      <p:nvPicPr>
                        <p:cNvPr id="21" name="Object 1044">
                          <a:extLst>
                            <a:ext uri="{FF2B5EF4-FFF2-40B4-BE49-F238E27FC236}">
                              <a16:creationId xmlns:a16="http://schemas.microsoft.com/office/drawing/2014/main" id="{5D20609D-6DB8-4235-933C-42BCA959F6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7050" y="3757613"/>
                          <a:ext cx="404812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041">
              <a:extLst>
                <a:ext uri="{FF2B5EF4-FFF2-40B4-BE49-F238E27FC236}">
                  <a16:creationId xmlns:a16="http://schemas.microsoft.com/office/drawing/2014/main" id="{A3628729-9B86-4066-ABF2-AC17B539CB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88546" y="3792518"/>
            <a:ext cx="1320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22" name="Equation" r:id="rId35" imgW="1320480" imgH="342720" progId="Equation.DSMT4">
                    <p:embed/>
                  </p:oleObj>
                </mc:Choice>
                <mc:Fallback>
                  <p:oleObj name="Equation" r:id="rId35" imgW="1320480" imgH="342720" progId="Equation.DSMT4">
                    <p:embed/>
                    <p:pic>
                      <p:nvPicPr>
                        <p:cNvPr id="23" name="Object 1041">
                          <a:extLst>
                            <a:ext uri="{FF2B5EF4-FFF2-40B4-BE49-F238E27FC236}">
                              <a16:creationId xmlns:a16="http://schemas.microsoft.com/office/drawing/2014/main" id="{A3628729-9B86-4066-ABF2-AC17B539CB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8546" y="3792518"/>
                          <a:ext cx="1320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1043">
              <a:extLst>
                <a:ext uri="{FF2B5EF4-FFF2-40B4-BE49-F238E27FC236}">
                  <a16:creationId xmlns:a16="http://schemas.microsoft.com/office/drawing/2014/main" id="{93CEDD0C-E1CD-45C6-A5AB-821F51E59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5554" y="3740053"/>
              <a:ext cx="838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</a:rPr>
                <a:t>令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19A42E9-E357-45D7-AF33-A2DC093D3241}"/>
              </a:ext>
            </a:extLst>
          </p:cNvPr>
          <p:cNvGrpSpPr/>
          <p:nvPr/>
        </p:nvGrpSpPr>
        <p:grpSpPr>
          <a:xfrm>
            <a:off x="7359476" y="3348919"/>
            <a:ext cx="1728192" cy="602280"/>
            <a:chOff x="7366496" y="3586591"/>
            <a:chExt cx="1728192" cy="60228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6572F57-6D60-4393-BA45-58C935DB81A2}"/>
                </a:ext>
              </a:extLst>
            </p:cNvPr>
            <p:cNvGrpSpPr/>
            <p:nvPr/>
          </p:nvGrpSpPr>
          <p:grpSpPr>
            <a:xfrm>
              <a:off x="7405688" y="3656898"/>
              <a:ext cx="1601385" cy="461665"/>
              <a:chOff x="5936561" y="4300227"/>
              <a:chExt cx="1601385" cy="461665"/>
            </a:xfrm>
          </p:grpSpPr>
          <p:sp>
            <p:nvSpPr>
              <p:cNvPr id="29" name="Text Box 1037">
                <a:extLst>
                  <a:ext uri="{FF2B5EF4-FFF2-40B4-BE49-F238E27FC236}">
                    <a16:creationId xmlns:a16="http://schemas.microsoft.com/office/drawing/2014/main" id="{855012CA-FD46-469B-AE2D-0AC48B5880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88546" y="4300227"/>
                <a:ext cx="15494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j-ea"/>
                    <a:ea typeface="+mj-ea"/>
                  </a:rPr>
                  <a:t>    连续</a:t>
                </a:r>
              </a:p>
            </p:txBody>
          </p:sp>
          <p:graphicFrame>
            <p:nvGraphicFramePr>
              <p:cNvPr id="2" name="对象 1">
                <a:extLst>
                  <a:ext uri="{FF2B5EF4-FFF2-40B4-BE49-F238E27FC236}">
                    <a16:creationId xmlns:a16="http://schemas.microsoft.com/office/drawing/2014/main" id="{9569D055-62DE-402F-96C7-F22C54F761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2298331"/>
                  </p:ext>
                </p:extLst>
              </p:nvPr>
            </p:nvGraphicFramePr>
            <p:xfrm>
              <a:off x="5936561" y="4399354"/>
              <a:ext cx="7620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023" name="Equation" r:id="rId37" imgW="761760" imgH="355320" progId="Equation.DSMT4">
                      <p:embed/>
                    </p:oleObj>
                  </mc:Choice>
                  <mc:Fallback>
                    <p:oleObj name="Equation" r:id="rId37" imgW="761760" imgH="355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5936561" y="4399354"/>
                            <a:ext cx="7620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6DC7238-29CB-4028-8AD4-8ED1BA2EF050}"/>
                </a:ext>
              </a:extLst>
            </p:cNvPr>
            <p:cNvSpPr/>
            <p:nvPr/>
          </p:nvSpPr>
          <p:spPr>
            <a:xfrm>
              <a:off x="7366496" y="3586591"/>
              <a:ext cx="1728192" cy="602280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20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721344DE-2B59-41F0-AD2F-1B0B97AC07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934410"/>
              </p:ext>
            </p:extLst>
          </p:nvPr>
        </p:nvGraphicFramePr>
        <p:xfrm>
          <a:off x="1374960" y="781714"/>
          <a:ext cx="53054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0" name="Equation" r:id="rId3" imgW="5308560" imgH="838080" progId="Equation.DSMT4">
                  <p:embed/>
                </p:oleObj>
              </mc:Choice>
              <mc:Fallback>
                <p:oleObj name="Equation" r:id="rId3" imgW="530856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721344DE-2B59-41F0-AD2F-1B0B97AC0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960" y="781714"/>
                        <a:ext cx="53054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">
            <a:extLst>
              <a:ext uri="{FF2B5EF4-FFF2-40B4-BE49-F238E27FC236}">
                <a16:creationId xmlns:a16="http://schemas.microsoft.com/office/drawing/2014/main" id="{08867808-B4E6-479A-A005-F916D8F25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937" y="1727349"/>
            <a:ext cx="4140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则</a:t>
            </a:r>
            <a:endParaRPr lang="en-US" altLang="zh-CN" sz="2400" b="1" dirty="0"/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4F5761A6-E458-4A17-87FE-A84878F1A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332852"/>
              </p:ext>
            </p:extLst>
          </p:nvPr>
        </p:nvGraphicFramePr>
        <p:xfrm>
          <a:off x="1368073" y="1795280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1" name="Equation" r:id="rId5" imgW="660240" imgH="342720" progId="Equation.DSMT4">
                  <p:embed/>
                </p:oleObj>
              </mc:Choice>
              <mc:Fallback>
                <p:oleObj name="Equation" r:id="rId5" imgW="660240" imgH="342720" progId="Equation.DSMT4">
                  <p:embed/>
                  <p:pic>
                    <p:nvPicPr>
                      <p:cNvPr id="5" name="Object 11">
                        <a:extLst>
                          <a:ext uri="{FF2B5EF4-FFF2-40B4-BE49-F238E27FC236}">
                            <a16:creationId xmlns:a16="http://schemas.microsoft.com/office/drawing/2014/main" id="{4F5761A6-E458-4A17-87FE-A84878F1A3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073" y="1795280"/>
                        <a:ext cx="660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>
            <a:extLst>
              <a:ext uri="{FF2B5EF4-FFF2-40B4-BE49-F238E27FC236}">
                <a16:creationId xmlns:a16="http://schemas.microsoft.com/office/drawing/2014/main" id="{BD64D912-FA2B-4ED8-9097-79F20C1FB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911" y="1735897"/>
            <a:ext cx="885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整数 </a:t>
            </a:r>
            <a:endParaRPr lang="en-US" altLang="zh-CN" sz="2400" b="1" dirty="0"/>
          </a:p>
        </p:txBody>
      </p:sp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F988A0A5-A365-45DC-96ED-ED311A93D8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607821"/>
              </p:ext>
            </p:extLst>
          </p:nvPr>
        </p:nvGraphicFramePr>
        <p:xfrm>
          <a:off x="2695592" y="1561594"/>
          <a:ext cx="2400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2" name="Equation" r:id="rId7" imgW="2400120" imgH="774360" progId="Equation.DSMT4">
                  <p:embed/>
                </p:oleObj>
              </mc:Choice>
              <mc:Fallback>
                <p:oleObj name="Equation" r:id="rId7" imgW="2400120" imgH="77436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F988A0A5-A365-45DC-96ED-ED311A93D8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92" y="1561594"/>
                        <a:ext cx="24003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D558CB7E-A547-464B-9C43-359E8491AC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331678"/>
              </p:ext>
            </p:extLst>
          </p:nvPr>
        </p:nvGraphicFramePr>
        <p:xfrm>
          <a:off x="3015523" y="2351595"/>
          <a:ext cx="292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3" name="Equation" r:id="rId9" imgW="291960" imgH="787320" progId="Equation.DSMT4">
                  <p:embed/>
                </p:oleObj>
              </mc:Choice>
              <mc:Fallback>
                <p:oleObj name="Equation" r:id="rId9" imgW="291960" imgH="787320" progId="Equation.DSMT4">
                  <p:embed/>
                  <p:pic>
                    <p:nvPicPr>
                      <p:cNvPr id="9" name="Object 17">
                        <a:extLst>
                          <a:ext uri="{FF2B5EF4-FFF2-40B4-BE49-F238E27FC236}">
                            <a16:creationId xmlns:a16="http://schemas.microsoft.com/office/drawing/2014/main" id="{D558CB7E-A547-464B-9C43-359E8491A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523" y="2351595"/>
                        <a:ext cx="2921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8">
            <a:extLst>
              <a:ext uri="{FF2B5EF4-FFF2-40B4-BE49-F238E27FC236}">
                <a16:creationId xmlns:a16="http://schemas.microsoft.com/office/drawing/2014/main" id="{BFD1BCBB-EBC9-4E5A-BEAC-18265B4B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936" y="2522983"/>
            <a:ext cx="3829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 , q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为正整数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,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3D9FC6B-3321-47D6-B16B-91E38BC58C9A}"/>
              </a:ext>
            </a:extLst>
          </p:cNvPr>
          <p:cNvGrpSpPr/>
          <p:nvPr/>
        </p:nvGrpSpPr>
        <p:grpSpPr>
          <a:xfrm>
            <a:off x="723124" y="3175793"/>
            <a:ext cx="2458798" cy="461963"/>
            <a:chOff x="712788" y="3403599"/>
            <a:chExt cx="2458798" cy="461963"/>
          </a:xfrm>
        </p:grpSpPr>
        <p:sp>
          <p:nvSpPr>
            <p:cNvPr id="12" name="Text Box 20">
              <a:extLst>
                <a:ext uri="{FF2B5EF4-FFF2-40B4-BE49-F238E27FC236}">
                  <a16:creationId xmlns:a16="http://schemas.microsoft.com/office/drawing/2014/main" id="{D9853D3E-1E21-40C0-A06C-9ADB3BC27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788" y="3403599"/>
              <a:ext cx="245879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则当    </a:t>
              </a:r>
              <a:r>
                <a:rPr lang="zh-CN" altLang="en-US" sz="2400" b="1" i="1" dirty="0">
                  <a:solidFill>
                    <a:schemeClr val="tx2"/>
                  </a:solidFill>
                  <a:latin typeface="+mj-ea"/>
                  <a:ea typeface="+mj-ea"/>
                </a:rPr>
                <a:t>   </a:t>
              </a:r>
              <a:r>
                <a:rPr lang="zh-CN" altLang="en-US" sz="2400" b="1" dirty="0">
                  <a:latin typeface="+mj-ea"/>
                  <a:ea typeface="+mj-ea"/>
                </a:rPr>
                <a:t>时</a:t>
              </a:r>
              <a:r>
                <a:rPr lang="en-US" altLang="zh-CN" sz="2400" b="1" dirty="0">
                  <a:latin typeface="+mj-ea"/>
                  <a:ea typeface="+mj-ea"/>
                </a:rPr>
                <a:t>,</a:t>
              </a:r>
            </a:p>
          </p:txBody>
        </p:sp>
        <p:graphicFrame>
          <p:nvGraphicFramePr>
            <p:cNvPr id="13" name="Object 21">
              <a:extLst>
                <a:ext uri="{FF2B5EF4-FFF2-40B4-BE49-F238E27FC236}">
                  <a16:creationId xmlns:a16="http://schemas.microsoft.com/office/drawing/2014/main" id="{C084613D-8134-42E7-830E-8F3457FB46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2509" y="3529538"/>
            <a:ext cx="958132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4" name="Equation" r:id="rId11" imgW="660240" imgH="317160" progId="Equation.DSMT4">
                    <p:embed/>
                  </p:oleObj>
                </mc:Choice>
                <mc:Fallback>
                  <p:oleObj name="Equation" r:id="rId11" imgW="660240" imgH="317160" progId="Equation.DSMT4">
                    <p:embed/>
                    <p:pic>
                      <p:nvPicPr>
                        <p:cNvPr id="13" name="Object 21">
                          <a:extLst>
                            <a:ext uri="{FF2B5EF4-FFF2-40B4-BE49-F238E27FC236}">
                              <a16:creationId xmlns:a16="http://schemas.microsoft.com/office/drawing/2014/main" id="{C084613D-8134-42E7-830E-8F3457FB46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2509" y="3529538"/>
                          <a:ext cx="958132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22">
            <a:extLst>
              <a:ext uri="{FF2B5EF4-FFF2-40B4-BE49-F238E27FC236}">
                <a16:creationId xmlns:a16="http://schemas.microsoft.com/office/drawing/2014/main" id="{2DD9BEBA-6FB7-4ADA-B982-618D000C1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102" y="3197660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等式左边为整数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5" name="Text Box 26">
            <a:extLst>
              <a:ext uri="{FF2B5EF4-FFF2-40B4-BE49-F238E27FC236}">
                <a16:creationId xmlns:a16="http://schemas.microsoft.com/office/drawing/2014/main" id="{3BB5AD12-CB2E-4255-A377-88DE4396B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833" y="3956484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矛盾 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!</a:t>
            </a:r>
          </a:p>
        </p:txBody>
      </p:sp>
      <p:sp>
        <p:nvSpPr>
          <p:cNvPr id="17" name="Rectangle 52">
            <a:extLst>
              <a:ext uri="{FF2B5EF4-FFF2-40B4-BE49-F238E27FC236}">
                <a16:creationId xmlns:a16="http://schemas.microsoft.com/office/drawing/2014/main" id="{BE748074-628D-45D9-B988-98D1D8268200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67494"/>
            <a:ext cx="4038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证明 </a:t>
            </a:r>
            <a:r>
              <a:rPr lang="en-US" altLang="zh-CN" sz="2400" b="1" i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为无理数 </a:t>
            </a:r>
            <a:r>
              <a:rPr lang="en-US" altLang="zh-CN" sz="2400" b="1" dirty="0">
                <a:latin typeface="+mj-ea"/>
              </a:rPr>
              <a:t>. </a:t>
            </a:r>
          </a:p>
        </p:txBody>
      </p:sp>
      <p:sp>
        <p:nvSpPr>
          <p:cNvPr id="18" name="Text Box 55">
            <a:extLst>
              <a:ext uri="{FF2B5EF4-FFF2-40B4-BE49-F238E27FC236}">
                <a16:creationId xmlns:a16="http://schemas.microsoft.com/office/drawing/2014/main" id="{F7548010-20B9-44EA-9E9A-0CB4FCD59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937" y="930539"/>
            <a:ext cx="554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证</a:t>
            </a:r>
            <a:endParaRPr lang="en-US" altLang="zh-CN" sz="2400" b="1" dirty="0">
              <a:solidFill>
                <a:srgbClr val="0064FF"/>
              </a:solidFill>
            </a:endParaRPr>
          </a:p>
        </p:txBody>
      </p:sp>
      <p:grpSp>
        <p:nvGrpSpPr>
          <p:cNvPr id="19" name="Group 72">
            <a:extLst>
              <a:ext uri="{FF2B5EF4-FFF2-40B4-BE49-F238E27FC236}">
                <a16:creationId xmlns:a16="http://schemas.microsoft.com/office/drawing/2014/main" id="{AD007F36-DF01-4638-8F3C-DCFBC79591CC}"/>
              </a:ext>
            </a:extLst>
          </p:cNvPr>
          <p:cNvGrpSpPr>
            <a:grpSpLocks/>
          </p:cNvGrpSpPr>
          <p:nvPr/>
        </p:nvGrpSpPr>
        <p:grpSpPr bwMode="auto">
          <a:xfrm>
            <a:off x="758562" y="3959691"/>
            <a:ext cx="1905000" cy="506413"/>
            <a:chOff x="480" y="3417"/>
            <a:chExt cx="1200" cy="319"/>
          </a:xfrm>
        </p:grpSpPr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000FD994-6E75-4477-9040-61F17D10A8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4" y="3483"/>
            <a:ext cx="40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5" name="Equation" r:id="rId13" imgW="647640" imgH="279360" progId="Equation.DSMT4">
                    <p:embed/>
                  </p:oleObj>
                </mc:Choice>
                <mc:Fallback>
                  <p:oleObj name="Equation" r:id="rId13" imgW="647640" imgH="279360" progId="Equation.DSMT4">
                    <p:embed/>
                    <p:pic>
                      <p:nvPicPr>
                        <p:cNvPr id="20" name="Object 24">
                          <a:extLst>
                            <a:ext uri="{FF2B5EF4-FFF2-40B4-BE49-F238E27FC236}">
                              <a16:creationId xmlns:a16="http://schemas.microsoft.com/office/drawing/2014/main" id="{000FD994-6E75-4477-9040-61F17D10A8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4" y="3483"/>
                          <a:ext cx="40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25">
              <a:extLst>
                <a:ext uri="{FF2B5EF4-FFF2-40B4-BE49-F238E27FC236}">
                  <a16:creationId xmlns:a16="http://schemas.microsoft.com/office/drawing/2014/main" id="{AAA438B4-42AE-4F89-9C05-046058D1D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445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/>
                <a:t> </a:t>
              </a:r>
              <a:r>
                <a:rPr lang="zh-CN" altLang="en-US" sz="2400" b="1" dirty="0"/>
                <a:t>时</a:t>
              </a:r>
              <a:r>
                <a:rPr lang="en-US" altLang="zh-CN" sz="2400" b="1" dirty="0">
                  <a:latin typeface="+mj-ea"/>
                  <a:ea typeface="+mj-ea"/>
                </a:rPr>
                <a:t>,</a:t>
              </a:r>
            </a:p>
          </p:txBody>
        </p:sp>
        <p:sp>
          <p:nvSpPr>
            <p:cNvPr id="22" name="Rectangle 68">
              <a:extLst>
                <a:ext uri="{FF2B5EF4-FFF2-40B4-BE49-F238E27FC236}">
                  <a16:creationId xmlns:a16="http://schemas.microsoft.com/office/drawing/2014/main" id="{11C4E6E0-925E-4BB2-BAB9-737E713C5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417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当</a:t>
              </a:r>
            </a:p>
          </p:txBody>
        </p:sp>
      </p:grpSp>
      <p:sp>
        <p:nvSpPr>
          <p:cNvPr id="23" name="Text Box 70">
            <a:extLst>
              <a:ext uri="{FF2B5EF4-FFF2-40B4-BE49-F238E27FC236}">
                <a16:creationId xmlns:a16="http://schemas.microsoft.com/office/drawing/2014/main" id="{2C320410-5290-4C81-9D0C-7E6F81CD5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4508" y="3965235"/>
            <a:ext cx="21755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为无理数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Text Box 71">
            <a:extLst>
              <a:ext uri="{FF2B5EF4-FFF2-40B4-BE49-F238E27FC236}">
                <a16:creationId xmlns:a16="http://schemas.microsoft.com/office/drawing/2014/main" id="{202B1E8F-4319-439A-82B2-9E20A664E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457" y="3988488"/>
            <a:ext cx="3339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等式右边不可能为整数</a:t>
            </a:r>
            <a:r>
              <a:rPr lang="en-US" altLang="zh-CN" sz="2400" b="1" dirty="0"/>
              <a:t>.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F5DDD28-6907-4383-95D8-3845AFE133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22738"/>
              </p:ext>
            </p:extLst>
          </p:nvPr>
        </p:nvGraphicFramePr>
        <p:xfrm>
          <a:off x="2055525" y="422315"/>
          <a:ext cx="171922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6" name="Equation" r:id="rId15" imgW="164880" imgH="215640" progId="Equation.DSMT4">
                  <p:embed/>
                </p:oleObj>
              </mc:Choice>
              <mc:Fallback>
                <p:oleObj name="Equation" r:id="rId15" imgW="164880" imgH="21564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2F5DDD28-6907-4383-95D8-3845AFE133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55525" y="422315"/>
                        <a:ext cx="171922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9731FBF2-501B-4571-A783-8F3F8BE3D7BE}"/>
              </a:ext>
            </a:extLst>
          </p:cNvPr>
          <p:cNvGrpSpPr/>
          <p:nvPr/>
        </p:nvGrpSpPr>
        <p:grpSpPr>
          <a:xfrm>
            <a:off x="742512" y="2522984"/>
            <a:ext cx="2458798" cy="461665"/>
            <a:chOff x="745050" y="2944018"/>
            <a:chExt cx="2458798" cy="461665"/>
          </a:xfrm>
        </p:grpSpPr>
        <p:sp>
          <p:nvSpPr>
            <p:cNvPr id="8" name="Text Box 15">
              <a:extLst>
                <a:ext uri="{FF2B5EF4-FFF2-40B4-BE49-F238E27FC236}">
                  <a16:creationId xmlns:a16="http://schemas.microsoft.com/office/drawing/2014/main" id="{62CAF0EE-AF22-4E90-8D96-A44CF3E1A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050" y="2944018"/>
              <a:ext cx="24587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/>
                <a:t>假设    为有理数</a:t>
              </a: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6F3A1186-AC7C-4CE3-AAB0-89EA549635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6387" y="3086596"/>
            <a:ext cx="1651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7" name="Equation" r:id="rId17" imgW="164880" imgH="215640" progId="Equation.DSMT4">
                    <p:embed/>
                  </p:oleObj>
                </mc:Choice>
                <mc:Fallback>
                  <p:oleObj name="Equation" r:id="rId17" imgW="164880" imgH="21564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6F3A1186-AC7C-4CE3-AAB0-89EA549635F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16387" y="3086596"/>
                          <a:ext cx="1651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5953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4" grpId="0"/>
      <p:bldP spid="15" grpId="0"/>
      <p:bldP spid="18" grpId="0"/>
      <p:bldP spid="23" grpId="0"/>
      <p:bldP spid="2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56B77D5A-BAE4-4253-A3FB-FE13DB9EC8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841639"/>
              </p:ext>
            </p:extLst>
          </p:nvPr>
        </p:nvGraphicFramePr>
        <p:xfrm>
          <a:off x="7683500" y="262882"/>
          <a:ext cx="140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0" name="Equation" r:id="rId4" imgW="1409400" imgH="431640" progId="Equation.DSMT4">
                  <p:embed/>
                </p:oleObj>
              </mc:Choice>
              <mc:Fallback>
                <p:oleObj name="Equation" r:id="rId4" imgW="1409400" imgH="43164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56B77D5A-BAE4-4253-A3FB-FE13DB9EC8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0" y="262882"/>
                        <a:ext cx="1409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152A963-877F-4B53-A829-593F6B90C0A2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267494"/>
            <a:ext cx="2743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3F7C490-F4ED-4FDB-9110-9FD9CC190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567" y="239514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CD06542-128F-41E2-943A-0D4A577B1A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962744"/>
              </p:ext>
            </p:extLst>
          </p:nvPr>
        </p:nvGraphicFramePr>
        <p:xfrm>
          <a:off x="2299258" y="32705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1" name="Equation" r:id="rId6" imgW="622080" imgH="342720" progId="Equation.DSMT4">
                  <p:embed/>
                </p:oleObj>
              </mc:Choice>
              <mc:Fallback>
                <p:oleObj name="Equation" r:id="rId6" imgW="622080" imgH="3427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CD06542-128F-41E2-943A-0D4A577B1A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258" y="327054"/>
                        <a:ext cx="622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0101BAA-6733-44C1-A4EA-7884D1FDFE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666331"/>
              </p:ext>
            </p:extLst>
          </p:nvPr>
        </p:nvGraphicFramePr>
        <p:xfrm>
          <a:off x="3382253" y="337344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2" name="Equation" r:id="rId8" imgW="596880" imgH="342720" progId="Equation.DSMT4">
                  <p:embed/>
                </p:oleObj>
              </mc:Choice>
              <mc:Fallback>
                <p:oleObj name="Equation" r:id="rId8" imgW="596880" imgH="3427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0101BAA-6733-44C1-A4EA-7884D1FDFE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253" y="337344"/>
                        <a:ext cx="596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07D21BE6-F747-4C8F-8C27-33E959AC7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693" y="247950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上二阶可导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BBF90C6-36B1-4C04-95DB-4D4CC540A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102278"/>
              </p:ext>
            </p:extLst>
          </p:nvPr>
        </p:nvGraphicFramePr>
        <p:xfrm>
          <a:off x="5756185" y="328834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3" name="Equation" r:id="rId10" imgW="1549080" imgH="342720" progId="Equation.DSMT4">
                  <p:embed/>
                </p:oleObj>
              </mc:Choice>
              <mc:Fallback>
                <p:oleObj name="Equation" r:id="rId10" imgW="1549080" imgH="34272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BBF90C6-36B1-4C04-95DB-4D4CC540A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185" y="328834"/>
                        <a:ext cx="154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>
            <a:extLst>
              <a:ext uri="{FF2B5EF4-FFF2-40B4-BE49-F238E27FC236}">
                <a16:creationId xmlns:a16="http://schemas.microsoft.com/office/drawing/2014/main" id="{8220ABBA-C437-4CD0-9FA3-3574AB122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171" y="24894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且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9D19C235-7A9A-40B6-9767-7919A5A89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61" y="794546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证明</a:t>
            </a: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EAA57FA2-C8CA-4843-85DD-92F79A8D7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996116"/>
              </p:ext>
            </p:extLst>
          </p:nvPr>
        </p:nvGraphicFramePr>
        <p:xfrm>
          <a:off x="939676" y="832297"/>
          <a:ext cx="137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4" name="Equation" r:id="rId12" imgW="1371600" imgH="431640" progId="Equation.DSMT4">
                  <p:embed/>
                </p:oleObj>
              </mc:Choice>
              <mc:Fallback>
                <p:oleObj name="Equation" r:id="rId12" imgW="1371600" imgH="43164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EAA57FA2-C8CA-4843-85DD-92F79A8D79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676" y="832297"/>
                        <a:ext cx="1371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>
            <a:extLst>
              <a:ext uri="{FF2B5EF4-FFF2-40B4-BE49-F238E27FC236}">
                <a16:creationId xmlns:a16="http://schemas.microsoft.com/office/drawing/2014/main" id="{0DDE72F9-1683-4258-8BE4-1C6920DE7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70" y="1314599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77EF06A6-7824-4418-96A5-40D08136DE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728120"/>
              </p:ext>
            </p:extLst>
          </p:nvPr>
        </p:nvGraphicFramePr>
        <p:xfrm>
          <a:off x="1211353" y="1421620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5" name="Equation" r:id="rId14" imgW="1447560" imgH="342720" progId="Equation.DSMT4">
                  <p:embed/>
                </p:oleObj>
              </mc:Choice>
              <mc:Fallback>
                <p:oleObj name="Equation" r:id="rId14" imgW="1447560" imgH="342720" progId="Equation.DSMT4">
                  <p:embed/>
                  <p:pic>
                    <p:nvPicPr>
                      <p:cNvPr id="13" name="Object 15">
                        <a:extLst>
                          <a:ext uri="{FF2B5EF4-FFF2-40B4-BE49-F238E27FC236}">
                            <a16:creationId xmlns:a16="http://schemas.microsoft.com/office/drawing/2014/main" id="{77EF06A6-7824-4418-96A5-40D08136DE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353" y="1421620"/>
                        <a:ext cx="1447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6">
            <a:extLst>
              <a:ext uri="{FF2B5EF4-FFF2-40B4-BE49-F238E27FC236}">
                <a16:creationId xmlns:a16="http://schemas.microsoft.com/office/drawing/2014/main" id="{53E3B8EF-0082-4B53-ABE3-B996D34C6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6360" y="1331382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泰勒公式</a:t>
            </a:r>
            <a:r>
              <a:rPr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D3107EF3-2021-48FF-94EB-D45B19620B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654107"/>
              </p:ext>
            </p:extLst>
          </p:nvPr>
        </p:nvGraphicFramePr>
        <p:xfrm>
          <a:off x="823657" y="2941489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6" name="Equation" r:id="rId16" imgW="609480" imgH="342720" progId="Equation.DSMT4">
                  <p:embed/>
                </p:oleObj>
              </mc:Choice>
              <mc:Fallback>
                <p:oleObj name="Equation" r:id="rId16" imgW="609480" imgH="342720" progId="Equation.DSMT4">
                  <p:embed/>
                  <p:pic>
                    <p:nvPicPr>
                      <p:cNvPr id="15" name="Object 17">
                        <a:extLst>
                          <a:ext uri="{FF2B5EF4-FFF2-40B4-BE49-F238E27FC236}">
                            <a16:creationId xmlns:a16="http://schemas.microsoft.com/office/drawing/2014/main" id="{D3107EF3-2021-48FF-94EB-D45B19620B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657" y="2941489"/>
                        <a:ext cx="609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>
            <a:extLst>
              <a:ext uri="{FF2B5EF4-FFF2-40B4-BE49-F238E27FC236}">
                <a16:creationId xmlns:a16="http://schemas.microsoft.com/office/drawing/2014/main" id="{6CE763EA-3410-4528-9C13-3BD4DFF70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580734"/>
              </p:ext>
            </p:extLst>
          </p:nvPr>
        </p:nvGraphicFramePr>
        <p:xfrm>
          <a:off x="819661" y="2119363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7" name="Equation" r:id="rId18" imgW="558720" imgH="342720" progId="Equation.DSMT4">
                  <p:embed/>
                </p:oleObj>
              </mc:Choice>
              <mc:Fallback>
                <p:oleObj name="Equation" r:id="rId18" imgW="558720" imgH="342720" progId="Equation.DSMT4">
                  <p:embed/>
                  <p:pic>
                    <p:nvPicPr>
                      <p:cNvPr id="16" name="Object 18">
                        <a:extLst>
                          <a:ext uri="{FF2B5EF4-FFF2-40B4-BE49-F238E27FC236}">
                            <a16:creationId xmlns:a16="http://schemas.microsoft.com/office/drawing/2014/main" id="{6CE763EA-3410-4528-9C13-3BD4DFF70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661" y="2119363"/>
                        <a:ext cx="558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9">
            <a:extLst>
              <a:ext uri="{FF2B5EF4-FFF2-40B4-BE49-F238E27FC236}">
                <a16:creationId xmlns:a16="http://schemas.microsoft.com/office/drawing/2014/main" id="{0C2C6BE5-2847-4F7F-8B22-EB64DE9C1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70" y="3474889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两式相减得</a:t>
            </a:r>
          </a:p>
        </p:txBody>
      </p:sp>
      <p:graphicFrame>
        <p:nvGraphicFramePr>
          <p:cNvPr id="18" name="Object 20">
            <a:extLst>
              <a:ext uri="{FF2B5EF4-FFF2-40B4-BE49-F238E27FC236}">
                <a16:creationId xmlns:a16="http://schemas.microsoft.com/office/drawing/2014/main" id="{E89F3098-5C0E-48C8-9ED8-C6C60AD241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039359"/>
              </p:ext>
            </p:extLst>
          </p:nvPr>
        </p:nvGraphicFramePr>
        <p:xfrm>
          <a:off x="2624521" y="3372644"/>
          <a:ext cx="46831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8" name="Equation" r:id="rId20" imgW="4686120" imgH="723600" progId="Equation.DSMT4">
                  <p:embed/>
                </p:oleObj>
              </mc:Choice>
              <mc:Fallback>
                <p:oleObj name="Equation" r:id="rId20" imgW="4686120" imgH="723600" progId="Equation.DSMT4">
                  <p:embed/>
                  <p:pic>
                    <p:nvPicPr>
                      <p:cNvPr id="18" name="Object 20">
                        <a:extLst>
                          <a:ext uri="{FF2B5EF4-FFF2-40B4-BE49-F238E27FC236}">
                            <a16:creationId xmlns:a16="http://schemas.microsoft.com/office/drawing/2014/main" id="{E89F3098-5C0E-48C8-9ED8-C6C60AD241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521" y="3372644"/>
                        <a:ext cx="46831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>
            <a:extLst>
              <a:ext uri="{FF2B5EF4-FFF2-40B4-BE49-F238E27FC236}">
                <a16:creationId xmlns:a16="http://schemas.microsoft.com/office/drawing/2014/main" id="{3FE6F670-80E5-4432-AD08-47A1D74F7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442356"/>
              </p:ext>
            </p:extLst>
          </p:nvPr>
        </p:nvGraphicFramePr>
        <p:xfrm>
          <a:off x="1503453" y="2913509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09" name="Equation" r:id="rId22" imgW="863280" imgH="342720" progId="Equation.DSMT4">
                  <p:embed/>
                </p:oleObj>
              </mc:Choice>
              <mc:Fallback>
                <p:oleObj name="Equation" r:id="rId22" imgW="863280" imgH="342720" progId="Equation.DSMT4">
                  <p:embed/>
                  <p:pic>
                    <p:nvPicPr>
                      <p:cNvPr id="24" name="Object 31">
                        <a:extLst>
                          <a:ext uri="{FF2B5EF4-FFF2-40B4-BE49-F238E27FC236}">
                            <a16:creationId xmlns:a16="http://schemas.microsoft.com/office/drawing/2014/main" id="{3FE6F670-80E5-4432-AD08-47A1D74F7A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453" y="2913509"/>
                        <a:ext cx="863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3">
            <a:extLst>
              <a:ext uri="{FF2B5EF4-FFF2-40B4-BE49-F238E27FC236}">
                <a16:creationId xmlns:a16="http://schemas.microsoft.com/office/drawing/2014/main" id="{3BF25F3A-0977-49AE-9260-7868E3B51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334993"/>
              </p:ext>
            </p:extLst>
          </p:nvPr>
        </p:nvGraphicFramePr>
        <p:xfrm>
          <a:off x="2362200" y="2883694"/>
          <a:ext cx="1104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10" name="Equation" r:id="rId24" imgW="1104840" imgH="355320" progId="Equation.DSMT4">
                  <p:embed/>
                </p:oleObj>
              </mc:Choice>
              <mc:Fallback>
                <p:oleObj name="Equation" r:id="rId24" imgW="1104840" imgH="355320" progId="Equation.DSMT4">
                  <p:embed/>
                  <p:pic>
                    <p:nvPicPr>
                      <p:cNvPr id="25" name="Object 33">
                        <a:extLst>
                          <a:ext uri="{FF2B5EF4-FFF2-40B4-BE49-F238E27FC236}">
                            <a16:creationId xmlns:a16="http://schemas.microsoft.com/office/drawing/2014/main" id="{3BF25F3A-0977-49AE-9260-7868E3B516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883694"/>
                        <a:ext cx="1104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4">
            <a:extLst>
              <a:ext uri="{FF2B5EF4-FFF2-40B4-BE49-F238E27FC236}">
                <a16:creationId xmlns:a16="http://schemas.microsoft.com/office/drawing/2014/main" id="{4B19B90E-5677-470F-9261-9F2B55A4D6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094844"/>
              </p:ext>
            </p:extLst>
          </p:nvPr>
        </p:nvGraphicFramePr>
        <p:xfrm>
          <a:off x="3576513" y="2686497"/>
          <a:ext cx="1536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11" name="Equation" r:id="rId26" imgW="1536480" imgH="723600" progId="Equation.DSMT4">
                  <p:embed/>
                </p:oleObj>
              </mc:Choice>
              <mc:Fallback>
                <p:oleObj name="Equation" r:id="rId26" imgW="1536480" imgH="723600" progId="Equation.DSMT4">
                  <p:embed/>
                  <p:pic>
                    <p:nvPicPr>
                      <p:cNvPr id="26" name="Object 34">
                        <a:extLst>
                          <a:ext uri="{FF2B5EF4-FFF2-40B4-BE49-F238E27FC236}">
                            <a16:creationId xmlns:a16="http://schemas.microsoft.com/office/drawing/2014/main" id="{4B19B90E-5677-470F-9261-9F2B55A4D6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513" y="2686497"/>
                        <a:ext cx="1536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5">
            <a:extLst>
              <a:ext uri="{FF2B5EF4-FFF2-40B4-BE49-F238E27FC236}">
                <a16:creationId xmlns:a16="http://schemas.microsoft.com/office/drawing/2014/main" id="{9C110C03-4F47-46FB-A4E3-FAFD4C0605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706954"/>
              </p:ext>
            </p:extLst>
          </p:nvPr>
        </p:nvGraphicFramePr>
        <p:xfrm>
          <a:off x="6202712" y="2878333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12" name="Equation" r:id="rId28" imgW="1257120" imgH="342720" progId="Equation.DSMT4">
                  <p:embed/>
                </p:oleObj>
              </mc:Choice>
              <mc:Fallback>
                <p:oleObj name="Equation" r:id="rId28" imgW="1257120" imgH="342720" progId="Equation.DSMT4">
                  <p:embed/>
                  <p:pic>
                    <p:nvPicPr>
                      <p:cNvPr id="27" name="Object 35">
                        <a:extLst>
                          <a:ext uri="{FF2B5EF4-FFF2-40B4-BE49-F238E27FC236}">
                            <a16:creationId xmlns:a16="http://schemas.microsoft.com/office/drawing/2014/main" id="{9C110C03-4F47-46FB-A4E3-FAFD4C0605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712" y="2878333"/>
                        <a:ext cx="125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6">
            <a:extLst>
              <a:ext uri="{FF2B5EF4-FFF2-40B4-BE49-F238E27FC236}">
                <a16:creationId xmlns:a16="http://schemas.microsoft.com/office/drawing/2014/main" id="{56705066-1F85-48E1-8F70-B517A8872C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096170"/>
              </p:ext>
            </p:extLst>
          </p:nvPr>
        </p:nvGraphicFramePr>
        <p:xfrm>
          <a:off x="1429261" y="1903608"/>
          <a:ext cx="60563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13" name="Equation" r:id="rId30" imgW="6057720" imgH="723600" progId="Equation.DSMT4">
                  <p:embed/>
                </p:oleObj>
              </mc:Choice>
              <mc:Fallback>
                <p:oleObj name="Equation" r:id="rId30" imgW="6057720" imgH="723600" progId="Equation.DSMT4">
                  <p:embed/>
                  <p:pic>
                    <p:nvPicPr>
                      <p:cNvPr id="28" name="Object 36">
                        <a:extLst>
                          <a:ext uri="{FF2B5EF4-FFF2-40B4-BE49-F238E27FC236}">
                            <a16:creationId xmlns:a16="http://schemas.microsoft.com/office/drawing/2014/main" id="{56705066-1F85-48E1-8F70-B517A8872C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261" y="1903608"/>
                        <a:ext cx="60563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D1F4A896-41C4-4483-BB96-EB04B28133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4229100"/>
          <a:ext cx="5003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14" name="Equation" r:id="rId32" imgW="5003640" imgH="812520" progId="Equation.DSMT4">
                  <p:embed/>
                </p:oleObj>
              </mc:Choice>
              <mc:Fallback>
                <p:oleObj name="Equation" r:id="rId32" imgW="5003640" imgH="81252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D1F4A896-41C4-4483-BB96-EB04B28133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600200" y="4229100"/>
                        <a:ext cx="5003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3">
            <a:extLst>
              <a:ext uri="{FF2B5EF4-FFF2-40B4-BE49-F238E27FC236}">
                <a16:creationId xmlns:a16="http://schemas.microsoft.com/office/drawing/2014/main" id="{B9DB0D45-E68C-4C40-AC56-F07B51204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190801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所以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7311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4" grpId="0" autoUpdateAnimBg="0"/>
      <p:bldP spid="17" grpId="0" autoUpdateAnimBg="0"/>
      <p:bldP spid="3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907FB08-3D24-44FD-9F9E-ABCAA57EC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9715" y="1585913"/>
          <a:ext cx="5003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4" name="Equation" r:id="rId3" imgW="5003640" imgH="812520" progId="Equation.DSMT4">
                  <p:embed/>
                </p:oleObj>
              </mc:Choice>
              <mc:Fallback>
                <p:oleObj name="Equation" r:id="rId3" imgW="5003640" imgH="812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907FB08-3D24-44FD-9F9E-ABCAA57ECF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9715" y="1585913"/>
                        <a:ext cx="5003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BA6F89CA-6E83-4DCB-8D4A-6A47F9D5B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4412" y="406898"/>
          <a:ext cx="140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5" name="Equation" r:id="rId5" imgW="1409400" imgH="431640" progId="Equation.DSMT4">
                  <p:embed/>
                </p:oleObj>
              </mc:Choice>
              <mc:Fallback>
                <p:oleObj name="Equation" r:id="rId5" imgW="1409400" imgH="43164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BA6F89CA-6E83-4DCB-8D4A-6A47F9D5B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4412" y="406898"/>
                        <a:ext cx="1409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B711CA84-C8E6-4849-94E5-234DE0C2BE20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411510"/>
            <a:ext cx="2743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9F9B14A-97E8-4B51-B332-E3828B8F9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479" y="38353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4B2978EE-438B-41A9-B98D-9C2950239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122701"/>
              </p:ext>
            </p:extLst>
          </p:nvPr>
        </p:nvGraphicFramePr>
        <p:xfrm>
          <a:off x="2262188" y="47285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6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4B2978EE-438B-41A9-B98D-9C2950239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8" y="472850"/>
                        <a:ext cx="622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A9273190-DD3D-46BA-B5B3-5455C73779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3165" y="481360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7" name="Equation" r:id="rId9" imgW="596880" imgH="342720" progId="Equation.DSMT4">
                  <p:embed/>
                </p:oleObj>
              </mc:Choice>
              <mc:Fallback>
                <p:oleObj name="Equation" r:id="rId9" imgW="596880" imgH="34272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A9273190-DD3D-46BA-B5B3-5455C73779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165" y="481360"/>
                        <a:ext cx="596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228873E0-8AD2-44F4-AEF3-EDD1051AD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8605" y="391966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上二阶可导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304D1778-1350-49E6-9D79-6F7FFE27D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7097" y="472850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8" name="Equation" r:id="rId11" imgW="1549080" imgH="342720" progId="Equation.DSMT4">
                  <p:embed/>
                </p:oleObj>
              </mc:Choice>
              <mc:Fallback>
                <p:oleObj name="Equation" r:id="rId11" imgW="1549080" imgH="34272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304D1778-1350-49E6-9D79-6F7FFE27D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97" y="472850"/>
                        <a:ext cx="154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>
            <a:extLst>
              <a:ext uri="{FF2B5EF4-FFF2-40B4-BE49-F238E27FC236}">
                <a16:creationId xmlns:a16="http://schemas.microsoft.com/office/drawing/2014/main" id="{870E02BC-6056-4A68-A222-1C0809AF1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083" y="39296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且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F2A84AB2-5AB3-4746-8EF7-90241FA8F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3" y="938562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证明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8B2FBC1-8F92-4AC7-8443-B60129E30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588" y="976313"/>
          <a:ext cx="137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9" name="Equation" r:id="rId13" imgW="1371600" imgH="431640" progId="Equation.DSMT4">
                  <p:embed/>
                </p:oleObj>
              </mc:Choice>
              <mc:Fallback>
                <p:oleObj name="Equation" r:id="rId13" imgW="1371600" imgH="4316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D8B2FBC1-8F92-4AC7-8443-B60129E309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976313"/>
                        <a:ext cx="1371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50906F0-26FF-4C2F-B3AD-BED301A17151}"/>
              </a:ext>
            </a:extLst>
          </p:cNvPr>
          <p:cNvCxnSpPr>
            <a:cxnSpLocks/>
          </p:cNvCxnSpPr>
          <p:nvPr/>
        </p:nvCxnSpPr>
        <p:spPr>
          <a:xfrm>
            <a:off x="0" y="1483841"/>
            <a:ext cx="9144000" cy="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22">
            <a:extLst>
              <a:ext uri="{FF2B5EF4-FFF2-40B4-BE49-F238E27FC236}">
                <a16:creationId xmlns:a16="http://schemas.microsoft.com/office/drawing/2014/main" id="{1E189CBA-DD38-4689-BB1D-12A39F2038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3112" y="2624890"/>
          <a:ext cx="4038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0" name="Equation" r:id="rId15" imgW="4038480" imgH="723600" progId="Equation.DSMT4">
                  <p:embed/>
                </p:oleObj>
              </mc:Choice>
              <mc:Fallback>
                <p:oleObj name="Equation" r:id="rId15" imgW="4038480" imgH="723600" progId="Equation.DSMT4">
                  <p:embed/>
                  <p:pic>
                    <p:nvPicPr>
                      <p:cNvPr id="18" name="Object 22">
                        <a:extLst>
                          <a:ext uri="{FF2B5EF4-FFF2-40B4-BE49-F238E27FC236}">
                            <a16:creationId xmlns:a16="http://schemas.microsoft.com/office/drawing/2014/main" id="{1E189CBA-DD38-4689-BB1D-12A39F2038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3112" y="2624890"/>
                        <a:ext cx="4038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09BA4EF7-4478-46AA-A049-E6D9663A3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3112" y="3611563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1" name="Equation" r:id="rId17" imgW="1714320" imgH="406080" progId="Equation.DSMT4">
                  <p:embed/>
                </p:oleObj>
              </mc:Choice>
              <mc:Fallback>
                <p:oleObj name="Equation" r:id="rId17" imgW="1714320" imgH="40608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09BA4EF7-4478-46AA-A049-E6D9663A3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3112" y="3611563"/>
                        <a:ext cx="1714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5">
            <a:extLst>
              <a:ext uri="{FF2B5EF4-FFF2-40B4-BE49-F238E27FC236}">
                <a16:creationId xmlns:a16="http://schemas.microsoft.com/office/drawing/2014/main" id="{BFE5C239-2D52-4A5E-BC2B-B329199AD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4062" y="4318001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2" name="Equation" r:id="rId19" imgW="1714320" imgH="342720" progId="Equation.DSMT4">
                  <p:embed/>
                </p:oleObj>
              </mc:Choice>
              <mc:Fallback>
                <p:oleObj name="Equation" r:id="rId19" imgW="1714320" imgH="342720" progId="Equation.DSMT4">
                  <p:embed/>
                  <p:pic>
                    <p:nvPicPr>
                      <p:cNvPr id="20" name="Object 25">
                        <a:extLst>
                          <a:ext uri="{FF2B5EF4-FFF2-40B4-BE49-F238E27FC236}">
                            <a16:creationId xmlns:a16="http://schemas.microsoft.com/office/drawing/2014/main" id="{BFE5C239-2D52-4A5E-BC2B-B329199AD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4062" y="4318001"/>
                        <a:ext cx="1714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6">
            <a:extLst>
              <a:ext uri="{FF2B5EF4-FFF2-40B4-BE49-F238E27FC236}">
                <a16:creationId xmlns:a16="http://schemas.microsoft.com/office/drawing/2014/main" id="{8BE139D0-3B11-4E03-A829-06CBC0EDF2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6679" y="4337136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3" name="Equation" r:id="rId21" imgW="1854000" imgH="342720" progId="Equation.DSMT4">
                  <p:embed/>
                </p:oleObj>
              </mc:Choice>
              <mc:Fallback>
                <p:oleObj name="Equation" r:id="rId21" imgW="1854000" imgH="342720" progId="Equation.DSMT4">
                  <p:embed/>
                  <p:pic>
                    <p:nvPicPr>
                      <p:cNvPr id="21" name="Object 26">
                        <a:extLst>
                          <a:ext uri="{FF2B5EF4-FFF2-40B4-BE49-F238E27FC236}">
                            <a16:creationId xmlns:a16="http://schemas.microsoft.com/office/drawing/2014/main" id="{8BE139D0-3B11-4E03-A829-06CBC0EDF2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679" y="4337136"/>
                        <a:ext cx="1854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370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786F9DCC-F244-43CA-9501-8008691D0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26422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设函数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A9F1106B-8390-45A0-AE79-A002586A99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8146" y="397221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" name="Equation" r:id="rId3" imgW="1320480" imgH="342720" progId="Equation.DSMT4">
                  <p:embed/>
                </p:oleObj>
              </mc:Choice>
              <mc:Fallback>
                <p:oleObj name="Equation" r:id="rId3" imgW="1320480" imgH="34272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A9F1106B-8390-45A0-AE79-A002586A99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146" y="397221"/>
                        <a:ext cx="132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7">
            <a:extLst>
              <a:ext uri="{FF2B5EF4-FFF2-40B4-BE49-F238E27FC236}">
                <a16:creationId xmlns:a16="http://schemas.microsoft.com/office/drawing/2014/main" id="{11BFCACE-9B2B-45C6-B683-9DC7C4BE5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308273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在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C2942B19-B684-4FDA-BE5F-D78769837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650" y="308273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上具有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en-US" altLang="zh-CN" sz="2400" b="1" i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阶导数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BDE867B5-EDF1-4526-84F2-5010E9A56E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0040" y="412750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" name="Equation" r:id="rId5" imgW="990360" imgH="342720" progId="Equation.DSMT4">
                  <p:embed/>
                </p:oleObj>
              </mc:Choice>
              <mc:Fallback>
                <p:oleObj name="Equation" r:id="rId5" imgW="990360" imgH="34272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BDE867B5-EDF1-4526-84F2-5010E9A56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0040" y="412750"/>
                        <a:ext cx="990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>
            <a:extLst>
              <a:ext uri="{FF2B5EF4-FFF2-40B4-BE49-F238E27FC236}">
                <a16:creationId xmlns:a16="http://schemas.microsoft.com/office/drawing/2014/main" id="{CD3A7C84-016E-45B6-8639-E7168C2EF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80468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且</a:t>
            </a: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CAC22836-275F-4049-8802-E3F86562D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4211" y="814025"/>
          <a:ext cx="504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4" name="Equation" r:id="rId7" imgW="5041800" imgH="406080" progId="Equation.DSMT4">
                  <p:embed/>
                </p:oleObj>
              </mc:Choice>
              <mc:Fallback>
                <p:oleObj name="Equation" r:id="rId7" imgW="5041800" imgH="406080" progId="Equation.DSMT4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CAC22836-275F-4049-8802-E3F86562D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4211" y="814025"/>
                        <a:ext cx="5041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4870D23D-D23D-4CC5-9689-9A3766540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0389" y="1247231"/>
          <a:ext cx="35163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5" name="Equation" r:id="rId9" imgW="3517560" imgH="406080" progId="Equation.DSMT4">
                  <p:embed/>
                </p:oleObj>
              </mc:Choice>
              <mc:Fallback>
                <p:oleObj name="Equation" r:id="rId9" imgW="3517560" imgH="406080" progId="Equation.DSMT4">
                  <p:embed/>
                  <p:pic>
                    <p:nvPicPr>
                      <p:cNvPr id="9" name="Object 12">
                        <a:extLst>
                          <a:ext uri="{FF2B5EF4-FFF2-40B4-BE49-F238E27FC236}">
                            <a16:creationId xmlns:a16="http://schemas.microsoft.com/office/drawing/2014/main" id="{4870D23D-D23D-4CC5-9689-9A37665406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389" y="1247231"/>
                        <a:ext cx="35163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2DE42BDB-98C5-4C84-83A6-5A21CEEDA963}"/>
              </a:ext>
            </a:extLst>
          </p:cNvPr>
          <p:cNvGrpSpPr/>
          <p:nvPr/>
        </p:nvGrpSpPr>
        <p:grpSpPr>
          <a:xfrm>
            <a:off x="429796" y="1714246"/>
            <a:ext cx="3925617" cy="485627"/>
            <a:chOff x="101023" y="1961504"/>
            <a:chExt cx="3925617" cy="485627"/>
          </a:xfrm>
        </p:grpSpPr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3C6EADCE-6C4D-4356-9596-E73AB8F79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23" y="1985466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证明当</a:t>
              </a:r>
            </a:p>
          </p:txBody>
        </p:sp>
        <p:graphicFrame>
          <p:nvGraphicFramePr>
            <p:cNvPr id="11" name="Object 14">
              <a:extLst>
                <a:ext uri="{FF2B5EF4-FFF2-40B4-BE49-F238E27FC236}">
                  <a16:creationId xmlns:a16="http://schemas.microsoft.com/office/drawing/2014/main" id="{BBC297BD-633E-4C97-AF94-149DCABDE5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065861"/>
                </p:ext>
              </p:extLst>
            </p:nvPr>
          </p:nvGraphicFramePr>
          <p:xfrm>
            <a:off x="1246027" y="2134718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106" name="Equation" r:id="rId11" imgW="660240" imgH="215640" progId="Equation.DSMT4">
                    <p:embed/>
                  </p:oleObj>
                </mc:Choice>
                <mc:Fallback>
                  <p:oleObj name="Equation" r:id="rId11" imgW="660240" imgH="215640" progId="Equation.DSMT4">
                    <p:embed/>
                    <p:pic>
                      <p:nvPicPr>
                        <p:cNvPr id="11" name="Object 14">
                          <a:extLst>
                            <a:ext uri="{FF2B5EF4-FFF2-40B4-BE49-F238E27FC236}">
                              <a16:creationId xmlns:a16="http://schemas.microsoft.com/office/drawing/2014/main" id="{BBC297BD-633E-4C97-AF94-149DCABDE5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6027" y="2134718"/>
                          <a:ext cx="6604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C3E60CB3-6C8E-4F3D-A2CF-4BC81C80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030" y="1961504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时</a:t>
              </a:r>
            </a:p>
          </p:txBody>
        </p:sp>
        <p:graphicFrame>
          <p:nvGraphicFramePr>
            <p:cNvPr id="13" name="Object 16">
              <a:extLst>
                <a:ext uri="{FF2B5EF4-FFF2-40B4-BE49-F238E27FC236}">
                  <a16:creationId xmlns:a16="http://schemas.microsoft.com/office/drawing/2014/main" id="{3A8E188E-4265-406D-A1CE-20D175C744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6346360"/>
                </p:ext>
              </p:extLst>
            </p:nvPr>
          </p:nvGraphicFramePr>
          <p:xfrm>
            <a:off x="2426440" y="2044060"/>
            <a:ext cx="160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107" name="Equation" r:id="rId13" imgW="1600200" imgH="342720" progId="Equation.DSMT4">
                    <p:embed/>
                  </p:oleObj>
                </mc:Choice>
                <mc:Fallback>
                  <p:oleObj name="Equation" r:id="rId13" imgW="1600200" imgH="342720" progId="Equation.DSMT4">
                    <p:embed/>
                    <p:pic>
                      <p:nvPicPr>
                        <p:cNvPr id="13" name="Object 16">
                          <a:extLst>
                            <a:ext uri="{FF2B5EF4-FFF2-40B4-BE49-F238E27FC236}">
                              <a16:creationId xmlns:a16="http://schemas.microsoft.com/office/drawing/2014/main" id="{3A8E188E-4265-406D-A1CE-20D175C744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440" y="2044060"/>
                          <a:ext cx="1600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18">
            <a:extLst>
              <a:ext uri="{FF2B5EF4-FFF2-40B4-BE49-F238E27FC236}">
                <a16:creationId xmlns:a16="http://schemas.microsoft.com/office/drawing/2014/main" id="{618C5C43-2399-4F06-99FF-AAA722AB2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34" y="2141117"/>
            <a:ext cx="81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5AE482BF-8659-40DA-889C-2B0BC5BA1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34" y="2133788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17" name="Object 21">
            <a:extLst>
              <a:ext uri="{FF2B5EF4-FFF2-40B4-BE49-F238E27FC236}">
                <a16:creationId xmlns:a16="http://schemas.microsoft.com/office/drawing/2014/main" id="{2EC8CDC1-9680-4C90-97B0-794A475E36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506" y="2773075"/>
          <a:ext cx="370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8" name="Equation" r:id="rId15" imgW="3708360" imgH="406080" progId="Equation.DSMT4">
                  <p:embed/>
                </p:oleObj>
              </mc:Choice>
              <mc:Fallback>
                <p:oleObj name="Equation" r:id="rId15" imgW="3708360" imgH="406080" progId="Equation.DSMT4">
                  <p:embed/>
                  <p:pic>
                    <p:nvPicPr>
                      <p:cNvPr id="17" name="Object 21">
                        <a:extLst>
                          <a:ext uri="{FF2B5EF4-FFF2-40B4-BE49-F238E27FC236}">
                            <a16:creationId xmlns:a16="http://schemas.microsoft.com/office/drawing/2014/main" id="{2EC8CDC1-9680-4C90-97B0-794A475E36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506" y="2773075"/>
                        <a:ext cx="3708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>
            <a:extLst>
              <a:ext uri="{FF2B5EF4-FFF2-40B4-BE49-F238E27FC236}">
                <a16:creationId xmlns:a16="http://schemas.microsoft.com/office/drawing/2014/main" id="{587839DB-77FB-4E92-8B84-C1DFCAD806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030" y="2799910"/>
          <a:ext cx="2387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9" name="Equation" r:id="rId17" imgW="2387520" imgH="406080" progId="Equation.DSMT4">
                  <p:embed/>
                </p:oleObj>
              </mc:Choice>
              <mc:Fallback>
                <p:oleObj name="Equation" r:id="rId17" imgW="2387520" imgH="406080" progId="Equation.DSMT4">
                  <p:embed/>
                  <p:pic>
                    <p:nvPicPr>
                      <p:cNvPr id="18" name="Object 22">
                        <a:extLst>
                          <a:ext uri="{FF2B5EF4-FFF2-40B4-BE49-F238E27FC236}">
                            <a16:creationId xmlns:a16="http://schemas.microsoft.com/office/drawing/2014/main" id="{587839DB-77FB-4E92-8B84-C1DFCAD80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030" y="2799910"/>
                        <a:ext cx="2387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8">
            <a:extLst>
              <a:ext uri="{FF2B5EF4-FFF2-40B4-BE49-F238E27FC236}">
                <a16:creationId xmlns:a16="http://schemas.microsoft.com/office/drawing/2014/main" id="{596E0875-AC5B-4921-9844-3F3C2E2B9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3528" y="3991293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10" name="Equation" r:id="rId19" imgW="838080" imgH="342720" progId="Equation.DSMT4">
                  <p:embed/>
                </p:oleObj>
              </mc:Choice>
              <mc:Fallback>
                <p:oleObj name="Equation" r:id="rId19" imgW="838080" imgH="342720" progId="Equation.DSMT4">
                  <p:embed/>
                  <p:pic>
                    <p:nvPicPr>
                      <p:cNvPr id="24" name="Object 28">
                        <a:extLst>
                          <a:ext uri="{FF2B5EF4-FFF2-40B4-BE49-F238E27FC236}">
                            <a16:creationId xmlns:a16="http://schemas.microsoft.com/office/drawing/2014/main" id="{596E0875-AC5B-4921-9844-3F3C2E2B9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528" y="3991293"/>
                        <a:ext cx="838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9">
            <a:extLst>
              <a:ext uri="{FF2B5EF4-FFF2-40B4-BE49-F238E27FC236}">
                <a16:creationId xmlns:a16="http://schemas.microsoft.com/office/drawing/2014/main" id="{4E2639AF-A541-4F7D-8208-A597A688A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030" y="3971370"/>
          <a:ext cx="1409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11" name="Equation" r:id="rId21" imgW="1409400" imgH="342720" progId="Equation.DSMT4">
                  <p:embed/>
                </p:oleObj>
              </mc:Choice>
              <mc:Fallback>
                <p:oleObj name="Equation" r:id="rId21" imgW="1409400" imgH="342720" progId="Equation.DSMT4">
                  <p:embed/>
                  <p:pic>
                    <p:nvPicPr>
                      <p:cNvPr id="25" name="Object 29">
                        <a:extLst>
                          <a:ext uri="{FF2B5EF4-FFF2-40B4-BE49-F238E27FC236}">
                            <a16:creationId xmlns:a16="http://schemas.microsoft.com/office/drawing/2014/main" id="{4E2639AF-A541-4F7D-8208-A597A688AF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030" y="3971370"/>
                        <a:ext cx="1409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45434290-AE5C-4BB9-959A-33E5622F3DD3}"/>
              </a:ext>
            </a:extLst>
          </p:cNvPr>
          <p:cNvGrpSpPr/>
          <p:nvPr/>
        </p:nvGrpSpPr>
        <p:grpSpPr>
          <a:xfrm>
            <a:off x="685800" y="4509546"/>
            <a:ext cx="3498850" cy="476493"/>
            <a:chOff x="685800" y="4509546"/>
            <a:chExt cx="3498850" cy="476493"/>
          </a:xfrm>
        </p:grpSpPr>
        <p:sp>
          <p:nvSpPr>
            <p:cNvPr id="26" name="Text Box 30">
              <a:extLst>
                <a:ext uri="{FF2B5EF4-FFF2-40B4-BE49-F238E27FC236}">
                  <a16:creationId xmlns:a16="http://schemas.microsoft.com/office/drawing/2014/main" id="{FED6FC1E-EDE8-486C-A596-9DDA03289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509546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因此</a:t>
              </a:r>
            </a:p>
          </p:txBody>
        </p:sp>
        <p:graphicFrame>
          <p:nvGraphicFramePr>
            <p:cNvPr id="27" name="Object 31">
              <a:extLst>
                <a:ext uri="{FF2B5EF4-FFF2-40B4-BE49-F238E27FC236}">
                  <a16:creationId xmlns:a16="http://schemas.microsoft.com/office/drawing/2014/main" id="{DBB5FAE4-B975-4E6E-B771-FD6B01EF93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4475" y="4684713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112" name="Equation" r:id="rId23" imgW="660240" imgH="215640" progId="Equation.DSMT4">
                    <p:embed/>
                  </p:oleObj>
                </mc:Choice>
                <mc:Fallback>
                  <p:oleObj name="Equation" r:id="rId23" imgW="660240" imgH="215640" progId="Equation.DSMT4">
                    <p:embed/>
                    <p:pic>
                      <p:nvPicPr>
                        <p:cNvPr id="27" name="Object 31">
                          <a:extLst>
                            <a:ext uri="{FF2B5EF4-FFF2-40B4-BE49-F238E27FC236}">
                              <a16:creationId xmlns:a16="http://schemas.microsoft.com/office/drawing/2014/main" id="{DBB5FAE4-B975-4E6E-B771-FD6B01EF93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4475" y="4684713"/>
                          <a:ext cx="6604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946FA9D6-D711-4B26-B12C-E8ED9B1A6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344" y="4524374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时</a:t>
              </a:r>
            </a:p>
          </p:txBody>
        </p:sp>
        <p:graphicFrame>
          <p:nvGraphicFramePr>
            <p:cNvPr id="29" name="Object 33">
              <a:extLst>
                <a:ext uri="{FF2B5EF4-FFF2-40B4-BE49-F238E27FC236}">
                  <a16:creationId xmlns:a16="http://schemas.microsoft.com/office/drawing/2014/main" id="{559725E8-65F1-4DB2-939C-44453ECFC5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84450" y="4606486"/>
            <a:ext cx="160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113" name="Equation" r:id="rId25" imgW="1600200" imgH="342720" progId="Equation.DSMT4">
                    <p:embed/>
                  </p:oleObj>
                </mc:Choice>
                <mc:Fallback>
                  <p:oleObj name="Equation" r:id="rId25" imgW="1600200" imgH="342720" progId="Equation.DSMT4">
                    <p:embed/>
                    <p:pic>
                      <p:nvPicPr>
                        <p:cNvPr id="29" name="Object 33">
                          <a:extLst>
                            <a:ext uri="{FF2B5EF4-FFF2-40B4-BE49-F238E27FC236}">
                              <a16:creationId xmlns:a16="http://schemas.microsoft.com/office/drawing/2014/main" id="{559725E8-65F1-4DB2-939C-44453ECFC5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450" y="4606486"/>
                          <a:ext cx="1600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35">
            <a:extLst>
              <a:ext uri="{FF2B5EF4-FFF2-40B4-BE49-F238E27FC236}">
                <a16:creationId xmlns:a16="http://schemas.microsoft.com/office/drawing/2014/main" id="{246DA226-9638-4426-A432-65535E78EA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3891" y="4020284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14" name="Equation" r:id="rId27" imgW="419040" imgH="279360" progId="Equation.DSMT4">
                  <p:embed/>
                </p:oleObj>
              </mc:Choice>
              <mc:Fallback>
                <p:oleObj name="Equation" r:id="rId27" imgW="419040" imgH="279360" progId="Equation.DSMT4">
                  <p:embed/>
                  <p:pic>
                    <p:nvPicPr>
                      <p:cNvPr id="30" name="Object 35">
                        <a:extLst>
                          <a:ext uri="{FF2B5EF4-FFF2-40B4-BE49-F238E27FC236}">
                            <a16:creationId xmlns:a16="http://schemas.microsoft.com/office/drawing/2014/main" id="{246DA226-9638-4426-A432-65535E78EA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891" y="4020284"/>
                        <a:ext cx="41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6">
            <a:extLst>
              <a:ext uri="{FF2B5EF4-FFF2-40B4-BE49-F238E27FC236}">
                <a16:creationId xmlns:a16="http://schemas.microsoft.com/office/drawing/2014/main" id="{12C9D029-DAA4-4E00-8FFA-EC08413CA2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8513" y="3736816"/>
          <a:ext cx="1866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15" name="Equation" r:id="rId29" imgW="1866600" imgH="838080" progId="Equation.DSMT4">
                  <p:embed/>
                </p:oleObj>
              </mc:Choice>
              <mc:Fallback>
                <p:oleObj name="Equation" r:id="rId29" imgW="1866600" imgH="838080" progId="Equation.DSMT4">
                  <p:embed/>
                  <p:pic>
                    <p:nvPicPr>
                      <p:cNvPr id="31" name="Object 36">
                        <a:extLst>
                          <a:ext uri="{FF2B5EF4-FFF2-40B4-BE49-F238E27FC236}">
                            <a16:creationId xmlns:a16="http://schemas.microsoft.com/office/drawing/2014/main" id="{12C9D029-DAA4-4E00-8FFA-EC08413CA2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8513" y="3736816"/>
                        <a:ext cx="1866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7">
            <a:extLst>
              <a:ext uri="{FF2B5EF4-FFF2-40B4-BE49-F238E27FC236}">
                <a16:creationId xmlns:a16="http://schemas.microsoft.com/office/drawing/2014/main" id="{4F8084C9-048F-4B47-8A7A-5E94B62CF954}"/>
              </a:ext>
            </a:extLst>
          </p:cNvPr>
          <p:cNvSpPr txBox="1">
            <a:spLocks noChangeArrowheads="1"/>
          </p:cNvSpPr>
          <p:nvPr/>
        </p:nvSpPr>
        <p:spPr>
          <a:xfrm>
            <a:off x="554856" y="345271"/>
            <a:ext cx="1219200" cy="60483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BDEB08B-FF4D-492E-8EEF-E3C248AB6A88}"/>
              </a:ext>
            </a:extLst>
          </p:cNvPr>
          <p:cNvGrpSpPr/>
          <p:nvPr/>
        </p:nvGrpSpPr>
        <p:grpSpPr>
          <a:xfrm>
            <a:off x="1250992" y="2187937"/>
            <a:ext cx="2981528" cy="461665"/>
            <a:chOff x="1215822" y="2542425"/>
            <a:chExt cx="2981528" cy="461665"/>
          </a:xfrm>
        </p:grpSpPr>
        <p:graphicFrame>
          <p:nvGraphicFramePr>
            <p:cNvPr id="15" name="Object 19">
              <a:extLst>
                <a:ext uri="{FF2B5EF4-FFF2-40B4-BE49-F238E27FC236}">
                  <a16:creationId xmlns:a16="http://schemas.microsoft.com/office/drawing/2014/main" id="{5CBFC460-F939-468E-B233-ECBC897238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250" y="2591014"/>
            <a:ext cx="245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116" name="Equation" r:id="rId31" imgW="2450880" imgH="342720" progId="Equation.DSMT4">
                    <p:embed/>
                  </p:oleObj>
                </mc:Choice>
                <mc:Fallback>
                  <p:oleObj name="Equation" r:id="rId31" imgW="2450880" imgH="342720" progId="Equation.DSMT4">
                    <p:embed/>
                    <p:pic>
                      <p:nvPicPr>
                        <p:cNvPr id="15" name="Object 19">
                          <a:extLst>
                            <a:ext uri="{FF2B5EF4-FFF2-40B4-BE49-F238E27FC236}">
                              <a16:creationId xmlns:a16="http://schemas.microsoft.com/office/drawing/2014/main" id="{5CBFC460-F939-468E-B233-ECBC897238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250" y="2591014"/>
                          <a:ext cx="2451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9BAC823-1768-4894-A51A-223918A0D75A}"/>
                </a:ext>
              </a:extLst>
            </p:cNvPr>
            <p:cNvSpPr/>
            <p:nvPr/>
          </p:nvSpPr>
          <p:spPr>
            <a:xfrm>
              <a:off x="1215822" y="254242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令</a:t>
              </a:r>
              <a:endParaRPr lang="zh-CN" altLang="en-US" sz="2400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9A150A9-FABA-41A1-BD98-B52C0EFE3A2C}"/>
              </a:ext>
            </a:extLst>
          </p:cNvPr>
          <p:cNvGrpSpPr/>
          <p:nvPr/>
        </p:nvGrpSpPr>
        <p:grpSpPr>
          <a:xfrm>
            <a:off x="685800" y="3243681"/>
            <a:ext cx="6442278" cy="511346"/>
            <a:chOff x="644322" y="3622236"/>
            <a:chExt cx="6442278" cy="511346"/>
          </a:xfrm>
        </p:grpSpPr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872C461B-59AC-48B8-A873-554803635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322" y="3671917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+mj-ea"/>
                  <a:ea typeface="+mj-ea"/>
                </a:rPr>
                <a:t>利用</a:t>
              </a: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6B100604-CD89-4E47-BE7B-CF4DD55F2E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54138" y="3734648"/>
            <a:ext cx="611188" cy="347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117" name="Equation" r:id="rId33" imgW="596880" imgH="342720" progId="Equation.DSMT4">
                    <p:embed/>
                  </p:oleObj>
                </mc:Choice>
                <mc:Fallback>
                  <p:oleObj name="Equation" r:id="rId33" imgW="596880" imgH="342720" progId="Equation.DSMT4">
                    <p:embed/>
                    <p:pic>
                      <p:nvPicPr>
                        <p:cNvPr id="20" name="Object 24">
                          <a:extLst>
                            <a:ext uri="{FF2B5EF4-FFF2-40B4-BE49-F238E27FC236}">
                              <a16:creationId xmlns:a16="http://schemas.microsoft.com/office/drawing/2014/main" id="{6B100604-CD89-4E47-BE7B-CF4DD55F2E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4138" y="3734648"/>
                          <a:ext cx="611188" cy="347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25">
              <a:extLst>
                <a:ext uri="{FF2B5EF4-FFF2-40B4-BE49-F238E27FC236}">
                  <a16:creationId xmlns:a16="http://schemas.microsoft.com/office/drawing/2014/main" id="{99DC6B32-5263-419F-9523-ABE78D771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2300" y="3647567"/>
              <a:ext cx="609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在</a:t>
              </a:r>
            </a:p>
          </p:txBody>
        </p:sp>
        <p:graphicFrame>
          <p:nvGraphicFramePr>
            <p:cNvPr id="22" name="Object 26">
              <a:extLst>
                <a:ext uri="{FF2B5EF4-FFF2-40B4-BE49-F238E27FC236}">
                  <a16:creationId xmlns:a16="http://schemas.microsoft.com/office/drawing/2014/main" id="{17F573A6-93D1-41CA-A486-CF97BDF09E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7325" y="3798723"/>
            <a:ext cx="660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118" name="Equation" r:id="rId35" imgW="660240" imgH="203040" progId="Equation.DSMT4">
                    <p:embed/>
                  </p:oleObj>
                </mc:Choice>
                <mc:Fallback>
                  <p:oleObj name="Equation" r:id="rId35" imgW="660240" imgH="203040" progId="Equation.DSMT4">
                    <p:embed/>
                    <p:pic>
                      <p:nvPicPr>
                        <p:cNvPr id="22" name="Object 26">
                          <a:extLst>
                            <a:ext uri="{FF2B5EF4-FFF2-40B4-BE49-F238E27FC236}">
                              <a16:creationId xmlns:a16="http://schemas.microsoft.com/office/drawing/2014/main" id="{17F573A6-93D1-41CA-A486-CF97BDF09E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7325" y="3798723"/>
                          <a:ext cx="6604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27">
              <a:extLst>
                <a:ext uri="{FF2B5EF4-FFF2-40B4-BE49-F238E27FC236}">
                  <a16:creationId xmlns:a16="http://schemas.microsoft.com/office/drawing/2014/main" id="{8C7034AE-CC4E-4848-A90C-285484922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3622236"/>
              <a:ext cx="4191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处的      阶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泰勒公式</a:t>
              </a:r>
              <a:r>
                <a:rPr lang="zh-CN" altLang="en-US" sz="2400" b="1" dirty="0">
                  <a:latin typeface="+mj-ea"/>
                  <a:ea typeface="+mj-ea"/>
                </a:rPr>
                <a:t>得</a:t>
              </a: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5FB2FE09-54FC-4B94-A0BC-8BE08B4884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1863" y="3705738"/>
            <a:ext cx="76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119" name="Equation" r:id="rId37" imgW="761760" imgH="342720" progId="Equation.DSMT4">
                    <p:embed/>
                  </p:oleObj>
                </mc:Choice>
                <mc:Fallback>
                  <p:oleObj name="Equation" r:id="rId37" imgW="761760" imgH="34272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5FB2FE09-54FC-4B94-A0BC-8BE08B4884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681863" y="3705738"/>
                          <a:ext cx="76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9323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DE9CF02-5C23-4B92-83DB-372B182575F8}"/>
              </a:ext>
            </a:extLst>
          </p:cNvPr>
          <p:cNvSpPr txBox="1">
            <a:spLocks noChangeArrowheads="1"/>
          </p:cNvSpPr>
          <p:nvPr/>
        </p:nvSpPr>
        <p:spPr>
          <a:xfrm>
            <a:off x="198438" y="182431"/>
            <a:ext cx="3962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10. </a:t>
            </a:r>
            <a:r>
              <a:rPr lang="zh-CN" altLang="en-US" sz="2400" b="1" dirty="0">
                <a:latin typeface="+mj-ea"/>
              </a:rPr>
              <a:t>证明当     时</a:t>
            </a:r>
            <a:r>
              <a:rPr lang="en-US" altLang="zh-CN" sz="2400" b="1" dirty="0">
                <a:latin typeface="+mj-ea"/>
              </a:rPr>
              <a:t>,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F635B56-2BC5-4AE1-B7EF-EEFE573CB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708891"/>
              </p:ext>
            </p:extLst>
          </p:nvPr>
        </p:nvGraphicFramePr>
        <p:xfrm>
          <a:off x="4378735" y="3522902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8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AF635B56-2BC5-4AE1-B7EF-EEFE573CB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735" y="3522902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EDE81880-05A0-46AB-90FF-41E4FF8208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37428"/>
              </p:ext>
            </p:extLst>
          </p:nvPr>
        </p:nvGraphicFramePr>
        <p:xfrm>
          <a:off x="3797538" y="225367"/>
          <a:ext cx="262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9" name="Equation" r:id="rId5" imgW="2628720" imgH="406080" progId="Equation.DSMT4">
                  <p:embed/>
                </p:oleObj>
              </mc:Choice>
              <mc:Fallback>
                <p:oleObj name="Equation" r:id="rId5" imgW="2628720" imgH="40608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EDE81880-05A0-46AB-90FF-41E4FF8208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538" y="225367"/>
                        <a:ext cx="2628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52641F15-0C24-46BE-BF06-E447839B9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19" y="808065"/>
            <a:ext cx="6159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CAB782D-88D5-47BD-9D53-A730EC940CBD}"/>
              </a:ext>
            </a:extLst>
          </p:cNvPr>
          <p:cNvGrpSpPr/>
          <p:nvPr/>
        </p:nvGrpSpPr>
        <p:grpSpPr>
          <a:xfrm>
            <a:off x="1491073" y="2010015"/>
            <a:ext cx="2792412" cy="736600"/>
            <a:chOff x="1493516" y="2192115"/>
            <a:chExt cx="2792412" cy="736600"/>
          </a:xfrm>
        </p:grpSpPr>
        <p:graphicFrame>
          <p:nvGraphicFramePr>
            <p:cNvPr id="11" name="Object 11">
              <a:extLst>
                <a:ext uri="{FF2B5EF4-FFF2-40B4-BE49-F238E27FC236}">
                  <a16:creationId xmlns:a16="http://schemas.microsoft.com/office/drawing/2014/main" id="{4627BAC7-A1BD-40E4-9313-89A53612B4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93516" y="2387160"/>
            <a:ext cx="1649412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0" name="Equation" r:id="rId7" imgW="1650960" imgH="355320" progId="Equation.DSMT4">
                    <p:embed/>
                  </p:oleObj>
                </mc:Choice>
                <mc:Fallback>
                  <p:oleObj name="Equation" r:id="rId7" imgW="1650960" imgH="355320" progId="Equation.DSMT4">
                    <p:embed/>
                    <p:pic>
                      <p:nvPicPr>
                        <p:cNvPr id="11" name="Object 11">
                          <a:extLst>
                            <a:ext uri="{FF2B5EF4-FFF2-40B4-BE49-F238E27FC236}">
                              <a16:creationId xmlns:a16="http://schemas.microsoft.com/office/drawing/2014/main" id="{4627BAC7-A1BD-40E4-9313-89A53612B4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3516" y="2387160"/>
                          <a:ext cx="1649412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>
              <a:extLst>
                <a:ext uri="{FF2B5EF4-FFF2-40B4-BE49-F238E27FC236}">
                  <a16:creationId xmlns:a16="http://schemas.microsoft.com/office/drawing/2014/main" id="{756FCBB8-D66D-40D1-8CBC-84F5A1C0FE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44528" y="2192115"/>
            <a:ext cx="1041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1" name="Equation" r:id="rId9" imgW="1041120" imgH="736560" progId="Equation.DSMT4">
                    <p:embed/>
                  </p:oleObj>
                </mc:Choice>
                <mc:Fallback>
                  <p:oleObj name="Equation" r:id="rId9" imgW="1041120" imgH="736560" progId="Equation.DSMT4">
                    <p:embed/>
                    <p:pic>
                      <p:nvPicPr>
                        <p:cNvPr id="12" name="Object 12">
                          <a:extLst>
                            <a:ext uri="{FF2B5EF4-FFF2-40B4-BE49-F238E27FC236}">
                              <a16:creationId xmlns:a16="http://schemas.microsoft.com/office/drawing/2014/main" id="{756FCBB8-D66D-40D1-8CBC-84F5A1C0FE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4528" y="2192115"/>
                          <a:ext cx="10414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E91ED75-DF0F-4756-A6DA-5CB0BEEB0355}"/>
              </a:ext>
            </a:extLst>
          </p:cNvPr>
          <p:cNvGrpSpPr/>
          <p:nvPr/>
        </p:nvGrpSpPr>
        <p:grpSpPr>
          <a:xfrm>
            <a:off x="5007386" y="815990"/>
            <a:ext cx="3988979" cy="461665"/>
            <a:chOff x="5009829" y="998090"/>
            <a:chExt cx="3988979" cy="461665"/>
          </a:xfrm>
        </p:grpSpPr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8EB06289-B6DC-403B-9A9A-CEE6413EA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9829" y="998090"/>
              <a:ext cx="838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</a:p>
          </p:txBody>
        </p:sp>
        <p:graphicFrame>
          <p:nvGraphicFramePr>
            <p:cNvPr id="8" name="Object 8">
              <a:extLst>
                <a:ext uri="{FF2B5EF4-FFF2-40B4-BE49-F238E27FC236}">
                  <a16:creationId xmlns:a16="http://schemas.microsoft.com/office/drawing/2014/main" id="{9FD0E5DF-9B2E-4FF1-BB15-6A40132BAE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79730" y="1078433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2" name="Equation" r:id="rId11" imgW="1091880" imgH="342720" progId="Equation.DSMT4">
                    <p:embed/>
                  </p:oleObj>
                </mc:Choice>
                <mc:Fallback>
                  <p:oleObj name="Equation" r:id="rId11" imgW="1091880" imgH="342720" progId="Equation.DSMT4">
                    <p:embed/>
                    <p:pic>
                      <p:nvPicPr>
                        <p:cNvPr id="8" name="Object 8">
                          <a:extLst>
                            <a:ext uri="{FF2B5EF4-FFF2-40B4-BE49-F238E27FC236}">
                              <a16:creationId xmlns:a16="http://schemas.microsoft.com/office/drawing/2014/main" id="{9FD0E5DF-9B2E-4FF1-BB15-6A40132BAE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9730" y="1078433"/>
                          <a:ext cx="1092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>
              <a:extLst>
                <a:ext uri="{FF2B5EF4-FFF2-40B4-BE49-F238E27FC236}">
                  <a16:creationId xmlns:a16="http://schemas.microsoft.com/office/drawing/2014/main" id="{E500FD84-D58B-4FFE-995E-533BDFC6F6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10028" y="1078940"/>
            <a:ext cx="1155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3" name="Equation" r:id="rId13" imgW="1155600" imgH="355320" progId="Equation.DSMT4">
                    <p:embed/>
                  </p:oleObj>
                </mc:Choice>
                <mc:Fallback>
                  <p:oleObj name="Equation" r:id="rId13" imgW="1155600" imgH="355320" progId="Equation.DSMT4">
                    <p:embed/>
                    <p:pic>
                      <p:nvPicPr>
                        <p:cNvPr id="10" name="Object 10">
                          <a:extLst>
                            <a:ext uri="{FF2B5EF4-FFF2-40B4-BE49-F238E27FC236}">
                              <a16:creationId xmlns:a16="http://schemas.microsoft.com/office/drawing/2014/main" id="{E500FD84-D58B-4FFE-995E-533BDFC6F6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0028" y="1078940"/>
                          <a:ext cx="11557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>
              <a:extLst>
                <a:ext uri="{FF2B5EF4-FFF2-40B4-BE49-F238E27FC236}">
                  <a16:creationId xmlns:a16="http://schemas.microsoft.com/office/drawing/2014/main" id="{88A2FA16-EC55-4C54-95EE-212F1357B8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19295" y="1096343"/>
            <a:ext cx="1179513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4" name="Equation" r:id="rId15" imgW="1180800" imgH="355320" progId="Equation.DSMT4">
                    <p:embed/>
                  </p:oleObj>
                </mc:Choice>
                <mc:Fallback>
                  <p:oleObj name="Equation" r:id="rId15" imgW="1180800" imgH="355320" progId="Equation.DSMT4">
                    <p:embed/>
                    <p:pic>
                      <p:nvPicPr>
                        <p:cNvPr id="13" name="Object 13">
                          <a:extLst>
                            <a:ext uri="{FF2B5EF4-FFF2-40B4-BE49-F238E27FC236}">
                              <a16:creationId xmlns:a16="http://schemas.microsoft.com/office/drawing/2014/main" id="{88A2FA16-EC55-4C54-95EE-212F1357B8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9295" y="1096343"/>
                          <a:ext cx="1179513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9">
            <a:extLst>
              <a:ext uri="{FF2B5EF4-FFF2-40B4-BE49-F238E27FC236}">
                <a16:creationId xmlns:a16="http://schemas.microsoft.com/office/drawing/2014/main" id="{B4016441-E07F-46E2-9CFC-4512ADEAB9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978473"/>
              </p:ext>
            </p:extLst>
          </p:nvPr>
        </p:nvGraphicFramePr>
        <p:xfrm>
          <a:off x="4469545" y="2008650"/>
          <a:ext cx="22082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5" name="Equation" r:id="rId17" imgW="2209680" imgH="749160" progId="Equation.DSMT4">
                  <p:embed/>
                </p:oleObj>
              </mc:Choice>
              <mc:Fallback>
                <p:oleObj name="Equation" r:id="rId17" imgW="2209680" imgH="749160" progId="Equation.DSMT4">
                  <p:embed/>
                  <p:pic>
                    <p:nvPicPr>
                      <p:cNvPr id="14" name="Object 19">
                        <a:extLst>
                          <a:ext uri="{FF2B5EF4-FFF2-40B4-BE49-F238E27FC236}">
                            <a16:creationId xmlns:a16="http://schemas.microsoft.com/office/drawing/2014/main" id="{B4016441-E07F-46E2-9CFC-4512ADEAB9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9545" y="2008650"/>
                        <a:ext cx="220821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9C9A80A0-16FC-4100-8D16-8467B4E3F71C}"/>
              </a:ext>
            </a:extLst>
          </p:cNvPr>
          <p:cNvGrpSpPr/>
          <p:nvPr/>
        </p:nvGrpSpPr>
        <p:grpSpPr>
          <a:xfrm>
            <a:off x="1452971" y="1327390"/>
            <a:ext cx="3938431" cy="736600"/>
            <a:chOff x="1455414" y="1509490"/>
            <a:chExt cx="3938431" cy="736600"/>
          </a:xfrm>
        </p:grpSpPr>
        <p:graphicFrame>
          <p:nvGraphicFramePr>
            <p:cNvPr id="9" name="Object 9">
              <a:extLst>
                <a:ext uri="{FF2B5EF4-FFF2-40B4-BE49-F238E27FC236}">
                  <a16:creationId xmlns:a16="http://schemas.microsoft.com/office/drawing/2014/main" id="{3560E7A1-57C1-447B-83C8-FBFA433DB4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5414" y="1723336"/>
            <a:ext cx="1776413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6" name="Equation" r:id="rId19" imgW="1777680" imgH="355320" progId="Equation.DSMT4">
                    <p:embed/>
                  </p:oleObj>
                </mc:Choice>
                <mc:Fallback>
                  <p:oleObj name="Equation" r:id="rId19" imgW="1777680" imgH="355320" progId="Equation.DSMT4">
                    <p:embed/>
                    <p:pic>
                      <p:nvPicPr>
                        <p:cNvPr id="9" name="Object 9">
                          <a:extLst>
                            <a:ext uri="{FF2B5EF4-FFF2-40B4-BE49-F238E27FC236}">
                              <a16:creationId xmlns:a16="http://schemas.microsoft.com/office/drawing/2014/main" id="{3560E7A1-57C1-447B-83C8-FBFA433DB4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414" y="1723336"/>
                          <a:ext cx="1776413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43">
              <a:extLst>
                <a:ext uri="{FF2B5EF4-FFF2-40B4-BE49-F238E27FC236}">
                  <a16:creationId xmlns:a16="http://schemas.microsoft.com/office/drawing/2014/main" id="{64DB98A6-57C4-4984-A37E-4C58ACDBEC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2628" y="1509490"/>
            <a:ext cx="850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7" name="Equation" r:id="rId21" imgW="850680" imgH="736560" progId="Equation.DSMT4">
                    <p:embed/>
                  </p:oleObj>
                </mc:Choice>
                <mc:Fallback>
                  <p:oleObj name="Equation" r:id="rId21" imgW="850680" imgH="736560" progId="Equation.DSMT4">
                    <p:embed/>
                    <p:pic>
                      <p:nvPicPr>
                        <p:cNvPr id="15" name="Object 43">
                          <a:extLst>
                            <a:ext uri="{FF2B5EF4-FFF2-40B4-BE49-F238E27FC236}">
                              <a16:creationId xmlns:a16="http://schemas.microsoft.com/office/drawing/2014/main" id="{64DB98A6-57C4-4984-A37E-4C58ACDBEC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2628" y="1509490"/>
                          <a:ext cx="8509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44">
              <a:extLst>
                <a:ext uri="{FF2B5EF4-FFF2-40B4-BE49-F238E27FC236}">
                  <a16:creationId xmlns:a16="http://schemas.microsoft.com/office/drawing/2014/main" id="{4A76B8F4-BE55-4698-BA95-5FB3FA60BE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00045" y="1714240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8" name="Equation" r:id="rId23" imgW="1193760" imgH="342720" progId="Equation.DSMT4">
                    <p:embed/>
                  </p:oleObj>
                </mc:Choice>
                <mc:Fallback>
                  <p:oleObj name="Equation" r:id="rId23" imgW="1193760" imgH="342720" progId="Equation.DSMT4">
                    <p:embed/>
                    <p:pic>
                      <p:nvPicPr>
                        <p:cNvPr id="16" name="Object 44">
                          <a:extLst>
                            <a:ext uri="{FF2B5EF4-FFF2-40B4-BE49-F238E27FC236}">
                              <a16:creationId xmlns:a16="http://schemas.microsoft.com/office/drawing/2014/main" id="{4A76B8F4-BE55-4698-BA95-5FB3FA60BE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0045" y="1714240"/>
                          <a:ext cx="1193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50">
            <a:extLst>
              <a:ext uri="{FF2B5EF4-FFF2-40B4-BE49-F238E27FC236}">
                <a16:creationId xmlns:a16="http://schemas.microsoft.com/office/drawing/2014/main" id="{A0E2BAEC-93B5-4B10-B3CE-1104CEF20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229" y="2694918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得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7514032-764E-437D-BF7B-BEC1B6BA8DF1}"/>
              </a:ext>
            </a:extLst>
          </p:cNvPr>
          <p:cNvGrpSpPr/>
          <p:nvPr/>
        </p:nvGrpSpPr>
        <p:grpSpPr>
          <a:xfrm>
            <a:off x="1435980" y="3216011"/>
            <a:ext cx="4350867" cy="810798"/>
            <a:chOff x="1438423" y="3398111"/>
            <a:chExt cx="4350867" cy="810798"/>
          </a:xfrm>
        </p:grpSpPr>
        <p:graphicFrame>
          <p:nvGraphicFramePr>
            <p:cNvPr id="23" name="Object 51">
              <a:extLst>
                <a:ext uri="{FF2B5EF4-FFF2-40B4-BE49-F238E27FC236}">
                  <a16:creationId xmlns:a16="http://schemas.microsoft.com/office/drawing/2014/main" id="{1A89E8BE-364B-4301-98C9-C3EE634EDC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8423" y="3597242"/>
            <a:ext cx="863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9" name="Equation" r:id="rId25" imgW="863280" imgH="342720" progId="Equation.DSMT4">
                    <p:embed/>
                  </p:oleObj>
                </mc:Choice>
                <mc:Fallback>
                  <p:oleObj name="Equation" r:id="rId25" imgW="863280" imgH="342720" progId="Equation.DSMT4">
                    <p:embed/>
                    <p:pic>
                      <p:nvPicPr>
                        <p:cNvPr id="23" name="Object 51">
                          <a:extLst>
                            <a:ext uri="{FF2B5EF4-FFF2-40B4-BE49-F238E27FC236}">
                              <a16:creationId xmlns:a16="http://schemas.microsoft.com/office/drawing/2014/main" id="{1A89E8BE-364B-4301-98C9-C3EE634EDC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423" y="3597242"/>
                          <a:ext cx="8636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52">
              <a:extLst>
                <a:ext uri="{FF2B5EF4-FFF2-40B4-BE49-F238E27FC236}">
                  <a16:creationId xmlns:a16="http://schemas.microsoft.com/office/drawing/2014/main" id="{A46AC420-804D-4006-8423-5F47846C0D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3829" y="3408809"/>
            <a:ext cx="1573213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0" name="Equation" r:id="rId27" imgW="1574640" imgH="799920" progId="Equation.DSMT4">
                    <p:embed/>
                  </p:oleObj>
                </mc:Choice>
                <mc:Fallback>
                  <p:oleObj name="Equation" r:id="rId27" imgW="1574640" imgH="799920" progId="Equation.DSMT4">
                    <p:embed/>
                    <p:pic>
                      <p:nvPicPr>
                        <p:cNvPr id="24" name="Object 52">
                          <a:extLst>
                            <a:ext uri="{FF2B5EF4-FFF2-40B4-BE49-F238E27FC236}">
                              <a16:creationId xmlns:a16="http://schemas.microsoft.com/office/drawing/2014/main" id="{A46AC420-804D-4006-8423-5F47846C0D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3829" y="3408809"/>
                          <a:ext cx="1573213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54">
              <a:extLst>
                <a:ext uri="{FF2B5EF4-FFF2-40B4-BE49-F238E27FC236}">
                  <a16:creationId xmlns:a16="http://schemas.microsoft.com/office/drawing/2014/main" id="{7DBA38E0-A971-4F39-8B22-7AC8B330C0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98577" y="3398111"/>
            <a:ext cx="1890713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1" name="Equation" r:id="rId29" imgW="1892160" imgH="799920" progId="Equation.DSMT4">
                    <p:embed/>
                  </p:oleObj>
                </mc:Choice>
                <mc:Fallback>
                  <p:oleObj name="Equation" r:id="rId29" imgW="1892160" imgH="799920" progId="Equation.DSMT4">
                    <p:embed/>
                    <p:pic>
                      <p:nvPicPr>
                        <p:cNvPr id="25" name="Object 54">
                          <a:extLst>
                            <a:ext uri="{FF2B5EF4-FFF2-40B4-BE49-F238E27FC236}">
                              <a16:creationId xmlns:a16="http://schemas.microsoft.com/office/drawing/2014/main" id="{7DBA38E0-A971-4F39-8B22-7AC8B330C0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8577" y="3398111"/>
                          <a:ext cx="1890713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57">
            <a:extLst>
              <a:ext uri="{FF2B5EF4-FFF2-40B4-BE49-F238E27FC236}">
                <a16:creationId xmlns:a16="http://schemas.microsoft.com/office/drawing/2014/main" id="{47511A8F-0D67-4486-B17D-18E334031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764061"/>
              </p:ext>
            </p:extLst>
          </p:nvPr>
        </p:nvGraphicFramePr>
        <p:xfrm>
          <a:off x="5937709" y="3374623"/>
          <a:ext cx="298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12" name="Equation" r:id="rId31" imgW="2984400" imgH="380880" progId="Equation.DSMT4">
                  <p:embed/>
                </p:oleObj>
              </mc:Choice>
              <mc:Fallback>
                <p:oleObj name="Equation" r:id="rId31" imgW="2984400" imgH="380880" progId="Equation.DSMT4">
                  <p:embed/>
                  <p:pic>
                    <p:nvPicPr>
                      <p:cNvPr id="28" name="Object 57">
                        <a:extLst>
                          <a:ext uri="{FF2B5EF4-FFF2-40B4-BE49-F238E27FC236}">
                            <a16:creationId xmlns:a16="http://schemas.microsoft.com/office/drawing/2014/main" id="{47511A8F-0D67-4486-B17D-18E334031C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709" y="3374623"/>
                        <a:ext cx="2984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C7388DE9-713B-4AB0-9F76-79B20BA44103}"/>
              </a:ext>
            </a:extLst>
          </p:cNvPr>
          <p:cNvGrpSpPr/>
          <p:nvPr/>
        </p:nvGrpSpPr>
        <p:grpSpPr>
          <a:xfrm>
            <a:off x="2092846" y="3950532"/>
            <a:ext cx="3419454" cy="838200"/>
            <a:chOff x="2059009" y="4142243"/>
            <a:chExt cx="3419454" cy="838200"/>
          </a:xfrm>
        </p:grpSpPr>
        <p:graphicFrame>
          <p:nvGraphicFramePr>
            <p:cNvPr id="26" name="Object 55">
              <a:extLst>
                <a:ext uri="{FF2B5EF4-FFF2-40B4-BE49-F238E27FC236}">
                  <a16:creationId xmlns:a16="http://schemas.microsoft.com/office/drawing/2014/main" id="{F957761B-9C4E-4CCA-8153-2763CE9240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9009" y="4350403"/>
            <a:ext cx="1104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3" name="Equation" r:id="rId33" imgW="1104840" imgH="406080" progId="Equation.DSMT4">
                    <p:embed/>
                  </p:oleObj>
                </mc:Choice>
                <mc:Fallback>
                  <p:oleObj name="Equation" r:id="rId33" imgW="1104840" imgH="406080" progId="Equation.DSMT4">
                    <p:embed/>
                    <p:pic>
                      <p:nvPicPr>
                        <p:cNvPr id="26" name="Object 55">
                          <a:extLst>
                            <a:ext uri="{FF2B5EF4-FFF2-40B4-BE49-F238E27FC236}">
                              <a16:creationId xmlns:a16="http://schemas.microsoft.com/office/drawing/2014/main" id="{F957761B-9C4E-4CCA-8153-2763CE9240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9009" y="4350403"/>
                          <a:ext cx="11049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56">
              <a:extLst>
                <a:ext uri="{FF2B5EF4-FFF2-40B4-BE49-F238E27FC236}">
                  <a16:creationId xmlns:a16="http://schemas.microsoft.com/office/drawing/2014/main" id="{0ABC138C-8ED0-4603-B256-3CAB4E6152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2776" y="4142243"/>
            <a:ext cx="1814513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4" name="Equation" r:id="rId35" imgW="1815840" imgH="838080" progId="Equation.DSMT4">
                    <p:embed/>
                  </p:oleObj>
                </mc:Choice>
                <mc:Fallback>
                  <p:oleObj name="Equation" r:id="rId35" imgW="1815840" imgH="838080" progId="Equation.DSMT4">
                    <p:embed/>
                    <p:pic>
                      <p:nvPicPr>
                        <p:cNvPr id="27" name="Object 56">
                          <a:extLst>
                            <a:ext uri="{FF2B5EF4-FFF2-40B4-BE49-F238E27FC236}">
                              <a16:creationId xmlns:a16="http://schemas.microsoft.com/office/drawing/2014/main" id="{0ABC138C-8ED0-4603-B256-3CAB4E6152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2776" y="4142243"/>
                          <a:ext cx="1814513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59">
              <a:extLst>
                <a:ext uri="{FF2B5EF4-FFF2-40B4-BE49-F238E27FC236}">
                  <a16:creationId xmlns:a16="http://schemas.microsoft.com/office/drawing/2014/main" id="{BF09A7C8-B5BB-49F5-8E3D-763F688583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3163" y="4387850"/>
            <a:ext cx="495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5" name="Equation" r:id="rId37" imgW="495000" imgH="330120" progId="Equation.DSMT4">
                    <p:embed/>
                  </p:oleObj>
                </mc:Choice>
                <mc:Fallback>
                  <p:oleObj name="Equation" r:id="rId37" imgW="495000" imgH="330120" progId="Equation.DSMT4">
                    <p:embed/>
                    <p:pic>
                      <p:nvPicPr>
                        <p:cNvPr id="29" name="Object 59">
                          <a:extLst>
                            <a:ext uri="{FF2B5EF4-FFF2-40B4-BE49-F238E27FC236}">
                              <a16:creationId xmlns:a16="http://schemas.microsoft.com/office/drawing/2014/main" id="{BF09A7C8-B5BB-49F5-8E3D-763F688583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3163" y="4387850"/>
                          <a:ext cx="495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319CA735-C5D3-418B-9B77-B0390228B6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37448"/>
              </p:ext>
            </p:extLst>
          </p:nvPr>
        </p:nvGraphicFramePr>
        <p:xfrm>
          <a:off x="2425937" y="279304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16" name="Equation" r:id="rId39" imgW="647640" imgH="279360" progId="Equation.DSMT4">
                  <p:embed/>
                </p:oleObj>
              </mc:Choice>
              <mc:Fallback>
                <p:oleObj name="Equation" r:id="rId39" imgW="647640" imgH="27936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319CA735-C5D3-418B-9B77-B0390228B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425937" y="279304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37154853-9165-459C-9D5A-9EA3F47ED04D}"/>
              </a:ext>
            </a:extLst>
          </p:cNvPr>
          <p:cNvGrpSpPr/>
          <p:nvPr/>
        </p:nvGrpSpPr>
        <p:grpSpPr>
          <a:xfrm>
            <a:off x="1092244" y="840925"/>
            <a:ext cx="3915142" cy="461665"/>
            <a:chOff x="1094687" y="1023025"/>
            <a:chExt cx="3915142" cy="461665"/>
          </a:xfrm>
        </p:grpSpPr>
        <p:graphicFrame>
          <p:nvGraphicFramePr>
            <p:cNvPr id="6" name="Object 6">
              <a:extLst>
                <a:ext uri="{FF2B5EF4-FFF2-40B4-BE49-F238E27FC236}">
                  <a16:creationId xmlns:a16="http://schemas.microsoft.com/office/drawing/2014/main" id="{500F52C6-9840-4384-869B-38668F4B2B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57016" y="1025981"/>
            <a:ext cx="3452813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7" name="Equation" r:id="rId41" imgW="3454200" imgH="406080" progId="Equation.DSMT4">
                    <p:embed/>
                  </p:oleObj>
                </mc:Choice>
                <mc:Fallback>
                  <p:oleObj name="Equation" r:id="rId41" imgW="3454200" imgH="406080" progId="Equation.DSMT4">
                    <p:embed/>
                    <p:pic>
                      <p:nvPicPr>
                        <p:cNvPr id="6" name="Object 6">
                          <a:extLst>
                            <a:ext uri="{FF2B5EF4-FFF2-40B4-BE49-F238E27FC236}">
                              <a16:creationId xmlns:a16="http://schemas.microsoft.com/office/drawing/2014/main" id="{500F52C6-9840-4384-869B-38668F4B2B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7016" y="1025981"/>
                          <a:ext cx="3452813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7B651A8-1AD2-4AB5-9107-48B866EE06BF}"/>
                </a:ext>
              </a:extLst>
            </p:cNvPr>
            <p:cNvSpPr/>
            <p:nvPr/>
          </p:nvSpPr>
          <p:spPr>
            <a:xfrm>
              <a:off x="1094687" y="102302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令</a:t>
              </a:r>
              <a:endParaRPr lang="zh-CN" altLang="en-US" sz="2400" dirty="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24EE95F-8C6F-4C2D-BA23-E95FE9BD7483}"/>
              </a:ext>
            </a:extLst>
          </p:cNvPr>
          <p:cNvGrpSpPr/>
          <p:nvPr/>
        </p:nvGrpSpPr>
        <p:grpSpPr>
          <a:xfrm>
            <a:off x="1092244" y="2694918"/>
            <a:ext cx="5112056" cy="495298"/>
            <a:chOff x="1314980" y="2868859"/>
            <a:chExt cx="5112056" cy="495298"/>
          </a:xfrm>
        </p:grpSpPr>
        <p:graphicFrame>
          <p:nvGraphicFramePr>
            <p:cNvPr id="18" name="Object 46">
              <a:extLst>
                <a:ext uri="{FF2B5EF4-FFF2-40B4-BE49-F238E27FC236}">
                  <a16:creationId xmlns:a16="http://schemas.microsoft.com/office/drawing/2014/main" id="{0D818C22-C6C7-4268-8237-38D1C1C938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28828" y="298762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8" name="Equation" r:id="rId43" imgW="622080" imgH="342720" progId="Equation.DSMT4">
                    <p:embed/>
                  </p:oleObj>
                </mc:Choice>
                <mc:Fallback>
                  <p:oleObj name="Equation" r:id="rId43" imgW="622080" imgH="342720" progId="Equation.DSMT4">
                    <p:embed/>
                    <p:pic>
                      <p:nvPicPr>
                        <p:cNvPr id="18" name="Object 46">
                          <a:extLst>
                            <a:ext uri="{FF2B5EF4-FFF2-40B4-BE49-F238E27FC236}">
                              <a16:creationId xmlns:a16="http://schemas.microsoft.com/office/drawing/2014/main" id="{0D818C22-C6C7-4268-8237-38D1C1C938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828" y="298762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47">
              <a:extLst>
                <a:ext uri="{FF2B5EF4-FFF2-40B4-BE49-F238E27FC236}">
                  <a16:creationId xmlns:a16="http://schemas.microsoft.com/office/drawing/2014/main" id="{AD75798C-3024-4D8C-9A33-91283AD12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206" y="2879557"/>
              <a:ext cx="7429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在</a:t>
              </a:r>
            </a:p>
          </p:txBody>
        </p:sp>
        <p:graphicFrame>
          <p:nvGraphicFramePr>
            <p:cNvPr id="20" name="Object 48">
              <a:extLst>
                <a:ext uri="{FF2B5EF4-FFF2-40B4-BE49-F238E27FC236}">
                  <a16:creationId xmlns:a16="http://schemas.microsoft.com/office/drawing/2014/main" id="{C33D7A98-0BFF-4B54-96A0-99D716E1CF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1459" y="2971449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9" name="Equation" r:id="rId45" imgW="596880" imgH="279360" progId="Equation.DSMT4">
                    <p:embed/>
                  </p:oleObj>
                </mc:Choice>
                <mc:Fallback>
                  <p:oleObj name="Equation" r:id="rId45" imgW="596880" imgH="279360" progId="Equation.DSMT4">
                    <p:embed/>
                    <p:pic>
                      <p:nvPicPr>
                        <p:cNvPr id="20" name="Object 48">
                          <a:extLst>
                            <a:ext uri="{FF2B5EF4-FFF2-40B4-BE49-F238E27FC236}">
                              <a16:creationId xmlns:a16="http://schemas.microsoft.com/office/drawing/2014/main" id="{C33D7A98-0BFF-4B54-96A0-99D716E1CF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1459" y="2971449"/>
                          <a:ext cx="5969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49">
              <a:extLst>
                <a:ext uri="{FF2B5EF4-FFF2-40B4-BE49-F238E27FC236}">
                  <a16:creationId xmlns:a16="http://schemas.microsoft.com/office/drawing/2014/main" id="{D5E422EA-47C2-45DB-8E5B-1EDE837BA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0436" y="2868859"/>
              <a:ext cx="3276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处的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二阶泰勒公式 </a:t>
              </a:r>
              <a:r>
                <a:rPr lang="en-US" altLang="zh-CN" sz="2400" b="1" dirty="0">
                  <a:latin typeface="+mj-ea"/>
                  <a:ea typeface="+mj-ea"/>
                </a:rPr>
                <a:t>,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B4F4954-0AB6-42BC-B0BD-1227720FC03E}"/>
                </a:ext>
              </a:extLst>
            </p:cNvPr>
            <p:cNvSpPr/>
            <p:nvPr/>
          </p:nvSpPr>
          <p:spPr>
            <a:xfrm>
              <a:off x="1314980" y="290249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由</a:t>
              </a:r>
              <a:endParaRPr lang="zh-CN" altLang="en-US" sz="2400" dirty="0"/>
            </a:p>
          </p:txBody>
        </p:sp>
      </p:grpSp>
      <p:sp>
        <p:nvSpPr>
          <p:cNvPr id="34" name="Rectangle 60">
            <a:extLst>
              <a:ext uri="{FF2B5EF4-FFF2-40B4-BE49-F238E27FC236}">
                <a16:creationId xmlns:a16="http://schemas.microsoft.com/office/drawing/2014/main" id="{754A82FE-CC8D-4DA1-8DBC-DA9427983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209" y="4026809"/>
            <a:ext cx="3429000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400" b="1" dirty="0">
                <a:latin typeface="+mj-ea"/>
                <a:ea typeface="+mj-ea"/>
              </a:rPr>
              <a:t>故所证不等式成立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065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3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361F3D-83CD-4FA8-87A8-6A3F08E89957}"/>
              </a:ext>
            </a:extLst>
          </p:cNvPr>
          <p:cNvSpPr txBox="1">
            <a:spLocks noChangeArrowheads="1"/>
          </p:cNvSpPr>
          <p:nvPr/>
        </p:nvSpPr>
        <p:spPr>
          <a:xfrm>
            <a:off x="703930" y="1104059"/>
            <a:ext cx="4191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解法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利用拉格朗日中值定理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1B25344-5EDF-4BCC-A655-8726DDD1A906}"/>
              </a:ext>
            </a:extLst>
          </p:cNvPr>
          <p:cNvSpPr txBox="1">
            <a:spLocks noChangeArrowheads="1"/>
          </p:cNvSpPr>
          <p:nvPr/>
        </p:nvSpPr>
        <p:spPr>
          <a:xfrm>
            <a:off x="673646" y="468880"/>
            <a:ext cx="2057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16BBEFD8-F103-4B2F-AB4C-E6B2E9BCB50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02844" y="320718"/>
          <a:ext cx="47593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49" name="Equation" r:id="rId3" imgW="4762440" imgH="736560" progId="Equation.DSMT4">
                  <p:embed/>
                </p:oleObj>
              </mc:Choice>
              <mc:Fallback>
                <p:oleObj name="Equation" r:id="rId3" imgW="4762440" imgH="736560" progId="Equation.DSMT4">
                  <p:embed/>
                  <p:pic>
                    <p:nvPicPr>
                      <p:cNvPr id="20" name="Object 3">
                        <a:extLst>
                          <a:ext uri="{FF2B5EF4-FFF2-40B4-BE49-F238E27FC236}">
                            <a16:creationId xmlns:a16="http://schemas.microsoft.com/office/drawing/2014/main" id="{16BBEFD8-F103-4B2F-AB4C-E6B2E9BCB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844" y="320718"/>
                        <a:ext cx="47593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655943F0-41B8-4A97-A47D-D9FC42E40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903869"/>
              </p:ext>
            </p:extLst>
          </p:nvPr>
        </p:nvGraphicFramePr>
        <p:xfrm>
          <a:off x="1259632" y="1612238"/>
          <a:ext cx="46958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50" name="Equation" r:id="rId5" imgW="4698720" imgH="736560" progId="Equation.DSMT4">
                  <p:embed/>
                </p:oleObj>
              </mc:Choice>
              <mc:Fallback>
                <p:oleObj name="Equation" r:id="rId5" imgW="4698720" imgH="736560" progId="Equation.DSMT4">
                  <p:embed/>
                  <p:pic>
                    <p:nvPicPr>
                      <p:cNvPr id="20" name="Object 3">
                        <a:extLst>
                          <a:ext uri="{FF2B5EF4-FFF2-40B4-BE49-F238E27FC236}">
                            <a16:creationId xmlns:a16="http://schemas.microsoft.com/office/drawing/2014/main" id="{16BBEFD8-F103-4B2F-AB4C-E6B2E9BCB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612238"/>
                        <a:ext cx="46958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2599A55F-968F-414D-84BE-E2EB8CA50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58637"/>
              </p:ext>
            </p:extLst>
          </p:nvPr>
        </p:nvGraphicFramePr>
        <p:xfrm>
          <a:off x="942975" y="2525850"/>
          <a:ext cx="32734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51" name="Equation" r:id="rId7" imgW="3276360" imgH="787320" progId="Equation.DSMT4">
                  <p:embed/>
                </p:oleObj>
              </mc:Choice>
              <mc:Fallback>
                <p:oleObj name="Equation" r:id="rId7" imgW="3276360" imgH="787320" progId="Equation.DSMT4">
                  <p:embed/>
                  <p:pic>
                    <p:nvPicPr>
                      <p:cNvPr id="22" name="Object 3">
                        <a:extLst>
                          <a:ext uri="{FF2B5EF4-FFF2-40B4-BE49-F238E27FC236}">
                            <a16:creationId xmlns:a16="http://schemas.microsoft.com/office/drawing/2014/main" id="{655943F0-41B8-4A97-A47D-D9FC42E40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2525850"/>
                        <a:ext cx="32734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3706F99-D5C3-4163-96C2-D2B1DD6BEA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794523"/>
              </p:ext>
            </p:extLst>
          </p:nvPr>
        </p:nvGraphicFramePr>
        <p:xfrm>
          <a:off x="942975" y="3575891"/>
          <a:ext cx="3657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52" name="Equation" r:id="rId9" imgW="3657600" imgH="927000" progId="Equation.DSMT4">
                  <p:embed/>
                </p:oleObj>
              </mc:Choice>
              <mc:Fallback>
                <p:oleObj name="Equation" r:id="rId9" imgW="365760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2975" y="3575891"/>
                        <a:ext cx="36576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DBF78864-B6DD-457E-86A4-083D320DBC11}"/>
              </a:ext>
            </a:extLst>
          </p:cNvPr>
          <p:cNvGrpSpPr/>
          <p:nvPr/>
        </p:nvGrpSpPr>
        <p:grpSpPr>
          <a:xfrm>
            <a:off x="5019864" y="2563057"/>
            <a:ext cx="3512576" cy="737356"/>
            <a:chOff x="5019864" y="2563057"/>
            <a:chExt cx="3512576" cy="73735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FBCCD96-6095-47DA-B220-2EB910779E61}"/>
                </a:ext>
              </a:extLst>
            </p:cNvPr>
            <p:cNvSpPr/>
            <p:nvPr/>
          </p:nvSpPr>
          <p:spPr>
            <a:xfrm>
              <a:off x="5019864" y="2751991"/>
              <a:ext cx="35125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介于     和         之间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ADF6902-E04D-45C4-AFCD-1622AC622D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106907"/>
                </p:ext>
              </p:extLst>
            </p:nvPr>
          </p:nvGraphicFramePr>
          <p:xfrm>
            <a:off x="5292080" y="2817723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753" name="Equation" r:id="rId11" imgW="203040" imgH="330120" progId="Equation.DSMT4">
                    <p:embed/>
                  </p:oleObj>
                </mc:Choice>
                <mc:Fallback>
                  <p:oleObj name="Equation" r:id="rId11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92080" y="2817723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851A7EA-4F10-4508-964F-1506ABDD54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1384303"/>
                </p:ext>
              </p:extLst>
            </p:nvPr>
          </p:nvGraphicFramePr>
          <p:xfrm>
            <a:off x="6171744" y="2563813"/>
            <a:ext cx="254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754" name="Equation" r:id="rId13" imgW="253800" imgH="736560" progId="Equation.DSMT4">
                    <p:embed/>
                  </p:oleObj>
                </mc:Choice>
                <mc:Fallback>
                  <p:oleObj name="Equation" r:id="rId13" imgW="2538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71744" y="2563813"/>
                          <a:ext cx="254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38224123-8A5F-49B0-8CFC-4A36BC7E3C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9644585"/>
                </p:ext>
              </p:extLst>
            </p:nvPr>
          </p:nvGraphicFramePr>
          <p:xfrm>
            <a:off x="6891824" y="2563057"/>
            <a:ext cx="609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755" name="Equation" r:id="rId15" imgW="609480" imgH="736560" progId="Equation.DSMT4">
                    <p:embed/>
                  </p:oleObj>
                </mc:Choice>
                <mc:Fallback>
                  <p:oleObj name="Equation" r:id="rId15" imgW="60948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891824" y="2563057"/>
                          <a:ext cx="609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6902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361F3D-83CD-4FA8-87A8-6A3F08E89957}"/>
              </a:ext>
            </a:extLst>
          </p:cNvPr>
          <p:cNvSpPr txBox="1">
            <a:spLocks noChangeArrowheads="1"/>
          </p:cNvSpPr>
          <p:nvPr/>
        </p:nvSpPr>
        <p:spPr>
          <a:xfrm>
            <a:off x="703930" y="1104059"/>
            <a:ext cx="3074893" cy="48709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解法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利用泰勒公式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B4D51AB-05E4-4244-803E-209F9ADBCC8D}"/>
              </a:ext>
            </a:extLst>
          </p:cNvPr>
          <p:cNvGrpSpPr/>
          <p:nvPr/>
        </p:nvGrpSpPr>
        <p:grpSpPr>
          <a:xfrm>
            <a:off x="660558" y="1601373"/>
            <a:ext cx="2419646" cy="461665"/>
            <a:chOff x="660558" y="1601373"/>
            <a:chExt cx="2419646" cy="461665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3F835833-A6F0-433E-A8DD-CAD63AC4C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558" y="1601373"/>
              <a:ext cx="685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5" name="Object 6">
              <a:extLst>
                <a:ext uri="{FF2B5EF4-FFF2-40B4-BE49-F238E27FC236}">
                  <a16:creationId xmlns:a16="http://schemas.microsoft.com/office/drawing/2014/main" id="{C8AD3714-AA81-431F-BF0A-F05994D761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1704" y="1709923"/>
            <a:ext cx="196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60" name="Equation" r:id="rId3" imgW="1968480" imgH="342720" progId="Equation.DSMT4">
                    <p:embed/>
                  </p:oleObj>
                </mc:Choice>
                <mc:Fallback>
                  <p:oleObj name="Equation" r:id="rId3" imgW="1968480" imgH="342720" progId="Equation.DSMT4">
                    <p:embed/>
                    <p:pic>
                      <p:nvPicPr>
                        <p:cNvPr id="5" name="Object 6">
                          <a:extLst>
                            <a:ext uri="{FF2B5EF4-FFF2-40B4-BE49-F238E27FC236}">
                              <a16:creationId xmlns:a16="http://schemas.microsoft.com/office/drawing/2014/main" id="{C8AD3714-AA81-431F-BF0A-F05994D761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704" y="1709923"/>
                          <a:ext cx="1968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14">
            <a:extLst>
              <a:ext uri="{FF2B5EF4-FFF2-40B4-BE49-F238E27FC236}">
                <a16:creationId xmlns:a16="http://schemas.microsoft.com/office/drawing/2014/main" id="{4CFE4595-AB3A-47ED-8C41-C5ADDF9BE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135" y="1625292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FFED4940-C49E-45D4-80A0-5999A5223D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7483" y="1521624"/>
          <a:ext cx="180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1" name="Equation" r:id="rId5" imgW="1803240" imgH="736560" progId="Equation.DSMT4">
                  <p:embed/>
                </p:oleObj>
              </mc:Choice>
              <mc:Fallback>
                <p:oleObj name="Equation" r:id="rId5" imgW="1803240" imgH="736560" progId="Equation.DSMT4">
                  <p:embed/>
                  <p:pic>
                    <p:nvPicPr>
                      <p:cNvPr id="7" name="Object 15">
                        <a:extLst>
                          <a:ext uri="{FF2B5EF4-FFF2-40B4-BE49-F238E27FC236}">
                            <a16:creationId xmlns:a16="http://schemas.microsoft.com/office/drawing/2014/main" id="{FFED4940-C49E-45D4-80A0-5999A5223D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483" y="1521624"/>
                        <a:ext cx="1803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>
            <a:extLst>
              <a:ext uri="{FF2B5EF4-FFF2-40B4-BE49-F238E27FC236}">
                <a16:creationId xmlns:a16="http://schemas.microsoft.com/office/drawing/2014/main" id="{45096411-01AE-40D4-A57E-9B697849A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088" y="1534445"/>
          <a:ext cx="2159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2" name="Equation" r:id="rId7" imgW="2158920" imgH="787320" progId="Equation.DSMT4">
                  <p:embed/>
                </p:oleObj>
              </mc:Choice>
              <mc:Fallback>
                <p:oleObj name="Equation" r:id="rId7" imgW="2158920" imgH="787320" progId="Equation.DSMT4">
                  <p:embed/>
                  <p:pic>
                    <p:nvPicPr>
                      <p:cNvPr id="8" name="Object 16">
                        <a:extLst>
                          <a:ext uri="{FF2B5EF4-FFF2-40B4-BE49-F238E27FC236}">
                            <a16:creationId xmlns:a16="http://schemas.microsoft.com/office/drawing/2014/main" id="{45096411-01AE-40D4-A57E-9B697849AF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1534445"/>
                        <a:ext cx="2159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7B5B0D90-DE7C-49F3-B847-1445808885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5665" y="3086959"/>
          <a:ext cx="50641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3" name="Equation" r:id="rId9" imgW="5067000" imgH="736560" progId="Equation.DSMT4">
                  <p:embed/>
                </p:oleObj>
              </mc:Choice>
              <mc:Fallback>
                <p:oleObj name="Equation" r:id="rId9" imgW="5067000" imgH="736560" progId="Equation.DSMT4">
                  <p:embed/>
                  <p:pic>
                    <p:nvPicPr>
                      <p:cNvPr id="9" name="Object 17">
                        <a:extLst>
                          <a:ext uri="{FF2B5EF4-FFF2-40B4-BE49-F238E27FC236}">
                            <a16:creationId xmlns:a16="http://schemas.microsoft.com/office/drawing/2014/main" id="{7B5B0D90-DE7C-49F3-B847-1445808885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665" y="3086959"/>
                        <a:ext cx="50641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8">
            <a:extLst>
              <a:ext uri="{FF2B5EF4-FFF2-40B4-BE49-F238E27FC236}">
                <a16:creationId xmlns:a16="http://schemas.microsoft.com/office/drawing/2014/main" id="{E1FE85DB-6534-457A-8F5E-751C1A48EA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7159" y="3252059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4" name="Equation" r:id="rId11" imgW="1422360" imgH="406080" progId="Equation.DSMT4">
                  <p:embed/>
                </p:oleObj>
              </mc:Choice>
              <mc:Fallback>
                <p:oleObj name="Equation" r:id="rId11" imgW="1422360" imgH="406080" progId="Equation.DSMT4">
                  <p:embed/>
                  <p:pic>
                    <p:nvPicPr>
                      <p:cNvPr id="10" name="Object 18">
                        <a:extLst>
                          <a:ext uri="{FF2B5EF4-FFF2-40B4-BE49-F238E27FC236}">
                            <a16:creationId xmlns:a16="http://schemas.microsoft.com/office/drawing/2014/main" id="{E1FE85DB-6534-457A-8F5E-751C1A48EA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159" y="3252059"/>
                        <a:ext cx="1422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">
            <a:extLst>
              <a:ext uri="{FF2B5EF4-FFF2-40B4-BE49-F238E27FC236}">
                <a16:creationId xmlns:a16="http://schemas.microsoft.com/office/drawing/2014/main" id="{31B25344-5EDF-4BCC-A655-8726DDD1A906}"/>
              </a:ext>
            </a:extLst>
          </p:cNvPr>
          <p:cNvSpPr txBox="1">
            <a:spLocks noChangeArrowheads="1"/>
          </p:cNvSpPr>
          <p:nvPr/>
        </p:nvSpPr>
        <p:spPr>
          <a:xfrm>
            <a:off x="673646" y="468880"/>
            <a:ext cx="2057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16BBEFD8-F103-4B2F-AB4C-E6B2E9BCB50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02844" y="320718"/>
          <a:ext cx="47593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5" name="Equation" r:id="rId13" imgW="4762440" imgH="736560" progId="Equation.DSMT4">
                  <p:embed/>
                </p:oleObj>
              </mc:Choice>
              <mc:Fallback>
                <p:oleObj name="Equation" r:id="rId13" imgW="4762440" imgH="736560" progId="Equation.DSMT4">
                  <p:embed/>
                  <p:pic>
                    <p:nvPicPr>
                      <p:cNvPr id="20" name="Object 3">
                        <a:extLst>
                          <a:ext uri="{FF2B5EF4-FFF2-40B4-BE49-F238E27FC236}">
                            <a16:creationId xmlns:a16="http://schemas.microsoft.com/office/drawing/2014/main" id="{16BBEFD8-F103-4B2F-AB4C-E6B2E9BCB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844" y="320718"/>
                        <a:ext cx="47593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">
            <a:extLst>
              <a:ext uri="{FF2B5EF4-FFF2-40B4-BE49-F238E27FC236}">
                <a16:creationId xmlns:a16="http://schemas.microsoft.com/office/drawing/2014/main" id="{F26EB661-FC6E-46A5-9047-C101EEEAD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06" y="3247895"/>
            <a:ext cx="1080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所以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281758A-E83C-4942-B4E4-0D108FED8986}"/>
              </a:ext>
            </a:extLst>
          </p:cNvPr>
          <p:cNvGrpSpPr/>
          <p:nvPr/>
        </p:nvGrpSpPr>
        <p:grpSpPr>
          <a:xfrm>
            <a:off x="774700" y="2526602"/>
            <a:ext cx="4500455" cy="355600"/>
            <a:chOff x="774700" y="2526602"/>
            <a:chExt cx="4500455" cy="355600"/>
          </a:xfrm>
        </p:grpSpPr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E7104212-29F2-44F8-BC27-66A33E6B80B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74700" y="2528888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66" name="Equation" r:id="rId15" imgW="1143000" imgH="342720" progId="Equation.DSMT4">
                    <p:embed/>
                  </p:oleObj>
                </mc:Choice>
                <mc:Fallback>
                  <p:oleObj name="Equation" r:id="rId15" imgW="1143000" imgH="3427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E7104212-29F2-44F8-BC27-66A33E6B80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74700" y="2528888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EB08224F-AD17-4560-8146-5A716FC5A2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74635" y="2535047"/>
            <a:ext cx="1155700" cy="331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67" name="Equation" r:id="rId17" imgW="1155600" imgH="355320" progId="Equation.DSMT4">
                    <p:embed/>
                  </p:oleObj>
                </mc:Choice>
                <mc:Fallback>
                  <p:oleObj name="Equation" r:id="rId17" imgW="1155600" imgH="3553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EB08224F-AD17-4560-8146-5A716FC5A2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374635" y="2535047"/>
                          <a:ext cx="1155700" cy="3310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14471091-8E1C-4B63-B730-9965CF8463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43255" y="2526602"/>
            <a:ext cx="1231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68" name="Equation" r:id="rId19" imgW="1231560" imgH="355320" progId="Equation.DSMT4">
                    <p:embed/>
                  </p:oleObj>
                </mc:Choice>
                <mc:Fallback>
                  <p:oleObj name="Equation" r:id="rId19" imgW="1231560" imgH="3553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14471091-8E1C-4B63-B730-9965CF8463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043255" y="2526602"/>
                          <a:ext cx="1231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5">
            <a:extLst>
              <a:ext uri="{FF2B5EF4-FFF2-40B4-BE49-F238E27FC236}">
                <a16:creationId xmlns:a16="http://schemas.microsoft.com/office/drawing/2014/main" id="{D128B703-030C-4191-A629-04F0E2B8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27" y="4067111"/>
            <a:ext cx="1080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29" name="Object 17">
            <a:extLst>
              <a:ext uri="{FF2B5EF4-FFF2-40B4-BE49-F238E27FC236}">
                <a16:creationId xmlns:a16="http://schemas.microsoft.com/office/drawing/2014/main" id="{3AAAB20D-4CDE-40FB-AE1E-2F6638361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5210" y="3904070"/>
          <a:ext cx="22336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9" name="Equation" r:id="rId21" imgW="2234880" imgH="736560" progId="Equation.DSMT4">
                  <p:embed/>
                </p:oleObj>
              </mc:Choice>
              <mc:Fallback>
                <p:oleObj name="Equation" r:id="rId21" imgW="2234880" imgH="736560" progId="Equation.DSMT4">
                  <p:embed/>
                  <p:pic>
                    <p:nvPicPr>
                      <p:cNvPr id="29" name="Object 17">
                        <a:extLst>
                          <a:ext uri="{FF2B5EF4-FFF2-40B4-BE49-F238E27FC236}">
                            <a16:creationId xmlns:a16="http://schemas.microsoft.com/office/drawing/2014/main" id="{3AAAB20D-4CDE-40FB-AE1E-2F6638361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210" y="3904070"/>
                        <a:ext cx="22336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7">
            <a:extLst>
              <a:ext uri="{FF2B5EF4-FFF2-40B4-BE49-F238E27FC236}">
                <a16:creationId xmlns:a16="http://schemas.microsoft.com/office/drawing/2014/main" id="{62774931-CC1B-4CB6-ADB1-A6CE10442E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9054" y="3883990"/>
          <a:ext cx="37703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0" name="Equation" r:id="rId23" imgW="3771720" imgH="863280" progId="Equation.DSMT4">
                  <p:embed/>
                </p:oleObj>
              </mc:Choice>
              <mc:Fallback>
                <p:oleObj name="Equation" r:id="rId23" imgW="3771720" imgH="863280" progId="Equation.DSMT4">
                  <p:embed/>
                  <p:pic>
                    <p:nvPicPr>
                      <p:cNvPr id="30" name="Object 17">
                        <a:extLst>
                          <a:ext uri="{FF2B5EF4-FFF2-40B4-BE49-F238E27FC236}">
                            <a16:creationId xmlns:a16="http://schemas.microsoft.com/office/drawing/2014/main" id="{62774931-CC1B-4CB6-ADB1-A6CE10442E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9054" y="3883990"/>
                        <a:ext cx="37703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844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3149953-E124-47CD-8301-B46408596029}"/>
              </a:ext>
            </a:extLst>
          </p:cNvPr>
          <p:cNvSpPr txBox="1">
            <a:spLocks noChangeArrowheads="1"/>
          </p:cNvSpPr>
          <p:nvPr/>
        </p:nvSpPr>
        <p:spPr>
          <a:xfrm>
            <a:off x="673646" y="468880"/>
            <a:ext cx="2057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FB0C7368-4F26-41AB-AC64-21234CCE0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172494"/>
              </p:ext>
            </p:extLst>
          </p:nvPr>
        </p:nvGraphicFramePr>
        <p:xfrm>
          <a:off x="1612112" y="318811"/>
          <a:ext cx="47593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0" name="Equation" r:id="rId3" imgW="4762440" imgH="736560" progId="Equation.DSMT4">
                  <p:embed/>
                </p:oleObj>
              </mc:Choice>
              <mc:Fallback>
                <p:oleObj name="Equation" r:id="rId3" imgW="4762440" imgH="73656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FB0C7368-4F26-41AB-AC64-21234CCE08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112" y="318811"/>
                        <a:ext cx="47593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7A946CB-B9FF-4B2C-9F04-C0E67B426FFC}"/>
              </a:ext>
            </a:extLst>
          </p:cNvPr>
          <p:cNvCxnSpPr/>
          <p:nvPr/>
        </p:nvCxnSpPr>
        <p:spPr>
          <a:xfrm>
            <a:off x="73411" y="1154680"/>
            <a:ext cx="9144000" cy="0"/>
          </a:xfrm>
          <a:prstGeom prst="line">
            <a:avLst/>
          </a:prstGeom>
          <a:ln w="317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DBE40A7D-81AB-42CC-8D90-12366243D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794" y="1217819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1" name="Equation" r:id="rId5" imgW="1968480" imgH="342720" progId="Equation.DSMT4">
                  <p:embed/>
                </p:oleObj>
              </mc:Choice>
              <mc:Fallback>
                <p:oleObj name="Equation" r:id="rId5" imgW="1968480" imgH="34272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DBE40A7D-81AB-42CC-8D90-12366243D9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794" y="1217819"/>
                        <a:ext cx="1968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>
            <a:extLst>
              <a:ext uri="{FF2B5EF4-FFF2-40B4-BE49-F238E27FC236}">
                <a16:creationId xmlns:a16="http://schemas.microsoft.com/office/drawing/2014/main" id="{791555EA-19BF-49B7-A344-4C8523A67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211" y="1576883"/>
          <a:ext cx="23860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2" name="Equation" r:id="rId7" imgW="2387520" imgH="812520" progId="Equation.DSMT4">
                  <p:embed/>
                </p:oleObj>
              </mc:Choice>
              <mc:Fallback>
                <p:oleObj name="Equation" r:id="rId7" imgW="2387520" imgH="812520" progId="Equation.DSMT4">
                  <p:embed/>
                  <p:pic>
                    <p:nvPicPr>
                      <p:cNvPr id="10" name="Object 17">
                        <a:extLst>
                          <a:ext uri="{FF2B5EF4-FFF2-40B4-BE49-F238E27FC236}">
                            <a16:creationId xmlns:a16="http://schemas.microsoft.com/office/drawing/2014/main" id="{791555EA-19BF-49B7-A344-4C8523A67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11" y="1576883"/>
                        <a:ext cx="238601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0C14963F-DD5C-49AD-9AF8-8FD39FC5FE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2152" y="1522541"/>
          <a:ext cx="37703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3" name="Equation" r:id="rId9" imgW="3771720" imgH="863280" progId="Equation.DSMT4">
                  <p:embed/>
                </p:oleObj>
              </mc:Choice>
              <mc:Fallback>
                <p:oleObj name="Equation" r:id="rId9" imgW="3771720" imgH="863280" progId="Equation.DSMT4">
                  <p:embed/>
                  <p:pic>
                    <p:nvPicPr>
                      <p:cNvPr id="11" name="Object 17">
                        <a:extLst>
                          <a:ext uri="{FF2B5EF4-FFF2-40B4-BE49-F238E27FC236}">
                            <a16:creationId xmlns:a16="http://schemas.microsoft.com/office/drawing/2014/main" id="{0C14963F-DD5C-49AD-9AF8-8FD39FC5FE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152" y="1522541"/>
                        <a:ext cx="37703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9">
            <a:extLst>
              <a:ext uri="{FF2B5EF4-FFF2-40B4-BE49-F238E27FC236}">
                <a16:creationId xmlns:a16="http://schemas.microsoft.com/office/drawing/2014/main" id="{0D24F620-5C6A-4358-B768-2D4D3759D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90" y="2753818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原式</a:t>
            </a:r>
          </a:p>
        </p:txBody>
      </p:sp>
      <p:graphicFrame>
        <p:nvGraphicFramePr>
          <p:cNvPr id="13" name="Object 20">
            <a:extLst>
              <a:ext uri="{FF2B5EF4-FFF2-40B4-BE49-F238E27FC236}">
                <a16:creationId xmlns:a16="http://schemas.microsoft.com/office/drawing/2014/main" id="{AD1F9B98-399F-4E8B-9BAB-A3F8421F6A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4267" y="2767023"/>
          <a:ext cx="977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4" name="Equation" r:id="rId11" imgW="977760" imgH="520560" progId="Equation.DSMT4">
                  <p:embed/>
                </p:oleObj>
              </mc:Choice>
              <mc:Fallback>
                <p:oleObj name="Equation" r:id="rId11" imgW="977760" imgH="520560" progId="Equation.DSMT4">
                  <p:embed/>
                  <p:pic>
                    <p:nvPicPr>
                      <p:cNvPr id="13" name="Object 20">
                        <a:extLst>
                          <a:ext uri="{FF2B5EF4-FFF2-40B4-BE49-F238E27FC236}">
                            <a16:creationId xmlns:a16="http://schemas.microsoft.com/office/drawing/2014/main" id="{AD1F9B98-399F-4E8B-9BAB-A3F8421F6A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267" y="2767023"/>
                        <a:ext cx="977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">
            <a:extLst>
              <a:ext uri="{FF2B5EF4-FFF2-40B4-BE49-F238E27FC236}">
                <a16:creationId xmlns:a16="http://schemas.microsoft.com/office/drawing/2014/main" id="{2603EBE3-251F-4CA0-8B0A-B30F7F9DAC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405954"/>
              </p:ext>
            </p:extLst>
          </p:nvPr>
        </p:nvGraphicFramePr>
        <p:xfrm>
          <a:off x="1450975" y="3556000"/>
          <a:ext cx="32512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5" name="Equation" r:id="rId13" imgW="3251160" imgH="1536480" progId="Equation.DSMT4">
                  <p:embed/>
                </p:oleObj>
              </mc:Choice>
              <mc:Fallback>
                <p:oleObj name="Equation" r:id="rId13" imgW="3251160" imgH="1536480" progId="Equation.DSMT4">
                  <p:embed/>
                  <p:pic>
                    <p:nvPicPr>
                      <p:cNvPr id="14" name="Object 22">
                        <a:extLst>
                          <a:ext uri="{FF2B5EF4-FFF2-40B4-BE49-F238E27FC236}">
                            <a16:creationId xmlns:a16="http://schemas.microsoft.com/office/drawing/2014/main" id="{2603EBE3-251F-4CA0-8B0A-B30F7F9DAC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3556000"/>
                        <a:ext cx="32512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1629094F-B8E5-420E-B24B-E91D4A41B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040" y="4324819"/>
          <a:ext cx="482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6" name="Equation" r:id="rId15" imgW="482400" imgH="203040" progId="Equation.DSMT4">
                  <p:embed/>
                </p:oleObj>
              </mc:Choice>
              <mc:Fallback>
                <p:oleObj name="Equation" r:id="rId15" imgW="482400" imgH="20304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1629094F-B8E5-420E-B24B-E91D4A41B9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4324819"/>
                        <a:ext cx="4826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9">
            <a:extLst>
              <a:ext uri="{FF2B5EF4-FFF2-40B4-BE49-F238E27FC236}">
                <a16:creationId xmlns:a16="http://schemas.microsoft.com/office/drawing/2014/main" id="{26A1691A-F5F7-461C-9279-24311EC0F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2167" y="2569362"/>
          <a:ext cx="1778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7" name="Equation" r:id="rId17" imgW="1777680" imgH="914400" progId="Equation.DSMT4">
                  <p:embed/>
                </p:oleObj>
              </mc:Choice>
              <mc:Fallback>
                <p:oleObj name="Equation" r:id="rId17" imgW="1777680" imgH="914400" progId="Equation.DSMT4">
                  <p:embed/>
                  <p:pic>
                    <p:nvPicPr>
                      <p:cNvPr id="16" name="Object 29">
                        <a:extLst>
                          <a:ext uri="{FF2B5EF4-FFF2-40B4-BE49-F238E27FC236}">
                            <a16:creationId xmlns:a16="http://schemas.microsoft.com/office/drawing/2014/main" id="{26A1691A-F5F7-461C-9279-24311EC0F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167" y="2569362"/>
                        <a:ext cx="1778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0">
            <a:extLst>
              <a:ext uri="{FF2B5EF4-FFF2-40B4-BE49-F238E27FC236}">
                <a16:creationId xmlns:a16="http://schemas.microsoft.com/office/drawing/2014/main" id="{289FA770-3ECA-4256-997E-28463ED44D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3543" y="2543962"/>
          <a:ext cx="2921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8" name="Equation" r:id="rId19" imgW="2920680" imgH="965160" progId="Equation.DSMT4">
                  <p:embed/>
                </p:oleObj>
              </mc:Choice>
              <mc:Fallback>
                <p:oleObj name="Equation" r:id="rId19" imgW="2920680" imgH="965160" progId="Equation.DSMT4">
                  <p:embed/>
                  <p:pic>
                    <p:nvPicPr>
                      <p:cNvPr id="17" name="Object 30">
                        <a:extLst>
                          <a:ext uri="{FF2B5EF4-FFF2-40B4-BE49-F238E27FC236}">
                            <a16:creationId xmlns:a16="http://schemas.microsoft.com/office/drawing/2014/main" id="{289FA770-3ECA-4256-997E-28463ED44D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43" y="2543962"/>
                        <a:ext cx="2921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51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2C0E249F-45DF-4A34-8CF3-DC03BD20D6CD}"/>
              </a:ext>
            </a:extLst>
          </p:cNvPr>
          <p:cNvSpPr txBox="1">
            <a:spLocks noChangeArrowheads="1"/>
          </p:cNvSpPr>
          <p:nvPr/>
        </p:nvSpPr>
        <p:spPr>
          <a:xfrm>
            <a:off x="470543" y="1267191"/>
            <a:ext cx="4800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解法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3  </a:t>
            </a:r>
            <a:r>
              <a:rPr lang="zh-CN" altLang="en-US" sz="2400" b="1" dirty="0">
                <a:latin typeface="+mj-ea"/>
              </a:rPr>
              <a:t>利用罗必塔法则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2927493A-AAA7-4F45-82A8-98CA7353C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34" y="2121696"/>
            <a:ext cx="10890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72B1CCFA-BAC2-49C6-8FF1-3D2A55B1D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860" y="1687747"/>
          <a:ext cx="3378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26" name="Equation" r:id="rId3" imgW="3377880" imgH="1447560" progId="Equation.DSMT4">
                  <p:embed/>
                </p:oleObj>
              </mc:Choice>
              <mc:Fallback>
                <p:oleObj name="Equation" r:id="rId3" imgW="3377880" imgH="1447560" progId="Equation.DSMT4">
                  <p:embed/>
                  <p:pic>
                    <p:nvPicPr>
                      <p:cNvPr id="11" name="Object 7">
                        <a:extLst>
                          <a:ext uri="{FF2B5EF4-FFF2-40B4-BE49-F238E27FC236}">
                            <a16:creationId xmlns:a16="http://schemas.microsoft.com/office/drawing/2014/main" id="{72B1CCFA-BAC2-49C6-8FF1-3D2A55B1D3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860" y="1687747"/>
                        <a:ext cx="33782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3EAACE3C-9466-4E01-A096-725166410C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60461"/>
              </p:ext>
            </p:extLst>
          </p:nvPr>
        </p:nvGraphicFramePr>
        <p:xfrm>
          <a:off x="4655193" y="1629869"/>
          <a:ext cx="825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27" name="Equation" r:id="rId5" imgW="825480" imgH="609480" progId="Equation.DSMT4">
                  <p:embed/>
                </p:oleObj>
              </mc:Choice>
              <mc:Fallback>
                <p:oleObj name="Equation" r:id="rId5" imgW="825480" imgH="609480" progId="Equation.DSMT4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3EAACE3C-9466-4E01-A096-725166410C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193" y="1629869"/>
                        <a:ext cx="825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05B954CE-8C56-49CD-BECB-F05351E445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088" y="1581946"/>
          <a:ext cx="3175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28" name="Equation" r:id="rId7" imgW="3174840" imgH="1079280" progId="Equation.DSMT4">
                  <p:embed/>
                </p:oleObj>
              </mc:Choice>
              <mc:Fallback>
                <p:oleObj name="Equation" r:id="rId7" imgW="3174840" imgH="1079280" progId="Equation.DSMT4">
                  <p:embed/>
                  <p:pic>
                    <p:nvPicPr>
                      <p:cNvPr id="14" name="Object 12">
                        <a:extLst>
                          <a:ext uri="{FF2B5EF4-FFF2-40B4-BE49-F238E27FC236}">
                            <a16:creationId xmlns:a16="http://schemas.microsoft.com/office/drawing/2014/main" id="{05B954CE-8C56-49CD-BECB-F05351E44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1581946"/>
                        <a:ext cx="31750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1A5CA07A-332F-4D8C-993F-7F66C4152B05}"/>
              </a:ext>
            </a:extLst>
          </p:cNvPr>
          <p:cNvSpPr txBox="1">
            <a:spLocks noChangeArrowheads="1"/>
          </p:cNvSpPr>
          <p:nvPr/>
        </p:nvSpPr>
        <p:spPr>
          <a:xfrm>
            <a:off x="673646" y="468880"/>
            <a:ext cx="2057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0FDD23F6-0FBC-48C0-9218-59D94282A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188583"/>
              </p:ext>
            </p:extLst>
          </p:nvPr>
        </p:nvGraphicFramePr>
        <p:xfrm>
          <a:off x="1605459" y="316085"/>
          <a:ext cx="47593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29" name="Equation" r:id="rId9" imgW="4762440" imgH="736560" progId="Equation.DSMT4">
                  <p:embed/>
                </p:oleObj>
              </mc:Choice>
              <mc:Fallback>
                <p:oleObj name="Equation" r:id="rId9" imgW="4762440" imgH="736560" progId="Equation.DSMT4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0FDD23F6-0FBC-48C0-9218-59D94282AC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5459" y="316085"/>
                        <a:ext cx="47593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370C027-3215-4D48-A69A-20EA7960CFCB}"/>
              </a:ext>
            </a:extLst>
          </p:cNvPr>
          <p:cNvCxnSpPr/>
          <p:nvPr/>
        </p:nvCxnSpPr>
        <p:spPr>
          <a:xfrm>
            <a:off x="73411" y="1154680"/>
            <a:ext cx="9144000" cy="0"/>
          </a:xfrm>
          <a:prstGeom prst="line">
            <a:avLst/>
          </a:prstGeom>
          <a:ln w="317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151AAC9-D64E-40C3-B7A0-85E151A336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2761" y="2262548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30" name="Equation" r:id="rId11" imgW="203040" imgH="164880" progId="Equation.DSMT4">
                  <p:embed/>
                </p:oleObj>
              </mc:Choice>
              <mc:Fallback>
                <p:oleObj name="Equation" r:id="rId11" imgW="203040" imgH="164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151AAC9-D64E-40C3-B7A0-85E151A336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32761" y="2262548"/>
                        <a:ext cx="2032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>
            <a:extLst>
              <a:ext uri="{FF2B5EF4-FFF2-40B4-BE49-F238E27FC236}">
                <a16:creationId xmlns:a16="http://schemas.microsoft.com/office/drawing/2014/main" id="{6DD58D3B-6FB5-4C1E-92A7-5C5B30A33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6493" y="3102265"/>
          <a:ext cx="3568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31" name="Equation" r:id="rId13" imgW="3568680" imgH="1143000" progId="Equation.DSMT4">
                  <p:embed/>
                </p:oleObj>
              </mc:Choice>
              <mc:Fallback>
                <p:oleObj name="Equation" r:id="rId13" imgW="3568680" imgH="1143000" progId="Equation.DSMT4">
                  <p:embed/>
                  <p:pic>
                    <p:nvPicPr>
                      <p:cNvPr id="20" name="Object 12">
                        <a:extLst>
                          <a:ext uri="{FF2B5EF4-FFF2-40B4-BE49-F238E27FC236}">
                            <a16:creationId xmlns:a16="http://schemas.microsoft.com/office/drawing/2014/main" id="{6DD58D3B-6FB5-4C1E-92A7-5C5B30A33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493" y="3102265"/>
                        <a:ext cx="35687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9541C3C-5492-4DEB-8888-68B0D5E57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4849" y="3432465"/>
          <a:ext cx="444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32" name="Equation" r:id="rId15" imgW="444240" imgH="241200" progId="Equation.DSMT4">
                  <p:embed/>
                </p:oleObj>
              </mc:Choice>
              <mc:Fallback>
                <p:oleObj name="Equation" r:id="rId15" imgW="444240" imgH="2412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B9541C3C-5492-4DEB-8888-68B0D5E57C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34849" y="3432465"/>
                        <a:ext cx="444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2268F194-AD43-47E6-93E6-159CFA671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2718" y="3432465"/>
          <a:ext cx="4178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33" name="Equation" r:id="rId17" imgW="4178160" imgH="825480" progId="Equation.DSMT4">
                  <p:embed/>
                </p:oleObj>
              </mc:Choice>
              <mc:Fallback>
                <p:oleObj name="Equation" r:id="rId17" imgW="4178160" imgH="825480" progId="Equation.DSMT4">
                  <p:embed/>
                  <p:pic>
                    <p:nvPicPr>
                      <p:cNvPr id="24" name="Object 12">
                        <a:extLst>
                          <a:ext uri="{FF2B5EF4-FFF2-40B4-BE49-F238E27FC236}">
                            <a16:creationId xmlns:a16="http://schemas.microsoft.com/office/drawing/2014/main" id="{2268F194-AD43-47E6-93E6-159CFA6711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718" y="3432465"/>
                        <a:ext cx="4178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690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2">
            <a:extLst>
              <a:ext uri="{FF2B5EF4-FFF2-40B4-BE49-F238E27FC236}">
                <a16:creationId xmlns:a16="http://schemas.microsoft.com/office/drawing/2014/main" id="{B9BA1D72-21F3-4E09-BC46-96010F178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640" y="691546"/>
          <a:ext cx="4178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6" name="Equation" r:id="rId3" imgW="4178160" imgH="825480" progId="Equation.DSMT4">
                  <p:embed/>
                </p:oleObj>
              </mc:Choice>
              <mc:Fallback>
                <p:oleObj name="Equation" r:id="rId3" imgW="4178160" imgH="825480" progId="Equation.DSMT4">
                  <p:embed/>
                  <p:pic>
                    <p:nvPicPr>
                      <p:cNvPr id="2" name="Object 12">
                        <a:extLst>
                          <a:ext uri="{FF2B5EF4-FFF2-40B4-BE49-F238E27FC236}">
                            <a16:creationId xmlns:a16="http://schemas.microsoft.com/office/drawing/2014/main" id="{B9BA1D72-21F3-4E09-BC46-96010F1786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691546"/>
                        <a:ext cx="4178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32FA810-D76B-4CF1-B2B0-8DAFE304C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2203450"/>
          <a:ext cx="175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7" name="Equation" r:id="rId5" imgW="1752480" imgH="736560" progId="Equation.DSMT4">
                  <p:embed/>
                </p:oleObj>
              </mc:Choice>
              <mc:Fallback>
                <p:oleObj name="Equation" r:id="rId5" imgW="175248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32FA810-D76B-4CF1-B2B0-8DAFE304C1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8750" y="2203450"/>
                        <a:ext cx="1752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B84CD0F-67BB-4D51-A6F3-04770D120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5656" y="3723878"/>
          <a:ext cx="482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8" name="Equation" r:id="rId7" imgW="482400" imgH="203040" progId="Equation.DSMT4">
                  <p:embed/>
                </p:oleObj>
              </mc:Choice>
              <mc:Fallback>
                <p:oleObj name="Equation" r:id="rId7" imgW="482400" imgH="203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B84CD0F-67BB-4D51-A6F3-04770D1200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5656" y="3723878"/>
                        <a:ext cx="482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27768C5F-F48A-4D93-B89F-4695EDCFC007}"/>
              </a:ext>
            </a:extLst>
          </p:cNvPr>
          <p:cNvGrpSpPr/>
          <p:nvPr/>
        </p:nvGrpSpPr>
        <p:grpSpPr>
          <a:xfrm>
            <a:off x="2305050" y="1660193"/>
            <a:ext cx="2771006" cy="400110"/>
            <a:chOff x="2305050" y="1660193"/>
            <a:chExt cx="2771006" cy="40011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D669794-C543-4224-ACB5-0FB729AC0501}"/>
                </a:ext>
              </a:extLst>
            </p:cNvPr>
            <p:cNvSpPr/>
            <p:nvPr/>
          </p:nvSpPr>
          <p:spPr>
            <a:xfrm>
              <a:off x="2627784" y="1660193"/>
              <a:ext cx="1733167" cy="40011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非零极限因子</a:t>
              </a:r>
              <a:endPara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4E473BD-443E-4BD0-88FC-93AAA0D1A4A6}"/>
                </a:ext>
              </a:extLst>
            </p:cNvPr>
            <p:cNvCxnSpPr>
              <a:cxnSpLocks/>
            </p:cNvCxnSpPr>
            <p:nvPr/>
          </p:nvCxnSpPr>
          <p:spPr>
            <a:xfrm>
              <a:off x="2305050" y="1660193"/>
              <a:ext cx="277100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AE6B641-42E6-4AF0-BAEF-36365EB947BA}"/>
                </a:ext>
              </a:extLst>
            </p:cNvPr>
            <p:cNvCxnSpPr>
              <a:stCxn id="4" idx="3"/>
            </p:cNvCxnSpPr>
            <p:nvPr/>
          </p:nvCxnSpPr>
          <p:spPr>
            <a:xfrm>
              <a:off x="4360951" y="1860248"/>
              <a:ext cx="28305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34D34AB-F7E4-4D5C-9501-EEC688CC1F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9551" y="1726898"/>
            <a:ext cx="1270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969" name="Equation" r:id="rId9" imgW="126720" imgH="266400" progId="Equation.DSMT4">
                    <p:embed/>
                  </p:oleObj>
                </mc:Choice>
                <mc:Fallback>
                  <p:oleObj name="Equation" r:id="rId9" imgW="126720" imgH="2664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A34D34AB-F7E4-4D5C-9501-EEC688CC1F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19551" y="1726898"/>
                          <a:ext cx="1270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9557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80BA972A-27AA-47EA-B67D-C74E2E2AD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58" y="226367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12.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设函数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8BB65AA9-24C4-4607-8AAA-783A1649B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324745"/>
              </p:ext>
            </p:extLst>
          </p:nvPr>
        </p:nvGraphicFramePr>
        <p:xfrm>
          <a:off x="2521952" y="267494"/>
          <a:ext cx="18335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2" name="Equation" r:id="rId3" imgW="1841400" imgH="380880" progId="Equation.DSMT4">
                  <p:embed/>
                </p:oleObj>
              </mc:Choice>
              <mc:Fallback>
                <p:oleObj name="Equation" r:id="rId3" imgW="1841400" imgH="38088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8BB65AA9-24C4-4607-8AAA-783A1649B7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1952" y="267494"/>
                        <a:ext cx="1833563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7">
            <a:extLst>
              <a:ext uri="{FF2B5EF4-FFF2-40B4-BE49-F238E27FC236}">
                <a16:creationId xmlns:a16="http://schemas.microsoft.com/office/drawing/2014/main" id="{7EF10878-4C84-4321-B8FF-F36DAAFDE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792" y="229081"/>
            <a:ext cx="419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上具有二阶导数，且满足</a:t>
            </a:r>
          </a:p>
        </p:txBody>
      </p:sp>
      <p:grpSp>
        <p:nvGrpSpPr>
          <p:cNvPr id="5" name="Group 65">
            <a:extLst>
              <a:ext uri="{FF2B5EF4-FFF2-40B4-BE49-F238E27FC236}">
                <a16:creationId xmlns:a16="http://schemas.microsoft.com/office/drawing/2014/main" id="{3AF47E13-5AB7-4FBC-9EA5-857E98278C69}"/>
              </a:ext>
            </a:extLst>
          </p:cNvPr>
          <p:cNvGrpSpPr>
            <a:grpSpLocks/>
          </p:cNvGrpSpPr>
          <p:nvPr/>
        </p:nvGrpSpPr>
        <p:grpSpPr bwMode="auto">
          <a:xfrm>
            <a:off x="1779739" y="719307"/>
            <a:ext cx="3246438" cy="496888"/>
            <a:chOff x="384" y="1134"/>
            <a:chExt cx="2045" cy="313"/>
          </a:xfrm>
        </p:grpSpPr>
        <p:sp>
          <p:nvSpPr>
            <p:cNvPr id="6" name="Text Box 50">
              <a:extLst>
                <a:ext uri="{FF2B5EF4-FFF2-40B4-BE49-F238E27FC236}">
                  <a16:creationId xmlns:a16="http://schemas.microsoft.com/office/drawing/2014/main" id="{A5493E41-84D1-4E58-8CEE-8B5D83BD7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156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证明序列</a:t>
              </a:r>
            </a:p>
          </p:txBody>
        </p:sp>
        <p:graphicFrame>
          <p:nvGraphicFramePr>
            <p:cNvPr id="7" name="Object 51">
              <a:extLst>
                <a:ext uri="{FF2B5EF4-FFF2-40B4-BE49-F238E27FC236}">
                  <a16:creationId xmlns:a16="http://schemas.microsoft.com/office/drawing/2014/main" id="{67F2D8B6-1506-42A7-9D05-159B70060C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4" y="1200"/>
            <a:ext cx="54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83" name="Equation" r:id="rId5" imgW="863280" imgH="342720" progId="Equation.DSMT4">
                    <p:embed/>
                  </p:oleObj>
                </mc:Choice>
                <mc:Fallback>
                  <p:oleObj name="Equation" r:id="rId5" imgW="863280" imgH="342720" progId="Equation.DSMT4">
                    <p:embed/>
                    <p:pic>
                      <p:nvPicPr>
                        <p:cNvPr id="7" name="Object 51">
                          <a:extLst>
                            <a:ext uri="{FF2B5EF4-FFF2-40B4-BE49-F238E27FC236}">
                              <a16:creationId xmlns:a16="http://schemas.microsoft.com/office/drawing/2014/main" id="{67F2D8B6-1506-42A7-9D05-159B70060C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" y="1200"/>
                          <a:ext cx="544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52">
              <a:extLst>
                <a:ext uri="{FF2B5EF4-FFF2-40B4-BE49-F238E27FC236}">
                  <a16:creationId xmlns:a16="http://schemas.microsoft.com/office/drawing/2014/main" id="{21A753D7-A097-4AA7-A144-9C63FFB37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7" y="1134"/>
              <a:ext cx="7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发散</a:t>
              </a:r>
              <a:r>
                <a:rPr lang="en-US" altLang="zh-CN" sz="2400" b="1" dirty="0">
                  <a:latin typeface="+mj-ea"/>
                  <a:ea typeface="+mj-ea"/>
                </a:rPr>
                <a:t>. </a:t>
              </a:r>
            </a:p>
          </p:txBody>
        </p:sp>
      </p:grpSp>
      <p:sp>
        <p:nvSpPr>
          <p:cNvPr id="9" name="Text Box 53">
            <a:extLst>
              <a:ext uri="{FF2B5EF4-FFF2-40B4-BE49-F238E27FC236}">
                <a16:creationId xmlns:a16="http://schemas.microsoft.com/office/drawing/2014/main" id="{69B02594-3922-47D4-9A3A-4FAE402AC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90" y="1303028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</a:p>
        </p:txBody>
      </p:sp>
      <p:graphicFrame>
        <p:nvGraphicFramePr>
          <p:cNvPr id="11" name="Object 55">
            <a:extLst>
              <a:ext uri="{FF2B5EF4-FFF2-40B4-BE49-F238E27FC236}">
                <a16:creationId xmlns:a16="http://schemas.microsoft.com/office/drawing/2014/main" id="{1220D861-3DDB-440D-988B-1AAE6ED1A9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719941"/>
              </p:ext>
            </p:extLst>
          </p:nvPr>
        </p:nvGraphicFramePr>
        <p:xfrm>
          <a:off x="4139092" y="1910335"/>
          <a:ext cx="4330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4" name="Equation" r:id="rId7" imgW="4330440" imgH="380880" progId="Equation.DSMT4">
                  <p:embed/>
                </p:oleObj>
              </mc:Choice>
              <mc:Fallback>
                <p:oleObj name="Equation" r:id="rId7" imgW="4330440" imgH="380880" progId="Equation.DSMT4">
                  <p:embed/>
                  <p:pic>
                    <p:nvPicPr>
                      <p:cNvPr id="11" name="Object 55">
                        <a:extLst>
                          <a:ext uri="{FF2B5EF4-FFF2-40B4-BE49-F238E27FC236}">
                            <a16:creationId xmlns:a16="http://schemas.microsoft.com/office/drawing/2014/main" id="{1220D861-3DDB-440D-988B-1AAE6ED1A9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092" y="1910335"/>
                        <a:ext cx="4330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7">
            <a:extLst>
              <a:ext uri="{FF2B5EF4-FFF2-40B4-BE49-F238E27FC236}">
                <a16:creationId xmlns:a16="http://schemas.microsoft.com/office/drawing/2014/main" id="{CD2DE2E7-9162-4468-9C35-01157318F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116234"/>
              </p:ext>
            </p:extLst>
          </p:nvPr>
        </p:nvGraphicFramePr>
        <p:xfrm>
          <a:off x="1832183" y="2581887"/>
          <a:ext cx="3213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5" name="Equation" r:id="rId9" imgW="3213000" imgH="380880" progId="Equation.DSMT4">
                  <p:embed/>
                </p:oleObj>
              </mc:Choice>
              <mc:Fallback>
                <p:oleObj name="Equation" r:id="rId9" imgW="3213000" imgH="380880" progId="Equation.DSMT4">
                  <p:embed/>
                  <p:pic>
                    <p:nvPicPr>
                      <p:cNvPr id="12" name="Object 57">
                        <a:extLst>
                          <a:ext uri="{FF2B5EF4-FFF2-40B4-BE49-F238E27FC236}">
                            <a16:creationId xmlns:a16="http://schemas.microsoft.com/office/drawing/2014/main" id="{CD2DE2E7-9162-4468-9C35-01157318FF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183" y="2581887"/>
                        <a:ext cx="3213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8">
            <a:extLst>
              <a:ext uri="{FF2B5EF4-FFF2-40B4-BE49-F238E27FC236}">
                <a16:creationId xmlns:a16="http://schemas.microsoft.com/office/drawing/2014/main" id="{0C5B92C3-0FEF-4B42-A626-2357CF8E41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930750"/>
              </p:ext>
            </p:extLst>
          </p:nvPr>
        </p:nvGraphicFramePr>
        <p:xfrm>
          <a:off x="876605" y="3081961"/>
          <a:ext cx="707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6" name="Equation" r:id="rId11" imgW="7073640" imgH="736560" progId="Equation.DSMT4">
                  <p:embed/>
                </p:oleObj>
              </mc:Choice>
              <mc:Fallback>
                <p:oleObj name="Equation" r:id="rId11" imgW="7073640" imgH="736560" progId="Equation.DSMT4">
                  <p:embed/>
                  <p:pic>
                    <p:nvPicPr>
                      <p:cNvPr id="13" name="Object 58">
                        <a:extLst>
                          <a:ext uri="{FF2B5EF4-FFF2-40B4-BE49-F238E27FC236}">
                            <a16:creationId xmlns:a16="http://schemas.microsoft.com/office/drawing/2014/main" id="{0C5B92C3-0FEF-4B42-A626-2357CF8E41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605" y="3081961"/>
                        <a:ext cx="7073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9">
            <a:extLst>
              <a:ext uri="{FF2B5EF4-FFF2-40B4-BE49-F238E27FC236}">
                <a16:creationId xmlns:a16="http://schemas.microsoft.com/office/drawing/2014/main" id="{C38A3D37-FF51-4670-8409-0CA288D67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283845"/>
              </p:ext>
            </p:extLst>
          </p:nvPr>
        </p:nvGraphicFramePr>
        <p:xfrm>
          <a:off x="1596906" y="3925023"/>
          <a:ext cx="2565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7" name="Equation" r:id="rId13" imgW="2565360" imgH="355320" progId="Equation.DSMT4">
                  <p:embed/>
                </p:oleObj>
              </mc:Choice>
              <mc:Fallback>
                <p:oleObj name="Equation" r:id="rId13" imgW="2565360" imgH="355320" progId="Equation.DSMT4">
                  <p:embed/>
                  <p:pic>
                    <p:nvPicPr>
                      <p:cNvPr id="14" name="Object 59">
                        <a:extLst>
                          <a:ext uri="{FF2B5EF4-FFF2-40B4-BE49-F238E27FC236}">
                            <a16:creationId xmlns:a16="http://schemas.microsoft.com/office/drawing/2014/main" id="{C38A3D37-FF51-4670-8409-0CA288D674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6906" y="3925023"/>
                        <a:ext cx="2565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0">
            <a:extLst>
              <a:ext uri="{FF2B5EF4-FFF2-40B4-BE49-F238E27FC236}">
                <a16:creationId xmlns:a16="http://schemas.microsoft.com/office/drawing/2014/main" id="{C709D42B-CCDF-47A5-9E7F-10FB87519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945880"/>
              </p:ext>
            </p:extLst>
          </p:nvPr>
        </p:nvGraphicFramePr>
        <p:xfrm>
          <a:off x="4084194" y="3872348"/>
          <a:ext cx="1371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8" name="Equation" r:id="rId15" imgW="1371600" imgH="393480" progId="Equation.DSMT4">
                  <p:embed/>
                </p:oleObj>
              </mc:Choice>
              <mc:Fallback>
                <p:oleObj name="Equation" r:id="rId15" imgW="1371600" imgH="393480" progId="Equation.DSMT4">
                  <p:embed/>
                  <p:pic>
                    <p:nvPicPr>
                      <p:cNvPr id="15" name="Object 60">
                        <a:extLst>
                          <a:ext uri="{FF2B5EF4-FFF2-40B4-BE49-F238E27FC236}">
                            <a16:creationId xmlns:a16="http://schemas.microsoft.com/office/drawing/2014/main" id="{C709D42B-CCDF-47A5-9E7F-10FB87519E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4194" y="3872348"/>
                        <a:ext cx="1371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7850E985-49A2-41E1-8D40-BD894F93E4AC}"/>
              </a:ext>
            </a:extLst>
          </p:cNvPr>
          <p:cNvGrpSpPr/>
          <p:nvPr/>
        </p:nvGrpSpPr>
        <p:grpSpPr>
          <a:xfrm>
            <a:off x="801622" y="4357190"/>
            <a:ext cx="2951371" cy="488480"/>
            <a:chOff x="795716" y="4583767"/>
            <a:chExt cx="2951371" cy="488480"/>
          </a:xfrm>
        </p:grpSpPr>
        <p:sp>
          <p:nvSpPr>
            <p:cNvPr id="16" name="Text Box 61">
              <a:extLst>
                <a:ext uri="{FF2B5EF4-FFF2-40B4-BE49-F238E27FC236}">
                  <a16:creationId xmlns:a16="http://schemas.microsoft.com/office/drawing/2014/main" id="{2F7CE4DD-5332-4545-9D4B-706805351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716" y="4583767"/>
              <a:ext cx="11079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故序列</a:t>
              </a:r>
            </a:p>
          </p:txBody>
        </p:sp>
        <p:graphicFrame>
          <p:nvGraphicFramePr>
            <p:cNvPr id="17" name="Object 62">
              <a:extLst>
                <a:ext uri="{FF2B5EF4-FFF2-40B4-BE49-F238E27FC236}">
                  <a16:creationId xmlns:a16="http://schemas.microsoft.com/office/drawing/2014/main" id="{1144EDF4-0896-4084-97DB-208DEAA7E0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6282" y="4686229"/>
            <a:ext cx="863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89" name="Equation" r:id="rId17" imgW="863280" imgH="342720" progId="Equation.DSMT4">
                    <p:embed/>
                  </p:oleObj>
                </mc:Choice>
                <mc:Fallback>
                  <p:oleObj name="Equation" r:id="rId17" imgW="863280" imgH="342720" progId="Equation.DSMT4">
                    <p:embed/>
                    <p:pic>
                      <p:nvPicPr>
                        <p:cNvPr id="17" name="Object 62">
                          <a:extLst>
                            <a:ext uri="{FF2B5EF4-FFF2-40B4-BE49-F238E27FC236}">
                              <a16:creationId xmlns:a16="http://schemas.microsoft.com/office/drawing/2014/main" id="{1144EDF4-0896-4084-97DB-208DEAA7E0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282" y="4686229"/>
                          <a:ext cx="8636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63">
              <a:extLst>
                <a:ext uri="{FF2B5EF4-FFF2-40B4-BE49-F238E27FC236}">
                  <a16:creationId xmlns:a16="http://schemas.microsoft.com/office/drawing/2014/main" id="{EFBE79CD-1696-439D-99D3-EC6EB3DAD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2679" y="4610582"/>
              <a:ext cx="11144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发散</a:t>
              </a:r>
              <a:r>
                <a:rPr lang="en-US" altLang="zh-CN" sz="2400" b="1" dirty="0">
                  <a:latin typeface="+mj-ea"/>
                  <a:ea typeface="+mj-ea"/>
                </a:rPr>
                <a:t>. </a:t>
              </a:r>
            </a:p>
          </p:txBody>
        </p:sp>
      </p:grpSp>
      <p:graphicFrame>
        <p:nvGraphicFramePr>
          <p:cNvPr id="19" name="Object 64">
            <a:extLst>
              <a:ext uri="{FF2B5EF4-FFF2-40B4-BE49-F238E27FC236}">
                <a16:creationId xmlns:a16="http://schemas.microsoft.com/office/drawing/2014/main" id="{2A3E63D1-F8C4-41CA-B5CF-72BEAFAE79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252049"/>
              </p:ext>
            </p:extLst>
          </p:nvPr>
        </p:nvGraphicFramePr>
        <p:xfrm>
          <a:off x="199957" y="824082"/>
          <a:ext cx="163036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0" name="Equation" r:id="rId19" imgW="1625400" imgH="342720" progId="Equation.DSMT4">
                  <p:embed/>
                </p:oleObj>
              </mc:Choice>
              <mc:Fallback>
                <p:oleObj name="Equation" r:id="rId19" imgW="1625400" imgH="342720" progId="Equation.DSMT4">
                  <p:embed/>
                  <p:pic>
                    <p:nvPicPr>
                      <p:cNvPr id="19" name="Object 64">
                        <a:extLst>
                          <a:ext uri="{FF2B5EF4-FFF2-40B4-BE49-F238E27FC236}">
                            <a16:creationId xmlns:a16="http://schemas.microsoft.com/office/drawing/2014/main" id="{2A3E63D1-F8C4-41CA-B5CF-72BEAFAE79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57" y="824082"/>
                        <a:ext cx="163036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68">
            <a:extLst>
              <a:ext uri="{FF2B5EF4-FFF2-40B4-BE49-F238E27FC236}">
                <a16:creationId xmlns:a16="http://schemas.microsoft.com/office/drawing/2014/main" id="{A8493147-C73B-47B2-9BD7-013304BDA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8884" y="738844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(2007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考研）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1EA84EB-EAD4-4164-B530-F43570F2A6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298547"/>
              </p:ext>
            </p:extLst>
          </p:nvPr>
        </p:nvGraphicFramePr>
        <p:xfrm>
          <a:off x="7828442" y="321424"/>
          <a:ext cx="1282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1" name="Equation" r:id="rId21" imgW="1282680" imgH="355320" progId="Equation.DSMT4">
                  <p:embed/>
                </p:oleObj>
              </mc:Choice>
              <mc:Fallback>
                <p:oleObj name="Equation" r:id="rId21" imgW="1282680" imgH="3553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1EA84EB-EAD4-4164-B530-F43570F2A6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28442" y="321424"/>
                        <a:ext cx="1282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2560460F-1ADA-44D4-BC9B-433BDFF84A46}"/>
              </a:ext>
            </a:extLst>
          </p:cNvPr>
          <p:cNvGrpSpPr/>
          <p:nvPr/>
        </p:nvGrpSpPr>
        <p:grpSpPr>
          <a:xfrm>
            <a:off x="1261172" y="1314970"/>
            <a:ext cx="2177561" cy="461665"/>
            <a:chOff x="1255266" y="1541547"/>
            <a:chExt cx="2177561" cy="461665"/>
          </a:xfrm>
        </p:grpSpPr>
        <p:sp>
          <p:nvSpPr>
            <p:cNvPr id="24" name="Text Box 53">
              <a:extLst>
                <a:ext uri="{FF2B5EF4-FFF2-40B4-BE49-F238E27FC236}">
                  <a16:creationId xmlns:a16="http://schemas.microsoft.com/office/drawing/2014/main" id="{C43500C6-CDD1-41BA-80C9-B62607707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266" y="1541547"/>
              <a:ext cx="79645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因为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9127E456-E9C7-4181-8B70-F70A8FA48B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5027" y="1635381"/>
            <a:ext cx="1447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92" name="Equation" r:id="rId23" imgW="1447560" imgH="355320" progId="Equation.DSMT4">
                    <p:embed/>
                  </p:oleObj>
                </mc:Choice>
                <mc:Fallback>
                  <p:oleObj name="Equation" r:id="rId23" imgW="1447560" imgH="3553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9127E456-E9C7-4181-8B70-F70A8FA48B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985027" y="1635381"/>
                          <a:ext cx="1447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A719076-9FA9-45ED-9255-CCD2CC67B8EF}"/>
              </a:ext>
            </a:extLst>
          </p:cNvPr>
          <p:cNvGrpSpPr/>
          <p:nvPr/>
        </p:nvGrpSpPr>
        <p:grpSpPr>
          <a:xfrm>
            <a:off x="3298706" y="1314970"/>
            <a:ext cx="2804788" cy="461665"/>
            <a:chOff x="3292800" y="1541547"/>
            <a:chExt cx="2804788" cy="461665"/>
          </a:xfrm>
        </p:grpSpPr>
        <p:graphicFrame>
          <p:nvGraphicFramePr>
            <p:cNvPr id="10" name="Object 54">
              <a:extLst>
                <a:ext uri="{FF2B5EF4-FFF2-40B4-BE49-F238E27FC236}">
                  <a16:creationId xmlns:a16="http://schemas.microsoft.com/office/drawing/2014/main" id="{29A97F0E-A7D4-43BD-898B-D7654FE88E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5738" y="1599751"/>
            <a:ext cx="2101850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93" name="Equation" r:id="rId25" imgW="2095200" imgH="380880" progId="Equation.DSMT4">
                    <p:embed/>
                  </p:oleObj>
                </mc:Choice>
                <mc:Fallback>
                  <p:oleObj name="Equation" r:id="rId25" imgW="2095200" imgH="380880" progId="Equation.DSMT4">
                    <p:embed/>
                    <p:pic>
                      <p:nvPicPr>
                        <p:cNvPr id="10" name="Object 54">
                          <a:extLst>
                            <a:ext uri="{FF2B5EF4-FFF2-40B4-BE49-F238E27FC236}">
                              <a16:creationId xmlns:a16="http://schemas.microsoft.com/office/drawing/2014/main" id="{29A97F0E-A7D4-43BD-898B-D7654FE88E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738" y="1599751"/>
                          <a:ext cx="2101850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FBAE9CD-179F-42A3-A781-BC8791E6F153}"/>
                </a:ext>
              </a:extLst>
            </p:cNvPr>
            <p:cNvSpPr/>
            <p:nvPr/>
          </p:nvSpPr>
          <p:spPr>
            <a:xfrm>
              <a:off x="3292800" y="1541547"/>
              <a:ext cx="8636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所以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1E15E81-6528-40EE-90FB-6D736CA08C1C}"/>
              </a:ext>
            </a:extLst>
          </p:cNvPr>
          <p:cNvGrpSpPr/>
          <p:nvPr/>
        </p:nvGrpSpPr>
        <p:grpSpPr>
          <a:xfrm>
            <a:off x="902744" y="1837699"/>
            <a:ext cx="2176377" cy="461665"/>
            <a:chOff x="6097588" y="1509992"/>
            <a:chExt cx="2176377" cy="46166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8E14D19-59A9-4B43-9EE1-0FD92CDF8A56}"/>
                </a:ext>
              </a:extLst>
            </p:cNvPr>
            <p:cNvSpPr/>
            <p:nvPr/>
          </p:nvSpPr>
          <p:spPr>
            <a:xfrm>
              <a:off x="6097588" y="1509992"/>
              <a:ext cx="8636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又</a:t>
              </a: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444BBF36-CFCB-476E-890F-44128FD69E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10265" y="1628757"/>
            <a:ext cx="1663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94" name="Equation" r:id="rId27" imgW="1663560" imgH="342720" progId="Equation.DSMT4">
                    <p:embed/>
                  </p:oleObj>
                </mc:Choice>
                <mc:Fallback>
                  <p:oleObj name="Equation" r:id="rId27" imgW="1663560" imgH="34272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444BBF36-CFCB-476E-890F-44128FD69E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610265" y="1628757"/>
                          <a:ext cx="1663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1C889C37-0CAF-4540-A16F-BE5B624E03D4}"/>
              </a:ext>
            </a:extLst>
          </p:cNvPr>
          <p:cNvSpPr/>
          <p:nvPr/>
        </p:nvSpPr>
        <p:spPr>
          <a:xfrm>
            <a:off x="3284298" y="1883508"/>
            <a:ext cx="86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从而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A911ED-47B3-42DC-9E96-2F4DEF227384}"/>
              </a:ext>
            </a:extLst>
          </p:cNvPr>
          <p:cNvSpPr/>
          <p:nvPr/>
        </p:nvSpPr>
        <p:spPr>
          <a:xfrm>
            <a:off x="895736" y="2508744"/>
            <a:ext cx="86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所以</a:t>
            </a:r>
          </a:p>
        </p:txBody>
      </p:sp>
    </p:spTree>
    <p:extLst>
      <p:ext uri="{BB962C8B-B14F-4D97-AF65-F5344CB8AC3E}">
        <p14:creationId xmlns:p14="http://schemas.microsoft.com/office/powerpoint/2010/main" val="162013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3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35F4FC-9B11-427A-9F4C-9D0F314A1425}"/>
              </a:ext>
            </a:extLst>
          </p:cNvPr>
          <p:cNvSpPr/>
          <p:nvPr/>
        </p:nvSpPr>
        <p:spPr>
          <a:xfrm>
            <a:off x="683568" y="339502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在         上有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二阶连续导数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B9706F0-DCE2-47AD-863B-AD042FC15A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051761"/>
              </p:ext>
            </p:extLst>
          </p:nvPr>
        </p:nvGraphicFramePr>
        <p:xfrm>
          <a:off x="2123728" y="41570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69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B9706F0-DCE2-47AD-863B-AD042FC15A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41570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74FD152-5A10-4646-A0B5-8752B66C8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003500"/>
              </p:ext>
            </p:extLst>
          </p:nvPr>
        </p:nvGraphicFramePr>
        <p:xfrm>
          <a:off x="3088688" y="429082"/>
          <a:ext cx="622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0" name="Equation" r:id="rId5" imgW="622080" imgH="330120" progId="Equation.DSMT4">
                  <p:embed/>
                </p:oleObj>
              </mc:Choice>
              <mc:Fallback>
                <p:oleObj name="Equation" r:id="rId5" imgW="62208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74FD152-5A10-4646-A0B5-8752B66C8D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8688" y="429082"/>
                        <a:ext cx="622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97845C9-2430-4611-A151-CF65D7B4D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87186"/>
              </p:ext>
            </p:extLst>
          </p:nvPr>
        </p:nvGraphicFramePr>
        <p:xfrm>
          <a:off x="169218" y="987575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1" name="Equation" r:id="rId7" imgW="1028520" imgH="342720" progId="Equation.DSMT4">
                  <p:embed/>
                </p:oleObj>
              </mc:Choice>
              <mc:Fallback>
                <p:oleObj name="Equation" r:id="rId7" imgW="102852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97845C9-2430-4611-A151-CF65D7B4D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9218" y="987575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9485A94-77EE-48ED-89A6-159D7CB9B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385542"/>
              </p:ext>
            </p:extLst>
          </p:nvPr>
        </p:nvGraphicFramePr>
        <p:xfrm>
          <a:off x="6804248" y="434434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2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9485A94-77EE-48ED-89A6-159D7CB9B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04248" y="434434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D87C9FB-A49E-44C9-911A-BD60C4EA7F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942304"/>
              </p:ext>
            </p:extLst>
          </p:nvPr>
        </p:nvGraphicFramePr>
        <p:xfrm>
          <a:off x="1240838" y="993508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3" name="Equation" r:id="rId11" imgW="1143000" imgH="342720" progId="Equation.DSMT4">
                  <p:embed/>
                </p:oleObj>
              </mc:Choice>
              <mc:Fallback>
                <p:oleObj name="Equation" r:id="rId11" imgW="114300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D87C9FB-A49E-44C9-911A-BD60C4EA7F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40838" y="993508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ED31CC2-BE83-4BE3-A0AC-8C5A14BD44C6}"/>
              </a:ext>
            </a:extLst>
          </p:cNvPr>
          <p:cNvSpPr/>
          <p:nvPr/>
        </p:nvSpPr>
        <p:spPr>
          <a:xfrm>
            <a:off x="2383838" y="917125"/>
            <a:ext cx="5519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证明：存在                 使得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7A0FE37-9EC2-49DB-BCD1-F525AD8346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747490"/>
              </p:ext>
            </p:extLst>
          </p:nvPr>
        </p:nvGraphicFramePr>
        <p:xfrm>
          <a:off x="4067944" y="999484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4" name="Equation" r:id="rId13" imgW="1180800" imgH="342720" progId="Equation.DSMT4">
                  <p:embed/>
                </p:oleObj>
              </mc:Choice>
              <mc:Fallback>
                <p:oleObj name="Equation" r:id="rId13" imgW="11808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7A0FE37-9EC2-49DB-BCD1-F525AD834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67944" y="999484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5B38BDC-E9D3-4A47-A29C-33F6B3E4F0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998998"/>
              </p:ext>
            </p:extLst>
          </p:nvPr>
        </p:nvGraphicFramePr>
        <p:xfrm>
          <a:off x="5940152" y="777334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5" name="Equation" r:id="rId15" imgW="1511280" imgH="736560" progId="Equation.DSMT4">
                  <p:embed/>
                </p:oleObj>
              </mc:Choice>
              <mc:Fallback>
                <p:oleObj name="Equation" r:id="rId15" imgW="151128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5B38BDC-E9D3-4A47-A29C-33F6B3E4F0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40152" y="777334"/>
                        <a:ext cx="1511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3DECAD96-71FD-44F0-A322-007A5DDC7B5B}"/>
              </a:ext>
            </a:extLst>
          </p:cNvPr>
          <p:cNvSpPr/>
          <p:nvPr/>
        </p:nvSpPr>
        <p:spPr>
          <a:xfrm>
            <a:off x="652282" y="154174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E2B764A-7E47-48C4-9A85-F293E8D46CAF}"/>
              </a:ext>
            </a:extLst>
          </p:cNvPr>
          <p:cNvGrpSpPr/>
          <p:nvPr/>
        </p:nvGrpSpPr>
        <p:grpSpPr>
          <a:xfrm>
            <a:off x="1197918" y="1545942"/>
            <a:ext cx="6614442" cy="461665"/>
            <a:chOff x="1197918" y="1689957"/>
            <a:chExt cx="6614442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FB62CCE-201B-45C4-B54A-BBFFFFACB740}"/>
                </a:ext>
              </a:extLst>
            </p:cNvPr>
            <p:cNvSpPr/>
            <p:nvPr/>
          </p:nvSpPr>
          <p:spPr>
            <a:xfrm>
              <a:off x="1197918" y="1689957"/>
              <a:ext cx="66144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泰勒中值定理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得，对                  有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8362313-A8AD-4FCA-8987-28B0632193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5976" y="1755911"/>
            <a:ext cx="1346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276" name="Equation" r:id="rId17" imgW="1346040" imgH="330120" progId="Equation.DSMT4">
                    <p:embed/>
                  </p:oleObj>
                </mc:Choice>
                <mc:Fallback>
                  <p:oleObj name="Equation" r:id="rId17" imgW="1346040" imgH="3301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08362313-A8AD-4FCA-8987-28B0632193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355976" y="1755911"/>
                          <a:ext cx="1346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C7977C1-315E-4548-A080-E97F100724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537093"/>
              </p:ext>
            </p:extLst>
          </p:nvPr>
        </p:nvGraphicFramePr>
        <p:xfrm>
          <a:off x="6515100" y="3215135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7" name="Equation" r:id="rId19" imgW="177480" imgH="291960" progId="Equation.DSMT4">
                  <p:embed/>
                </p:oleObj>
              </mc:Choice>
              <mc:Fallback>
                <p:oleObj name="Equation" r:id="rId19" imgW="177480" imgH="2919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C7977C1-315E-4548-A080-E97F100724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15100" y="3215135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C13EC07-C532-4B68-9044-3ED3E37C99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296596"/>
              </p:ext>
            </p:extLst>
          </p:nvPr>
        </p:nvGraphicFramePr>
        <p:xfrm>
          <a:off x="1043608" y="2169269"/>
          <a:ext cx="501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8" name="Equation" r:id="rId21" imgW="5016240" imgH="736560" progId="Equation.DSMT4">
                  <p:embed/>
                </p:oleObj>
              </mc:Choice>
              <mc:Fallback>
                <p:oleObj name="Equation" r:id="rId21" imgW="501624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FC13EC07-C532-4B68-9044-3ED3E37C9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43608" y="2169269"/>
                        <a:ext cx="5016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BAEB3EA1-D8AF-4B9A-8C15-512333980578}"/>
              </a:ext>
            </a:extLst>
          </p:cNvPr>
          <p:cNvSpPr/>
          <p:nvPr/>
        </p:nvSpPr>
        <p:spPr>
          <a:xfrm>
            <a:off x="158236" y="304557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672872E-4B36-4A97-9784-58BF1307FD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596831"/>
              </p:ext>
            </p:extLst>
          </p:nvPr>
        </p:nvGraphicFramePr>
        <p:xfrm>
          <a:off x="824891" y="2938480"/>
          <a:ext cx="553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9" name="Equation" r:id="rId23" imgW="5537160" imgH="736560" progId="Equation.DSMT4">
                  <p:embed/>
                </p:oleObj>
              </mc:Choice>
              <mc:Fallback>
                <p:oleObj name="Equation" r:id="rId23" imgW="553716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5672872E-4B36-4A97-9784-58BF1307F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24891" y="2938480"/>
                        <a:ext cx="553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87D8612-69D6-414A-9C0C-488B8A6E1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416443"/>
              </p:ext>
            </p:extLst>
          </p:nvPr>
        </p:nvGraphicFramePr>
        <p:xfrm>
          <a:off x="6444208" y="3085902"/>
          <a:ext cx="118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80" name="Equation" r:id="rId25" imgW="1180800" imgH="380880" progId="Equation.DSMT4">
                  <p:embed/>
                </p:oleObj>
              </mc:Choice>
              <mc:Fallback>
                <p:oleObj name="Equation" r:id="rId25" imgW="1180800" imgH="380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487D8612-69D6-414A-9C0C-488B8A6E1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444208" y="3085902"/>
                        <a:ext cx="118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57A13BD1-E974-4603-BD2B-4B8370112400}"/>
              </a:ext>
            </a:extLst>
          </p:cNvPr>
          <p:cNvSpPr/>
          <p:nvPr/>
        </p:nvSpPr>
        <p:spPr>
          <a:xfrm>
            <a:off x="185215" y="386453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26429CE7-E7C5-459D-8887-65FBAFC32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1792"/>
              </p:ext>
            </p:extLst>
          </p:nvPr>
        </p:nvGraphicFramePr>
        <p:xfrm>
          <a:off x="757238" y="3761235"/>
          <a:ext cx="558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81" name="Equation" r:id="rId27" imgW="5587920" imgH="736560" progId="Equation.DSMT4">
                  <p:embed/>
                </p:oleObj>
              </mc:Choice>
              <mc:Fallback>
                <p:oleObj name="Equation" r:id="rId27" imgW="558792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26429CE7-E7C5-459D-8887-65FBAFC320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7238" y="3761235"/>
                        <a:ext cx="558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0FA36CBC-AD8B-4FBE-A286-93E5DC02FE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647545"/>
              </p:ext>
            </p:extLst>
          </p:nvPr>
        </p:nvGraphicFramePr>
        <p:xfrm>
          <a:off x="6438900" y="3934273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82" name="Equation" r:id="rId29" imgW="1218960" imgH="380880" progId="Equation.DSMT4">
                  <p:embed/>
                </p:oleObj>
              </mc:Choice>
              <mc:Fallback>
                <p:oleObj name="Equation" r:id="rId29" imgW="1218960" imgH="380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FA36CBC-AD8B-4FBE-A286-93E5DC02FE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438900" y="3934273"/>
                        <a:ext cx="121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F451BF89-38CB-4F2D-80F0-E3049C52BA17}"/>
              </a:ext>
            </a:extLst>
          </p:cNvPr>
          <p:cNvGrpSpPr/>
          <p:nvPr/>
        </p:nvGrpSpPr>
        <p:grpSpPr>
          <a:xfrm>
            <a:off x="6452975" y="2326432"/>
            <a:ext cx="2532789" cy="461665"/>
            <a:chOff x="6452975" y="2470447"/>
            <a:chExt cx="2532789" cy="461665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7D17A7FF-4973-4843-AEC5-4B5D3C1784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52975" y="261523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283" name="Equation" r:id="rId31" imgW="190440" imgH="203040" progId="Equation.DSMT4">
                    <p:embed/>
                  </p:oleObj>
                </mc:Choice>
                <mc:Fallback>
                  <p:oleObj name="Equation" r:id="rId31" imgW="190440" imgH="20304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7D17A7FF-4973-4843-AEC5-4B5D3C1784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452975" y="261523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633ECAE-3029-402C-BDC8-D6093BF87D58}"/>
                </a:ext>
              </a:extLst>
            </p:cNvPr>
            <p:cNvSpPr/>
            <p:nvPr/>
          </p:nvSpPr>
          <p:spPr>
            <a:xfrm>
              <a:off x="6604000" y="2470447"/>
              <a:ext cx="23817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介于  与  之间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7FD95CD7-8C17-44A8-BA80-97BC50BB53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02207" y="260793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284" name="Equation" r:id="rId33" imgW="190440" imgH="203040" progId="Equation.DSMT4">
                    <p:embed/>
                  </p:oleObj>
                </mc:Choice>
                <mc:Fallback>
                  <p:oleObj name="Equation" r:id="rId33" imgW="190440" imgH="2030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7FD95CD7-8C17-44A8-BA80-97BC50BB537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7302207" y="260793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ED7C7B4E-71D2-4F87-B01F-3583C36F5C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06554" y="2557419"/>
            <a:ext cx="1270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285" name="Equation" r:id="rId35" imgW="126720" imgH="266400" progId="Equation.DSMT4">
                    <p:embed/>
                  </p:oleObj>
                </mc:Choice>
                <mc:Fallback>
                  <p:oleObj name="Equation" r:id="rId35" imgW="126720" imgH="2664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ED7C7B4E-71D2-4F87-B01F-3583C36F5C6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7806554" y="2557419"/>
                          <a:ext cx="1270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Box 70">
            <a:extLst>
              <a:ext uri="{FF2B5EF4-FFF2-40B4-BE49-F238E27FC236}">
                <a16:creationId xmlns:a16="http://schemas.microsoft.com/office/drawing/2014/main" id="{0FAC3E47-E315-4456-9999-EB166B8C5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0666" y="881970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92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5615390-EC4D-42E4-B61F-844F95243B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96888"/>
          <a:ext cx="2603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4" name="Equation" r:id="rId3" imgW="2603160" imgH="723600" progId="Equation.DSMT4">
                  <p:embed/>
                </p:oleObj>
              </mc:Choice>
              <mc:Fallback>
                <p:oleObj name="Equation" r:id="rId3" imgW="260316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5615390-EC4D-42E4-B61F-844F95243B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713" y="496888"/>
                        <a:ext cx="2603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3D4327E-4B9C-4641-B4BB-C20962843B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4031" y="627534"/>
          <a:ext cx="118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5" name="Equation" r:id="rId5" imgW="1180800" imgH="380880" progId="Equation.DSMT4">
                  <p:embed/>
                </p:oleObj>
              </mc:Choice>
              <mc:Fallback>
                <p:oleObj name="Equation" r:id="rId5" imgW="118080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3D4327E-4B9C-4641-B4BB-C20962843B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4031" y="627534"/>
                        <a:ext cx="118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931415D-23D7-47DB-A023-566A69AAF806}"/>
              </a:ext>
            </a:extLst>
          </p:cNvPr>
          <p:cNvSpPr/>
          <p:nvPr/>
        </p:nvSpPr>
        <p:spPr>
          <a:xfrm>
            <a:off x="395536" y="62753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294383D-5CCA-4E97-837C-493078590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6256" y="665634"/>
          <a:ext cx="34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6" name="Equation" r:id="rId7" imgW="342720" imgH="342720" progId="Equation.DSMT4">
                  <p:embed/>
                </p:oleObj>
              </mc:Choice>
              <mc:Fallback>
                <p:oleObj name="Equation" r:id="rId7" imgW="34272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294383D-5CCA-4E97-837C-4930785904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76256" y="665634"/>
                        <a:ext cx="342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18A2626-86C4-4726-81AC-041A7174C0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2889" y="1289394"/>
          <a:ext cx="3124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7" name="Equation" r:id="rId9" imgW="3124080" imgH="723600" progId="Equation.DSMT4">
                  <p:embed/>
                </p:oleObj>
              </mc:Choice>
              <mc:Fallback>
                <p:oleObj name="Equation" r:id="rId9" imgW="312408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18A2626-86C4-4726-81AC-041A7174C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2889" y="1289394"/>
                        <a:ext cx="3124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8700B47-8A83-4490-B01F-854FFD81CA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4031" y="1373188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8" name="Equation" r:id="rId11" imgW="1218960" imgH="380880" progId="Equation.DSMT4">
                  <p:embed/>
                </p:oleObj>
              </mc:Choice>
              <mc:Fallback>
                <p:oleObj name="Equation" r:id="rId11" imgW="121896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8700B47-8A83-4490-B01F-854FFD81C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4031" y="1373188"/>
                        <a:ext cx="121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5C5C2F5-7775-41EA-9112-A9B73E8A9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3713" y="1411288"/>
          <a:ext cx="40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9" name="Equation" r:id="rId13" imgW="406080" imgH="342720" progId="Equation.DSMT4">
                  <p:embed/>
                </p:oleObj>
              </mc:Choice>
              <mc:Fallback>
                <p:oleObj name="Equation" r:id="rId13" imgW="4060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5C5C2F5-7775-41EA-9112-A9B73E8A94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43713" y="1411288"/>
                        <a:ext cx="406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1B99843F-AF4B-4946-98FE-BC7E5D8DC6EF}"/>
              </a:ext>
            </a:extLst>
          </p:cNvPr>
          <p:cNvGrpSpPr/>
          <p:nvPr/>
        </p:nvGrpSpPr>
        <p:grpSpPr>
          <a:xfrm>
            <a:off x="349511" y="2176755"/>
            <a:ext cx="1726755" cy="461665"/>
            <a:chOff x="395536" y="1999506"/>
            <a:chExt cx="1726755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CA136B5-F0E6-4898-8F34-B99A19280BC5}"/>
                </a:ext>
              </a:extLst>
            </p:cNvPr>
            <p:cNvSpPr/>
            <p:nvPr/>
          </p:nvSpPr>
          <p:spPr>
            <a:xfrm>
              <a:off x="395536" y="1999506"/>
              <a:ext cx="172675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            得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785ECCB-EA7E-4556-BC1F-8C43554DE9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2513" y="2079226"/>
            <a:ext cx="812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80" name="Equation" r:id="rId15" imgW="812520" imgH="342720" progId="Equation.DSMT4">
                    <p:embed/>
                  </p:oleObj>
                </mc:Choice>
                <mc:Fallback>
                  <p:oleObj name="Equation" r:id="rId15" imgW="81252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B785ECCB-EA7E-4556-BC1F-8C43554DE9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52513" y="2079226"/>
                          <a:ext cx="812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9298EA6-BD9D-4350-AC21-9236F4D4F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9792" y="2059625"/>
          <a:ext cx="283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1" name="Equation" r:id="rId17" imgW="2831760" imgH="736560" progId="Equation.DSMT4">
                  <p:embed/>
                </p:oleObj>
              </mc:Choice>
              <mc:Fallback>
                <p:oleObj name="Equation" r:id="rId17" imgW="283176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9298EA6-BD9D-4350-AC21-9236F4D4FA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99792" y="2059625"/>
                        <a:ext cx="2832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A9C5C937-1EA4-42B9-8289-8FFB80E931C6}"/>
              </a:ext>
            </a:extLst>
          </p:cNvPr>
          <p:cNvGrpSpPr/>
          <p:nvPr/>
        </p:nvGrpSpPr>
        <p:grpSpPr>
          <a:xfrm>
            <a:off x="395536" y="3003798"/>
            <a:ext cx="7560840" cy="461665"/>
            <a:chOff x="395536" y="3003798"/>
            <a:chExt cx="7560840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A52C3CE-D6E0-4FF3-8B6C-08E9AC8136E5}"/>
                </a:ext>
              </a:extLst>
            </p:cNvPr>
            <p:cNvSpPr/>
            <p:nvPr/>
          </p:nvSpPr>
          <p:spPr>
            <a:xfrm>
              <a:off x="395536" y="3003798"/>
              <a:ext cx="75608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                            故存在          对任意                   有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7082A32-6A9E-41BA-BB64-A91668CD0C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6288" y="3048000"/>
            <a:ext cx="2108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82" name="Equation" r:id="rId19" imgW="2108160" imgH="380880" progId="Equation.DSMT4">
                    <p:embed/>
                  </p:oleObj>
                </mc:Choice>
                <mc:Fallback>
                  <p:oleObj name="Equation" r:id="rId19" imgW="2108160" imgH="380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7082A32-6A9E-41BA-BB64-A91668CD0C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76288" y="3048000"/>
                          <a:ext cx="2108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B095E17-F2D2-49F3-9CE7-FF1D9A74E3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1920" y="3064051"/>
            <a:ext cx="749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83" name="Equation" r:id="rId21" imgW="749160" imgH="330120" progId="Equation.DSMT4">
                    <p:embed/>
                  </p:oleObj>
                </mc:Choice>
                <mc:Fallback>
                  <p:oleObj name="Equation" r:id="rId21" imgW="74916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FB095E17-F2D2-49F3-9CE7-FF1D9A74E3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851920" y="3064051"/>
                          <a:ext cx="749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B82128E0-A966-4508-ADF1-740BE0504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68652" y="3048000"/>
            <a:ext cx="1358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84" name="Equation" r:id="rId23" imgW="1358640" imgH="380880" progId="Equation.DSMT4">
                    <p:embed/>
                  </p:oleObj>
                </mc:Choice>
                <mc:Fallback>
                  <p:oleObj name="Equation" r:id="rId23" imgW="1358640" imgH="3808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B82128E0-A966-4508-ADF1-740BE0504B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568652" y="3048000"/>
                          <a:ext cx="1358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41FBCD6-3131-4D42-AFDB-437EFB4A3C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7864" y="3714387"/>
          <a:ext cx="193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" name="Equation" r:id="rId25" imgW="1930320" imgH="355320" progId="Equation.DSMT4">
                  <p:embed/>
                </p:oleObj>
              </mc:Choice>
              <mc:Fallback>
                <p:oleObj name="Equation" r:id="rId25" imgW="193032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41FBCD6-3131-4D42-AFDB-437EFB4A3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47864" y="3714387"/>
                        <a:ext cx="1930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138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D9F2C90-3679-4655-A1F7-21CBB542B062}"/>
              </a:ext>
            </a:extLst>
          </p:cNvPr>
          <p:cNvSpPr/>
          <p:nvPr/>
        </p:nvSpPr>
        <p:spPr>
          <a:xfrm>
            <a:off x="395536" y="69954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115AA13-BB09-4F75-B7E7-BD7A9EF2E8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5656" y="1059582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2" name="Equation" r:id="rId3" imgW="4241520" imgH="736560" progId="Equation.DSMT4">
                  <p:embed/>
                </p:oleObj>
              </mc:Choice>
              <mc:Fallback>
                <p:oleObj name="Equation" r:id="rId3" imgW="424152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115AA13-BB09-4F75-B7E7-BD7A9EF2E8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1059582"/>
                        <a:ext cx="4241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AB1EBBE-A441-4227-A33E-635414805D82}"/>
              </a:ext>
            </a:extLst>
          </p:cNvPr>
          <p:cNvSpPr/>
          <p:nvPr/>
        </p:nvSpPr>
        <p:spPr>
          <a:xfrm>
            <a:off x="393552" y="206769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B4DBF2A-83D1-49B6-A104-C2A92EAA9B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3768" y="1995686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3" name="Equation" r:id="rId5" imgW="1625400" imgH="736560" progId="Equation.DSMT4">
                  <p:embed/>
                </p:oleObj>
              </mc:Choice>
              <mc:Fallback>
                <p:oleObj name="Equation" r:id="rId5" imgW="162540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B4DBF2A-83D1-49B6-A104-C2A92EAA9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3768" y="1995686"/>
                        <a:ext cx="162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B3B948D-4EE8-4C3B-9968-C9731A84CBDA}"/>
              </a:ext>
            </a:extLst>
          </p:cNvPr>
          <p:cNvSpPr/>
          <p:nvPr/>
        </p:nvSpPr>
        <p:spPr>
          <a:xfrm>
            <a:off x="887598" y="2966174"/>
            <a:ext cx="7922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由有界闭区间上连续函数的介值定理得，至少存在一点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64184E0-04A5-4166-B07D-EE3990ED54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52" y="3638773"/>
          <a:ext cx="229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4" name="Equation" r:id="rId7" imgW="2298600" imgH="380880" progId="Equation.DSMT4">
                  <p:embed/>
                </p:oleObj>
              </mc:Choice>
              <mc:Fallback>
                <p:oleObj name="Equation" r:id="rId7" imgW="229860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64184E0-04A5-4166-B07D-EE3990ED54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3552" y="3638773"/>
                        <a:ext cx="2298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9D8B71D-2069-4293-8B35-AD80C6A1D1E3}"/>
              </a:ext>
            </a:extLst>
          </p:cNvPr>
          <p:cNvSpPr/>
          <p:nvPr/>
        </p:nvSpPr>
        <p:spPr>
          <a:xfrm>
            <a:off x="2692252" y="3598830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267BF26-3644-432F-B158-44ABC6D53F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9652" y="3496354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5" name="Equation" r:id="rId9" imgW="1511280" imgH="736560" progId="Equation.DSMT4">
                  <p:embed/>
                </p:oleObj>
              </mc:Choice>
              <mc:Fallback>
                <p:oleObj name="Equation" r:id="rId9" imgW="151128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267BF26-3644-432F-B158-44ABC6D53F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79652" y="3496354"/>
                        <a:ext cx="1511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741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D3E074-4DF2-469C-A195-E3C02D78E739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47498"/>
            <a:ext cx="3742184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利用泰勒公式证明不等式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4A7AF4C-BE66-4AF8-88B2-2B194E87F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1066800"/>
            <a:ext cx="2085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14.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证明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34E8D54-5F7C-4FE0-958D-5F9881D20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证</a:t>
            </a:r>
            <a:endParaRPr lang="en-US" altLang="zh-CN" sz="2400" b="1" dirty="0">
              <a:solidFill>
                <a:srgbClr val="0064FF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BB8E431-11FA-46B7-9473-61F2E5E89E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7900" y="1792303"/>
          <a:ext cx="213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3" name="Equation" r:id="rId3" imgW="2133360" imgH="609480" progId="Equation.DSMT4">
                  <p:embed/>
                </p:oleObj>
              </mc:Choice>
              <mc:Fallback>
                <p:oleObj name="Equation" r:id="rId3" imgW="2133360" imgH="6094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BB8E431-11FA-46B7-9473-61F2E5E89E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900" y="1792303"/>
                        <a:ext cx="213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9">
            <a:extLst>
              <a:ext uri="{FF2B5EF4-FFF2-40B4-BE49-F238E27FC236}">
                <a16:creationId xmlns:a16="http://schemas.microsoft.com/office/drawing/2014/main" id="{8F325E76-1A2A-44E3-9D6E-CD38516FED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00" y="2887991"/>
          <a:ext cx="1346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4" name="Equation" r:id="rId5" imgW="1346040" imgH="342720" progId="Equation.DSMT4">
                  <p:embed/>
                </p:oleObj>
              </mc:Choice>
              <mc:Fallback>
                <p:oleObj name="Equation" r:id="rId5" imgW="1346040" imgH="342720" progId="Equation.DSMT4">
                  <p:embed/>
                  <p:pic>
                    <p:nvPicPr>
                      <p:cNvPr id="11" name="Object 39">
                        <a:extLst>
                          <a:ext uri="{FF2B5EF4-FFF2-40B4-BE49-F238E27FC236}">
                            <a16:creationId xmlns:a16="http://schemas.microsoft.com/office/drawing/2014/main" id="{8F325E76-1A2A-44E3-9D6E-CD38516FED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2887991"/>
                        <a:ext cx="1346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7">
            <a:extLst>
              <a:ext uri="{FF2B5EF4-FFF2-40B4-BE49-F238E27FC236}">
                <a16:creationId xmlns:a16="http://schemas.microsoft.com/office/drawing/2014/main" id="{614AD85A-EE1E-4018-B317-FC5030976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665741"/>
          <a:ext cx="353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5" name="Equation" r:id="rId7" imgW="3530520" imgH="787320" progId="Equation.DSMT4">
                  <p:embed/>
                </p:oleObj>
              </mc:Choice>
              <mc:Fallback>
                <p:oleObj name="Equation" r:id="rId7" imgW="3530520" imgH="787320" progId="Equation.DSMT4">
                  <p:embed/>
                  <p:pic>
                    <p:nvPicPr>
                      <p:cNvPr id="12" name="Object 37">
                        <a:extLst>
                          <a:ext uri="{FF2B5EF4-FFF2-40B4-BE49-F238E27FC236}">
                            <a16:creationId xmlns:a16="http://schemas.microsoft.com/office/drawing/2014/main" id="{614AD85A-EE1E-4018-B317-FC5030976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665741"/>
                        <a:ext cx="3530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5">
            <a:extLst>
              <a:ext uri="{FF2B5EF4-FFF2-40B4-BE49-F238E27FC236}">
                <a16:creationId xmlns:a16="http://schemas.microsoft.com/office/drawing/2014/main" id="{FB90D738-69CF-4971-9AD8-13DF8BECA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012" y="1914548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因为</a:t>
            </a:r>
            <a:endParaRPr lang="en-US" altLang="zh-CN" sz="2400" b="1" dirty="0"/>
          </a:p>
        </p:txBody>
      </p:sp>
      <p:graphicFrame>
        <p:nvGraphicFramePr>
          <p:cNvPr id="17" name="Object 40">
            <a:extLst>
              <a:ext uri="{FF2B5EF4-FFF2-40B4-BE49-F238E27FC236}">
                <a16:creationId xmlns:a16="http://schemas.microsoft.com/office/drawing/2014/main" id="{2D9600F9-221B-4EA1-9BBE-B9B6F3960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5656" y="3907204"/>
          <a:ext cx="40354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6" name="Equation" r:id="rId9" imgW="4038480" imgH="774360" progId="Equation.DSMT4">
                  <p:embed/>
                </p:oleObj>
              </mc:Choice>
              <mc:Fallback>
                <p:oleObj name="Equation" r:id="rId9" imgW="4038480" imgH="774360" progId="Equation.DSMT4">
                  <p:embed/>
                  <p:pic>
                    <p:nvPicPr>
                      <p:cNvPr id="17" name="Object 40">
                        <a:extLst>
                          <a:ext uri="{FF2B5EF4-FFF2-40B4-BE49-F238E27FC236}">
                            <a16:creationId xmlns:a16="http://schemas.microsoft.com/office/drawing/2014/main" id="{2D9600F9-221B-4EA1-9BBE-B9B6F3960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907204"/>
                        <a:ext cx="40354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">
            <a:extLst>
              <a:ext uri="{FF2B5EF4-FFF2-40B4-BE49-F238E27FC236}">
                <a16:creationId xmlns:a16="http://schemas.microsoft.com/office/drawing/2014/main" id="{81E358F2-65E3-4AF6-A60A-1CBB4FE89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80" y="406372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所以</a:t>
            </a:r>
            <a:endParaRPr lang="en-US" altLang="zh-CN" sz="2400" b="1" dirty="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DBEE423-CFCB-4932-8601-F48115E79A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420601"/>
              </p:ext>
            </p:extLst>
          </p:nvPr>
        </p:nvGraphicFramePr>
        <p:xfrm>
          <a:off x="1979712" y="956481"/>
          <a:ext cx="335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7" name="Equation" r:id="rId11" imgW="3352680" imgH="774360" progId="Equation.DSMT4">
                  <p:embed/>
                </p:oleObj>
              </mc:Choice>
              <mc:Fallback>
                <p:oleObj name="Equation" r:id="rId11" imgW="3352680" imgH="7743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BDBEE423-CFCB-4932-8601-F48115E79A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79712" y="956481"/>
                        <a:ext cx="3352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70">
            <a:extLst>
              <a:ext uri="{FF2B5EF4-FFF2-40B4-BE49-F238E27FC236}">
                <a16:creationId xmlns:a16="http://schemas.microsoft.com/office/drawing/2014/main" id="{B75B63E5-F123-4491-A8B2-2AA8EB124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605" y="1174853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737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80871D5-40BB-41D7-8364-A863BB6BDC03}"/>
              </a:ext>
            </a:extLst>
          </p:cNvPr>
          <p:cNvSpPr txBox="1">
            <a:spLocks noChangeArrowheads="1"/>
          </p:cNvSpPr>
          <p:nvPr/>
        </p:nvSpPr>
        <p:spPr>
          <a:xfrm>
            <a:off x="704556" y="267910"/>
            <a:ext cx="11366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5D7A430-D32B-4F41-B53B-1F22E3CEC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721756"/>
              </p:ext>
            </p:extLst>
          </p:nvPr>
        </p:nvGraphicFramePr>
        <p:xfrm>
          <a:off x="1259632" y="339502"/>
          <a:ext cx="264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2" name="Equation" r:id="rId3" imgW="2641320" imgH="380880" progId="Equation.DSMT4">
                  <p:embed/>
                </p:oleObj>
              </mc:Choice>
              <mc:Fallback>
                <p:oleObj name="Equation" r:id="rId3" imgW="2641320" imgH="3808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B5D7A430-D32B-4F41-B53B-1F22E3CEC0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39502"/>
                        <a:ext cx="2641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571D9977-3D78-491E-9379-0A6E69BCC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231861"/>
              </p:ext>
            </p:extLst>
          </p:nvPr>
        </p:nvGraphicFramePr>
        <p:xfrm>
          <a:off x="3925846" y="177635"/>
          <a:ext cx="135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3" name="Equation" r:id="rId5" imgW="1358640" imgH="736560" progId="Equation.DSMT4">
                  <p:embed/>
                </p:oleObj>
              </mc:Choice>
              <mc:Fallback>
                <p:oleObj name="Equation" r:id="rId5" imgW="1358640" imgH="73656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571D9977-3D78-491E-9379-0A6E69BCC9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846" y="177635"/>
                        <a:ext cx="1358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>
            <a:extLst>
              <a:ext uri="{FF2B5EF4-FFF2-40B4-BE49-F238E27FC236}">
                <a16:creationId xmlns:a16="http://schemas.microsoft.com/office/drawing/2014/main" id="{006FE3DE-2A28-4B5A-AFB3-99F91B0ED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63" y="1057290"/>
            <a:ext cx="2203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证</a:t>
            </a:r>
            <a:r>
              <a:rPr lang="en-US" altLang="zh-CN" sz="2400" b="1" dirty="0"/>
              <a:t>  </a:t>
            </a:r>
            <a:r>
              <a:rPr lang="zh-CN" altLang="en-US" sz="2400" b="1" dirty="0"/>
              <a:t>只要证</a:t>
            </a:r>
          </a:p>
        </p:txBody>
      </p:sp>
      <p:graphicFrame>
        <p:nvGraphicFramePr>
          <p:cNvPr id="6" name="Object 14">
            <a:extLst>
              <a:ext uri="{FF2B5EF4-FFF2-40B4-BE49-F238E27FC236}">
                <a16:creationId xmlns:a16="http://schemas.microsoft.com/office/drawing/2014/main" id="{608C42F0-DE8C-417E-8AA7-DE9A3712DD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41613"/>
              </p:ext>
            </p:extLst>
          </p:nvPr>
        </p:nvGraphicFramePr>
        <p:xfrm>
          <a:off x="2236404" y="1065005"/>
          <a:ext cx="386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4" name="Equation" r:id="rId7" imgW="3860640" imgH="406080" progId="Equation.DSMT4">
                  <p:embed/>
                </p:oleObj>
              </mc:Choice>
              <mc:Fallback>
                <p:oleObj name="Equation" r:id="rId7" imgW="3860640" imgH="406080" progId="Equation.DSMT4">
                  <p:embed/>
                  <p:pic>
                    <p:nvPicPr>
                      <p:cNvPr id="6" name="Object 14">
                        <a:extLst>
                          <a:ext uri="{FF2B5EF4-FFF2-40B4-BE49-F238E27FC236}">
                            <a16:creationId xmlns:a16="http://schemas.microsoft.com/office/drawing/2014/main" id="{608C42F0-DE8C-417E-8AA7-DE9A3712DD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404" y="1065005"/>
                        <a:ext cx="386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7">
            <a:extLst>
              <a:ext uri="{FF2B5EF4-FFF2-40B4-BE49-F238E27FC236}">
                <a16:creationId xmlns:a16="http://schemas.microsoft.com/office/drawing/2014/main" id="{054C1645-ED3F-4E7F-8292-550BA248BD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292757"/>
              </p:ext>
            </p:extLst>
          </p:nvPr>
        </p:nvGraphicFramePr>
        <p:xfrm>
          <a:off x="928220" y="1585939"/>
          <a:ext cx="323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5" name="Equation" r:id="rId9" imgW="3238200" imgH="406080" progId="Equation.DSMT4">
                  <p:embed/>
                </p:oleObj>
              </mc:Choice>
              <mc:Fallback>
                <p:oleObj name="Equation" r:id="rId9" imgW="3238200" imgH="406080" progId="Equation.DSMT4">
                  <p:embed/>
                  <p:pic>
                    <p:nvPicPr>
                      <p:cNvPr id="7" name="Object 37">
                        <a:extLst>
                          <a:ext uri="{FF2B5EF4-FFF2-40B4-BE49-F238E27FC236}">
                            <a16:creationId xmlns:a16="http://schemas.microsoft.com/office/drawing/2014/main" id="{054C1645-ED3F-4E7F-8292-550BA248BD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220" y="1585939"/>
                        <a:ext cx="3238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8">
            <a:extLst>
              <a:ext uri="{FF2B5EF4-FFF2-40B4-BE49-F238E27FC236}">
                <a16:creationId xmlns:a16="http://schemas.microsoft.com/office/drawing/2014/main" id="{EBA4885B-F7C7-439E-85D5-3DA97A2D5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242660"/>
              </p:ext>
            </p:extLst>
          </p:nvPr>
        </p:nvGraphicFramePr>
        <p:xfrm>
          <a:off x="4331224" y="1647010"/>
          <a:ext cx="148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6" name="Equation" r:id="rId11" imgW="1485720" imgH="380880" progId="Equation.DSMT4">
                  <p:embed/>
                </p:oleObj>
              </mc:Choice>
              <mc:Fallback>
                <p:oleObj name="Equation" r:id="rId11" imgW="1485720" imgH="380880" progId="Equation.DSMT4">
                  <p:embed/>
                  <p:pic>
                    <p:nvPicPr>
                      <p:cNvPr id="8" name="Object 38">
                        <a:extLst>
                          <a:ext uri="{FF2B5EF4-FFF2-40B4-BE49-F238E27FC236}">
                            <a16:creationId xmlns:a16="http://schemas.microsoft.com/office/drawing/2014/main" id="{EBA4885B-F7C7-439E-85D5-3DA97A2D5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224" y="1647010"/>
                        <a:ext cx="1485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9">
            <a:extLst>
              <a:ext uri="{FF2B5EF4-FFF2-40B4-BE49-F238E27FC236}">
                <a16:creationId xmlns:a16="http://schemas.microsoft.com/office/drawing/2014/main" id="{E787B701-2F0C-4629-B2CA-1C557DE4B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177330"/>
              </p:ext>
            </p:extLst>
          </p:nvPr>
        </p:nvGraphicFramePr>
        <p:xfrm>
          <a:off x="1207620" y="2108277"/>
          <a:ext cx="267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7" name="Equation" r:id="rId13" imgW="2679480" imgH="406080" progId="Equation.DSMT4">
                  <p:embed/>
                </p:oleObj>
              </mc:Choice>
              <mc:Fallback>
                <p:oleObj name="Equation" r:id="rId13" imgW="2679480" imgH="406080" progId="Equation.DSMT4">
                  <p:embed/>
                  <p:pic>
                    <p:nvPicPr>
                      <p:cNvPr id="9" name="Object 39">
                        <a:extLst>
                          <a:ext uri="{FF2B5EF4-FFF2-40B4-BE49-F238E27FC236}">
                            <a16:creationId xmlns:a16="http://schemas.microsoft.com/office/drawing/2014/main" id="{E787B701-2F0C-4629-B2CA-1C557DE4B7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620" y="2108277"/>
                        <a:ext cx="2679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0">
            <a:extLst>
              <a:ext uri="{FF2B5EF4-FFF2-40B4-BE49-F238E27FC236}">
                <a16:creationId xmlns:a16="http://schemas.microsoft.com/office/drawing/2014/main" id="{1AD7AEAF-9DBB-407D-ACF3-CDD5AF6462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009551"/>
              </p:ext>
            </p:extLst>
          </p:nvPr>
        </p:nvGraphicFramePr>
        <p:xfrm>
          <a:off x="4319204" y="2139904"/>
          <a:ext cx="120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8" name="Equation" r:id="rId15" imgW="1206360" imgH="355320" progId="Equation.DSMT4">
                  <p:embed/>
                </p:oleObj>
              </mc:Choice>
              <mc:Fallback>
                <p:oleObj name="Equation" r:id="rId15" imgW="1206360" imgH="355320" progId="Equation.DSMT4">
                  <p:embed/>
                  <p:pic>
                    <p:nvPicPr>
                      <p:cNvPr id="10" name="Object 40">
                        <a:extLst>
                          <a:ext uri="{FF2B5EF4-FFF2-40B4-BE49-F238E27FC236}">
                            <a16:creationId xmlns:a16="http://schemas.microsoft.com/office/drawing/2014/main" id="{1AD7AEAF-9DBB-407D-ACF3-CDD5AF6462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204" y="2139904"/>
                        <a:ext cx="1206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1">
            <a:extLst>
              <a:ext uri="{FF2B5EF4-FFF2-40B4-BE49-F238E27FC236}">
                <a16:creationId xmlns:a16="http://schemas.microsoft.com/office/drawing/2014/main" id="{51B043BA-7317-4630-88F4-D6A23217F6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183928"/>
              </p:ext>
            </p:extLst>
          </p:nvPr>
        </p:nvGraphicFramePr>
        <p:xfrm>
          <a:off x="1189364" y="2626571"/>
          <a:ext cx="393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9" name="Equation" r:id="rId17" imgW="3936960" imgH="406080" progId="Equation.DSMT4">
                  <p:embed/>
                </p:oleObj>
              </mc:Choice>
              <mc:Fallback>
                <p:oleObj name="Equation" r:id="rId17" imgW="3936960" imgH="406080" progId="Equation.DSMT4">
                  <p:embed/>
                  <p:pic>
                    <p:nvPicPr>
                      <p:cNvPr id="11" name="Object 41">
                        <a:extLst>
                          <a:ext uri="{FF2B5EF4-FFF2-40B4-BE49-F238E27FC236}">
                            <a16:creationId xmlns:a16="http://schemas.microsoft.com/office/drawing/2014/main" id="{51B043BA-7317-4630-88F4-D6A23217F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364" y="2626571"/>
                        <a:ext cx="3937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2">
            <a:extLst>
              <a:ext uri="{FF2B5EF4-FFF2-40B4-BE49-F238E27FC236}">
                <a16:creationId xmlns:a16="http://schemas.microsoft.com/office/drawing/2014/main" id="{102ABB05-26AC-447E-AFA7-B0CA8AC6F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703" y="3171366"/>
            <a:ext cx="31005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一阶泰勒公式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3" name="Object 43">
            <a:extLst>
              <a:ext uri="{FF2B5EF4-FFF2-40B4-BE49-F238E27FC236}">
                <a16:creationId xmlns:a16="http://schemas.microsoft.com/office/drawing/2014/main" id="{4CC317B7-F08E-407B-9784-D3D66EFA19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791312"/>
              </p:ext>
            </p:extLst>
          </p:nvPr>
        </p:nvGraphicFramePr>
        <p:xfrm>
          <a:off x="800703" y="3569910"/>
          <a:ext cx="3898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0" name="Equation" r:id="rId19" imgW="3898800" imgH="799920" progId="Equation.DSMT4">
                  <p:embed/>
                </p:oleObj>
              </mc:Choice>
              <mc:Fallback>
                <p:oleObj name="Equation" r:id="rId19" imgW="3898800" imgH="799920" progId="Equation.DSMT4">
                  <p:embed/>
                  <p:pic>
                    <p:nvPicPr>
                      <p:cNvPr id="13" name="Object 43">
                        <a:extLst>
                          <a:ext uri="{FF2B5EF4-FFF2-40B4-BE49-F238E27FC236}">
                            <a16:creationId xmlns:a16="http://schemas.microsoft.com/office/drawing/2014/main" id="{4CC317B7-F08E-407B-9784-D3D66EFA19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703" y="3569910"/>
                        <a:ext cx="3898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4">
            <a:extLst>
              <a:ext uri="{FF2B5EF4-FFF2-40B4-BE49-F238E27FC236}">
                <a16:creationId xmlns:a16="http://schemas.microsoft.com/office/drawing/2014/main" id="{635CE8B8-949C-4A3C-830E-E979FD9AD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445777"/>
              </p:ext>
            </p:extLst>
          </p:nvPr>
        </p:nvGraphicFramePr>
        <p:xfrm>
          <a:off x="4699603" y="3702053"/>
          <a:ext cx="398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1" name="Equation" r:id="rId21" imgW="3987720" imgH="406080" progId="Equation.DSMT4">
                  <p:embed/>
                </p:oleObj>
              </mc:Choice>
              <mc:Fallback>
                <p:oleObj name="Equation" r:id="rId21" imgW="3987720" imgH="406080" progId="Equation.DSMT4">
                  <p:embed/>
                  <p:pic>
                    <p:nvPicPr>
                      <p:cNvPr id="14" name="Object 44">
                        <a:extLst>
                          <a:ext uri="{FF2B5EF4-FFF2-40B4-BE49-F238E27FC236}">
                            <a16:creationId xmlns:a16="http://schemas.microsoft.com/office/drawing/2014/main" id="{635CE8B8-949C-4A3C-830E-E979FD9ADA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603" y="3702053"/>
                        <a:ext cx="3987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5">
            <a:extLst>
              <a:ext uri="{FF2B5EF4-FFF2-40B4-BE49-F238E27FC236}">
                <a16:creationId xmlns:a16="http://schemas.microsoft.com/office/drawing/2014/main" id="{AC58E91B-80D9-4DAD-8092-707C579DF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703" y="4311815"/>
            <a:ext cx="25058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故原不等式成立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16" name="TextBox 70">
            <a:extLst>
              <a:ext uri="{FF2B5EF4-FFF2-40B4-BE49-F238E27FC236}">
                <a16:creationId xmlns:a16="http://schemas.microsoft.com/office/drawing/2014/main" id="{8E884C7C-B9F4-4C54-909A-EDA10EDB9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5704" y="405325"/>
            <a:ext cx="1037595" cy="38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已讲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986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EC31E61-D770-408E-80E4-35E6CCDA8E47}"/>
              </a:ext>
            </a:extLst>
          </p:cNvPr>
          <p:cNvSpPr txBox="1">
            <a:spLocks noChangeArrowheads="1"/>
          </p:cNvSpPr>
          <p:nvPr/>
        </p:nvSpPr>
        <p:spPr>
          <a:xfrm>
            <a:off x="767296" y="269936"/>
            <a:ext cx="8208912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设    在     内二阶可导，且         证明对于任意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21D728A-866F-4659-AC82-2A9E54446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337279"/>
              </p:ext>
            </p:extLst>
          </p:nvPr>
        </p:nvGraphicFramePr>
        <p:xfrm>
          <a:off x="1691680" y="32257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406" name="Equation" r:id="rId4" imgW="622080" imgH="342720" progId="Equation.DSMT4">
                  <p:embed/>
                </p:oleObj>
              </mc:Choice>
              <mc:Fallback>
                <p:oleObj name="Equation" r:id="rId4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21D728A-866F-4659-AC82-2A9E54446F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91680" y="32257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96AE287-4F44-4E39-8FF1-F8936E43C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225841"/>
              </p:ext>
            </p:extLst>
          </p:nvPr>
        </p:nvGraphicFramePr>
        <p:xfrm>
          <a:off x="2627784" y="334041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407" name="Equation" r:id="rId6" imgW="660240" imgH="342720" progId="Equation.DSMT4">
                  <p:embed/>
                </p:oleObj>
              </mc:Choice>
              <mc:Fallback>
                <p:oleObj name="Equation" r:id="rId6" imgW="6602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96AE287-4F44-4E39-8FF1-F8936E43CC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27784" y="334041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C73AD01-3851-4703-92F1-0EFEE5F6A6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782487"/>
              </p:ext>
            </p:extLst>
          </p:nvPr>
        </p:nvGraphicFramePr>
        <p:xfrm>
          <a:off x="5543179" y="334041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408" name="Equation" r:id="rId8" imgW="1244520" imgH="355320" progId="Equation.DSMT4">
                  <p:embed/>
                </p:oleObj>
              </mc:Choice>
              <mc:Fallback>
                <p:oleObj name="Equation" r:id="rId8" imgW="124452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C73AD01-3851-4703-92F1-0EFEE5F6A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43179" y="334041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310EA1E5-9AF9-40D0-954F-FD2B4F43062D}"/>
              </a:ext>
            </a:extLst>
          </p:cNvPr>
          <p:cNvGrpSpPr/>
          <p:nvPr/>
        </p:nvGrpSpPr>
        <p:grpSpPr>
          <a:xfrm>
            <a:off x="284798" y="783622"/>
            <a:ext cx="8208912" cy="539750"/>
            <a:chOff x="284798" y="963744"/>
            <a:chExt cx="8208912" cy="539750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5AA611A4-84F8-4B05-A071-6470E581969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4798" y="963744"/>
              <a:ext cx="8208912" cy="53975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两点          及               有</a:t>
              </a:r>
              <a:endParaRPr lang="zh-CN" altLang="en-US" sz="2400" b="1" dirty="0">
                <a:latin typeface="+mj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546241F-F299-49FB-8843-C355F1665A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92374" y="994687"/>
            <a:ext cx="622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09" name="Equation" r:id="rId10" imgW="622080" imgH="380880" progId="Equation.DSMT4">
                    <p:embed/>
                  </p:oleObj>
                </mc:Choice>
                <mc:Fallback>
                  <p:oleObj name="Equation" r:id="rId10" imgW="62208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9546241F-F299-49FB-8843-C355F1665AA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92374" y="994687"/>
                          <a:ext cx="622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FCA2E0F-6425-45FC-84F2-55E83A788E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34012" y="1068519"/>
            <a:ext cx="1054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10" name="Equation" r:id="rId12" imgW="1054080" imgH="330120" progId="Equation.DSMT4">
                    <p:embed/>
                  </p:oleObj>
                </mc:Choice>
                <mc:Fallback>
                  <p:oleObj name="Equation" r:id="rId12" imgW="1054080" imgH="3301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DFCA2E0F-6425-45FC-84F2-55E83A788E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134012" y="1068519"/>
                          <a:ext cx="1054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8500C3E-5D62-42C0-87CE-F7EF7FFC32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3888" y="1005279"/>
            <a:ext cx="462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11" name="Equation" r:id="rId14" imgW="4622760" imgH="380880" progId="Equation.DSMT4">
                    <p:embed/>
                  </p:oleObj>
                </mc:Choice>
                <mc:Fallback>
                  <p:oleObj name="Equation" r:id="rId14" imgW="4622760" imgH="38088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38500C3E-5D62-42C0-87CE-F7EF7FFC32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563888" y="1005279"/>
                          <a:ext cx="462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4">
            <a:extLst>
              <a:ext uri="{FF2B5EF4-FFF2-40B4-BE49-F238E27FC236}">
                <a16:creationId xmlns:a16="http://schemas.microsoft.com/office/drawing/2014/main" id="{D33F26EB-233C-4759-960C-1F88E2097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68" y="1534437"/>
            <a:ext cx="6501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39262FA-65FB-4B86-AFB2-05F9724DC384}"/>
              </a:ext>
            </a:extLst>
          </p:cNvPr>
          <p:cNvGrpSpPr/>
          <p:nvPr/>
        </p:nvGrpSpPr>
        <p:grpSpPr>
          <a:xfrm>
            <a:off x="1245899" y="1539607"/>
            <a:ext cx="2966061" cy="461665"/>
            <a:chOff x="1245899" y="1539607"/>
            <a:chExt cx="2966061" cy="461665"/>
          </a:xfrm>
        </p:grpSpPr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CE7C98E3-DBB0-4366-9CC7-1B9CBEC94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5899" y="1539607"/>
              <a:ext cx="296606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设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F938074-1CBC-4CE9-95B9-CEA720B9D2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7353625"/>
                </p:ext>
              </p:extLst>
            </p:nvPr>
          </p:nvGraphicFramePr>
          <p:xfrm>
            <a:off x="1714674" y="1590985"/>
            <a:ext cx="2197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12" name="Equation" r:id="rId16" imgW="2197080" imgH="380880" progId="Equation.DSMT4">
                    <p:embed/>
                  </p:oleObj>
                </mc:Choice>
                <mc:Fallback>
                  <p:oleObj name="Equation" r:id="rId16" imgW="2197080" imgH="380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BF938074-1CBC-4CE9-95B9-CEA720B9D2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714674" y="1590985"/>
                          <a:ext cx="2197100" cy="3810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D93EEA9-2726-426B-BF4A-755DAA986D1A}"/>
              </a:ext>
            </a:extLst>
          </p:cNvPr>
          <p:cNvGrpSpPr/>
          <p:nvPr/>
        </p:nvGrpSpPr>
        <p:grpSpPr>
          <a:xfrm>
            <a:off x="4037859" y="1503494"/>
            <a:ext cx="1776762" cy="461665"/>
            <a:chOff x="4037859" y="1503494"/>
            <a:chExt cx="1776762" cy="461665"/>
          </a:xfrm>
        </p:grpSpPr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BB7F7D7C-6FF7-4601-AD40-4438100CB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7859" y="1503494"/>
              <a:ext cx="65015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64C51C94-9E3F-4F28-B615-B2AA6E44E3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9221" y="1574769"/>
            <a:ext cx="1295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13" name="Equation" r:id="rId18" imgW="1295280" imgH="380880" progId="Equation.DSMT4">
                    <p:embed/>
                  </p:oleObj>
                </mc:Choice>
                <mc:Fallback>
                  <p:oleObj name="Equation" r:id="rId18" imgW="1295280" imgH="3808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64C51C94-9E3F-4F28-B615-B2AA6E44E3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519221" y="1574769"/>
                          <a:ext cx="1295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14">
            <a:extLst>
              <a:ext uri="{FF2B5EF4-FFF2-40B4-BE49-F238E27FC236}">
                <a16:creationId xmlns:a16="http://schemas.microsoft.com/office/drawing/2014/main" id="{24517F3F-C3CA-4C07-A9B3-DED1EBCF4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729" y="1457554"/>
            <a:ext cx="30694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由一阶泰勒公式得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8043063-1FD1-4883-AB7F-D461EF0A3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68065"/>
              </p:ext>
            </p:extLst>
          </p:nvPr>
        </p:nvGraphicFramePr>
        <p:xfrm>
          <a:off x="1014413" y="1984375"/>
          <a:ext cx="628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414" name="Equation" r:id="rId20" imgW="6286320" imgH="736560" progId="Equation.DSMT4">
                  <p:embed/>
                </p:oleObj>
              </mc:Choice>
              <mc:Fallback>
                <p:oleObj name="Equation" r:id="rId20" imgW="6286320" imgH="7365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C8043063-1FD1-4883-AB7F-D461EF0A37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14413" y="1984375"/>
                        <a:ext cx="6286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2511940F-3AAC-4B57-9DDB-9A03D950D78A}"/>
              </a:ext>
            </a:extLst>
          </p:cNvPr>
          <p:cNvGrpSpPr/>
          <p:nvPr/>
        </p:nvGrpSpPr>
        <p:grpSpPr>
          <a:xfrm>
            <a:off x="4801423" y="2585737"/>
            <a:ext cx="4032448" cy="461665"/>
            <a:chOff x="797000" y="2933885"/>
            <a:chExt cx="4032448" cy="461665"/>
          </a:xfrm>
        </p:grpSpPr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0053ACAA-F4C5-400C-8F81-99903D5D7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000" y="2933885"/>
              <a:ext cx="40324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    </a:t>
              </a:r>
              <a:r>
                <a:rPr lang="en-US" altLang="zh-CN" sz="2400" b="1" dirty="0">
                  <a:latin typeface="+mj-ea"/>
                  <a:ea typeface="+mj-ea"/>
                </a:rPr>
                <a:t>(</a:t>
              </a:r>
              <a:r>
                <a:rPr lang="zh-CN" altLang="en-US" sz="2400" b="1" dirty="0">
                  <a:latin typeface="+mj-ea"/>
                  <a:ea typeface="+mj-ea"/>
                </a:rPr>
                <a:t>  介于  与   之间</a:t>
              </a:r>
              <a:r>
                <a:rPr lang="en-US" altLang="zh-CN" sz="2400" b="1" dirty="0">
                  <a:latin typeface="+mj-ea"/>
                  <a:ea typeface="+mj-ea"/>
                </a:rPr>
                <a:t>)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D9275CB3-7006-4AD2-AFAE-1F99BF2FE9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82180" y="2974999"/>
            <a:ext cx="241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15" name="Equation" r:id="rId22" imgW="241200" imgH="380880" progId="Equation.DSMT4">
                    <p:embed/>
                  </p:oleObj>
                </mc:Choice>
                <mc:Fallback>
                  <p:oleObj name="Equation" r:id="rId22" imgW="241200" imgH="3808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D9275CB3-7006-4AD2-AFAE-1F99BF2FE9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882180" y="2974999"/>
                          <a:ext cx="241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E3359EDE-C74C-49B9-A8E0-2380CCB5B1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2477" y="2956898"/>
            <a:ext cx="241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16" name="Equation" r:id="rId24" imgW="241200" imgH="380880" progId="Equation.DSMT4">
                    <p:embed/>
                  </p:oleObj>
                </mc:Choice>
                <mc:Fallback>
                  <p:oleObj name="Equation" r:id="rId24" imgW="241200" imgH="38088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E3359EDE-C74C-49B9-A8E0-2380CCB5B15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782477" y="2956898"/>
                          <a:ext cx="241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8867232C-C944-4C85-B59B-C00958AC8B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4188" y="297499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17" name="Equation" r:id="rId26" imgW="279360" imgH="380880" progId="Equation.DSMT4">
                    <p:embed/>
                  </p:oleObj>
                </mc:Choice>
                <mc:Fallback>
                  <p:oleObj name="Equation" r:id="rId26" imgW="279360" imgH="3808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867232C-C944-4C85-B59B-C00958AC8BD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3424188" y="2974999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0ED5A701-DADE-42FB-AC75-4DECBBF24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793752"/>
              </p:ext>
            </p:extLst>
          </p:nvPr>
        </p:nvGraphicFramePr>
        <p:xfrm>
          <a:off x="963613" y="3165475"/>
          <a:ext cx="638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418" name="Equation" r:id="rId28" imgW="6387840" imgH="736560" progId="Equation.DSMT4">
                  <p:embed/>
                </p:oleObj>
              </mc:Choice>
              <mc:Fallback>
                <p:oleObj name="Equation" r:id="rId28" imgW="6387840" imgH="7365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ED5A701-DADE-42FB-AC75-4DECBBF24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63613" y="3165475"/>
                        <a:ext cx="6388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30A09192-FF75-4F69-A111-1FAF14D89592}"/>
              </a:ext>
            </a:extLst>
          </p:cNvPr>
          <p:cNvGrpSpPr/>
          <p:nvPr/>
        </p:nvGrpSpPr>
        <p:grpSpPr>
          <a:xfrm>
            <a:off x="4802747" y="3789315"/>
            <a:ext cx="4032448" cy="461665"/>
            <a:chOff x="797000" y="2943275"/>
            <a:chExt cx="4032448" cy="461665"/>
          </a:xfrm>
        </p:grpSpPr>
        <p:sp>
          <p:nvSpPr>
            <p:cNvPr id="27" name="Text Box 14">
              <a:extLst>
                <a:ext uri="{FF2B5EF4-FFF2-40B4-BE49-F238E27FC236}">
                  <a16:creationId xmlns:a16="http://schemas.microsoft.com/office/drawing/2014/main" id="{68E04A07-B022-43DA-B257-E9DE6E6F6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000" y="2943275"/>
              <a:ext cx="40324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    </a:t>
              </a:r>
              <a:r>
                <a:rPr lang="en-US" altLang="zh-CN" sz="2400" b="1" dirty="0">
                  <a:latin typeface="+mj-ea"/>
                  <a:ea typeface="+mj-ea"/>
                </a:rPr>
                <a:t>(</a:t>
              </a:r>
              <a:r>
                <a:rPr lang="zh-CN" altLang="en-US" sz="2400" b="1" dirty="0">
                  <a:latin typeface="+mj-ea"/>
                  <a:ea typeface="+mj-ea"/>
                </a:rPr>
                <a:t>  介于  与   之间</a:t>
              </a:r>
              <a:r>
                <a:rPr lang="en-US" altLang="zh-CN" sz="2400" b="1" dirty="0">
                  <a:latin typeface="+mj-ea"/>
                  <a:ea typeface="+mj-ea"/>
                </a:rPr>
                <a:t>)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24CAC131-2A84-48BE-A146-3EA0D3A477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4597254"/>
                </p:ext>
              </p:extLst>
            </p:nvPr>
          </p:nvGraphicFramePr>
          <p:xfrm>
            <a:off x="1863241" y="297507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19" name="Equation" r:id="rId30" imgW="279360" imgH="380880" progId="Equation.DSMT4">
                    <p:embed/>
                  </p:oleObj>
                </mc:Choice>
                <mc:Fallback>
                  <p:oleObj name="Equation" r:id="rId30" imgW="279360" imgH="38088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24CAC131-2A84-48BE-A146-3EA0D3A477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863241" y="2975073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FE73131E-932C-4CC4-A10A-BFA7A35B8D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0831539"/>
                </p:ext>
              </p:extLst>
            </p:nvPr>
          </p:nvGraphicFramePr>
          <p:xfrm>
            <a:off x="2763353" y="295761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20" name="Equation" r:id="rId32" imgW="279360" imgH="380880" progId="Equation.DSMT4">
                    <p:embed/>
                  </p:oleObj>
                </mc:Choice>
                <mc:Fallback>
                  <p:oleObj name="Equation" r:id="rId32" imgW="279360" imgH="38088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FE73131E-932C-4CC4-A10A-BFA7A35B8D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2763353" y="2957610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AB468D57-4974-48DE-80DE-FBFA05885F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4188" y="297499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21" name="Equation" r:id="rId34" imgW="279360" imgH="380880" progId="Equation.DSMT4">
                    <p:embed/>
                  </p:oleObj>
                </mc:Choice>
                <mc:Fallback>
                  <p:oleObj name="Equation" r:id="rId34" imgW="279360" imgH="38088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AB468D57-4974-48DE-80DE-FBFA05885F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3424188" y="2974999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30C2E2B-9F20-4E3E-B510-4AA94D0C82CB}"/>
              </a:ext>
            </a:extLst>
          </p:cNvPr>
          <p:cNvGrpSpPr/>
          <p:nvPr/>
        </p:nvGrpSpPr>
        <p:grpSpPr>
          <a:xfrm>
            <a:off x="767296" y="4111511"/>
            <a:ext cx="4308760" cy="471528"/>
            <a:chOff x="767296" y="4111511"/>
            <a:chExt cx="4308760" cy="471528"/>
          </a:xfrm>
        </p:grpSpPr>
        <p:sp>
          <p:nvSpPr>
            <p:cNvPr id="31" name="Text Box 14">
              <a:extLst>
                <a:ext uri="{FF2B5EF4-FFF2-40B4-BE49-F238E27FC236}">
                  <a16:creationId xmlns:a16="http://schemas.microsoft.com/office/drawing/2014/main" id="{A3CCC741-C2F1-4472-97CA-BA0E1E7BC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296" y="4111511"/>
              <a:ext cx="430876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由                  得              </a:t>
              </a: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E517F29F-ACCE-49FD-8617-F95DE67AD4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7542" y="4202039"/>
            <a:ext cx="2603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22" name="Equation" r:id="rId36" imgW="2603160" imgH="380880" progId="Equation.DSMT4">
                    <p:embed/>
                  </p:oleObj>
                </mc:Choice>
                <mc:Fallback>
                  <p:oleObj name="Equation" r:id="rId36" imgW="2603160" imgH="38088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E517F29F-ACCE-49FD-8617-F95DE67AD4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1147542" y="4202039"/>
                          <a:ext cx="2603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8160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7BC00A0-E8D8-4726-996B-86B5F6465A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672" y="555526"/>
          <a:ext cx="378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6" name="Equation" r:id="rId3" imgW="3784320" imgH="380880" progId="Equation.DSMT4">
                  <p:embed/>
                </p:oleObj>
              </mc:Choice>
              <mc:Fallback>
                <p:oleObj name="Equation" r:id="rId3" imgW="3784320" imgH="3808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7BC00A0-E8D8-4726-996B-86B5F6465A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555526"/>
                        <a:ext cx="378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7BE745C-9BFD-4907-8656-E9740D238C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6423" y="1132366"/>
          <a:ext cx="386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7" name="Equation" r:id="rId5" imgW="3860640" imgH="380880" progId="Equation.DSMT4">
                  <p:embed/>
                </p:oleObj>
              </mc:Choice>
              <mc:Fallback>
                <p:oleObj name="Equation" r:id="rId5" imgW="386064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7BE745C-9BFD-4907-8656-E9740D238C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6423" y="1132366"/>
                        <a:ext cx="386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>
            <a:extLst>
              <a:ext uri="{FF2B5EF4-FFF2-40B4-BE49-F238E27FC236}">
                <a16:creationId xmlns:a16="http://schemas.microsoft.com/office/drawing/2014/main" id="{51041BC8-242C-4561-A1B4-1CD5B3112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48" y="1779662"/>
            <a:ext cx="900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所以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1698A23-7593-4E06-BE1E-1B1331C0E7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1228" y="1890527"/>
          <a:ext cx="236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8" name="Equation" r:id="rId7" imgW="2361960" imgH="380880" progId="Equation.DSMT4">
                  <p:embed/>
                </p:oleObj>
              </mc:Choice>
              <mc:Fallback>
                <p:oleObj name="Equation" r:id="rId7" imgW="236196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1698A23-7593-4E06-BE1E-1B1331C0E7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1228" y="1890527"/>
                        <a:ext cx="2362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1869B7A-43E1-4455-B6B5-96D8154A4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648" y="2427988"/>
          <a:ext cx="688340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9" name="Equation" r:id="rId9" imgW="6883200" imgH="380880" progId="Equation.DSMT4">
                  <p:embed/>
                </p:oleObj>
              </mc:Choice>
              <mc:Fallback>
                <p:oleObj name="Equation" r:id="rId9" imgW="688320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1869B7A-43E1-4455-B6B5-96D8154A49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3648" y="2427988"/>
                        <a:ext cx="6883401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925EA89-DF2B-4BF7-A5E5-16C3DB05C9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648" y="2995649"/>
          <a:ext cx="434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30" name="Equation" r:id="rId11" imgW="4343400" imgH="380880" progId="Equation.DSMT4">
                  <p:embed/>
                </p:oleObj>
              </mc:Choice>
              <mc:Fallback>
                <p:oleObj name="Equation" r:id="rId11" imgW="434340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925EA89-DF2B-4BF7-A5E5-16C3DB05C9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648" y="2995649"/>
                        <a:ext cx="434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303D8D-0ABC-4391-B3F8-1D0138A84E63}"/>
              </a:ext>
            </a:extLst>
          </p:cNvPr>
          <p:cNvCxnSpPr/>
          <p:nvPr/>
        </p:nvCxnSpPr>
        <p:spPr>
          <a:xfrm>
            <a:off x="3506823" y="3376649"/>
            <a:ext cx="142521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953734C-8C33-4C54-83E6-86345CC68E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731" y="329183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31" name="Equation" r:id="rId13" imgW="279360" imgH="380880" progId="Equation.DSMT4">
                  <p:embed/>
                </p:oleObj>
              </mc:Choice>
              <mc:Fallback>
                <p:oleObj name="Equation" r:id="rId13" imgW="27936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953734C-8C33-4C54-83E6-86345CC68E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79731" y="3291830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E9B82B7-C519-4DCE-B657-3583B60B1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7811" y="3018087"/>
          <a:ext cx="1041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32" name="Equation" r:id="rId15" imgW="1041120" imgH="380880" progId="Equation.DSMT4">
                  <p:embed/>
                </p:oleObj>
              </mc:Choice>
              <mc:Fallback>
                <p:oleObj name="Equation" r:id="rId15" imgW="104112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E9B82B7-C519-4DCE-B657-3583B60B11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97811" y="3018087"/>
                        <a:ext cx="1041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>
            <a:extLst>
              <a:ext uri="{FF2B5EF4-FFF2-40B4-BE49-F238E27FC236}">
                <a16:creationId xmlns:a16="http://schemas.microsoft.com/office/drawing/2014/main" id="{C1F030F1-3680-4C58-AA7B-675211E00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80" y="3818541"/>
            <a:ext cx="900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973EF8A-B892-4A00-A8EF-68CF241BB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0680" y="3992782"/>
          <a:ext cx="462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33" name="Equation" r:id="rId17" imgW="4622760" imgH="380880" progId="Equation.DSMT4">
                  <p:embed/>
                </p:oleObj>
              </mc:Choice>
              <mc:Fallback>
                <p:oleObj name="Equation" r:id="rId17" imgW="462276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973EF8A-B892-4A00-A8EF-68CF241BB1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90680" y="3992782"/>
                        <a:ext cx="4622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86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7DB04A2-D3B7-46FB-A8AF-D3AA8FDD828A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267494"/>
            <a:ext cx="828973" cy="35841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5949B-B47C-41EF-8207-572C021823F0}"/>
              </a:ext>
            </a:extLst>
          </p:cNvPr>
          <p:cNvSpPr txBox="1">
            <a:spLocks noChangeArrowheads="1"/>
          </p:cNvSpPr>
          <p:nvPr/>
        </p:nvSpPr>
        <p:spPr>
          <a:xfrm>
            <a:off x="1224509" y="251891"/>
            <a:ext cx="7488832" cy="35841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设函数    在     上二阶可导，且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7E6989C-736C-415D-B03B-E8DD79957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05702"/>
              </p:ext>
            </p:extLst>
          </p:nvPr>
        </p:nvGraphicFramePr>
        <p:xfrm>
          <a:off x="2232621" y="33788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26FC076-05CD-43E3-8592-18AF88D468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2621" y="33788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EB428DE-1E37-4DC4-9937-CACABBA9B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810250"/>
              </p:ext>
            </p:extLst>
          </p:nvPr>
        </p:nvGraphicFramePr>
        <p:xfrm>
          <a:off x="3240733" y="350580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9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12D6A89-1ABD-425E-A455-C5E0A514D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40733" y="350580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5464DDC-FBC1-4325-8CEF-0120B7077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407261"/>
              </p:ext>
            </p:extLst>
          </p:nvPr>
        </p:nvGraphicFramePr>
        <p:xfrm>
          <a:off x="1801215" y="850003"/>
          <a:ext cx="3949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80" name="Equation" r:id="rId7" imgW="3949560" imgH="355320" progId="Equation.DSMT4">
                  <p:embed/>
                </p:oleObj>
              </mc:Choice>
              <mc:Fallback>
                <p:oleObj name="Equation" r:id="rId7" imgW="3949560" imgH="355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727650A-0D3A-4B5B-A2B9-13C578A278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01215" y="850003"/>
                        <a:ext cx="3949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EA39BB3-7A1B-4A1D-84F5-19BB3F5D8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304200"/>
              </p:ext>
            </p:extLst>
          </p:nvPr>
        </p:nvGraphicFramePr>
        <p:xfrm>
          <a:off x="5962077" y="850642"/>
          <a:ext cx="1511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81" name="Equation" r:id="rId9" imgW="1511280" imgH="355320" progId="Equation.DSMT4">
                  <p:embed/>
                </p:oleObj>
              </mc:Choice>
              <mc:Fallback>
                <p:oleObj name="Equation" r:id="rId9" imgW="151128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C590880-F052-411E-A88E-F688F1FE2F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62077" y="850642"/>
                        <a:ext cx="1511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00D02260-9B53-47A9-9397-C18B9AD13D05}"/>
              </a:ext>
            </a:extLst>
          </p:cNvPr>
          <p:cNvSpPr txBox="1">
            <a:spLocks noChangeArrowheads="1"/>
          </p:cNvSpPr>
          <p:nvPr/>
        </p:nvSpPr>
        <p:spPr>
          <a:xfrm>
            <a:off x="623689" y="1367358"/>
            <a:ext cx="8305676" cy="35841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证明 对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4728477-6CDF-438B-B5B1-7F5AA03E25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792317"/>
              </p:ext>
            </p:extLst>
          </p:nvPr>
        </p:nvGraphicFramePr>
        <p:xfrm>
          <a:off x="1756148" y="1438117"/>
          <a:ext cx="1358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82" name="Equation" r:id="rId11" imgW="1358640" imgH="330120" progId="Equation.DSMT4">
                  <p:embed/>
                </p:oleObj>
              </mc:Choice>
              <mc:Fallback>
                <p:oleObj name="Equation" r:id="rId11" imgW="1358640" imgH="3301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16E3A55-3DDD-4D82-9B42-C857D267D9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56148" y="1438117"/>
                        <a:ext cx="1358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9DC6BB2-7751-486C-9D5A-4DCBF8561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674505"/>
              </p:ext>
            </p:extLst>
          </p:nvPr>
        </p:nvGraphicFramePr>
        <p:xfrm>
          <a:off x="3324598" y="1234917"/>
          <a:ext cx="2425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83" name="Equation" r:id="rId13" imgW="2425680" imgH="736560" progId="Equation.DSMT4">
                  <p:embed/>
                </p:oleObj>
              </mc:Choice>
              <mc:Fallback>
                <p:oleObj name="Equation" r:id="rId13" imgW="242568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A2ABFCF-D59E-4701-BFAB-7F0DF6300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24598" y="1234917"/>
                        <a:ext cx="2425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DEF5FC86-077E-4A31-8F2A-A438403F7784}"/>
              </a:ext>
            </a:extLst>
          </p:cNvPr>
          <p:cNvSpPr txBox="1">
            <a:spLocks noChangeArrowheads="1"/>
          </p:cNvSpPr>
          <p:nvPr/>
        </p:nvSpPr>
        <p:spPr>
          <a:xfrm>
            <a:off x="746349" y="2008797"/>
            <a:ext cx="672828" cy="35841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C9A0FC5-F11F-4EA1-B4D0-BD9BDBFF8343}"/>
              </a:ext>
            </a:extLst>
          </p:cNvPr>
          <p:cNvGrpSpPr/>
          <p:nvPr/>
        </p:nvGrpSpPr>
        <p:grpSpPr>
          <a:xfrm>
            <a:off x="1212091" y="1999735"/>
            <a:ext cx="2337932" cy="563919"/>
            <a:chOff x="1212091" y="1999735"/>
            <a:chExt cx="2337932" cy="563919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631936D6-CC1E-421D-AA1D-E1F4A8BFBC3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212091" y="1999735"/>
              <a:ext cx="672828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2977662-C7E9-45B6-85E7-C3A18FB374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9570318"/>
                </p:ext>
              </p:extLst>
            </p:nvPr>
          </p:nvGraphicFramePr>
          <p:xfrm>
            <a:off x="1657723" y="2042954"/>
            <a:ext cx="18923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84" name="Equation" r:id="rId15" imgW="1892160" imgH="520560" progId="Equation.DSMT4">
                    <p:embed/>
                  </p:oleObj>
                </mc:Choice>
                <mc:Fallback>
                  <p:oleObj name="Equation" r:id="rId15" imgW="1892160" imgH="5205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D452413-A7DE-4C68-98BD-DD72DF67F66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57723" y="2042954"/>
                          <a:ext cx="18923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8814453-5D99-4538-AF3D-540FB519804F}"/>
              </a:ext>
            </a:extLst>
          </p:cNvPr>
          <p:cNvGrpSpPr/>
          <p:nvPr/>
        </p:nvGrpSpPr>
        <p:grpSpPr>
          <a:xfrm>
            <a:off x="3582063" y="1987533"/>
            <a:ext cx="3763126" cy="427145"/>
            <a:chOff x="3582063" y="1987533"/>
            <a:chExt cx="3763126" cy="427145"/>
          </a:xfrm>
        </p:grpSpPr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FFC5D43C-CFB7-4C36-80CA-5FE441721FC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582063" y="1987533"/>
              <a:ext cx="3763126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                结论显然成立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9F8DA74-9966-4DEC-B5E8-4DAE5DD7C6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9207265"/>
                </p:ext>
              </p:extLst>
            </p:nvPr>
          </p:nvGraphicFramePr>
          <p:xfrm>
            <a:off x="3965948" y="2071778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85" name="Equation" r:id="rId17" imgW="1143000" imgH="342720" progId="Equation.DSMT4">
                    <p:embed/>
                  </p:oleObj>
                </mc:Choice>
                <mc:Fallback>
                  <p:oleObj name="Equation" r:id="rId17" imgW="114300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B17FA925-E6E7-4DFD-A1B2-B34D79680EE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965948" y="2071778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33A5C6A-CDAA-4E9D-93CA-F8A5E520E639}"/>
              </a:ext>
            </a:extLst>
          </p:cNvPr>
          <p:cNvGrpSpPr/>
          <p:nvPr/>
        </p:nvGrpSpPr>
        <p:grpSpPr>
          <a:xfrm>
            <a:off x="1170377" y="2641174"/>
            <a:ext cx="2379646" cy="541605"/>
            <a:chOff x="1170377" y="2641174"/>
            <a:chExt cx="2379646" cy="541605"/>
          </a:xfrm>
        </p:grpSpPr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AF99DE68-E4F5-4C02-BC46-4896742F1BA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70377" y="2641174"/>
              <a:ext cx="672828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180B247-B994-44B5-8A1E-C4AE1902C9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9392896"/>
                </p:ext>
              </p:extLst>
            </p:nvPr>
          </p:nvGraphicFramePr>
          <p:xfrm>
            <a:off x="1657723" y="2662079"/>
            <a:ext cx="18923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86" name="Equation" r:id="rId19" imgW="1892160" imgH="520560" progId="Equation.DSMT4">
                    <p:embed/>
                  </p:oleObj>
                </mc:Choice>
                <mc:Fallback>
                  <p:oleObj name="Equation" r:id="rId19" imgW="1892160" imgH="5205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99B63317-09BC-480C-B77D-85F39632204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657723" y="2662079"/>
                          <a:ext cx="18923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30653CB-D7FC-41D0-974F-D5FA7DADEC19}"/>
              </a:ext>
            </a:extLst>
          </p:cNvPr>
          <p:cNvGrpSpPr/>
          <p:nvPr/>
        </p:nvGrpSpPr>
        <p:grpSpPr>
          <a:xfrm>
            <a:off x="3552265" y="2596125"/>
            <a:ext cx="3179975" cy="423142"/>
            <a:chOff x="3552265" y="2596125"/>
            <a:chExt cx="3179975" cy="423142"/>
          </a:xfrm>
        </p:grpSpPr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92D30844-9584-4606-B7AA-1F40330CC83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552265" y="2596125"/>
              <a:ext cx="3179975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                              则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85E9452-5C69-44E2-8E93-19CA5B537B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9853997"/>
                </p:ext>
              </p:extLst>
            </p:nvPr>
          </p:nvGraphicFramePr>
          <p:xfrm>
            <a:off x="4051673" y="2676367"/>
            <a:ext cx="203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87" name="Equation" r:id="rId21" imgW="2031840" imgH="342720" progId="Equation.DSMT4">
                    <p:embed/>
                  </p:oleObj>
                </mc:Choice>
                <mc:Fallback>
                  <p:oleObj name="Equation" r:id="rId21" imgW="203184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02A66F80-4292-469D-B4E3-DB3C582D25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051673" y="2676367"/>
                          <a:ext cx="203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3559232-46FB-411E-8A00-53AAD1DA67EB}"/>
              </a:ext>
            </a:extLst>
          </p:cNvPr>
          <p:cNvGrpSpPr/>
          <p:nvPr/>
        </p:nvGrpSpPr>
        <p:grpSpPr>
          <a:xfrm>
            <a:off x="1082763" y="3254573"/>
            <a:ext cx="5860438" cy="618768"/>
            <a:chOff x="1082763" y="3254573"/>
            <a:chExt cx="5860438" cy="618768"/>
          </a:xfrm>
        </p:grpSpPr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5217873-D376-4C01-8F32-E6A4D170A9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2136266"/>
                </p:ext>
              </p:extLst>
            </p:nvPr>
          </p:nvGraphicFramePr>
          <p:xfrm>
            <a:off x="1082763" y="3352641"/>
            <a:ext cx="28321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88" name="Equation" r:id="rId23" imgW="2831760" imgH="520560" progId="Equation.DSMT4">
                    <p:embed/>
                  </p:oleObj>
                </mc:Choice>
                <mc:Fallback>
                  <p:oleObj name="Equation" r:id="rId23" imgW="2831760" imgH="52056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B92DE276-60AD-4B6E-BC3A-8EE4E6A3E44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82763" y="3352641"/>
                          <a:ext cx="28321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2A123B2-3C0C-4AA0-B399-FDB82E24C3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2766951"/>
                </p:ext>
              </p:extLst>
            </p:nvPr>
          </p:nvGraphicFramePr>
          <p:xfrm>
            <a:off x="5762101" y="3347312"/>
            <a:ext cx="1181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89" name="Equation" r:id="rId25" imgW="1180800" imgH="355320" progId="Equation.DSMT4">
                    <p:embed/>
                  </p:oleObj>
                </mc:Choice>
                <mc:Fallback>
                  <p:oleObj name="Equation" r:id="rId25" imgW="1180800" imgH="3553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CBB9C03-E63D-4B39-B1AB-12BD99CFFD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762101" y="3347312"/>
                          <a:ext cx="1181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8B47D269-F3AD-438A-B64E-EB9556CA85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928755"/>
                </p:ext>
              </p:extLst>
            </p:nvPr>
          </p:nvGraphicFramePr>
          <p:xfrm>
            <a:off x="4074781" y="3372712"/>
            <a:ext cx="1155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0" name="Equation" r:id="rId27" imgW="1155600" imgH="330120" progId="Equation.DSMT4">
                    <p:embed/>
                  </p:oleObj>
                </mc:Choice>
                <mc:Fallback>
                  <p:oleObj name="Equation" r:id="rId27" imgW="1155600" imgH="3301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2430C0D8-D420-4C68-B3C4-D66A8E0814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074781" y="3372712"/>
                          <a:ext cx="1155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9C1DBD12-BCF0-420C-9C74-6A525DDBCE6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54700" y="3254573"/>
              <a:ext cx="828973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且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6CF8124-BB40-4373-AF89-BEF201550D7E}"/>
              </a:ext>
            </a:extLst>
          </p:cNvPr>
          <p:cNvGrpSpPr/>
          <p:nvPr/>
        </p:nvGrpSpPr>
        <p:grpSpPr>
          <a:xfrm>
            <a:off x="828750" y="3988996"/>
            <a:ext cx="7812583" cy="451718"/>
            <a:chOff x="828750" y="3988996"/>
            <a:chExt cx="7812583" cy="451718"/>
          </a:xfrm>
        </p:grpSpPr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E8CA38DD-6A96-481E-812E-C0DA2956D1D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28750" y="3988996"/>
              <a:ext cx="828973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对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E22DC943-11C3-40CD-9679-756B7B949B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9465104"/>
                </p:ext>
              </p:extLst>
            </p:nvPr>
          </p:nvGraphicFramePr>
          <p:xfrm>
            <a:off x="1259536" y="4097814"/>
            <a:ext cx="1358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1" name="Equation" r:id="rId29" imgW="1358640" imgH="342720" progId="Equation.DSMT4">
                    <p:embed/>
                  </p:oleObj>
                </mc:Choice>
                <mc:Fallback>
                  <p:oleObj name="Equation" r:id="rId29" imgW="1358640" imgH="3427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D0F486B9-709E-4008-B842-79ECA07D104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259536" y="4097814"/>
                          <a:ext cx="1358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2">
              <a:extLst>
                <a:ext uri="{FF2B5EF4-FFF2-40B4-BE49-F238E27FC236}">
                  <a16:creationId xmlns:a16="http://schemas.microsoft.com/office/drawing/2014/main" id="{3F677C46-5E5E-4E9B-9921-3BB4E304C14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603873" y="4011910"/>
              <a:ext cx="6037460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在     和     处分别展开为一阶泰勒公式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946726BB-48A5-4A98-8294-A21AB0248B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5843349"/>
                </p:ext>
              </p:extLst>
            </p:nvPr>
          </p:nvGraphicFramePr>
          <p:xfrm>
            <a:off x="3049222" y="4167128"/>
            <a:ext cx="660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2" name="Equation" r:id="rId31" imgW="660240" imgH="203040" progId="Equation.DSMT4">
                    <p:embed/>
                  </p:oleObj>
                </mc:Choice>
                <mc:Fallback>
                  <p:oleObj name="Equation" r:id="rId31" imgW="660240" imgH="20304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28989BE7-762C-4889-98DA-EF2B67467D5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049222" y="4167128"/>
                          <a:ext cx="6604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EF48ED29-B147-4D8E-A164-ADA4C1FFD7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3596071"/>
                </p:ext>
              </p:extLst>
            </p:nvPr>
          </p:nvGraphicFramePr>
          <p:xfrm>
            <a:off x="4135647" y="4191119"/>
            <a:ext cx="6350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3" name="Equation" r:id="rId33" imgW="634680" imgH="203040" progId="Equation.DSMT4">
                    <p:embed/>
                  </p:oleObj>
                </mc:Choice>
                <mc:Fallback>
                  <p:oleObj name="Equation" r:id="rId33" imgW="634680" imgH="20304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1251EFD1-9FF9-4081-A5A5-2A2CEEF036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135647" y="4191119"/>
                          <a:ext cx="6350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0174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72B665D-3C17-4A42-AA74-5A6376E90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216555"/>
              </p:ext>
            </p:extLst>
          </p:nvPr>
        </p:nvGraphicFramePr>
        <p:xfrm>
          <a:off x="683568" y="195486"/>
          <a:ext cx="5372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98" name="Equation" r:id="rId3" imgW="5371920" imgH="723600" progId="Equation.DSMT4">
                  <p:embed/>
                </p:oleObj>
              </mc:Choice>
              <mc:Fallback>
                <p:oleObj name="Equation" r:id="rId3" imgW="537192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2A6B627-2A09-4357-9D7F-8CCF7DFBC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195486"/>
                        <a:ext cx="5372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6EE1709-2AD2-473A-8BCC-F5BB0F54A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915842"/>
              </p:ext>
            </p:extLst>
          </p:nvPr>
        </p:nvGraphicFramePr>
        <p:xfrm>
          <a:off x="6228184" y="366936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99" name="Equation" r:id="rId5" imgW="1257120" imgH="380880" progId="Equation.DSMT4">
                  <p:embed/>
                </p:oleObj>
              </mc:Choice>
              <mc:Fallback>
                <p:oleObj name="Equation" r:id="rId5" imgW="125712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90321F4-5943-4908-96DF-208EC1A6F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8184" y="366936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176C82FA-07AC-4B81-A71A-39F1F75E675A}"/>
              </a:ext>
            </a:extLst>
          </p:cNvPr>
          <p:cNvGrpSpPr/>
          <p:nvPr/>
        </p:nvGrpSpPr>
        <p:grpSpPr>
          <a:xfrm>
            <a:off x="669247" y="873273"/>
            <a:ext cx="6032691" cy="723900"/>
            <a:chOff x="669247" y="873273"/>
            <a:chExt cx="6032691" cy="723900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E2D23E7D-5497-4468-8E5B-F0123876334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69247" y="992783"/>
              <a:ext cx="672828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622ED4D-850F-40F1-86CC-A0EA8106B3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7002776"/>
                </p:ext>
              </p:extLst>
            </p:nvPr>
          </p:nvGraphicFramePr>
          <p:xfrm>
            <a:off x="1718776" y="873273"/>
            <a:ext cx="2781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00" name="Equation" r:id="rId7" imgW="2781000" imgH="723600" progId="Equation.DSMT4">
                    <p:embed/>
                  </p:oleObj>
                </mc:Choice>
                <mc:Fallback>
                  <p:oleObj name="Equation" r:id="rId7" imgW="2781000" imgH="72360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D82D2D9F-8F9B-4B94-BF14-F7AB1DE754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18776" y="873273"/>
                          <a:ext cx="27813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598E5C5-9A65-4268-B874-7DDD867F71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4808426"/>
                </p:ext>
              </p:extLst>
            </p:nvPr>
          </p:nvGraphicFramePr>
          <p:xfrm>
            <a:off x="6359038" y="1051507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01" name="Equation" r:id="rId9" imgW="342720" imgH="342720" progId="Equation.DSMT4">
                    <p:embed/>
                  </p:oleObj>
                </mc:Choice>
                <mc:Fallback>
                  <p:oleObj name="Equation" r:id="rId9" imgW="34272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FBED6B58-1EAC-4575-AE0F-6B0054598A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359038" y="1051507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DAF438F-F277-43A2-A90F-87F7035C106B}"/>
              </a:ext>
            </a:extLst>
          </p:cNvPr>
          <p:cNvGrpSpPr/>
          <p:nvPr/>
        </p:nvGrpSpPr>
        <p:grpSpPr>
          <a:xfrm>
            <a:off x="747068" y="1731363"/>
            <a:ext cx="6677544" cy="723900"/>
            <a:chOff x="747068" y="1731363"/>
            <a:chExt cx="6677544" cy="723900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3D67281-5869-4CA3-8CB2-90647AEFDF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6223435"/>
                </p:ext>
              </p:extLst>
            </p:nvPr>
          </p:nvGraphicFramePr>
          <p:xfrm>
            <a:off x="747068" y="1731363"/>
            <a:ext cx="5308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02" name="Equation" r:id="rId11" imgW="5308560" imgH="723600" progId="Equation.DSMT4">
                    <p:embed/>
                  </p:oleObj>
                </mc:Choice>
                <mc:Fallback>
                  <p:oleObj name="Equation" r:id="rId11" imgW="5308560" imgH="7236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DE3109B3-ED02-4641-A60F-F94111229EE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47068" y="1731363"/>
                          <a:ext cx="53086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FC5C5C0-D461-42C1-8D59-19D0D5EAC1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5092414"/>
                </p:ext>
              </p:extLst>
            </p:nvPr>
          </p:nvGraphicFramePr>
          <p:xfrm>
            <a:off x="6154612" y="1902813"/>
            <a:ext cx="1270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03" name="Equation" r:id="rId13" imgW="1269720" imgH="380880" progId="Equation.DSMT4">
                    <p:embed/>
                  </p:oleObj>
                </mc:Choice>
                <mc:Fallback>
                  <p:oleObj name="Equation" r:id="rId13" imgW="1269720" imgH="380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EEFFD234-CD3D-44E2-A256-5653EBEEC0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54612" y="1902813"/>
                          <a:ext cx="1270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E85B19E-732A-42A2-8079-E06356EFB4F6}"/>
              </a:ext>
            </a:extLst>
          </p:cNvPr>
          <p:cNvGrpSpPr/>
          <p:nvPr/>
        </p:nvGrpSpPr>
        <p:grpSpPr>
          <a:xfrm>
            <a:off x="611073" y="2597019"/>
            <a:ext cx="6122615" cy="723900"/>
            <a:chOff x="611073" y="2597019"/>
            <a:chExt cx="6122615" cy="723900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620A6742-A7E5-419A-A3A4-E219F271E28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1073" y="2761757"/>
              <a:ext cx="672828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89E8DAC-0DAD-47C4-90A6-D0DA4D6622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3045952"/>
                </p:ext>
              </p:extLst>
            </p:nvPr>
          </p:nvGraphicFramePr>
          <p:xfrm>
            <a:off x="1572081" y="2597019"/>
            <a:ext cx="3594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04" name="Equation" r:id="rId15" imgW="3593880" imgH="723600" progId="Equation.DSMT4">
                    <p:embed/>
                  </p:oleObj>
                </mc:Choice>
                <mc:Fallback>
                  <p:oleObj name="Equation" r:id="rId15" imgW="3593880" imgH="7236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C3A286DA-4AD4-49B9-80E2-8457B5DC9D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572081" y="2597019"/>
                          <a:ext cx="35941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3FD8ACE-F785-4F35-B791-DF58CC2229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8002694"/>
                </p:ext>
              </p:extLst>
            </p:nvPr>
          </p:nvGraphicFramePr>
          <p:xfrm>
            <a:off x="6327288" y="2787395"/>
            <a:ext cx="406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05" name="Equation" r:id="rId17" imgW="406080" imgH="342720" progId="Equation.DSMT4">
                    <p:embed/>
                  </p:oleObj>
                </mc:Choice>
                <mc:Fallback>
                  <p:oleObj name="Equation" r:id="rId17" imgW="40608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C16DEBB6-2E4D-42AF-90DF-12B66DD59E0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327288" y="2787395"/>
                          <a:ext cx="406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71FCBA-E772-40AA-99A4-D28CA355B9F8}"/>
              </a:ext>
            </a:extLst>
          </p:cNvPr>
          <p:cNvGrpSpPr/>
          <p:nvPr/>
        </p:nvGrpSpPr>
        <p:grpSpPr>
          <a:xfrm>
            <a:off x="611073" y="3641073"/>
            <a:ext cx="6079516" cy="812800"/>
            <a:chOff x="596914" y="3372532"/>
            <a:chExt cx="6079516" cy="812800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85263844-6972-4EF4-9F52-39B50638102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6914" y="3531734"/>
              <a:ext cx="1454320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     得，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5CBBB4DD-8651-46FE-B4DF-E8FE39F24B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3159361"/>
                </p:ext>
              </p:extLst>
            </p:nvPr>
          </p:nvGraphicFramePr>
          <p:xfrm>
            <a:off x="1043121" y="3605131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06" name="Equation" r:id="rId19" imgW="342720" imgH="342720" progId="Equation.DSMT4">
                    <p:embed/>
                  </p:oleObj>
                </mc:Choice>
                <mc:Fallback>
                  <p:oleObj name="Equation" r:id="rId19" imgW="34272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03F0DC18-A64A-4D20-98A7-CD755FB115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43121" y="3605131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3158AAC-ACAA-4489-94AD-ABEF51ED6F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4394899"/>
                </p:ext>
              </p:extLst>
            </p:nvPr>
          </p:nvGraphicFramePr>
          <p:xfrm>
            <a:off x="2040930" y="3372532"/>
            <a:ext cx="46355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07" name="Equation" r:id="rId20" imgW="4635360" imgH="812520" progId="Equation.DSMT4">
                    <p:embed/>
                  </p:oleObj>
                </mc:Choice>
                <mc:Fallback>
                  <p:oleObj name="Equation" r:id="rId20" imgW="4635360" imgH="8125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C4A2EFD7-1896-4228-B783-6891B600BF1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040930" y="3372532"/>
                          <a:ext cx="46355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23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BD0848D8-B052-4002-B548-2E02CA4CAC0A}"/>
              </a:ext>
            </a:extLst>
          </p:cNvPr>
          <p:cNvGrpSpPr/>
          <p:nvPr/>
        </p:nvGrpSpPr>
        <p:grpSpPr>
          <a:xfrm>
            <a:off x="678608" y="181014"/>
            <a:ext cx="7006480" cy="812800"/>
            <a:chOff x="678608" y="181014"/>
            <a:chExt cx="7006480" cy="812800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35997E80-FD9A-42D7-9CF2-33D8083766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0624676"/>
                </p:ext>
              </p:extLst>
            </p:nvPr>
          </p:nvGraphicFramePr>
          <p:xfrm>
            <a:off x="1060552" y="415910"/>
            <a:ext cx="406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82" name="Equation" r:id="rId3" imgW="406080" imgH="342720" progId="Equation.DSMT4">
                    <p:embed/>
                  </p:oleObj>
                </mc:Choice>
                <mc:Fallback>
                  <p:oleObj name="Equation" r:id="rId3" imgW="406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518FED57-9D67-44B4-A446-969549223B2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60552" y="415910"/>
                          <a:ext cx="406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3769FF2-F071-499A-8E8C-1865C40A7BC5}"/>
                </a:ext>
              </a:extLst>
            </p:cNvPr>
            <p:cNvGrpSpPr/>
            <p:nvPr/>
          </p:nvGrpSpPr>
          <p:grpSpPr>
            <a:xfrm>
              <a:off x="678608" y="181014"/>
              <a:ext cx="7006480" cy="812800"/>
              <a:chOff x="678608" y="181014"/>
              <a:chExt cx="7006480" cy="812800"/>
            </a:xfrm>
          </p:grpSpPr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D9AA1C90-43AA-44BA-B205-FCA3421BFB9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78608" y="325149"/>
                <a:ext cx="1454320" cy="358418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     得，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" name="对象 3">
                <a:extLst>
                  <a:ext uri="{FF2B5EF4-FFF2-40B4-BE49-F238E27FC236}">
                    <a16:creationId xmlns:a16="http://schemas.microsoft.com/office/drawing/2014/main" id="{37CA8E08-4EC1-4150-B73B-714A2E79A2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8812921"/>
                  </p:ext>
                </p:extLst>
              </p:nvPr>
            </p:nvGraphicFramePr>
            <p:xfrm>
              <a:off x="2262188" y="181014"/>
              <a:ext cx="5422900" cy="812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83" name="Equation" r:id="rId5" imgW="5422680" imgH="812520" progId="Equation.DSMT4">
                      <p:embed/>
                    </p:oleObj>
                  </mc:Choice>
                  <mc:Fallback>
                    <p:oleObj name="Equation" r:id="rId5" imgW="5422680" imgH="81252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FF1E97F4-0A9B-4DEA-9F0C-6B7BF53B140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262188" y="181014"/>
                            <a:ext cx="5422900" cy="812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FDA2009-84C9-45FD-BEC9-6729C5B64C18}"/>
              </a:ext>
            </a:extLst>
          </p:cNvPr>
          <p:cNvGrpSpPr/>
          <p:nvPr/>
        </p:nvGrpSpPr>
        <p:grpSpPr>
          <a:xfrm>
            <a:off x="653009" y="1022436"/>
            <a:ext cx="7306669" cy="463449"/>
            <a:chOff x="653009" y="1022436"/>
            <a:chExt cx="7306669" cy="463449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9C59929F-31CF-4AFC-9C09-938CE07A394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3009" y="1022436"/>
              <a:ext cx="1454320" cy="358418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AB6E042-69F1-4A36-B15C-EC916B1690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0206180"/>
                </p:ext>
              </p:extLst>
            </p:nvPr>
          </p:nvGraphicFramePr>
          <p:xfrm>
            <a:off x="1596978" y="1142985"/>
            <a:ext cx="636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84" name="Equation" r:id="rId7" imgW="6362640" imgH="342720" progId="Equation.DSMT4">
                    <p:embed/>
                  </p:oleObj>
                </mc:Choice>
                <mc:Fallback>
                  <p:oleObj name="Equation" r:id="rId7" imgW="636264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13E199B0-E680-474F-A8DB-1A0D237338E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96978" y="1142985"/>
                          <a:ext cx="6362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6A25171-A462-4A24-841A-E289A7E31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163992"/>
              </p:ext>
            </p:extLst>
          </p:nvPr>
        </p:nvGraphicFramePr>
        <p:xfrm>
          <a:off x="2384925" y="1693863"/>
          <a:ext cx="302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5" name="Equation" r:id="rId9" imgW="3022560" imgH="723600" progId="Equation.DSMT4">
                  <p:embed/>
                </p:oleObj>
              </mc:Choice>
              <mc:Fallback>
                <p:oleObj name="Equation" r:id="rId9" imgW="302256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4E6D233-1D10-4A8E-9BB7-DD8F9F1DD8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84925" y="1693863"/>
                        <a:ext cx="3022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3D4396D-3A1E-4915-82D8-5A74FA784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533083"/>
              </p:ext>
            </p:extLst>
          </p:nvPr>
        </p:nvGraphicFramePr>
        <p:xfrm>
          <a:off x="5441564" y="1896261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6" name="Equation" r:id="rId11" imgW="1155600" imgH="342720" progId="Equation.DSMT4">
                  <p:embed/>
                </p:oleObj>
              </mc:Choice>
              <mc:Fallback>
                <p:oleObj name="Equation" r:id="rId11" imgW="115560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28EDFC3-A3BC-4A0A-BE07-CFFEC0D526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41564" y="1896261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2B6EC9BD-F33A-4B72-B658-D72B564AEB11}"/>
              </a:ext>
            </a:extLst>
          </p:cNvPr>
          <p:cNvSpPr txBox="1">
            <a:spLocks noChangeArrowheads="1"/>
          </p:cNvSpPr>
          <p:nvPr/>
        </p:nvSpPr>
        <p:spPr>
          <a:xfrm>
            <a:off x="674132" y="2709340"/>
            <a:ext cx="486323" cy="35841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7F4F4F-AD8F-41F6-B150-11757F5B5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29465"/>
              </p:ext>
            </p:extLst>
          </p:nvPr>
        </p:nvGraphicFramePr>
        <p:xfrm>
          <a:off x="1217987" y="2482519"/>
          <a:ext cx="4165560" cy="76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7" name="Equation" r:id="rId13" imgW="4165560" imgH="761760" progId="Equation.DSMT4">
                  <p:embed/>
                </p:oleObj>
              </mc:Choice>
              <mc:Fallback>
                <p:oleObj name="Equation" r:id="rId13" imgW="4165560" imgH="76176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D6CF8A5B-1A6A-4550-980C-CB626E9CC5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17987" y="2482519"/>
                        <a:ext cx="4165560" cy="761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B2D170C-2C37-4DAC-9E03-7F12893AC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1981"/>
              </p:ext>
            </p:extLst>
          </p:nvPr>
        </p:nvGraphicFramePr>
        <p:xfrm>
          <a:off x="2227055" y="3328928"/>
          <a:ext cx="2413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8" name="Equation" r:id="rId15" imgW="2412720" imgH="723600" progId="Equation.DSMT4">
                  <p:embed/>
                </p:oleObj>
              </mc:Choice>
              <mc:Fallback>
                <p:oleObj name="Equation" r:id="rId15" imgW="24127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27055" y="3328928"/>
                        <a:ext cx="2413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1177E0D-4CB2-43EA-BA24-77102F272C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659703"/>
              </p:ext>
            </p:extLst>
          </p:nvPr>
        </p:nvGraphicFramePr>
        <p:xfrm>
          <a:off x="2196253" y="4162936"/>
          <a:ext cx="240012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9" name="Equation" r:id="rId17" imgW="2400120" imgH="723600" progId="Equation.DSMT4">
                  <p:embed/>
                </p:oleObj>
              </mc:Choice>
              <mc:Fallback>
                <p:oleObj name="Equation" r:id="rId17" imgW="2400120" imgH="72360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5E4EC72A-EDE5-424C-98C4-8BA5646263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96253" y="4162936"/>
                        <a:ext cx="2400120" cy="72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5C89DAC-768E-4DE9-A33D-62F03A89BB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506912"/>
              </p:ext>
            </p:extLst>
          </p:nvPr>
        </p:nvGraphicFramePr>
        <p:xfrm>
          <a:off x="4907071" y="3519428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0" name="Equation" r:id="rId19" imgW="1155600" imgH="342720" progId="Equation.DSMT4">
                  <p:embed/>
                </p:oleObj>
              </mc:Choice>
              <mc:Fallback>
                <p:oleObj name="Equation" r:id="rId19" imgW="1155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07071" y="3519428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59E6971-3428-466D-BED0-35390FBCE3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979299"/>
              </p:ext>
            </p:extLst>
          </p:nvPr>
        </p:nvGraphicFramePr>
        <p:xfrm>
          <a:off x="4876414" y="4282532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1" name="Equation" r:id="rId21" imgW="1143000" imgH="342720" progId="Equation.DSMT4">
                  <p:embed/>
                </p:oleObj>
              </mc:Choice>
              <mc:Fallback>
                <p:oleObj name="Equation" r:id="rId21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76414" y="4282532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">
            <a:extLst>
              <a:ext uri="{FF2B5EF4-FFF2-40B4-BE49-F238E27FC236}">
                <a16:creationId xmlns:a16="http://schemas.microsoft.com/office/drawing/2014/main" id="{6FB50068-B859-4795-ADFD-FB42879D0DB2}"/>
              </a:ext>
            </a:extLst>
          </p:cNvPr>
          <p:cNvSpPr txBox="1">
            <a:spLocks noChangeArrowheads="1"/>
          </p:cNvSpPr>
          <p:nvPr/>
        </p:nvSpPr>
        <p:spPr>
          <a:xfrm>
            <a:off x="913035" y="4308410"/>
            <a:ext cx="922661" cy="4191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同理，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7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E44356B-E26C-4A1F-B40C-32B90B70DF8F}"/>
              </a:ext>
            </a:extLst>
          </p:cNvPr>
          <p:cNvSpPr txBox="1">
            <a:spLocks noChangeArrowheads="1"/>
          </p:cNvSpPr>
          <p:nvPr/>
        </p:nvSpPr>
        <p:spPr>
          <a:xfrm>
            <a:off x="938150" y="692801"/>
            <a:ext cx="1090740" cy="26881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FE72D68-6A72-4AF9-8D62-CAD02A9B7C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512438"/>
              </p:ext>
            </p:extLst>
          </p:nvPr>
        </p:nvGraphicFramePr>
        <p:xfrm>
          <a:off x="1619671" y="555525"/>
          <a:ext cx="445752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4" name="Equation" r:id="rId3" imgW="4457520" imgH="723600" progId="Equation.DSMT4">
                  <p:embed/>
                </p:oleObj>
              </mc:Choice>
              <mc:Fallback>
                <p:oleObj name="Equation" r:id="rId3" imgW="4457520" imgH="72360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75DC2CE9-829A-4050-8879-31A10DA8BE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1" y="555525"/>
                        <a:ext cx="4457520" cy="72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C52F53F-8EC5-46F6-980C-5A44ABC86F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393163"/>
              </p:ext>
            </p:extLst>
          </p:nvPr>
        </p:nvGraphicFramePr>
        <p:xfrm>
          <a:off x="2417291" y="1548074"/>
          <a:ext cx="3377880" cy="8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5" name="Equation" r:id="rId5" imgW="3377880" imgH="876240" progId="Equation.DSMT4">
                  <p:embed/>
                </p:oleObj>
              </mc:Choice>
              <mc:Fallback>
                <p:oleObj name="Equation" r:id="rId5" imgW="3377880" imgH="87624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9E17EF08-0518-4391-B2C2-1378A35DF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7291" y="1548074"/>
                        <a:ext cx="3377880" cy="876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5BF0B3E3-2A12-422B-9A34-E161A1F226E5}"/>
              </a:ext>
            </a:extLst>
          </p:cNvPr>
          <p:cNvGrpSpPr/>
          <p:nvPr/>
        </p:nvGrpSpPr>
        <p:grpSpPr>
          <a:xfrm>
            <a:off x="780919" y="2947649"/>
            <a:ext cx="5513226" cy="736560"/>
            <a:chOff x="780919" y="2947649"/>
            <a:chExt cx="5513226" cy="736560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BC529E27-C4AD-470F-A3F2-E98A8F4AC90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80919" y="3047115"/>
              <a:ext cx="1090740" cy="268814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</a:t>
              </a:r>
              <a:endPara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0F40B4F-4633-42D7-8577-78C202BF8B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3733736"/>
                </p:ext>
              </p:extLst>
            </p:nvPr>
          </p:nvGraphicFramePr>
          <p:xfrm>
            <a:off x="1871659" y="3181522"/>
            <a:ext cx="1358640" cy="33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96" name="Equation" r:id="rId7" imgW="1358640" imgH="330120" progId="Equation.DSMT4">
                    <p:embed/>
                  </p:oleObj>
                </mc:Choice>
                <mc:Fallback>
                  <p:oleObj name="Equation" r:id="rId7" imgW="1358640" imgH="33012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27917989-C7BC-4D76-81E3-1C72433174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71659" y="3181522"/>
                          <a:ext cx="1358640" cy="3301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A9C2701-3146-4B27-B4F0-09E7F857BD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3795239"/>
                </p:ext>
              </p:extLst>
            </p:nvPr>
          </p:nvGraphicFramePr>
          <p:xfrm>
            <a:off x="3868465" y="2947649"/>
            <a:ext cx="2425680" cy="736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97" name="Equation" r:id="rId9" imgW="2425680" imgH="736560" progId="Equation.DSMT4">
                    <p:embed/>
                  </p:oleObj>
                </mc:Choice>
                <mc:Fallback>
                  <p:oleObj name="Equation" r:id="rId9" imgW="2425680" imgH="73656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11F4B3F5-EAED-46F9-BDE3-E7C4CD3960A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68465" y="2947649"/>
                          <a:ext cx="2425680" cy="73656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324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0B3B90-6D3F-4D3A-83FB-4EB1FC52D750}"/>
              </a:ext>
            </a:extLst>
          </p:cNvPr>
          <p:cNvSpPr txBox="1"/>
          <p:nvPr/>
        </p:nvSpPr>
        <p:spPr>
          <a:xfrm>
            <a:off x="2411760" y="1847562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广义洛必达法则</a:t>
            </a:r>
            <a:endParaRPr lang="zh-CN" altLang="en-US" sz="3200" b="1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44597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2B090D04-C295-46F8-A55E-B954498BA529}"/>
              </a:ext>
            </a:extLst>
          </p:cNvPr>
          <p:cNvGrpSpPr/>
          <p:nvPr/>
        </p:nvGrpSpPr>
        <p:grpSpPr>
          <a:xfrm>
            <a:off x="917118" y="1178799"/>
            <a:ext cx="3887553" cy="461665"/>
            <a:chOff x="917118" y="1178799"/>
            <a:chExt cx="3887553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60DBB86-F7D0-4405-B97A-6E38C3C12CDE}"/>
                </a:ext>
              </a:extLst>
            </p:cNvPr>
            <p:cNvSpPr txBox="1"/>
            <p:nvPr/>
          </p:nvSpPr>
          <p:spPr>
            <a:xfrm>
              <a:off x="917118" y="1178799"/>
              <a:ext cx="3887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设函数         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满足条件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7F92432-FDF8-4FC0-8D88-40AB6F18E6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1474" y="1290951"/>
            <a:ext cx="14605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66" name="Equation" r:id="rId3" imgW="1460160" imgH="342720" progId="Equation.DSMT4">
                    <p:embed/>
                  </p:oleObj>
                </mc:Choice>
                <mc:Fallback>
                  <p:oleObj name="Equation" r:id="rId3" imgW="146016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B7F92432-FDF8-4FC0-8D88-40AB6F18E6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474" y="1290951"/>
                          <a:ext cx="14605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0D8D1D3-5023-4AF5-95B7-119B9B433835}"/>
              </a:ext>
            </a:extLst>
          </p:cNvPr>
          <p:cNvSpPr txBox="1"/>
          <p:nvPr/>
        </p:nvSpPr>
        <p:spPr>
          <a:xfrm>
            <a:off x="1039310" y="471719"/>
            <a:ext cx="4770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4   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型未定式洛必达法则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897B457-A1F2-4BBD-85D8-2B32AE453F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134" y="2369606"/>
          <a:ext cx="3479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67" name="Equation" r:id="rId5" imgW="3479760" imgH="495000" progId="Equation.DSMT4">
                  <p:embed/>
                </p:oleObj>
              </mc:Choice>
              <mc:Fallback>
                <p:oleObj name="Equation" r:id="rId5" imgW="3479760" imgH="4950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897B457-A1F2-4BBD-85D8-2B32AE453F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1134" y="2369606"/>
                        <a:ext cx="34798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BC9A67FC-CB42-4E78-B518-EB131D92D1EA}"/>
              </a:ext>
            </a:extLst>
          </p:cNvPr>
          <p:cNvGrpSpPr/>
          <p:nvPr/>
        </p:nvGrpSpPr>
        <p:grpSpPr>
          <a:xfrm>
            <a:off x="683568" y="1734228"/>
            <a:ext cx="4806980" cy="461665"/>
            <a:chOff x="582440" y="1702603"/>
            <a:chExt cx="4806980" cy="4616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C386B55-BC11-4440-B860-6D468F2750A8}"/>
                </a:ext>
              </a:extLst>
            </p:cNvPr>
            <p:cNvSpPr txBox="1"/>
            <p:nvPr/>
          </p:nvSpPr>
          <p:spPr>
            <a:xfrm>
              <a:off x="582440" y="1702603"/>
              <a:ext cx="4137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在区间                内可导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41485542-1676-43BB-BD49-39211197F3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2972" y="1767567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68" name="Equation" r:id="rId7" imgW="1091880" imgH="342720" progId="Equation.DSMT4">
                    <p:embed/>
                  </p:oleObj>
                </mc:Choice>
                <mc:Fallback>
                  <p:oleObj name="Equation" r:id="rId7" imgW="109188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41485542-1676-43BB-BD49-39211197F3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42972" y="1767567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88367C2-065F-4F62-9CEB-5355FCEC72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3620" y="1818446"/>
            <a:ext cx="685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69" name="Equation" r:id="rId9" imgW="685800" imgH="279360" progId="Equation.DSMT4">
                    <p:embed/>
                  </p:oleObj>
                </mc:Choice>
                <mc:Fallback>
                  <p:oleObj name="Equation" r:id="rId9" imgW="68580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F88367C2-065F-4F62-9CEB-5355FCEC72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3620" y="1818446"/>
                          <a:ext cx="685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A002C2C-00FB-4955-8742-A90741ED3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371454"/>
              </p:ext>
            </p:extLst>
          </p:nvPr>
        </p:nvGraphicFramePr>
        <p:xfrm>
          <a:off x="2014427" y="321636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0" name="Equation" r:id="rId11" imgW="304560" imgH="723600" progId="Equation.DSMT4">
                  <p:embed/>
                </p:oleObj>
              </mc:Choice>
              <mc:Fallback>
                <p:oleObj name="Equation" r:id="rId11" imgW="304560" imgH="723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A002C2C-00FB-4955-8742-A90741ED3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14427" y="321636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C42AC54-5DA3-4450-8768-4C6ACC707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134" y="2860436"/>
          <a:ext cx="22113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1" name="Equation" r:id="rId13" imgW="2222280" imgH="787320" progId="Equation.DSMT4">
                  <p:embed/>
                </p:oleObj>
              </mc:Choice>
              <mc:Fallback>
                <p:oleObj name="Equation" r:id="rId13" imgW="2222280" imgH="787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C42AC54-5DA3-4450-8768-4C6ACC707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1134" y="2860436"/>
                        <a:ext cx="2211387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754808D8-80EC-4482-8230-0920865D9C8B}"/>
              </a:ext>
            </a:extLst>
          </p:cNvPr>
          <p:cNvGrpSpPr/>
          <p:nvPr/>
        </p:nvGrpSpPr>
        <p:grpSpPr>
          <a:xfrm>
            <a:off x="3428634" y="2969550"/>
            <a:ext cx="3393140" cy="461665"/>
            <a:chOff x="3428634" y="2969550"/>
            <a:chExt cx="3393140" cy="461665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BB8D5A6-E57A-4DB6-99D1-820048313E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8634" y="3045533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72" name="Equation" r:id="rId15" imgW="342720" imgH="342720" progId="Equation.DSMT4">
                    <p:embed/>
                  </p:oleObj>
                </mc:Choice>
                <mc:Fallback>
                  <p:oleObj name="Equation" r:id="rId15" imgW="34272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BBB8D5A6-E57A-4DB6-99D1-820048313E3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428634" y="3045533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1EFDF42-4062-429A-BF6C-0A0FA0693AD1}"/>
                </a:ext>
              </a:extLst>
            </p:cNvPr>
            <p:cNvSpPr/>
            <p:nvPr/>
          </p:nvSpPr>
          <p:spPr>
            <a:xfrm>
              <a:off x="3723166" y="2969550"/>
              <a:ext cx="30986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为有限数或无穷大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86F3A67-2FE4-4317-A734-63CA53FD57F6}"/>
              </a:ext>
            </a:extLst>
          </p:cNvPr>
          <p:cNvGrpSpPr/>
          <p:nvPr/>
        </p:nvGrpSpPr>
        <p:grpSpPr>
          <a:xfrm>
            <a:off x="917118" y="3648437"/>
            <a:ext cx="2364879" cy="787400"/>
            <a:chOff x="917118" y="3648437"/>
            <a:chExt cx="2364879" cy="7874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37E1D99-3DAA-4BDA-880D-158B961B5F50}"/>
                </a:ext>
              </a:extLst>
            </p:cNvPr>
            <p:cNvSpPr/>
            <p:nvPr/>
          </p:nvSpPr>
          <p:spPr>
            <a:xfrm>
              <a:off x="917118" y="3795770"/>
              <a:ext cx="84657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54F991B-3A52-4D73-8B26-95246D35CC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54797" y="3648437"/>
            <a:ext cx="17272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73" name="Equation" r:id="rId17" imgW="1726920" imgH="787320" progId="Equation.DSMT4">
                    <p:embed/>
                  </p:oleObj>
                </mc:Choice>
                <mc:Fallback>
                  <p:oleObj name="Equation" r:id="rId17" imgW="1726920" imgH="7873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D54F991B-3A52-4D73-8B26-95246D35CC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54797" y="3648437"/>
                          <a:ext cx="17272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1606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C8E7E94F-A7AF-4BC2-834E-D93F36EC6E37}"/>
              </a:ext>
            </a:extLst>
          </p:cNvPr>
          <p:cNvSpPr txBox="1"/>
          <p:nvPr/>
        </p:nvSpPr>
        <p:spPr>
          <a:xfrm>
            <a:off x="683568" y="644591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  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设    在     内可导，且           求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503B9ED-E4E5-46B4-940E-C9B843FE01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696" y="71116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71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7503B9ED-E4E5-46B4-940E-C9B843FE0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71116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BB3705FC-A3F2-4AAB-BA93-EC950C39D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1467" y="763356"/>
          <a:ext cx="74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72" name="Equation" r:id="rId5" imgW="749160" imgH="342720" progId="Equation.DSMT4">
                  <p:embed/>
                </p:oleObj>
              </mc:Choice>
              <mc:Fallback>
                <p:oleObj name="Equation" r:id="rId5" imgW="74916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BB3705FC-A3F2-4AAB-BA93-EC950C39DA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31467" y="763356"/>
                        <a:ext cx="74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B342688-B5B1-4C22-BB42-BBEBBB174B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064" y="711166"/>
          <a:ext cx="160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73" name="Equation" r:id="rId7" imgW="1600200" imgH="482400" progId="Equation.DSMT4">
                  <p:embed/>
                </p:oleObj>
              </mc:Choice>
              <mc:Fallback>
                <p:oleObj name="Equation" r:id="rId7" imgW="1600200" imgH="4824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DB342688-B5B1-4C22-BB42-BBEBBB174B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8064" y="711166"/>
                        <a:ext cx="1600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E50C2CCD-A134-4478-8D2D-1D942CCE6C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1761" y="507123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74" name="Equation" r:id="rId9" imgW="1193760" imgH="736560" progId="Equation.DSMT4">
                  <p:embed/>
                </p:oleObj>
              </mc:Choice>
              <mc:Fallback>
                <p:oleObj name="Equation" r:id="rId9" imgW="1193760" imgH="7365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E50C2CCD-A134-4478-8D2D-1D942CCE6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21761" y="507123"/>
                        <a:ext cx="119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46BB3CEB-E377-4522-BAC0-E76387CF1E53}"/>
              </a:ext>
            </a:extLst>
          </p:cNvPr>
          <p:cNvSpPr/>
          <p:nvPr/>
        </p:nvSpPr>
        <p:spPr>
          <a:xfrm>
            <a:off x="651992" y="1404292"/>
            <a:ext cx="8465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412E97-F829-4E75-BDF1-D78BEB82A16F}"/>
              </a:ext>
            </a:extLst>
          </p:cNvPr>
          <p:cNvSpPr txBox="1"/>
          <p:nvPr/>
        </p:nvSpPr>
        <p:spPr>
          <a:xfrm>
            <a:off x="1620051" y="1404291"/>
            <a:ext cx="1675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型未定式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F2E2DCA4-970A-43F2-B929-50C24FDE7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162" y="1273174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75" name="Equation" r:id="rId11" imgW="304560" imgH="723600" progId="Equation.DSMT4">
                  <p:embed/>
                </p:oleObj>
              </mc:Choice>
              <mc:Fallback>
                <p:oleObj name="Equation" r:id="rId11" imgW="304560" imgH="7236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F2E2DCA4-970A-43F2-B929-50C24FDE70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46162" y="1273174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781275C0-8298-41F2-8966-1C16BD9FDF7E}"/>
              </a:ext>
            </a:extLst>
          </p:cNvPr>
          <p:cNvSpPr txBox="1"/>
          <p:nvPr/>
        </p:nvSpPr>
        <p:spPr>
          <a:xfrm>
            <a:off x="2987824" y="1404290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由广义洛必达法则得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75B87D56-7B79-43C4-92E0-9E2B5824DA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5277" y="2284151"/>
          <a:ext cx="134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76" name="Equation" r:id="rId13" imgW="1346040" imgH="736560" progId="Equation.DSMT4">
                  <p:embed/>
                </p:oleObj>
              </mc:Choice>
              <mc:Fallback>
                <p:oleObj name="Equation" r:id="rId13" imgW="1346040" imgH="73656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75B87D56-7B79-43C4-92E0-9E2B5824D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75277" y="2284151"/>
                        <a:ext cx="1346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FA58F245-A760-4F25-85FF-3B9123EA4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8965" y="2258751"/>
          <a:ext cx="340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77" name="Equation" r:id="rId15" imgW="3403440" imgH="787320" progId="Equation.DSMT4">
                  <p:embed/>
                </p:oleObj>
              </mc:Choice>
              <mc:Fallback>
                <p:oleObj name="Equation" r:id="rId15" imgW="3403440" imgH="78732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FA58F245-A760-4F25-85FF-3B9123EA4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28965" y="2258751"/>
                        <a:ext cx="3403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494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01BCFB1-8D29-42B1-AD56-6611553692DE}"/>
              </a:ext>
            </a:extLst>
          </p:cNvPr>
          <p:cNvSpPr txBox="1"/>
          <p:nvPr/>
        </p:nvSpPr>
        <p:spPr>
          <a:xfrm>
            <a:off x="878480" y="604079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  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设    在      上可导，且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FB6DB6-8A5C-4F65-8FD1-CB6811AFB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041718"/>
              </p:ext>
            </p:extLst>
          </p:nvPr>
        </p:nvGraphicFramePr>
        <p:xfrm>
          <a:off x="1981718" y="69971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8FB6DB6-8A5C-4F65-8FD1-CB6811AFB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1718" y="69971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85A146C-5B7F-4C42-A144-DC0E98028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6712" y="663461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3" name="Equation" r:id="rId5" imgW="901440" imgH="342720" progId="Equation.DSMT4">
                  <p:embed/>
                </p:oleObj>
              </mc:Choice>
              <mc:Fallback>
                <p:oleObj name="Equation" r:id="rId5" imgW="9014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85A146C-5B7F-4C42-A144-DC0E980285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6712" y="663461"/>
                        <a:ext cx="901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1E026B3-A210-4F8C-B094-6A1D15138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6163" y="670867"/>
          <a:ext cx="2806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4" name="Equation" r:id="rId7" imgW="2806560" imgH="482400" progId="Equation.DSMT4">
                  <p:embed/>
                </p:oleObj>
              </mc:Choice>
              <mc:Fallback>
                <p:oleObj name="Equation" r:id="rId7" imgW="280656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1E026B3-A210-4F8C-B094-6A1D15138A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16163" y="670867"/>
                        <a:ext cx="2806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8F93C5F-749D-41BD-8FBB-2ED35961AE16}"/>
              </a:ext>
            </a:extLst>
          </p:cNvPr>
          <p:cNvSpPr/>
          <p:nvPr/>
        </p:nvSpPr>
        <p:spPr>
          <a:xfrm>
            <a:off x="323528" y="1275606"/>
            <a:ext cx="9032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EDEBC1C-12AB-463C-9057-B74922FD39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6812" y="1275606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5" name="Equation" r:id="rId9" imgW="1739880" imgH="482400" progId="Equation.DSMT4">
                  <p:embed/>
                </p:oleObj>
              </mc:Choice>
              <mc:Fallback>
                <p:oleObj name="Equation" r:id="rId9" imgW="1739880" imgH="482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EDEBC1C-12AB-463C-9057-B74922FD39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6812" y="1275606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AB9517A-9678-43FE-84DC-728415754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8288" y="1241190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6" name="Equation" r:id="rId11" imgW="1739880" imgH="482400" progId="Equation.DSMT4">
                  <p:embed/>
                </p:oleObj>
              </mc:Choice>
              <mc:Fallback>
                <p:oleObj name="Equation" r:id="rId11" imgW="1739880" imgH="482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AB9517A-9678-43FE-84DC-7284157548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58288" y="1241190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78F62B6-6E64-4EB8-A168-1744C1895897}"/>
              </a:ext>
            </a:extLst>
          </p:cNvPr>
          <p:cNvSpPr/>
          <p:nvPr/>
        </p:nvSpPr>
        <p:spPr>
          <a:xfrm>
            <a:off x="683568" y="2081103"/>
            <a:ext cx="9032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97E81B8-1DDF-4036-9D85-BD5D610CC9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640" y="1896512"/>
          <a:ext cx="3048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7" name="Equation" r:id="rId13" imgW="3047760" imgH="774360" progId="Equation.DSMT4">
                  <p:embed/>
                </p:oleObj>
              </mc:Choice>
              <mc:Fallback>
                <p:oleObj name="Equation" r:id="rId13" imgW="3047760" imgH="774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97E81B8-1DDF-4036-9D85-BD5D610CC9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31640" y="1896512"/>
                        <a:ext cx="3048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6DF279FD-BFC8-4DD8-AC7F-3DE85ADB19FF}"/>
              </a:ext>
            </a:extLst>
          </p:cNvPr>
          <p:cNvSpPr/>
          <p:nvPr/>
        </p:nvSpPr>
        <p:spPr>
          <a:xfrm>
            <a:off x="323528" y="2994109"/>
            <a:ext cx="1969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广义洛必达法则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9A16156-D63F-48AC-8764-CD500CAA1B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2688" y="2740025"/>
          <a:ext cx="3390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8" name="Equation" r:id="rId15" imgW="3390840" imgH="774360" progId="Equation.DSMT4">
                  <p:embed/>
                </p:oleObj>
              </mc:Choice>
              <mc:Fallback>
                <p:oleObj name="Equation" r:id="rId15" imgW="3390840" imgH="774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9A16156-D63F-48AC-8764-CD500CAA1B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52688" y="2740025"/>
                        <a:ext cx="3390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2E9A840E-3056-4E48-84A8-64F394F84F3A}"/>
              </a:ext>
            </a:extLst>
          </p:cNvPr>
          <p:cNvSpPr/>
          <p:nvPr/>
        </p:nvSpPr>
        <p:spPr>
          <a:xfrm>
            <a:off x="716388" y="3715574"/>
            <a:ext cx="9032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15531B6-CF36-492A-9DF6-4B919D146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672" y="3715574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9" name="Equation" r:id="rId17" imgW="1739880" imgH="482400" progId="Equation.DSMT4">
                  <p:embed/>
                </p:oleObj>
              </mc:Choice>
              <mc:Fallback>
                <p:oleObj name="Equation" r:id="rId17" imgW="1739880" imgH="482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15531B6-CF36-492A-9DF6-4B919D1462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672" y="3715574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4F20D05-C65E-472A-81D5-317C9EC2CC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1148" y="3681158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0" name="Equation" r:id="rId18" imgW="1739880" imgH="482400" progId="Equation.DSMT4">
                  <p:embed/>
                </p:oleObj>
              </mc:Choice>
              <mc:Fallback>
                <p:oleObj name="Equation" r:id="rId18" imgW="1739880" imgH="482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4F20D05-C65E-472A-81D5-317C9EC2CC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1148" y="3681158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DE0FDDBD-7D1F-43B9-9232-04B2B0BA0482}"/>
              </a:ext>
            </a:extLst>
          </p:cNvPr>
          <p:cNvGrpSpPr/>
          <p:nvPr/>
        </p:nvGrpSpPr>
        <p:grpSpPr>
          <a:xfrm>
            <a:off x="4996807" y="1807752"/>
            <a:ext cx="1949778" cy="723900"/>
            <a:chOff x="4996807" y="1807752"/>
            <a:chExt cx="1949778" cy="72390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ACC50F2-BAE6-4E89-95C8-701C3591612F}"/>
                </a:ext>
              </a:extLst>
            </p:cNvPr>
            <p:cNvSpPr txBox="1"/>
            <p:nvPr/>
          </p:nvSpPr>
          <p:spPr>
            <a:xfrm>
              <a:off x="5270696" y="1938869"/>
              <a:ext cx="16758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型未定式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F0768BA2-EB57-4E28-B14F-E84F8E0191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6807" y="1807752"/>
            <a:ext cx="304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41" name="Equation" r:id="rId19" imgW="304560" imgH="723600" progId="Equation.DSMT4">
                    <p:embed/>
                  </p:oleObj>
                </mc:Choice>
                <mc:Fallback>
                  <p:oleObj name="Equation" r:id="rId19" imgW="304560" imgH="7236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F0768BA2-EB57-4E28-B14F-E84F8E0191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96807" y="1807752"/>
                          <a:ext cx="304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1589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186BF9F0-570B-426A-8B3F-2E92F4F1B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0" y="2019135"/>
            <a:ext cx="1800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单调性</a:t>
            </a:r>
          </a:p>
        </p:txBody>
      </p:sp>
    </p:spTree>
    <p:extLst>
      <p:ext uri="{BB962C8B-B14F-4D97-AF65-F5344CB8AC3E}">
        <p14:creationId xmlns:p14="http://schemas.microsoft.com/office/powerpoint/2010/main" val="411381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0">
            <a:extLst>
              <a:ext uri="{FF2B5EF4-FFF2-40B4-BE49-F238E27FC236}">
                <a16:creationId xmlns:a16="http://schemas.microsoft.com/office/drawing/2014/main" id="{E5F3A057-13B7-4749-8DB9-297728104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62" y="1412389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7E4016E-F969-48C4-9185-C947F6D49215}"/>
              </a:ext>
            </a:extLst>
          </p:cNvPr>
          <p:cNvGrpSpPr/>
          <p:nvPr/>
        </p:nvGrpSpPr>
        <p:grpSpPr>
          <a:xfrm>
            <a:off x="3632200" y="1375375"/>
            <a:ext cx="4078288" cy="461665"/>
            <a:chOff x="3632200" y="1375375"/>
            <a:chExt cx="4078288" cy="461665"/>
          </a:xfrm>
        </p:grpSpPr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9E341821-C3CE-4B77-97E8-9EC15074E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200" y="1375375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</a:p>
          </p:txBody>
        </p:sp>
        <p:graphicFrame>
          <p:nvGraphicFramePr>
            <p:cNvPr id="11" name="Object 17">
              <a:extLst>
                <a:ext uri="{FF2B5EF4-FFF2-40B4-BE49-F238E27FC236}">
                  <a16:creationId xmlns:a16="http://schemas.microsoft.com/office/drawing/2014/main" id="{C6BB397F-743D-4044-9EEF-139EF1F721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9313478"/>
                </p:ext>
              </p:extLst>
            </p:nvPr>
          </p:nvGraphicFramePr>
          <p:xfrm>
            <a:off x="4197350" y="1420813"/>
            <a:ext cx="2984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24" name="Equation" r:id="rId3" imgW="2984400" imgH="406080" progId="Equation.DSMT4">
                    <p:embed/>
                  </p:oleObj>
                </mc:Choice>
                <mc:Fallback>
                  <p:oleObj name="Equation" r:id="rId3" imgW="2984400" imgH="406080" progId="Equation.DSMT4">
                    <p:embed/>
                    <p:pic>
                      <p:nvPicPr>
                        <p:cNvPr id="28689" name="Object 17">
                          <a:extLst>
                            <a:ext uri="{FF2B5EF4-FFF2-40B4-BE49-F238E27FC236}">
                              <a16:creationId xmlns:a16="http://schemas.microsoft.com/office/drawing/2014/main" id="{606E5FB5-7602-4A9F-B6BE-9E60C716CA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7350" y="1420813"/>
                          <a:ext cx="29845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1">
              <a:extLst>
                <a:ext uri="{FF2B5EF4-FFF2-40B4-BE49-F238E27FC236}">
                  <a16:creationId xmlns:a16="http://schemas.microsoft.com/office/drawing/2014/main" id="{E9C19C74-6FD2-4DC7-B444-631A140D32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8078693"/>
                </p:ext>
              </p:extLst>
            </p:nvPr>
          </p:nvGraphicFramePr>
          <p:xfrm>
            <a:off x="7215188" y="1465263"/>
            <a:ext cx="495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25" name="Equation" r:id="rId5" imgW="495000" imgH="330120" progId="Equation.DSMT4">
                    <p:embed/>
                  </p:oleObj>
                </mc:Choice>
                <mc:Fallback>
                  <p:oleObj name="Equation" r:id="rId5" imgW="495000" imgH="330120" progId="Equation.DSMT4">
                    <p:embed/>
                    <p:pic>
                      <p:nvPicPr>
                        <p:cNvPr id="28693" name="Object 21">
                          <a:extLst>
                            <a:ext uri="{FF2B5EF4-FFF2-40B4-BE49-F238E27FC236}">
                              <a16:creationId xmlns:a16="http://schemas.microsoft.com/office/drawing/2014/main" id="{A5E8471E-E1CF-437B-9F21-764D99FC2D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15188" y="1465263"/>
                          <a:ext cx="495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A90D2B0-966C-4E6E-B929-06141B997705}"/>
              </a:ext>
            </a:extLst>
          </p:cNvPr>
          <p:cNvGrpSpPr/>
          <p:nvPr/>
        </p:nvGrpSpPr>
        <p:grpSpPr>
          <a:xfrm>
            <a:off x="169448" y="1930260"/>
            <a:ext cx="8462204" cy="509359"/>
            <a:chOff x="169448" y="1930260"/>
            <a:chExt cx="8462204" cy="509359"/>
          </a:xfrm>
        </p:grpSpPr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4D6C5624-8A36-4640-AA96-AAE76D27F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448" y="1977954"/>
              <a:ext cx="68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故</a:t>
              </a:r>
            </a:p>
          </p:txBody>
        </p: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C1B12CDC-3D70-4200-9100-13A8A08D8A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7402753"/>
                </p:ext>
              </p:extLst>
            </p:nvPr>
          </p:nvGraphicFramePr>
          <p:xfrm>
            <a:off x="591580" y="2061443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26" name="Equation" r:id="rId7" imgW="596880" imgH="342720" progId="Equation.DSMT4">
                    <p:embed/>
                  </p:oleObj>
                </mc:Choice>
                <mc:Fallback>
                  <p:oleObj name="Equation" r:id="rId7" imgW="596880" imgH="342720" progId="Equation.DSMT4">
                    <p:embed/>
                    <p:pic>
                      <p:nvPicPr>
                        <p:cNvPr id="28696" name="Object 24">
                          <a:extLst>
                            <a:ext uri="{FF2B5EF4-FFF2-40B4-BE49-F238E27FC236}">
                              <a16:creationId xmlns:a16="http://schemas.microsoft.com/office/drawing/2014/main" id="{6BCDCB81-945E-4A88-AA92-F7AD1C33F1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580" y="2061443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25">
              <a:extLst>
                <a:ext uri="{FF2B5EF4-FFF2-40B4-BE49-F238E27FC236}">
                  <a16:creationId xmlns:a16="http://schemas.microsoft.com/office/drawing/2014/main" id="{925022C6-FFA5-42BF-9CE2-74BAC89CF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150" y="1947944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在</a:t>
              </a:r>
            </a:p>
          </p:txBody>
        </p:sp>
        <p:graphicFrame>
          <p:nvGraphicFramePr>
            <p:cNvPr id="17" name="Object 28">
              <a:extLst>
                <a:ext uri="{FF2B5EF4-FFF2-40B4-BE49-F238E27FC236}">
                  <a16:creationId xmlns:a16="http://schemas.microsoft.com/office/drawing/2014/main" id="{95B38BA0-0C59-4A4E-84E1-91DA942A91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0144964"/>
                </p:ext>
              </p:extLst>
            </p:nvPr>
          </p:nvGraphicFramePr>
          <p:xfrm>
            <a:off x="1473262" y="2039884"/>
            <a:ext cx="1219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27" name="Equation" r:id="rId9" imgW="1218960" imgH="342720" progId="Equation.DSMT4">
                    <p:embed/>
                  </p:oleObj>
                </mc:Choice>
                <mc:Fallback>
                  <p:oleObj name="Equation" r:id="rId9" imgW="1218960" imgH="342720" progId="Equation.DSMT4">
                    <p:embed/>
                    <p:pic>
                      <p:nvPicPr>
                        <p:cNvPr id="28700" name="Object 28">
                          <a:extLst>
                            <a:ext uri="{FF2B5EF4-FFF2-40B4-BE49-F238E27FC236}">
                              <a16:creationId xmlns:a16="http://schemas.microsoft.com/office/drawing/2014/main" id="{7A1E5455-0554-493D-B913-E5EEBD561B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3262" y="2039884"/>
                          <a:ext cx="1219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29">
              <a:extLst>
                <a:ext uri="{FF2B5EF4-FFF2-40B4-BE49-F238E27FC236}">
                  <a16:creationId xmlns:a16="http://schemas.microsoft.com/office/drawing/2014/main" id="{0E3C9C30-8F76-4DC8-862A-8D52F8BD9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4787" y="1930933"/>
              <a:ext cx="3124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+mj-ea"/>
                  <a:ea typeface="+mj-ea"/>
                </a:rPr>
                <a:t>上连续单调递增</a:t>
              </a:r>
              <a:r>
                <a:rPr lang="en-US" altLang="zh-CN" sz="2400" b="1">
                  <a:latin typeface="+mj-ea"/>
                  <a:ea typeface="+mj-ea"/>
                </a:rPr>
                <a:t>,</a:t>
              </a:r>
            </a:p>
          </p:txBody>
        </p:sp>
        <p:sp>
          <p:nvSpPr>
            <p:cNvPr id="19" name="Text Box 31">
              <a:extLst>
                <a:ext uri="{FF2B5EF4-FFF2-40B4-BE49-F238E27FC236}">
                  <a16:creationId xmlns:a16="http://schemas.microsoft.com/office/drawing/2014/main" id="{855A7085-0D7F-4B43-B25F-72AF0F500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700" y="1930260"/>
              <a:ext cx="2514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从而至多只有</a:t>
              </a:r>
            </a:p>
          </p:txBody>
        </p:sp>
        <p:sp>
          <p:nvSpPr>
            <p:cNvPr id="20" name="Text Box 32">
              <a:extLst>
                <a:ext uri="{FF2B5EF4-FFF2-40B4-BE49-F238E27FC236}">
                  <a16:creationId xmlns:a16="http://schemas.microsoft.com/office/drawing/2014/main" id="{D8712420-E4BC-489E-A071-75279975B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0452" y="1940727"/>
              <a:ext cx="1981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一个零点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4F9B79C-7C38-49BD-9E0A-62B10AB4E1B4}"/>
              </a:ext>
            </a:extLst>
          </p:cNvPr>
          <p:cNvGrpSpPr/>
          <p:nvPr/>
        </p:nvGrpSpPr>
        <p:grpSpPr>
          <a:xfrm>
            <a:off x="689172" y="2430565"/>
            <a:ext cx="6663251" cy="489696"/>
            <a:chOff x="689172" y="2430565"/>
            <a:chExt cx="6663251" cy="489696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CA932E3-075B-4D8A-9D56-28D743986C15}"/>
                </a:ext>
              </a:extLst>
            </p:cNvPr>
            <p:cNvGrpSpPr/>
            <p:nvPr/>
          </p:nvGrpSpPr>
          <p:grpSpPr>
            <a:xfrm>
              <a:off x="689172" y="2458596"/>
              <a:ext cx="1673483" cy="461665"/>
              <a:chOff x="689172" y="2458596"/>
              <a:chExt cx="1673483" cy="461665"/>
            </a:xfrm>
          </p:grpSpPr>
          <p:sp>
            <p:nvSpPr>
              <p:cNvPr id="21" name="Text Box 33">
                <a:extLst>
                  <a:ext uri="{FF2B5EF4-FFF2-40B4-BE49-F238E27FC236}">
                    <a16:creationId xmlns:a16="http://schemas.microsoft.com/office/drawing/2014/main" id="{629DD049-D32D-44E2-9409-44DE748982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9172" y="2458596"/>
                <a:ext cx="12954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j-ea"/>
                    <a:ea typeface="+mj-ea"/>
                  </a:rPr>
                  <a:t>又因</a:t>
                </a:r>
              </a:p>
            </p:txBody>
          </p:sp>
          <p:graphicFrame>
            <p:nvGraphicFramePr>
              <p:cNvPr id="22" name="Object 34">
                <a:extLst>
                  <a:ext uri="{FF2B5EF4-FFF2-40B4-BE49-F238E27FC236}">
                    <a16:creationId xmlns:a16="http://schemas.microsoft.com/office/drawing/2014/main" id="{0D859712-C840-417C-9218-119B5FF8E1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86016702"/>
                  </p:ext>
                </p:extLst>
              </p:nvPr>
            </p:nvGraphicFramePr>
            <p:xfrm>
              <a:off x="1511755" y="2498277"/>
              <a:ext cx="8509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428" name="Equation" r:id="rId11" imgW="850680" imgH="406080" progId="Equation.DSMT4">
                      <p:embed/>
                    </p:oleObj>
                  </mc:Choice>
                  <mc:Fallback>
                    <p:oleObj name="Equation" r:id="rId11" imgW="850680" imgH="406080" progId="Equation.DSMT4">
                      <p:embed/>
                      <p:pic>
                        <p:nvPicPr>
                          <p:cNvPr id="28706" name="Object 34">
                            <a:extLst>
                              <a:ext uri="{FF2B5EF4-FFF2-40B4-BE49-F238E27FC236}">
                                <a16:creationId xmlns:a16="http://schemas.microsoft.com/office/drawing/2014/main" id="{52805A61-A0D1-408E-B4CD-36FD86AD6C9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11755" y="2498277"/>
                            <a:ext cx="850900" cy="406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" name="Text Box 35">
              <a:extLst>
                <a:ext uri="{FF2B5EF4-FFF2-40B4-BE49-F238E27FC236}">
                  <a16:creationId xmlns:a16="http://schemas.microsoft.com/office/drawing/2014/main" id="{AA914F5D-F693-474B-88F5-ACF020022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655" y="2458596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因此</a:t>
              </a:r>
            </a:p>
          </p:txBody>
        </p:sp>
        <p:graphicFrame>
          <p:nvGraphicFramePr>
            <p:cNvPr id="24" name="Object 36">
              <a:extLst>
                <a:ext uri="{FF2B5EF4-FFF2-40B4-BE49-F238E27FC236}">
                  <a16:creationId xmlns:a16="http://schemas.microsoft.com/office/drawing/2014/main" id="{7B028C9E-1753-4434-ADCC-53BE10A910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3145672"/>
                </p:ext>
              </p:extLst>
            </p:nvPr>
          </p:nvGraphicFramePr>
          <p:xfrm>
            <a:off x="3092512" y="255682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29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28708" name="Object 36">
                          <a:extLst>
                            <a:ext uri="{FF2B5EF4-FFF2-40B4-BE49-F238E27FC236}">
                              <a16:creationId xmlns:a16="http://schemas.microsoft.com/office/drawing/2014/main" id="{597CB883-EACA-4DDC-8409-E60BC3C5DB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2512" y="255682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37">
              <a:extLst>
                <a:ext uri="{FF2B5EF4-FFF2-40B4-BE49-F238E27FC236}">
                  <a16:creationId xmlns:a16="http://schemas.microsoft.com/office/drawing/2014/main" id="{741629E7-EBB9-4262-A1BC-129C9D2BC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623" y="2430565"/>
              <a:ext cx="3733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也</a:t>
              </a:r>
              <a:r>
                <a:rPr lang="zh-CN" altLang="zh-CN" sz="2400" b="1" dirty="0">
                  <a:latin typeface="+mj-ea"/>
                  <a:ea typeface="+mj-ea"/>
                </a:rPr>
                <a:t>至多只有一个零点 .</a:t>
              </a:r>
              <a:endParaRPr lang="en-US" altLang="zh-CN" sz="2400" b="1" dirty="0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5750BED-3798-40D2-8E93-C11D97414730}"/>
              </a:ext>
            </a:extLst>
          </p:cNvPr>
          <p:cNvGrpSpPr/>
          <p:nvPr/>
        </p:nvGrpSpPr>
        <p:grpSpPr>
          <a:xfrm>
            <a:off x="613765" y="3122935"/>
            <a:ext cx="7311035" cy="472754"/>
            <a:chOff x="613765" y="3122935"/>
            <a:chExt cx="7311035" cy="472754"/>
          </a:xfrm>
        </p:grpSpPr>
        <p:sp>
          <p:nvSpPr>
            <p:cNvPr id="26" name="Text Box 38">
              <a:extLst>
                <a:ext uri="{FF2B5EF4-FFF2-40B4-BE49-F238E27FC236}">
                  <a16:creationId xmlns:a16="http://schemas.microsoft.com/office/drawing/2014/main" id="{6AB05C56-3320-4CE0-BC10-69B0D7DB7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765" y="3134024"/>
              <a:ext cx="274161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  <a:latin typeface="+mj-ea"/>
                  <a:ea typeface="+mj-ea"/>
                </a:rPr>
                <a:t>思考</a:t>
              </a:r>
              <a:r>
                <a:rPr lang="en-US" altLang="zh-CN" sz="2400" b="1" dirty="0">
                  <a:latin typeface="+mj-ea"/>
                  <a:ea typeface="+mj-ea"/>
                </a:rPr>
                <a:t>   </a:t>
              </a:r>
              <a:r>
                <a:rPr lang="zh-CN" altLang="en-US" sz="2400" b="1" dirty="0">
                  <a:latin typeface="+mj-ea"/>
                  <a:ea typeface="+mj-ea"/>
                </a:rPr>
                <a:t>若题中</a:t>
              </a:r>
            </a:p>
          </p:txBody>
        </p:sp>
        <p:graphicFrame>
          <p:nvGraphicFramePr>
            <p:cNvPr id="27" name="Object 39">
              <a:extLst>
                <a:ext uri="{FF2B5EF4-FFF2-40B4-BE49-F238E27FC236}">
                  <a16:creationId xmlns:a16="http://schemas.microsoft.com/office/drawing/2014/main" id="{5E70615D-BE16-4B26-B66C-144539E34D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5385872"/>
                </p:ext>
              </p:extLst>
            </p:nvPr>
          </p:nvGraphicFramePr>
          <p:xfrm>
            <a:off x="2891507" y="3229000"/>
            <a:ext cx="2006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30" name="Equation" r:id="rId15" imgW="2006280" imgH="355320" progId="Equation.DSMT4">
                    <p:embed/>
                  </p:oleObj>
                </mc:Choice>
                <mc:Fallback>
                  <p:oleObj name="Equation" r:id="rId15" imgW="2006280" imgH="355320" progId="Equation.DSMT4">
                    <p:embed/>
                    <p:pic>
                      <p:nvPicPr>
                        <p:cNvPr id="28711" name="Object 39">
                          <a:extLst>
                            <a:ext uri="{FF2B5EF4-FFF2-40B4-BE49-F238E27FC236}">
                              <a16:creationId xmlns:a16="http://schemas.microsoft.com/office/drawing/2014/main" id="{663C95D3-BB8B-4126-BD69-1ABC0E6C62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1507" y="3229000"/>
                          <a:ext cx="20066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40">
              <a:extLst>
                <a:ext uri="{FF2B5EF4-FFF2-40B4-BE49-F238E27FC236}">
                  <a16:creationId xmlns:a16="http://schemas.microsoft.com/office/drawing/2014/main" id="{2978C269-DBEC-4A5D-ADFA-AD99BF5D5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700" y="3122935"/>
              <a:ext cx="1066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改为</a:t>
              </a:r>
            </a:p>
          </p:txBody>
        </p:sp>
        <p:graphicFrame>
          <p:nvGraphicFramePr>
            <p:cNvPr id="29" name="Object 41">
              <a:extLst>
                <a:ext uri="{FF2B5EF4-FFF2-40B4-BE49-F238E27FC236}">
                  <a16:creationId xmlns:a16="http://schemas.microsoft.com/office/drawing/2014/main" id="{2ECB315E-C30C-4326-8854-84A6F3E21B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3389207"/>
                </p:ext>
              </p:extLst>
            </p:nvPr>
          </p:nvGraphicFramePr>
          <p:xfrm>
            <a:off x="5829300" y="3187056"/>
            <a:ext cx="2095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31" name="Equation" r:id="rId17" imgW="2095200" imgH="355320" progId="Equation.DSMT4">
                    <p:embed/>
                  </p:oleObj>
                </mc:Choice>
                <mc:Fallback>
                  <p:oleObj name="Equation" r:id="rId17" imgW="2095200" imgH="355320" progId="Equation.DSMT4">
                    <p:embed/>
                    <p:pic>
                      <p:nvPicPr>
                        <p:cNvPr id="28713" name="Object 41">
                          <a:extLst>
                            <a:ext uri="{FF2B5EF4-FFF2-40B4-BE49-F238E27FC236}">
                              <a16:creationId xmlns:a16="http://schemas.microsoft.com/office/drawing/2014/main" id="{6D568147-7494-4227-9058-6021F76EB5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9300" y="3187056"/>
                          <a:ext cx="20955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42">
            <a:extLst>
              <a:ext uri="{FF2B5EF4-FFF2-40B4-BE49-F238E27FC236}">
                <a16:creationId xmlns:a16="http://schemas.microsoft.com/office/drawing/2014/main" id="{CB7C6E86-F2FD-49F6-9596-14590596A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9" y="3793152"/>
            <a:ext cx="57134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其它不变时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如何设辅助函数</a:t>
            </a:r>
            <a:r>
              <a:rPr lang="en-US" altLang="zh-CN" sz="2400" b="1" dirty="0">
                <a:latin typeface="+mj-ea"/>
                <a:ea typeface="+mj-ea"/>
              </a:rPr>
              <a:t>?</a:t>
            </a:r>
          </a:p>
        </p:txBody>
      </p:sp>
      <p:graphicFrame>
        <p:nvGraphicFramePr>
          <p:cNvPr id="31" name="Object 43">
            <a:extLst>
              <a:ext uri="{FF2B5EF4-FFF2-40B4-BE49-F238E27FC236}">
                <a16:creationId xmlns:a16="http://schemas.microsoft.com/office/drawing/2014/main" id="{7EB52465-48CE-47F7-8D1F-6924A5A3D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732840"/>
              </p:ext>
            </p:extLst>
          </p:nvPr>
        </p:nvGraphicFramePr>
        <p:xfrm>
          <a:off x="5481716" y="3958682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32" name="Equation" r:id="rId19" imgW="1904760" imgH="406080" progId="Equation.DSMT4">
                  <p:embed/>
                </p:oleObj>
              </mc:Choice>
              <mc:Fallback>
                <p:oleObj name="Equation" r:id="rId19" imgW="1904760" imgH="406080" progId="Equation.DSMT4">
                  <p:embed/>
                  <p:pic>
                    <p:nvPicPr>
                      <p:cNvPr id="28715" name="Object 43">
                        <a:extLst>
                          <a:ext uri="{FF2B5EF4-FFF2-40B4-BE49-F238E27FC236}">
                            <a16:creationId xmlns:a16="http://schemas.microsoft.com/office/drawing/2014/main" id="{5C88F51D-4CA3-44B5-9C04-07C5B70FC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716" y="3958682"/>
                        <a:ext cx="1905000" cy="406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BFE788F3-4F33-4038-9C32-236708216C3A}"/>
              </a:ext>
            </a:extLst>
          </p:cNvPr>
          <p:cNvGrpSpPr/>
          <p:nvPr/>
        </p:nvGrpSpPr>
        <p:grpSpPr>
          <a:xfrm>
            <a:off x="755712" y="380355"/>
            <a:ext cx="7877251" cy="609600"/>
            <a:chOff x="539750" y="381000"/>
            <a:chExt cx="7877251" cy="609600"/>
          </a:xfrm>
        </p:grpSpPr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6931D026-A02D-4D2E-B2CB-8505210E458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750" y="381000"/>
              <a:ext cx="1752600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0064FF"/>
                  </a:solidFill>
                  <a:latin typeface="+mj-ea"/>
                </a:rPr>
                <a:t>1. </a:t>
              </a:r>
              <a:r>
                <a:rPr lang="zh-CN" altLang="en-US" sz="2400" b="1" dirty="0">
                  <a:latin typeface="+mj-ea"/>
                </a:rPr>
                <a:t>设</a:t>
              </a:r>
            </a:p>
          </p:txBody>
        </p:sp>
        <p:sp>
          <p:nvSpPr>
            <p:cNvPr id="3" name="Text Box 5">
              <a:extLst>
                <a:ext uri="{FF2B5EF4-FFF2-40B4-BE49-F238E27FC236}">
                  <a16:creationId xmlns:a16="http://schemas.microsoft.com/office/drawing/2014/main" id="{DE32FC12-72B4-49C9-BB4F-030C11FD3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9784" y="388144"/>
              <a:ext cx="990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在</a:t>
              </a:r>
            </a:p>
          </p:txBody>
        </p:sp>
        <p:graphicFrame>
          <p:nvGraphicFramePr>
            <p:cNvPr id="4" name="Object 6">
              <a:extLst>
                <a:ext uri="{FF2B5EF4-FFF2-40B4-BE49-F238E27FC236}">
                  <a16:creationId xmlns:a16="http://schemas.microsoft.com/office/drawing/2014/main" id="{20C01C25-D923-4A65-B806-C06963E211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2810545"/>
                </p:ext>
              </p:extLst>
            </p:nvPr>
          </p:nvGraphicFramePr>
          <p:xfrm>
            <a:off x="1543403" y="47213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33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28678" name="Object 6">
                          <a:extLst>
                            <a:ext uri="{FF2B5EF4-FFF2-40B4-BE49-F238E27FC236}">
                              <a16:creationId xmlns:a16="http://schemas.microsoft.com/office/drawing/2014/main" id="{368AC330-984B-4AB0-B52B-C33BF92650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3403" y="472132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7">
              <a:extLst>
                <a:ext uri="{FF2B5EF4-FFF2-40B4-BE49-F238E27FC236}">
                  <a16:creationId xmlns:a16="http://schemas.microsoft.com/office/drawing/2014/main" id="{D27E6F6E-FF42-4C11-8ADC-D516ED3499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9883599"/>
                </p:ext>
              </p:extLst>
            </p:nvPr>
          </p:nvGraphicFramePr>
          <p:xfrm>
            <a:off x="2578100" y="488221"/>
            <a:ext cx="1219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34" name="Equation" r:id="rId23" imgW="1218960" imgH="342720" progId="Equation.DSMT4">
                    <p:embed/>
                  </p:oleObj>
                </mc:Choice>
                <mc:Fallback>
                  <p:oleObj name="Equation" r:id="rId23" imgW="1218960" imgH="342720" progId="Equation.DSMT4">
                    <p:embed/>
                    <p:pic>
                      <p:nvPicPr>
                        <p:cNvPr id="28679" name="Object 7">
                          <a:extLst>
                            <a:ext uri="{FF2B5EF4-FFF2-40B4-BE49-F238E27FC236}">
                              <a16:creationId xmlns:a16="http://schemas.microsoft.com/office/drawing/2014/main" id="{0203D6AD-1EEC-4670-8786-31BF459E42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100" y="488221"/>
                          <a:ext cx="1219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1B30CA08-028C-4508-BACA-DB9C4297E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00" y="400995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上可导</a:t>
              </a:r>
              <a:r>
                <a:rPr lang="en-US" altLang="zh-CN" sz="2400" b="1" dirty="0">
                  <a:latin typeface="+mj-ea"/>
                  <a:ea typeface="+mj-ea"/>
                </a:rPr>
                <a:t>, </a:t>
              </a:r>
              <a:r>
                <a:rPr lang="zh-CN" altLang="en-US" sz="2400" b="1" dirty="0">
                  <a:latin typeface="+mj-ea"/>
                  <a:ea typeface="+mj-ea"/>
                </a:rPr>
                <a:t>且</a:t>
              </a:r>
            </a:p>
          </p:txBody>
        </p:sp>
        <p:graphicFrame>
          <p:nvGraphicFramePr>
            <p:cNvPr id="13" name="Object 30">
              <a:extLst>
                <a:ext uri="{FF2B5EF4-FFF2-40B4-BE49-F238E27FC236}">
                  <a16:creationId xmlns:a16="http://schemas.microsoft.com/office/drawing/2014/main" id="{33EADA78-D8A4-4489-864A-1AE7E45632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9703509"/>
                </p:ext>
              </p:extLst>
            </p:nvPr>
          </p:nvGraphicFramePr>
          <p:xfrm>
            <a:off x="5397500" y="465782"/>
            <a:ext cx="2108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35" name="Equation" r:id="rId25" imgW="2108160" imgH="355320" progId="Equation.DSMT4">
                    <p:embed/>
                  </p:oleObj>
                </mc:Choice>
                <mc:Fallback>
                  <p:oleObj name="Equation" r:id="rId25" imgW="2108160" imgH="355320" progId="Equation.DSMT4">
                    <p:embed/>
                    <p:pic>
                      <p:nvPicPr>
                        <p:cNvPr id="28702" name="Object 30">
                          <a:extLst>
                            <a:ext uri="{FF2B5EF4-FFF2-40B4-BE49-F238E27FC236}">
                              <a16:creationId xmlns:a16="http://schemas.microsoft.com/office/drawing/2014/main" id="{F07572B2-11B4-4D1C-BDB5-05DDCBC845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7500" y="465782"/>
                          <a:ext cx="21082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3BD520F-8CE6-4644-9833-F733B7115DD6}"/>
                </a:ext>
              </a:extLst>
            </p:cNvPr>
            <p:cNvSpPr/>
            <p:nvPr/>
          </p:nvSpPr>
          <p:spPr>
            <a:xfrm>
              <a:off x="7613576" y="427632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证明</a:t>
              </a:r>
              <a:endParaRPr lang="zh-CN" altLang="en-US" sz="2400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98AB3DF-0388-4E6D-B04F-FF6568285903}"/>
              </a:ext>
            </a:extLst>
          </p:cNvPr>
          <p:cNvGrpSpPr/>
          <p:nvPr/>
        </p:nvGrpSpPr>
        <p:grpSpPr>
          <a:xfrm>
            <a:off x="152400" y="884988"/>
            <a:ext cx="3917888" cy="461665"/>
            <a:chOff x="152400" y="950564"/>
            <a:chExt cx="3917888" cy="461665"/>
          </a:xfrm>
        </p:grpSpPr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CA00868B-87CD-4799-A162-B99741ED6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712" y="950564"/>
              <a:ext cx="33145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400" b="1" dirty="0">
                  <a:latin typeface="+mj-ea"/>
                  <a:ea typeface="+mj-ea"/>
                </a:rPr>
                <a:t>至多只有一个零点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  <a:r>
                <a:rPr lang="zh-CN" altLang="zh-CN" sz="2400" b="1" dirty="0">
                  <a:latin typeface="+mj-ea"/>
                  <a:ea typeface="+mj-ea"/>
                </a:rPr>
                <a:t>  </a:t>
              </a:r>
              <a:r>
                <a:rPr lang="zh-CN" altLang="zh-CN" sz="2400" b="1" dirty="0">
                  <a:solidFill>
                    <a:schemeClr val="accent2"/>
                  </a:solidFill>
                  <a:latin typeface="+mj-ea"/>
                  <a:ea typeface="+mj-ea"/>
                </a:rPr>
                <a:t> </a:t>
              </a:r>
              <a:endParaRPr lang="en-US" altLang="zh-CN" sz="2400" b="1" dirty="0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F55CBAA6-EA06-4947-9C1E-6DCE022BAE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1351146"/>
                </p:ext>
              </p:extLst>
            </p:nvPr>
          </p:nvGraphicFramePr>
          <p:xfrm>
            <a:off x="152400" y="103555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36" name="Equation" r:id="rId27" imgW="622080" imgH="342720" progId="Equation.DSMT4">
                    <p:embed/>
                  </p:oleObj>
                </mc:Choice>
                <mc:Fallback>
                  <p:oleObj name="Equation" r:id="rId2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52400" y="1035559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57BAFA4-B8CC-4F1C-8285-038C08BD0685}"/>
              </a:ext>
            </a:extLst>
          </p:cNvPr>
          <p:cNvGrpSpPr/>
          <p:nvPr/>
        </p:nvGrpSpPr>
        <p:grpSpPr>
          <a:xfrm>
            <a:off x="1258554" y="1421486"/>
            <a:ext cx="2276851" cy="489513"/>
            <a:chOff x="1258554" y="1421486"/>
            <a:chExt cx="2276851" cy="489513"/>
          </a:xfrm>
        </p:grpSpPr>
        <p:graphicFrame>
          <p:nvGraphicFramePr>
            <p:cNvPr id="9" name="Object 12">
              <a:extLst>
                <a:ext uri="{FF2B5EF4-FFF2-40B4-BE49-F238E27FC236}">
                  <a16:creationId xmlns:a16="http://schemas.microsoft.com/office/drawing/2014/main" id="{5C21D109-FAB5-4C78-9819-7373052CEE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7027869"/>
                </p:ext>
              </p:extLst>
            </p:nvPr>
          </p:nvGraphicFramePr>
          <p:xfrm>
            <a:off x="1681205" y="1421486"/>
            <a:ext cx="1854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37" name="Equation" r:id="rId29" imgW="1854000" imgH="406080" progId="Equation.DSMT4">
                    <p:embed/>
                  </p:oleObj>
                </mc:Choice>
                <mc:Fallback>
                  <p:oleObj name="Equation" r:id="rId29" imgW="1854000" imgH="406080" progId="Equation.DSMT4">
                    <p:embed/>
                    <p:pic>
                      <p:nvPicPr>
                        <p:cNvPr id="28684" name="Object 12">
                          <a:extLst>
                            <a:ext uri="{FF2B5EF4-FFF2-40B4-BE49-F238E27FC236}">
                              <a16:creationId xmlns:a16="http://schemas.microsoft.com/office/drawing/2014/main" id="{84CD4310-25E5-4497-9A5A-ABD186DE62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1205" y="1421486"/>
                          <a:ext cx="18542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7670453-6829-48D5-A7B0-C719CD59BB23}"/>
                </a:ext>
              </a:extLst>
            </p:cNvPr>
            <p:cNvSpPr/>
            <p:nvPr/>
          </p:nvSpPr>
          <p:spPr>
            <a:xfrm>
              <a:off x="1258554" y="144933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设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0347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E475C7B-53EF-400F-9AEB-C461F8F6A0F7}"/>
              </a:ext>
            </a:extLst>
          </p:cNvPr>
          <p:cNvSpPr txBox="1">
            <a:spLocks noChangeArrowheads="1"/>
          </p:cNvSpPr>
          <p:nvPr/>
        </p:nvSpPr>
        <p:spPr>
          <a:xfrm>
            <a:off x="839853" y="284908"/>
            <a:ext cx="17462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07B1E31-ECFF-43FD-AD23-F8F201A9A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059511"/>
              </p:ext>
            </p:extLst>
          </p:nvPr>
        </p:nvGraphicFramePr>
        <p:xfrm>
          <a:off x="1792493" y="367832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6" name="Equation" r:id="rId3" imgW="1168200" imgH="342720" progId="Equation.DSMT4">
                  <p:embed/>
                </p:oleObj>
              </mc:Choice>
              <mc:Fallback>
                <p:oleObj name="Equation" r:id="rId3" imgW="1168200" imgH="342720" progId="Equation.DSMT4">
                  <p:embed/>
                  <p:pic>
                    <p:nvPicPr>
                      <p:cNvPr id="31747" name="Object 3">
                        <a:extLst>
                          <a:ext uri="{FF2B5EF4-FFF2-40B4-BE49-F238E27FC236}">
                            <a16:creationId xmlns:a16="http://schemas.microsoft.com/office/drawing/2014/main" id="{11C3487E-B961-456D-A20B-5AFA156869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493" y="367832"/>
                        <a:ext cx="1168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122A38F4-C85D-4B7C-84C6-5A67EC69D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6322" y="248683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C815B0A0-1062-4E84-9411-A4651BD0B8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581471"/>
              </p:ext>
            </p:extLst>
          </p:nvPr>
        </p:nvGraphicFramePr>
        <p:xfrm>
          <a:off x="3416300" y="339502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7" name="Equation" r:id="rId5" imgW="1155600" imgH="342720" progId="Equation.DSMT4">
                  <p:embed/>
                </p:oleObj>
              </mc:Choice>
              <mc:Fallback>
                <p:oleObj name="Equation" r:id="rId5" imgW="1155600" imgH="342720" progId="Equation.DSMT4">
                  <p:embed/>
                  <p:pic>
                    <p:nvPicPr>
                      <p:cNvPr id="31749" name="Object 5">
                        <a:extLst>
                          <a:ext uri="{FF2B5EF4-FFF2-40B4-BE49-F238E27FC236}">
                            <a16:creationId xmlns:a16="http://schemas.microsoft.com/office/drawing/2014/main" id="{C91A8378-068C-4F8C-9D1C-EE12307287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339502"/>
                        <a:ext cx="1155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061C4D8C-2DF7-41C5-824F-3CD99DE0E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701" y="224619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上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E4255EF2-530C-4AFC-B110-429D7B74F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110757"/>
              </p:ext>
            </p:extLst>
          </p:nvPr>
        </p:nvGraphicFramePr>
        <p:xfrm>
          <a:off x="4984649" y="301715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8" name="Equation" r:id="rId7" imgW="685800" imgH="355320" progId="Equation.DSMT4">
                  <p:embed/>
                </p:oleObj>
              </mc:Choice>
              <mc:Fallback>
                <p:oleObj name="Equation" r:id="rId7" imgW="685800" imgH="355320" progId="Equation.DSMT4">
                  <p:embed/>
                  <p:pic>
                    <p:nvPicPr>
                      <p:cNvPr id="31751" name="Object 7">
                        <a:extLst>
                          <a:ext uri="{FF2B5EF4-FFF2-40B4-BE49-F238E27FC236}">
                            <a16:creationId xmlns:a16="http://schemas.microsoft.com/office/drawing/2014/main" id="{47931D1E-2AF4-44AB-B19E-8DCC33C998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649" y="301715"/>
                        <a:ext cx="685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5282735C-9F26-459B-86DB-5444D91FF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299" y="210837"/>
            <a:ext cx="19660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存在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且单调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058A2D03-B73B-42F2-973F-CED8869D0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8399" y="210837"/>
            <a:ext cx="9970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递减，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FED9FE88-588B-4BAF-9D4F-415DDD4A2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772555"/>
              </p:ext>
            </p:extLst>
          </p:nvPr>
        </p:nvGraphicFramePr>
        <p:xfrm>
          <a:off x="1277799" y="932081"/>
          <a:ext cx="1422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9" name="Equation" r:id="rId9" imgW="1422360" imgH="342720" progId="Equation.DSMT4">
                  <p:embed/>
                </p:oleObj>
              </mc:Choice>
              <mc:Fallback>
                <p:oleObj name="Equation" r:id="rId9" imgW="1422360" imgH="342720" progId="Equation.DSMT4">
                  <p:embed/>
                  <p:pic>
                    <p:nvPicPr>
                      <p:cNvPr id="31754" name="Object 10">
                        <a:extLst>
                          <a:ext uri="{FF2B5EF4-FFF2-40B4-BE49-F238E27FC236}">
                            <a16:creationId xmlns:a16="http://schemas.microsoft.com/office/drawing/2014/main" id="{F32C77FE-2FE8-4221-838B-647A91F03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799" y="932081"/>
                        <a:ext cx="1422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F7A08090-C482-4ABA-A68A-BB6DD6610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8643" y="822199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有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E93B3C23-79F0-41A2-9C7B-87DEBE2EE1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296678"/>
              </p:ext>
            </p:extLst>
          </p:nvPr>
        </p:nvGraphicFramePr>
        <p:xfrm>
          <a:off x="3106599" y="925988"/>
          <a:ext cx="284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0" name="Equation" r:id="rId11" imgW="2844720" imgH="342720" progId="Equation.DSMT4">
                  <p:embed/>
                </p:oleObj>
              </mc:Choice>
              <mc:Fallback>
                <p:oleObj name="Equation" r:id="rId11" imgW="2844720" imgH="342720" progId="Equation.DSMT4">
                  <p:embed/>
                  <p:pic>
                    <p:nvPicPr>
                      <p:cNvPr id="31756" name="Object 12">
                        <a:extLst>
                          <a:ext uri="{FF2B5EF4-FFF2-40B4-BE49-F238E27FC236}">
                            <a16:creationId xmlns:a16="http://schemas.microsoft.com/office/drawing/2014/main" id="{65D86AED-B97D-4A01-AAA5-FF90EDCFC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599" y="925988"/>
                        <a:ext cx="284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>
            <a:extLst>
              <a:ext uri="{FF2B5EF4-FFF2-40B4-BE49-F238E27FC236}">
                <a16:creationId xmlns:a16="http://schemas.microsoft.com/office/drawing/2014/main" id="{B41D7BA8-F449-4416-9384-7DB529D5A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99" y="1434543"/>
            <a:ext cx="6501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AE3385E8-4B7F-4B5E-BCA3-B291C7F05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649" y="1402965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F886F0EA-750B-4621-82BC-D96A43871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767746"/>
              </p:ext>
            </p:extLst>
          </p:nvPr>
        </p:nvGraphicFramePr>
        <p:xfrm>
          <a:off x="1067471" y="2193426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1" name="Equation" r:id="rId13" imgW="1104840" imgH="342720" progId="Equation.DSMT4">
                  <p:embed/>
                </p:oleObj>
              </mc:Choice>
              <mc:Fallback>
                <p:oleObj name="Equation" r:id="rId13" imgW="1104840" imgH="342720" progId="Equation.DSMT4">
                  <p:embed/>
                  <p:pic>
                    <p:nvPicPr>
                      <p:cNvPr id="31761" name="Object 17">
                        <a:extLst>
                          <a:ext uri="{FF2B5EF4-FFF2-40B4-BE49-F238E27FC236}">
                            <a16:creationId xmlns:a16="http://schemas.microsoft.com/office/drawing/2014/main" id="{C05D50E1-D57B-4ADA-9C48-3B9866E130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471" y="2193426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DF9BC2AC-7E21-4ED0-AF8E-B75E9A39E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994723"/>
              </p:ext>
            </p:extLst>
          </p:nvPr>
        </p:nvGraphicFramePr>
        <p:xfrm>
          <a:off x="2572513" y="2172545"/>
          <a:ext cx="4597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2" name="Equation" r:id="rId15" imgW="4597200" imgH="355320" progId="Equation.DSMT4">
                  <p:embed/>
                </p:oleObj>
              </mc:Choice>
              <mc:Fallback>
                <p:oleObj name="Equation" r:id="rId15" imgW="4597200" imgH="355320" progId="Equation.DSMT4">
                  <p:embed/>
                  <p:pic>
                    <p:nvPicPr>
                      <p:cNvPr id="31762" name="Object 18">
                        <a:extLst>
                          <a:ext uri="{FF2B5EF4-FFF2-40B4-BE49-F238E27FC236}">
                            <a16:creationId xmlns:a16="http://schemas.microsoft.com/office/drawing/2014/main" id="{63566BA2-2317-4571-9822-25026FD3A1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513" y="2172545"/>
                        <a:ext cx="4597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C56B4C63-637E-405E-8443-1166ED6BA727}"/>
              </a:ext>
            </a:extLst>
          </p:cNvPr>
          <p:cNvGrpSpPr/>
          <p:nvPr/>
        </p:nvGrpSpPr>
        <p:grpSpPr>
          <a:xfrm>
            <a:off x="838962" y="2833441"/>
            <a:ext cx="2179678" cy="461665"/>
            <a:chOff x="881963" y="2985496"/>
            <a:chExt cx="2179678" cy="461665"/>
          </a:xfrm>
        </p:grpSpPr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72ED95B7-80AC-4266-B849-C1AFBEAB5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963" y="2985496"/>
              <a:ext cx="1981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所以当</a:t>
              </a:r>
            </a:p>
          </p:txBody>
        </p:sp>
        <p:graphicFrame>
          <p:nvGraphicFramePr>
            <p:cNvPr id="20" name="Object 22">
              <a:extLst>
                <a:ext uri="{FF2B5EF4-FFF2-40B4-BE49-F238E27FC236}">
                  <a16:creationId xmlns:a16="http://schemas.microsoft.com/office/drawing/2014/main" id="{316CFCF9-0A2F-4959-83F8-739FBB3263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0645643"/>
                </p:ext>
              </p:extLst>
            </p:nvPr>
          </p:nvGraphicFramePr>
          <p:xfrm>
            <a:off x="1982141" y="3060642"/>
            <a:ext cx="1079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33" name="Equation" r:id="rId17" imgW="1079280" imgH="380880" progId="Equation.DSMT4">
                    <p:embed/>
                  </p:oleObj>
                </mc:Choice>
                <mc:Fallback>
                  <p:oleObj name="Equation" r:id="rId17" imgW="1079280" imgH="380880" progId="Equation.DSMT4">
                    <p:embed/>
                    <p:pic>
                      <p:nvPicPr>
                        <p:cNvPr id="31766" name="Object 22">
                          <a:extLst>
                            <a:ext uri="{FF2B5EF4-FFF2-40B4-BE49-F238E27FC236}">
                              <a16:creationId xmlns:a16="http://schemas.microsoft.com/office/drawing/2014/main" id="{B60EE34B-543F-45E3-9627-F6ADEAD72C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141" y="3060642"/>
                          <a:ext cx="10795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5">
            <a:extLst>
              <a:ext uri="{FF2B5EF4-FFF2-40B4-BE49-F238E27FC236}">
                <a16:creationId xmlns:a16="http://schemas.microsoft.com/office/drawing/2014/main" id="{CA847D3E-159D-48EA-A7E1-5607E18BE0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663714"/>
              </p:ext>
            </p:extLst>
          </p:nvPr>
        </p:nvGraphicFramePr>
        <p:xfrm>
          <a:off x="3294010" y="2932864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4" name="Equation" r:id="rId19" imgW="1968480" imgH="342720" progId="Equation.DSMT4">
                  <p:embed/>
                </p:oleObj>
              </mc:Choice>
              <mc:Fallback>
                <p:oleObj name="Equation" r:id="rId19" imgW="1968480" imgH="342720" progId="Equation.DSMT4">
                  <p:embed/>
                  <p:pic>
                    <p:nvPicPr>
                      <p:cNvPr id="31769" name="Object 25">
                        <a:extLst>
                          <a:ext uri="{FF2B5EF4-FFF2-40B4-BE49-F238E27FC236}">
                            <a16:creationId xmlns:a16="http://schemas.microsoft.com/office/drawing/2014/main" id="{A338192E-9320-4A79-BAEA-4416857F0D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010" y="2932864"/>
                        <a:ext cx="1968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4878225F-7C47-49AB-BDC2-813F1C3FF1B9}"/>
              </a:ext>
            </a:extLst>
          </p:cNvPr>
          <p:cNvGrpSpPr/>
          <p:nvPr/>
        </p:nvGrpSpPr>
        <p:grpSpPr>
          <a:xfrm>
            <a:off x="792536" y="3528862"/>
            <a:ext cx="1932288" cy="469349"/>
            <a:chOff x="835537" y="3680917"/>
            <a:chExt cx="1932288" cy="469349"/>
          </a:xfrm>
        </p:grpSpPr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52D1F06F-F654-4A5B-8D99-9DBFD1EE7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537" y="3680917"/>
              <a:ext cx="1600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令</a:t>
              </a:r>
            </a:p>
          </p:txBody>
        </p:sp>
        <p:graphicFrame>
          <p:nvGraphicFramePr>
            <p:cNvPr id="24" name="Object 27">
              <a:extLst>
                <a:ext uri="{FF2B5EF4-FFF2-40B4-BE49-F238E27FC236}">
                  <a16:creationId xmlns:a16="http://schemas.microsoft.com/office/drawing/2014/main" id="{C43CC627-4FBC-42D2-BBAA-B847B267EE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7124795"/>
                </p:ext>
              </p:extLst>
            </p:nvPr>
          </p:nvGraphicFramePr>
          <p:xfrm>
            <a:off x="1355725" y="3795713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35" name="Equation" r:id="rId21" imgW="749160" imgH="342720" progId="Equation.DSMT4">
                    <p:embed/>
                  </p:oleObj>
                </mc:Choice>
                <mc:Fallback>
                  <p:oleObj name="Equation" r:id="rId21" imgW="749160" imgH="342720" progId="Equation.DSMT4">
                    <p:embed/>
                    <p:pic>
                      <p:nvPicPr>
                        <p:cNvPr id="31771" name="Object 27">
                          <a:extLst>
                            <a:ext uri="{FF2B5EF4-FFF2-40B4-BE49-F238E27FC236}">
                              <a16:creationId xmlns:a16="http://schemas.microsoft.com/office/drawing/2014/main" id="{7CE47A86-8808-4E9F-A831-4C3046558F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5725" y="3795713"/>
                          <a:ext cx="749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D94E57CA-49E3-4857-ABC2-8E962BF06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025" y="3688601"/>
              <a:ext cx="685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得</a:t>
              </a:r>
            </a:p>
          </p:txBody>
        </p:sp>
      </p:grpSp>
      <p:graphicFrame>
        <p:nvGraphicFramePr>
          <p:cNvPr id="26" name="Object 29">
            <a:extLst>
              <a:ext uri="{FF2B5EF4-FFF2-40B4-BE49-F238E27FC236}">
                <a16:creationId xmlns:a16="http://schemas.microsoft.com/office/drawing/2014/main" id="{EE6FA735-397E-487D-9C27-62DCBFF528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506309"/>
              </p:ext>
            </p:extLst>
          </p:nvPr>
        </p:nvGraphicFramePr>
        <p:xfrm>
          <a:off x="2983373" y="3649642"/>
          <a:ext cx="412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6" name="Equation" r:id="rId23" imgW="4127400" imgH="342720" progId="Equation.DSMT4">
                  <p:embed/>
                </p:oleObj>
              </mc:Choice>
              <mc:Fallback>
                <p:oleObj name="Equation" r:id="rId23" imgW="4127400" imgH="342720" progId="Equation.DSMT4">
                  <p:embed/>
                  <p:pic>
                    <p:nvPicPr>
                      <p:cNvPr id="31773" name="Object 29">
                        <a:extLst>
                          <a:ext uri="{FF2B5EF4-FFF2-40B4-BE49-F238E27FC236}">
                            <a16:creationId xmlns:a16="http://schemas.microsoft.com/office/drawing/2014/main" id="{D5D48955-CACB-4036-BE0A-E7CB62D1C0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373" y="3649642"/>
                        <a:ext cx="4127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0">
            <a:extLst>
              <a:ext uri="{FF2B5EF4-FFF2-40B4-BE49-F238E27FC236}">
                <a16:creationId xmlns:a16="http://schemas.microsoft.com/office/drawing/2014/main" id="{7F234BD9-82EA-44AB-99F3-79817AAE0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90" y="4231967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即所证不等式成立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30" name="Text Box 40">
            <a:extLst>
              <a:ext uri="{FF2B5EF4-FFF2-40B4-BE49-F238E27FC236}">
                <a16:creationId xmlns:a16="http://schemas.microsoft.com/office/drawing/2014/main" id="{38A13041-8BC1-483E-BC8B-1CDF6C43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19" y="838545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对一切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F3EA463-90F9-46C9-820E-86C7D204E9E6}"/>
              </a:ext>
            </a:extLst>
          </p:cNvPr>
          <p:cNvSpPr/>
          <p:nvPr/>
        </p:nvSpPr>
        <p:spPr>
          <a:xfrm>
            <a:off x="8129399" y="24868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</a:rPr>
              <a:t>证明</a:t>
            </a:r>
            <a:endParaRPr lang="zh-CN" altLang="en-US" sz="2400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325503E-C20C-4878-A019-5423CBE6E7AC}"/>
              </a:ext>
            </a:extLst>
          </p:cNvPr>
          <p:cNvGrpSpPr/>
          <p:nvPr/>
        </p:nvGrpSpPr>
        <p:grpSpPr>
          <a:xfrm>
            <a:off x="1324704" y="1457374"/>
            <a:ext cx="4347895" cy="461665"/>
            <a:chOff x="1367705" y="1609429"/>
            <a:chExt cx="4347895" cy="461665"/>
          </a:xfrm>
        </p:grpSpPr>
        <p:graphicFrame>
          <p:nvGraphicFramePr>
            <p:cNvPr id="14" name="Object 15">
              <a:extLst>
                <a:ext uri="{FF2B5EF4-FFF2-40B4-BE49-F238E27FC236}">
                  <a16:creationId xmlns:a16="http://schemas.microsoft.com/office/drawing/2014/main" id="{2E9C5026-7198-489F-9FCE-DABD5284AE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3456045"/>
                </p:ext>
              </p:extLst>
            </p:nvPr>
          </p:nvGraphicFramePr>
          <p:xfrm>
            <a:off x="1981800" y="1644439"/>
            <a:ext cx="373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37" name="Equation" r:id="rId25" imgW="3733560" imgH="342720" progId="Equation.DSMT4">
                    <p:embed/>
                  </p:oleObj>
                </mc:Choice>
                <mc:Fallback>
                  <p:oleObj name="Equation" r:id="rId25" imgW="3733560" imgH="342720" progId="Equation.DSMT4">
                    <p:embed/>
                    <p:pic>
                      <p:nvPicPr>
                        <p:cNvPr id="31759" name="Object 15">
                          <a:extLst>
                            <a:ext uri="{FF2B5EF4-FFF2-40B4-BE49-F238E27FC236}">
                              <a16:creationId xmlns:a16="http://schemas.microsoft.com/office/drawing/2014/main" id="{896C5F33-6C88-43BE-8EF4-6A5CBF3C49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800" y="1644439"/>
                          <a:ext cx="3733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CF4516C-CC2E-4349-B2E0-F31D986B0369}"/>
                </a:ext>
              </a:extLst>
            </p:cNvPr>
            <p:cNvSpPr/>
            <p:nvPr/>
          </p:nvSpPr>
          <p:spPr>
            <a:xfrm>
              <a:off x="1367705" y="1609429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设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6203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8588D36-2F09-4C94-914C-E60F04FC8C9A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83518"/>
            <a:ext cx="25908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+mj-ea"/>
              </a:rPr>
              <a:t>证明</a:t>
            </a: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89B05E4D-8B80-46EB-ACD4-10570C95C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14451"/>
              </p:ext>
            </p:extLst>
          </p:nvPr>
        </p:nvGraphicFramePr>
        <p:xfrm>
          <a:off x="1943461" y="349743"/>
          <a:ext cx="3478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7" name="Equation" r:id="rId3" imgW="3479760" imgH="736560" progId="Equation.DSMT4">
                  <p:embed/>
                </p:oleObj>
              </mc:Choice>
              <mc:Fallback>
                <p:oleObj name="Equation" r:id="rId3" imgW="3479760" imgH="736560" progId="Equation.DSMT4">
                  <p:embed/>
                  <p:pic>
                    <p:nvPicPr>
                      <p:cNvPr id="46087" name="Object 7">
                        <a:extLst>
                          <a:ext uri="{FF2B5EF4-FFF2-40B4-BE49-F238E27FC236}">
                            <a16:creationId xmlns:a16="http://schemas.microsoft.com/office/drawing/2014/main" id="{856B6C68-C710-40D0-A459-C00D28C06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461" y="349743"/>
                        <a:ext cx="34782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9">
            <a:extLst>
              <a:ext uri="{FF2B5EF4-FFF2-40B4-BE49-F238E27FC236}">
                <a16:creationId xmlns:a16="http://schemas.microsoft.com/office/drawing/2014/main" id="{87A188FF-9B43-4923-AE0B-BC6790B13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33" y="1070247"/>
            <a:ext cx="657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199D98A-6C76-4996-B90D-5DF5F3F3384B}"/>
              </a:ext>
            </a:extLst>
          </p:cNvPr>
          <p:cNvGrpSpPr/>
          <p:nvPr/>
        </p:nvGrpSpPr>
        <p:grpSpPr>
          <a:xfrm>
            <a:off x="5687847" y="1059491"/>
            <a:ext cx="1861261" cy="461665"/>
            <a:chOff x="5687847" y="1059491"/>
            <a:chExt cx="1861261" cy="461665"/>
          </a:xfrm>
        </p:grpSpPr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F5529080-6048-47CA-9B08-DFE87B790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7847" y="1059491"/>
              <a:ext cx="1066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j-ea"/>
                  <a:ea typeface="+mj-ea"/>
                </a:rPr>
                <a:t> </a:t>
              </a: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</a:p>
          </p:txBody>
        </p:sp>
        <p:graphicFrame>
          <p:nvGraphicFramePr>
            <p:cNvPr id="7" name="Object 12">
              <a:extLst>
                <a:ext uri="{FF2B5EF4-FFF2-40B4-BE49-F238E27FC236}">
                  <a16:creationId xmlns:a16="http://schemas.microsoft.com/office/drawing/2014/main" id="{0D4C0C49-0868-49EF-B483-DDE24F25B5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6957328"/>
                </p:ext>
              </p:extLst>
            </p:nvPr>
          </p:nvGraphicFramePr>
          <p:xfrm>
            <a:off x="6444208" y="1129629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88" name="Equation" r:id="rId5" imgW="1104840" imgH="342720" progId="Equation.DSMT4">
                    <p:embed/>
                  </p:oleObj>
                </mc:Choice>
                <mc:Fallback>
                  <p:oleObj name="Equation" r:id="rId5" imgW="1104840" imgH="342720" progId="Equation.DSMT4">
                    <p:embed/>
                    <p:pic>
                      <p:nvPicPr>
                        <p:cNvPr id="46092" name="Object 12">
                          <a:extLst>
                            <a:ext uri="{FF2B5EF4-FFF2-40B4-BE49-F238E27FC236}">
                              <a16:creationId xmlns:a16="http://schemas.microsoft.com/office/drawing/2014/main" id="{95C205CF-9275-4CB2-85EE-43AFF43A54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4208" y="1129629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170400DB-8C01-43DD-8402-399478C5F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058503"/>
              </p:ext>
            </p:extLst>
          </p:nvPr>
        </p:nvGraphicFramePr>
        <p:xfrm>
          <a:off x="1642258" y="1621295"/>
          <a:ext cx="327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9" name="Equation" r:id="rId7" imgW="3276360" imgH="736560" progId="Equation.DSMT4">
                  <p:embed/>
                </p:oleObj>
              </mc:Choice>
              <mc:Fallback>
                <p:oleObj name="Equation" r:id="rId7" imgW="3276360" imgH="736560" progId="Equation.DSMT4">
                  <p:embed/>
                  <p:pic>
                    <p:nvPicPr>
                      <p:cNvPr id="46093" name="Object 13">
                        <a:extLst>
                          <a:ext uri="{FF2B5EF4-FFF2-40B4-BE49-F238E27FC236}">
                            <a16:creationId xmlns:a16="http://schemas.microsoft.com/office/drawing/2014/main" id="{0E301903-C1AB-493C-8EDF-39C6CFA5F6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2258" y="1621295"/>
                        <a:ext cx="3276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F4E16984-8360-4246-B05B-D1E3CAB00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521956"/>
              </p:ext>
            </p:extLst>
          </p:nvPr>
        </p:nvGraphicFramePr>
        <p:xfrm>
          <a:off x="4960787" y="1839702"/>
          <a:ext cx="11033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0" name="Equation" r:id="rId9" imgW="1104840" imgH="342720" progId="Equation.DSMT4">
                  <p:embed/>
                </p:oleObj>
              </mc:Choice>
              <mc:Fallback>
                <p:oleObj name="Equation" r:id="rId9" imgW="1104840" imgH="342720" progId="Equation.DSMT4">
                  <p:embed/>
                  <p:pic>
                    <p:nvPicPr>
                      <p:cNvPr id="46097" name="Object 17">
                        <a:extLst>
                          <a:ext uri="{FF2B5EF4-FFF2-40B4-BE49-F238E27FC236}">
                            <a16:creationId xmlns:a16="http://schemas.microsoft.com/office/drawing/2014/main" id="{E1D7F88B-3271-46A1-80B7-FDFD161DA9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787" y="1839702"/>
                        <a:ext cx="11033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79F6CFE0-ADAF-4D5D-AB52-4DF740A11862}"/>
              </a:ext>
            </a:extLst>
          </p:cNvPr>
          <p:cNvGrpSpPr/>
          <p:nvPr/>
        </p:nvGrpSpPr>
        <p:grpSpPr>
          <a:xfrm>
            <a:off x="792089" y="2395208"/>
            <a:ext cx="4987131" cy="514233"/>
            <a:chOff x="792089" y="2395208"/>
            <a:chExt cx="4987131" cy="514233"/>
          </a:xfrm>
        </p:grpSpPr>
        <p:graphicFrame>
          <p:nvGraphicFramePr>
            <p:cNvPr id="13" name="Object 21">
              <a:extLst>
                <a:ext uri="{FF2B5EF4-FFF2-40B4-BE49-F238E27FC236}">
                  <a16:creationId xmlns:a16="http://schemas.microsoft.com/office/drawing/2014/main" id="{C07026FC-ACAF-44B3-ACB5-0B353DEA15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7811931"/>
                </p:ext>
              </p:extLst>
            </p:nvPr>
          </p:nvGraphicFramePr>
          <p:xfrm>
            <a:off x="2402730" y="2497258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91" name="Equation" r:id="rId11" imgW="596880" imgH="342720" progId="Equation.DSMT4">
                    <p:embed/>
                  </p:oleObj>
                </mc:Choice>
                <mc:Fallback>
                  <p:oleObj name="Equation" r:id="rId11" imgW="596880" imgH="342720" progId="Equation.DSMT4">
                    <p:embed/>
                    <p:pic>
                      <p:nvPicPr>
                        <p:cNvPr id="46101" name="Object 21">
                          <a:extLst>
                            <a:ext uri="{FF2B5EF4-FFF2-40B4-BE49-F238E27FC236}">
                              <a16:creationId xmlns:a16="http://schemas.microsoft.com/office/drawing/2014/main" id="{E5B0E819-1B86-485B-8A0B-FAED3378C1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2730" y="2497258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AF3633E-86B0-4D10-9EA7-9607F590C6E5}"/>
                </a:ext>
              </a:extLst>
            </p:cNvPr>
            <p:cNvGrpSpPr/>
            <p:nvPr/>
          </p:nvGrpSpPr>
          <p:grpSpPr>
            <a:xfrm>
              <a:off x="792089" y="2395208"/>
              <a:ext cx="4987131" cy="514233"/>
              <a:chOff x="792089" y="2395208"/>
              <a:chExt cx="4987131" cy="514233"/>
            </a:xfrm>
          </p:grpSpPr>
          <p:sp>
            <p:nvSpPr>
              <p:cNvPr id="10" name="Text Box 18">
                <a:extLst>
                  <a:ext uri="{FF2B5EF4-FFF2-40B4-BE49-F238E27FC236}">
                    <a16:creationId xmlns:a16="http://schemas.microsoft.com/office/drawing/2014/main" id="{F567E98A-9783-4F3C-89E8-B4EB9605C6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2089" y="2447776"/>
                <a:ext cx="7620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+mj-ea"/>
                    <a:ea typeface="+mj-ea"/>
                  </a:rPr>
                  <a:t>故</a:t>
                </a:r>
              </a:p>
            </p:txBody>
          </p:sp>
          <p:graphicFrame>
            <p:nvGraphicFramePr>
              <p:cNvPr id="11" name="Object 19">
                <a:extLst>
                  <a:ext uri="{FF2B5EF4-FFF2-40B4-BE49-F238E27FC236}">
                    <a16:creationId xmlns:a16="http://schemas.microsoft.com/office/drawing/2014/main" id="{328EC68A-F29D-438B-BF46-47F7BF734D9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5130258"/>
                  </p:ext>
                </p:extLst>
              </p:nvPr>
            </p:nvGraphicFramePr>
            <p:xfrm>
              <a:off x="1230239" y="2560758"/>
              <a:ext cx="6477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392" name="Equation" r:id="rId13" imgW="647640" imgH="279360" progId="Equation.DSMT4">
                      <p:embed/>
                    </p:oleObj>
                  </mc:Choice>
                  <mc:Fallback>
                    <p:oleObj name="Equation" r:id="rId13" imgW="647640" imgH="279360" progId="Equation.DSMT4">
                      <p:embed/>
                      <p:pic>
                        <p:nvPicPr>
                          <p:cNvPr id="46099" name="Object 19">
                            <a:extLst>
                              <a:ext uri="{FF2B5EF4-FFF2-40B4-BE49-F238E27FC236}">
                                <a16:creationId xmlns:a16="http://schemas.microsoft.com/office/drawing/2014/main" id="{F961D0E3-CAC4-4580-93B6-52774D6179F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0239" y="2560758"/>
                            <a:ext cx="647700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Text Box 20">
                <a:extLst>
                  <a:ext uri="{FF2B5EF4-FFF2-40B4-BE49-F238E27FC236}">
                    <a16:creationId xmlns:a16="http://schemas.microsoft.com/office/drawing/2014/main" id="{70C26BC8-D6FC-4AF3-BCDD-A6A4C36C4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9838" y="2435150"/>
                <a:ext cx="116046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+mj-ea"/>
                    <a:ea typeface="+mj-ea"/>
                  </a:rPr>
                  <a:t>时</a:t>
                </a:r>
                <a:r>
                  <a:rPr lang="en-US" altLang="zh-CN" sz="2400" b="1" dirty="0">
                    <a:latin typeface="+mj-ea"/>
                    <a:ea typeface="+mj-ea"/>
                  </a:rPr>
                  <a:t>, </a:t>
                </a:r>
              </a:p>
            </p:txBody>
          </p:sp>
          <p:sp>
            <p:nvSpPr>
              <p:cNvPr id="14" name="Text Box 22">
                <a:extLst>
                  <a:ext uri="{FF2B5EF4-FFF2-40B4-BE49-F238E27FC236}">
                    <a16:creationId xmlns:a16="http://schemas.microsoft.com/office/drawing/2014/main" id="{813F8BF1-7822-4A82-82BC-D642740484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9630" y="2412685"/>
                <a:ext cx="19050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单调增加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,</a:t>
                </a:r>
              </a:p>
            </p:txBody>
          </p:sp>
          <p:sp>
            <p:nvSpPr>
              <p:cNvPr id="15" name="Text Box 23">
                <a:extLst>
                  <a:ext uri="{FF2B5EF4-FFF2-40B4-BE49-F238E27FC236}">
                    <a16:creationId xmlns:a16="http://schemas.microsoft.com/office/drawing/2014/main" id="{7780B8F5-069E-4FAE-82F7-514CD7DCBA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5082" y="2395208"/>
                <a:ext cx="135413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+mj-ea"/>
                    <a:ea typeface="+mj-ea"/>
                  </a:rPr>
                  <a:t>从而</a:t>
                </a:r>
              </a:p>
            </p:txBody>
          </p:sp>
        </p:grpSp>
      </p:grp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0F2A3674-AEC5-48E6-A907-954BC4DF62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568067"/>
              </p:ext>
            </p:extLst>
          </p:nvPr>
        </p:nvGraphicFramePr>
        <p:xfrm>
          <a:off x="2918399" y="3022243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3" name="Equation" r:id="rId15" imgW="1968480" imgH="342720" progId="Equation.DSMT4">
                  <p:embed/>
                </p:oleObj>
              </mc:Choice>
              <mc:Fallback>
                <p:oleObj name="Equation" r:id="rId15" imgW="1968480" imgH="342720" progId="Equation.DSMT4">
                  <p:embed/>
                  <p:pic>
                    <p:nvPicPr>
                      <p:cNvPr id="46104" name="Object 24">
                        <a:extLst>
                          <a:ext uri="{FF2B5EF4-FFF2-40B4-BE49-F238E27FC236}">
                            <a16:creationId xmlns:a16="http://schemas.microsoft.com/office/drawing/2014/main" id="{8224E923-5706-4C54-839E-115088A13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399" y="3022243"/>
                        <a:ext cx="1968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7">
            <a:extLst>
              <a:ext uri="{FF2B5EF4-FFF2-40B4-BE49-F238E27FC236}">
                <a16:creationId xmlns:a16="http://schemas.microsoft.com/office/drawing/2014/main" id="{0C65E9ED-8824-42FA-89C6-EC1C385BA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3717329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18" name="Object 28">
            <a:extLst>
              <a:ext uri="{FF2B5EF4-FFF2-40B4-BE49-F238E27FC236}">
                <a16:creationId xmlns:a16="http://schemas.microsoft.com/office/drawing/2014/main" id="{BE4E2F8F-216A-4CA4-8851-3A77AB13C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802737"/>
              </p:ext>
            </p:extLst>
          </p:nvPr>
        </p:nvGraphicFramePr>
        <p:xfrm>
          <a:off x="1711325" y="3579862"/>
          <a:ext cx="3478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4" name="Equation" r:id="rId17" imgW="3479760" imgH="736560" progId="Equation.DSMT4">
                  <p:embed/>
                </p:oleObj>
              </mc:Choice>
              <mc:Fallback>
                <p:oleObj name="Equation" r:id="rId17" imgW="3479760" imgH="736560" progId="Equation.DSMT4">
                  <p:embed/>
                  <p:pic>
                    <p:nvPicPr>
                      <p:cNvPr id="46108" name="Object 28">
                        <a:extLst>
                          <a:ext uri="{FF2B5EF4-FFF2-40B4-BE49-F238E27FC236}">
                            <a16:creationId xmlns:a16="http://schemas.microsoft.com/office/drawing/2014/main" id="{FFD5A5FE-6CCA-4A31-8EF8-32CF70268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3579862"/>
                        <a:ext cx="34782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2242C18E-81AA-4D34-8445-45B984B9E74C}"/>
              </a:ext>
            </a:extLst>
          </p:cNvPr>
          <p:cNvGrpSpPr/>
          <p:nvPr/>
        </p:nvGrpSpPr>
        <p:grpSpPr>
          <a:xfrm>
            <a:off x="1168953" y="1107751"/>
            <a:ext cx="4414285" cy="461665"/>
            <a:chOff x="1168953" y="1107751"/>
            <a:chExt cx="4414285" cy="461665"/>
          </a:xfrm>
        </p:grpSpPr>
        <p:graphicFrame>
          <p:nvGraphicFramePr>
            <p:cNvPr id="5" name="Object 10">
              <a:extLst>
                <a:ext uri="{FF2B5EF4-FFF2-40B4-BE49-F238E27FC236}">
                  <a16:creationId xmlns:a16="http://schemas.microsoft.com/office/drawing/2014/main" id="{2D4A963C-FDDC-4B18-8339-B0F923E814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4579630"/>
                </p:ext>
              </p:extLst>
            </p:nvPr>
          </p:nvGraphicFramePr>
          <p:xfrm>
            <a:off x="1673225" y="1143000"/>
            <a:ext cx="3910013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95" name="Equation" r:id="rId19" imgW="3911400" imgH="342720" progId="Equation.DSMT4">
                    <p:embed/>
                  </p:oleObj>
                </mc:Choice>
                <mc:Fallback>
                  <p:oleObj name="Equation" r:id="rId19" imgW="3911400" imgH="342720" progId="Equation.DSMT4">
                    <p:embed/>
                    <p:pic>
                      <p:nvPicPr>
                        <p:cNvPr id="46090" name="Object 10">
                          <a:extLst>
                            <a:ext uri="{FF2B5EF4-FFF2-40B4-BE49-F238E27FC236}">
                              <a16:creationId xmlns:a16="http://schemas.microsoft.com/office/drawing/2014/main" id="{53CAFEE6-6945-40DB-AACE-8CC59C4981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3225" y="1143000"/>
                          <a:ext cx="3910013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6CDB874-98A8-4588-A8DF-CD5E440C971C}"/>
                </a:ext>
              </a:extLst>
            </p:cNvPr>
            <p:cNvSpPr/>
            <p:nvPr/>
          </p:nvSpPr>
          <p:spPr>
            <a:xfrm>
              <a:off x="1168953" y="110775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设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7426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6FA07DC-9DA6-420D-AF28-38C523C1EAEC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458282"/>
            <a:ext cx="8208912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设         均可导，且             证明：当                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3936E52-367C-440F-A523-E726444BEF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425526"/>
              </p:ext>
            </p:extLst>
          </p:nvPr>
        </p:nvGraphicFramePr>
        <p:xfrm>
          <a:off x="1818244" y="525327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16" name="Equation" r:id="rId3" imgW="1295280" imgH="342720" progId="Equation.DSMT4">
                  <p:embed/>
                </p:oleObj>
              </mc:Choice>
              <mc:Fallback>
                <p:oleObj name="Equation" r:id="rId3" imgW="1295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8244" y="525327"/>
                        <a:ext cx="1295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81288B3-DB08-476C-8ED0-87189882F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802888"/>
              </p:ext>
            </p:extLst>
          </p:nvPr>
        </p:nvGraphicFramePr>
        <p:xfrm>
          <a:off x="4716016" y="510542"/>
          <a:ext cx="182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17" name="Equation" r:id="rId5" imgW="1828800" imgH="355320" progId="Equation.DSMT4">
                  <p:embed/>
                </p:oleObj>
              </mc:Choice>
              <mc:Fallback>
                <p:oleObj name="Equation" r:id="rId5" imgW="1828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6016" y="510542"/>
                        <a:ext cx="1828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C8B6EDC-6A4A-48FB-9CC2-69BFE5C07D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86805"/>
              </p:ext>
            </p:extLst>
          </p:nvPr>
        </p:nvGraphicFramePr>
        <p:xfrm>
          <a:off x="7884368" y="645443"/>
          <a:ext cx="660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18" name="Equation" r:id="rId7" imgW="660240" imgH="215640" progId="Equation.DSMT4">
                  <p:embed/>
                </p:oleObj>
              </mc:Choice>
              <mc:Fallback>
                <p:oleObj name="Equation" r:id="rId7" imgW="660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84368" y="645443"/>
                        <a:ext cx="660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53B827A9-1F92-4446-B2C2-58C298B6E4DB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981563"/>
            <a:ext cx="8208912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            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EC4A6DC-1F6E-4DDB-B5F7-FD91BE689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848732"/>
              </p:ext>
            </p:extLst>
          </p:nvPr>
        </p:nvGraphicFramePr>
        <p:xfrm>
          <a:off x="755576" y="1048608"/>
          <a:ext cx="337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19" name="Equation" r:id="rId9" imgW="3377880" imgH="342720" progId="Equation.DSMT4">
                  <p:embed/>
                </p:oleObj>
              </mc:Choice>
              <mc:Fallback>
                <p:oleObj name="Equation" r:id="rId9" imgW="3377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576" y="1048608"/>
                        <a:ext cx="337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>
            <a:extLst>
              <a:ext uri="{FF2B5EF4-FFF2-40B4-BE49-F238E27FC236}">
                <a16:creationId xmlns:a16="http://schemas.microsoft.com/office/drawing/2014/main" id="{5161FCAE-B831-4287-B934-83E3B1CBD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78" y="1646366"/>
            <a:ext cx="9865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分析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1359FBE-A684-4D0D-B914-AE272FB9F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631012"/>
              </p:ext>
            </p:extLst>
          </p:nvPr>
        </p:nvGraphicFramePr>
        <p:xfrm>
          <a:off x="1656310" y="1693365"/>
          <a:ext cx="331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0" name="Equation" r:id="rId11" imgW="3314520" imgH="342720" progId="Equation.DSMT4">
                  <p:embed/>
                </p:oleObj>
              </mc:Choice>
              <mc:Fallback>
                <p:oleObj name="Equation" r:id="rId11" imgW="331452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EC4A6DC-1F6E-4DDB-B5F7-FD91BE6890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56310" y="1693365"/>
                        <a:ext cx="331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86B438F-24C2-4589-BAF7-4ACDB3A94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235564"/>
              </p:ext>
            </p:extLst>
          </p:nvPr>
        </p:nvGraphicFramePr>
        <p:xfrm>
          <a:off x="985478" y="2375674"/>
          <a:ext cx="33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1" name="Equation" r:id="rId13" imgW="330120" imgH="228600" progId="Equation.DSMT4">
                  <p:embed/>
                </p:oleObj>
              </mc:Choice>
              <mc:Fallback>
                <p:oleObj name="Equation" r:id="rId13" imgW="330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85478" y="2375674"/>
                        <a:ext cx="330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09C108B-F0DA-4E2E-8ABC-D212294916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925048"/>
              </p:ext>
            </p:extLst>
          </p:nvPr>
        </p:nvGraphicFramePr>
        <p:xfrm>
          <a:off x="1475656" y="2318524"/>
          <a:ext cx="5232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2" name="Equation" r:id="rId15" imgW="5232240" imgH="342720" progId="Equation.DSMT4">
                  <p:embed/>
                </p:oleObj>
              </mc:Choice>
              <mc:Fallback>
                <p:oleObj name="Equation" r:id="rId15" imgW="523224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1359FBE-A684-4D0D-B914-AE272FB9FD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5656" y="2318524"/>
                        <a:ext cx="5232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EA66E34-9699-4C05-8A7D-0DA1614C6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844462"/>
              </p:ext>
            </p:extLst>
          </p:nvPr>
        </p:nvGraphicFramePr>
        <p:xfrm>
          <a:off x="974521" y="3381088"/>
          <a:ext cx="33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3" name="Equation" r:id="rId17" imgW="330120" imgH="228600" progId="Equation.DSMT4">
                  <p:embed/>
                </p:oleObj>
              </mc:Choice>
              <mc:Fallback>
                <p:oleObj name="Equation" r:id="rId17" imgW="330120" imgH="228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86B438F-24C2-4589-BAF7-4ACDB3A94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74521" y="3381088"/>
                        <a:ext cx="330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57FAA318-741F-4970-9C46-083D17877B4E}"/>
              </a:ext>
            </a:extLst>
          </p:cNvPr>
          <p:cNvGrpSpPr/>
          <p:nvPr/>
        </p:nvGrpSpPr>
        <p:grpSpPr>
          <a:xfrm>
            <a:off x="1547664" y="2931790"/>
            <a:ext cx="3816424" cy="1163102"/>
            <a:chOff x="1547664" y="2931790"/>
            <a:chExt cx="3816424" cy="1163102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AAC1AC0E-327E-4A10-8309-15B7435805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4007665"/>
                </p:ext>
              </p:extLst>
            </p:nvPr>
          </p:nvGraphicFramePr>
          <p:xfrm>
            <a:off x="1812055" y="3038188"/>
            <a:ext cx="325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524" name="Equation" r:id="rId19" imgW="3251160" imgH="342720" progId="Equation.DSMT4">
                    <p:embed/>
                  </p:oleObj>
                </mc:Choice>
                <mc:Fallback>
                  <p:oleObj name="Equation" r:id="rId19" imgW="32511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12055" y="3038188"/>
                          <a:ext cx="3251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196CF71-3E9D-48D3-98A7-CC19B22F9F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9407219"/>
                </p:ext>
              </p:extLst>
            </p:nvPr>
          </p:nvGraphicFramePr>
          <p:xfrm>
            <a:off x="1752848" y="3596787"/>
            <a:ext cx="325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525" name="Equation" r:id="rId21" imgW="3251160" imgH="342720" progId="Equation.DSMT4">
                    <p:embed/>
                  </p:oleObj>
                </mc:Choice>
                <mc:Fallback>
                  <p:oleObj name="Equation" r:id="rId21" imgW="325116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AAC1AC0E-327E-4A10-8309-15B7435805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752848" y="3596787"/>
                          <a:ext cx="3251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5512CA5-317C-4569-BF21-AC8F3C8AB37F}"/>
                </a:ext>
              </a:extLst>
            </p:cNvPr>
            <p:cNvSpPr/>
            <p:nvPr/>
          </p:nvSpPr>
          <p:spPr>
            <a:xfrm>
              <a:off x="1547664" y="2931790"/>
              <a:ext cx="3816424" cy="11631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F024739-7932-4466-9FF5-5F919857F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80891"/>
              </p:ext>
            </p:extLst>
          </p:nvPr>
        </p:nvGraphicFramePr>
        <p:xfrm>
          <a:off x="5404172" y="3399041"/>
          <a:ext cx="33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6" name="Equation" r:id="rId23" imgW="330120" imgH="228600" progId="Equation.DSMT4">
                  <p:embed/>
                </p:oleObj>
              </mc:Choice>
              <mc:Fallback>
                <p:oleObj name="Equation" r:id="rId23" imgW="33012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EA66E34-9699-4C05-8A7D-0DA1614C6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04172" y="3399041"/>
                        <a:ext cx="330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444F920-D9F6-4A0D-87E1-FC7372EB8E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956329"/>
              </p:ext>
            </p:extLst>
          </p:nvPr>
        </p:nvGraphicFramePr>
        <p:xfrm>
          <a:off x="6012160" y="3056141"/>
          <a:ext cx="243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7" name="Equation" r:id="rId24" imgW="2438280" imgH="342720" progId="Equation.DSMT4">
                  <p:embed/>
                </p:oleObj>
              </mc:Choice>
              <mc:Fallback>
                <p:oleObj name="Equation" r:id="rId24" imgW="2438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012160" y="3056141"/>
                        <a:ext cx="243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FE1BA9E-6E6A-451C-8FA5-D7798799F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406638"/>
              </p:ext>
            </p:extLst>
          </p:nvPr>
        </p:nvGraphicFramePr>
        <p:xfrm>
          <a:off x="6039371" y="3751992"/>
          <a:ext cx="241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8" name="Equation" r:id="rId26" imgW="2412720" imgH="342720" progId="Equation.DSMT4">
                  <p:embed/>
                </p:oleObj>
              </mc:Choice>
              <mc:Fallback>
                <p:oleObj name="Equation" r:id="rId26" imgW="2412720" imgH="342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A444F920-D9F6-4A0D-87E1-FC7372EB8E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039371" y="3751992"/>
                        <a:ext cx="241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541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E1DC9FC-6687-4A6E-B656-B9E4887C106A}"/>
              </a:ext>
            </a:extLst>
          </p:cNvPr>
          <p:cNvSpPr txBox="1">
            <a:spLocks noChangeArrowheads="1"/>
          </p:cNvSpPr>
          <p:nvPr/>
        </p:nvSpPr>
        <p:spPr>
          <a:xfrm>
            <a:off x="886075" y="247939"/>
            <a:ext cx="8208912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设         均可导，且             证明：当                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B57D668-1E01-4305-A4E0-46EF7AE4F1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326211"/>
              </p:ext>
            </p:extLst>
          </p:nvPr>
        </p:nvGraphicFramePr>
        <p:xfrm>
          <a:off x="1804727" y="314984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7" name="Equation" r:id="rId3" imgW="1295280" imgH="342720" progId="Equation.DSMT4">
                  <p:embed/>
                </p:oleObj>
              </mc:Choice>
              <mc:Fallback>
                <p:oleObj name="Equation" r:id="rId3" imgW="12952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3936E52-367C-440F-A523-E726444BEF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4727" y="314984"/>
                        <a:ext cx="1295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4A78F30-3881-46F7-9C12-F2180E6556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574096"/>
              </p:ext>
            </p:extLst>
          </p:nvPr>
        </p:nvGraphicFramePr>
        <p:xfrm>
          <a:off x="4702499" y="300199"/>
          <a:ext cx="182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8" name="Equation" r:id="rId5" imgW="1828800" imgH="355320" progId="Equation.DSMT4">
                  <p:embed/>
                </p:oleObj>
              </mc:Choice>
              <mc:Fallback>
                <p:oleObj name="Equation" r:id="rId5" imgW="182880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81288B3-DB08-476C-8ED0-87189882F3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02499" y="300199"/>
                        <a:ext cx="1828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57BB92E-F2FC-4A56-8C9F-C88E50EDBB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658806"/>
              </p:ext>
            </p:extLst>
          </p:nvPr>
        </p:nvGraphicFramePr>
        <p:xfrm>
          <a:off x="7870851" y="435100"/>
          <a:ext cx="660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69" name="Equation" r:id="rId7" imgW="660240" imgH="215640" progId="Equation.DSMT4">
                  <p:embed/>
                </p:oleObj>
              </mc:Choice>
              <mc:Fallback>
                <p:oleObj name="Equation" r:id="rId7" imgW="660240" imgH="215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C8B6EDC-6A4A-48FB-9CC2-69BFE5C07D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70851" y="435100"/>
                        <a:ext cx="660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3148D073-01A9-47DA-9E94-2D92D7CED808}"/>
              </a:ext>
            </a:extLst>
          </p:cNvPr>
          <p:cNvSpPr txBox="1">
            <a:spLocks noChangeArrowheads="1"/>
          </p:cNvSpPr>
          <p:nvPr/>
        </p:nvSpPr>
        <p:spPr>
          <a:xfrm>
            <a:off x="165995" y="771220"/>
            <a:ext cx="4104456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            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5AEDD1A-EB16-4C0B-98E7-5D2F8F80B4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597291"/>
              </p:ext>
            </p:extLst>
          </p:nvPr>
        </p:nvGraphicFramePr>
        <p:xfrm>
          <a:off x="742059" y="838265"/>
          <a:ext cx="337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70" name="Equation" r:id="rId9" imgW="3377880" imgH="342720" progId="Equation.DSMT4">
                  <p:embed/>
                </p:oleObj>
              </mc:Choice>
              <mc:Fallback>
                <p:oleObj name="Equation" r:id="rId9" imgW="33778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EC4A6DC-1F6E-4DDB-B5F7-FD91BE6890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2059" y="838265"/>
                        <a:ext cx="337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1A9CC17-D936-4F1C-8DA7-2746BE0429AE}"/>
              </a:ext>
            </a:extLst>
          </p:cNvPr>
          <p:cNvCxnSpPr>
            <a:cxnSpLocks/>
          </p:cNvCxnSpPr>
          <p:nvPr/>
        </p:nvCxnSpPr>
        <p:spPr>
          <a:xfrm>
            <a:off x="0" y="1492250"/>
            <a:ext cx="9108504" cy="0"/>
          </a:xfrm>
          <a:prstGeom prst="line">
            <a:avLst/>
          </a:prstGeom>
          <a:ln w="349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ADA3083-85C5-4D18-9577-2BEE2BDDF5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396207"/>
              </p:ext>
            </p:extLst>
          </p:nvPr>
        </p:nvGraphicFramePr>
        <p:xfrm>
          <a:off x="4554252" y="1672631"/>
          <a:ext cx="243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71" name="Equation" r:id="rId11" imgW="2438280" imgH="342720" progId="Equation.DSMT4">
                  <p:embed/>
                </p:oleObj>
              </mc:Choice>
              <mc:Fallback>
                <p:oleObj name="Equation" r:id="rId11" imgW="243828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8FE1BA9E-6E6A-451C-8FA5-D7798799FC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54252" y="1672631"/>
                        <a:ext cx="243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>
            <a:extLst>
              <a:ext uri="{FF2B5EF4-FFF2-40B4-BE49-F238E27FC236}">
                <a16:creationId xmlns:a16="http://schemas.microsoft.com/office/drawing/2014/main" id="{B12AE560-6AED-4A88-BDC6-28D6211BB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570335"/>
            <a:ext cx="6501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C907929-FE48-4A86-B309-90125AB3F531}"/>
              </a:ext>
            </a:extLst>
          </p:cNvPr>
          <p:cNvGrpSpPr/>
          <p:nvPr/>
        </p:nvGrpSpPr>
        <p:grpSpPr>
          <a:xfrm>
            <a:off x="1258184" y="1571312"/>
            <a:ext cx="2941008" cy="461665"/>
            <a:chOff x="1258184" y="1571312"/>
            <a:chExt cx="2941008" cy="461665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7AE37E83-973E-4298-9253-F574AA0246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6704046"/>
                </p:ext>
              </p:extLst>
            </p:nvPr>
          </p:nvGraphicFramePr>
          <p:xfrm>
            <a:off x="1760792" y="1667530"/>
            <a:ext cx="243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72" name="Equation" r:id="rId13" imgW="2438280" imgH="342720" progId="Equation.DSMT4">
                    <p:embed/>
                  </p:oleObj>
                </mc:Choice>
                <mc:Fallback>
                  <p:oleObj name="Equation" r:id="rId13" imgW="243828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A444F920-D9F6-4A0D-87E1-FC7372EB8E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60792" y="1667530"/>
                          <a:ext cx="2438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F1A5C3B2-ECF3-4EB0-8AFD-B0A5D463C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184" y="1571312"/>
              <a:ext cx="65015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令</a:t>
              </a:r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F0BA341-0B4F-4842-BA41-481244796F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586167"/>
              </p:ext>
            </p:extLst>
          </p:nvPr>
        </p:nvGraphicFramePr>
        <p:xfrm>
          <a:off x="7236296" y="1681154"/>
          <a:ext cx="1409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73" name="Equation" r:id="rId15" imgW="1409400" imgH="342720" progId="Equation.DSMT4">
                  <p:embed/>
                </p:oleObj>
              </mc:Choice>
              <mc:Fallback>
                <p:oleObj name="Equation" r:id="rId15" imgW="14094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36296" y="1681154"/>
                        <a:ext cx="1409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3BFC2A-2F6F-41D8-A7FA-55A965D08AD7}"/>
              </a:ext>
            </a:extLst>
          </p:cNvPr>
          <p:cNvGrpSpPr/>
          <p:nvPr/>
        </p:nvGrpSpPr>
        <p:grpSpPr>
          <a:xfrm>
            <a:off x="802798" y="2110085"/>
            <a:ext cx="2833098" cy="461665"/>
            <a:chOff x="802798" y="2110085"/>
            <a:chExt cx="2833098" cy="461665"/>
          </a:xfrm>
        </p:grpSpPr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B231E959-EA58-4104-A7D2-86E6A0939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798" y="2110085"/>
              <a:ext cx="283309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由            得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5411A63-8599-43DE-BB6D-8A92763B85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5552350"/>
                </p:ext>
              </p:extLst>
            </p:nvPr>
          </p:nvGraphicFramePr>
          <p:xfrm>
            <a:off x="1316038" y="2216150"/>
            <a:ext cx="1765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74" name="Equation" r:id="rId17" imgW="1765080" imgH="355320" progId="Equation.DSMT4">
                    <p:embed/>
                  </p:oleObj>
                </mc:Choice>
                <mc:Fallback>
                  <p:oleObj name="Equation" r:id="rId17" imgW="1765080" imgH="3553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04A78F30-3881-46F7-9C12-F2180E6556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16038" y="2216150"/>
                          <a:ext cx="1765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6488FB3-5ACB-455C-99B3-AE3F128CB5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770852"/>
              </p:ext>
            </p:extLst>
          </p:nvPr>
        </p:nvGraphicFramePr>
        <p:xfrm>
          <a:off x="3661916" y="2231161"/>
          <a:ext cx="210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75" name="Equation" r:id="rId19" imgW="2108160" imgH="355320" progId="Equation.DSMT4">
                  <p:embed/>
                </p:oleObj>
              </mc:Choice>
              <mc:Fallback>
                <p:oleObj name="Equation" r:id="rId19" imgW="21081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61916" y="2231161"/>
                        <a:ext cx="2108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BD48C79-3CB9-40C6-B997-105E4962AA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527605"/>
              </p:ext>
            </p:extLst>
          </p:nvPr>
        </p:nvGraphicFramePr>
        <p:xfrm>
          <a:off x="6005513" y="2216150"/>
          <a:ext cx="2120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76" name="Equation" r:id="rId21" imgW="2120760" imgH="355320" progId="Equation.DSMT4">
                  <p:embed/>
                </p:oleObj>
              </mc:Choice>
              <mc:Fallback>
                <p:oleObj name="Equation" r:id="rId21" imgW="212076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6488FB3-5ACB-455C-99B3-AE3F128CB5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05513" y="2216150"/>
                        <a:ext cx="2120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04D06100-76EE-4A27-93DC-6A424D995C23}"/>
              </a:ext>
            </a:extLst>
          </p:cNvPr>
          <p:cNvGrpSpPr/>
          <p:nvPr/>
        </p:nvGrpSpPr>
        <p:grpSpPr>
          <a:xfrm>
            <a:off x="776127" y="2655564"/>
            <a:ext cx="3435362" cy="461665"/>
            <a:chOff x="776127" y="2655564"/>
            <a:chExt cx="3435362" cy="461665"/>
          </a:xfrm>
        </p:grpSpPr>
        <p:sp>
          <p:nvSpPr>
            <p:cNvPr id="20" name="Text Box 14">
              <a:extLst>
                <a:ext uri="{FF2B5EF4-FFF2-40B4-BE49-F238E27FC236}">
                  <a16:creationId xmlns:a16="http://schemas.microsoft.com/office/drawing/2014/main" id="{CADA7001-5DB1-4530-ADB0-32895D6D3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127" y="2655564"/>
              <a:ext cx="65015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即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7F40B187-36C3-419E-92F9-05D39AE65E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5809136"/>
                </p:ext>
              </p:extLst>
            </p:nvPr>
          </p:nvGraphicFramePr>
          <p:xfrm>
            <a:off x="1562608" y="2749794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77" name="Equation" r:id="rId23" imgW="1218960" imgH="355320" progId="Equation.DSMT4">
                    <p:embed/>
                  </p:oleObj>
                </mc:Choice>
                <mc:Fallback>
                  <p:oleObj name="Equation" r:id="rId23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562608" y="2749794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094D73E-66D4-4F19-B17B-21F8EDFE51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3683939"/>
                </p:ext>
              </p:extLst>
            </p:nvPr>
          </p:nvGraphicFramePr>
          <p:xfrm>
            <a:off x="2992289" y="2761629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78" name="Equation" r:id="rId25" imgW="1218960" imgH="355320" progId="Equation.DSMT4">
                    <p:embed/>
                  </p:oleObj>
                </mc:Choice>
                <mc:Fallback>
                  <p:oleObj name="Equation" r:id="rId25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992289" y="2761629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14">
            <a:extLst>
              <a:ext uri="{FF2B5EF4-FFF2-40B4-BE49-F238E27FC236}">
                <a16:creationId xmlns:a16="http://schemas.microsoft.com/office/drawing/2014/main" id="{57905EB2-61FE-4A2A-A5B7-611CAB985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745" y="2696761"/>
            <a:ext cx="992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从而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592EC698-B087-4B84-9280-327F4BD520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177227"/>
              </p:ext>
            </p:extLst>
          </p:nvPr>
        </p:nvGraphicFramePr>
        <p:xfrm>
          <a:off x="1562608" y="3322949"/>
          <a:ext cx="161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79" name="Equation" r:id="rId27" imgW="1612800" imgH="342720" progId="Equation.DSMT4">
                  <p:embed/>
                </p:oleObj>
              </mc:Choice>
              <mc:Fallback>
                <p:oleObj name="Equation" r:id="rId27" imgW="1612800" imgH="3427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7F40B187-36C3-419E-92F9-05D39AE65E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62608" y="3322949"/>
                        <a:ext cx="1612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B9F4174C-9EA2-4B38-AFD4-6309C1488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454176"/>
              </p:ext>
            </p:extLst>
          </p:nvPr>
        </p:nvGraphicFramePr>
        <p:xfrm>
          <a:off x="3661916" y="3326612"/>
          <a:ext cx="161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0" name="Equation" r:id="rId29" imgW="1612800" imgH="342720" progId="Equation.DSMT4">
                  <p:embed/>
                </p:oleObj>
              </mc:Choice>
              <mc:Fallback>
                <p:oleObj name="Equation" r:id="rId29" imgW="1612800" imgH="3427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592EC698-B087-4B84-9280-327F4BD520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661916" y="3326612"/>
                        <a:ext cx="1612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5FC1850-96EE-4F48-A7D1-38B8D7D15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745058"/>
              </p:ext>
            </p:extLst>
          </p:nvPr>
        </p:nvGraphicFramePr>
        <p:xfrm>
          <a:off x="5508104" y="3393840"/>
          <a:ext cx="711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1" name="Equation" r:id="rId31" imgW="711000" imgH="215640" progId="Equation.DSMT4">
                  <p:embed/>
                </p:oleObj>
              </mc:Choice>
              <mc:Fallback>
                <p:oleObj name="Equation" r:id="rId31" imgW="711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508104" y="3393840"/>
                        <a:ext cx="711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6A85F571-33E7-427D-A90C-C46114C1230D}"/>
              </a:ext>
            </a:extLst>
          </p:cNvPr>
          <p:cNvGrpSpPr/>
          <p:nvPr/>
        </p:nvGrpSpPr>
        <p:grpSpPr>
          <a:xfrm>
            <a:off x="730285" y="3740793"/>
            <a:ext cx="7382370" cy="461665"/>
            <a:chOff x="730285" y="3740793"/>
            <a:chExt cx="7382370" cy="461665"/>
          </a:xfrm>
        </p:grpSpPr>
        <p:sp>
          <p:nvSpPr>
            <p:cNvPr id="27" name="Text Box 14">
              <a:extLst>
                <a:ext uri="{FF2B5EF4-FFF2-40B4-BE49-F238E27FC236}">
                  <a16:creationId xmlns:a16="http://schemas.microsoft.com/office/drawing/2014/main" id="{3C7F7246-65DA-4B44-8A98-A2D507582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85" y="3740793"/>
              <a:ext cx="99235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即</a:t>
              </a: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62AB2665-53E7-4B19-A11F-6354E5F1AF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943459"/>
                </p:ext>
              </p:extLst>
            </p:nvPr>
          </p:nvGraphicFramePr>
          <p:xfrm>
            <a:off x="1354392" y="3795454"/>
            <a:ext cx="325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82" name="Equation" r:id="rId33" imgW="3251160" imgH="342720" progId="Equation.DSMT4">
                    <p:embed/>
                  </p:oleObj>
                </mc:Choice>
                <mc:Fallback>
                  <p:oleObj name="Equation" r:id="rId33" imgW="325116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AAC1AC0E-327E-4A10-8309-15B7435805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354392" y="3795454"/>
                          <a:ext cx="3251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4144F9BB-FACC-49E9-9794-09B02DAB70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5900470"/>
                </p:ext>
              </p:extLst>
            </p:nvPr>
          </p:nvGraphicFramePr>
          <p:xfrm>
            <a:off x="4861455" y="3778609"/>
            <a:ext cx="325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83" name="Equation" r:id="rId35" imgW="3251160" imgH="342720" progId="Equation.DSMT4">
                    <p:embed/>
                  </p:oleObj>
                </mc:Choice>
                <mc:Fallback>
                  <p:oleObj name="Equation" r:id="rId35" imgW="3251160" imgH="3427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C9E95884-9E01-41B4-B11C-01B1B916AC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4861455" y="3778609"/>
                          <a:ext cx="3251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0034A5C-87AC-4CBC-AF34-322C9641187E}"/>
              </a:ext>
            </a:extLst>
          </p:cNvPr>
          <p:cNvGrpSpPr/>
          <p:nvPr/>
        </p:nvGrpSpPr>
        <p:grpSpPr>
          <a:xfrm>
            <a:off x="729308" y="4344074"/>
            <a:ext cx="8019156" cy="461665"/>
            <a:chOff x="729308" y="4344074"/>
            <a:chExt cx="8019156" cy="461665"/>
          </a:xfrm>
        </p:grpSpPr>
        <p:sp>
          <p:nvSpPr>
            <p:cNvPr id="31" name="Text Box 14">
              <a:extLst>
                <a:ext uri="{FF2B5EF4-FFF2-40B4-BE49-F238E27FC236}">
                  <a16:creationId xmlns:a16="http://schemas.microsoft.com/office/drawing/2014/main" id="{9FCCCA7B-AAB3-41BC-930C-3A8AEA399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308" y="4344074"/>
              <a:ext cx="801915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即      时，</a:t>
              </a: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46165532-E2A6-488C-8C66-AB3DDD075E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9265705"/>
                </p:ext>
              </p:extLst>
            </p:nvPr>
          </p:nvGraphicFramePr>
          <p:xfrm>
            <a:off x="1247940" y="4475710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84" name="Equation" r:id="rId37" imgW="660240" imgH="215640" progId="Equation.DSMT4">
                    <p:embed/>
                  </p:oleObj>
                </mc:Choice>
                <mc:Fallback>
                  <p:oleObj name="Equation" r:id="rId37" imgW="660240" imgH="21564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357BB92E-F2FC-4A56-8C9F-C88E50EDBB1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47940" y="4475710"/>
                          <a:ext cx="6604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B45B877D-376A-42D6-8C0F-46BBECEF3B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1268825"/>
                </p:ext>
              </p:extLst>
            </p:nvPr>
          </p:nvGraphicFramePr>
          <p:xfrm>
            <a:off x="2594868" y="4418247"/>
            <a:ext cx="337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85" name="Equation" r:id="rId38" imgW="3377880" imgH="342720" progId="Equation.DSMT4">
                    <p:embed/>
                  </p:oleObj>
                </mc:Choice>
                <mc:Fallback>
                  <p:oleObj name="Equation" r:id="rId38" imgW="337788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5AEDD1A-EB16-4C0B-98E7-5D2F8F80B46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94868" y="4418247"/>
                          <a:ext cx="3378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467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>
            <a:extLst>
              <a:ext uri="{FF2B5EF4-FFF2-40B4-BE49-F238E27FC236}">
                <a16:creationId xmlns:a16="http://schemas.microsoft.com/office/drawing/2014/main" id="{76C301D1-565E-444A-9E95-B183C9E3E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1419622"/>
            <a:ext cx="23690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极值和最值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FFAE686F-0CD9-4C8D-8F4C-E8C7B0706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2787774"/>
            <a:ext cx="39317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曲线的凹凸性和拐点</a:t>
            </a:r>
          </a:p>
        </p:txBody>
      </p:sp>
    </p:spTree>
    <p:extLst>
      <p:ext uri="{BB962C8B-B14F-4D97-AF65-F5344CB8AC3E}">
        <p14:creationId xmlns:p14="http://schemas.microsoft.com/office/powerpoint/2010/main" val="267650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D877FC0-F3B4-4B4D-8FFC-6477537A16CC}"/>
              </a:ext>
            </a:extLst>
          </p:cNvPr>
          <p:cNvSpPr txBox="1">
            <a:spLocks noChangeArrowheads="1"/>
          </p:cNvSpPr>
          <p:nvPr/>
        </p:nvSpPr>
        <p:spPr>
          <a:xfrm>
            <a:off x="874211" y="272966"/>
            <a:ext cx="7184829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求椭圆             上纵坐标最大和最小的点</a:t>
            </a:r>
            <a:r>
              <a:rPr lang="en-US" altLang="zh-CN" sz="2400" b="1" dirty="0">
                <a:latin typeface="+mj-ea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        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51276CB-489B-489D-BBF0-DB8C0D812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474905"/>
              </p:ext>
            </p:extLst>
          </p:nvPr>
        </p:nvGraphicFramePr>
        <p:xfrm>
          <a:off x="2386379" y="305243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58" name="Equation" r:id="rId4" imgW="1904760" imgH="406080" progId="Equation.DSMT4">
                  <p:embed/>
                </p:oleObj>
              </mc:Choice>
              <mc:Fallback>
                <p:oleObj name="Equation" r:id="rId4" imgW="190476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51276CB-489B-489D-BBF0-DB8C0D8124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6379" y="305243"/>
                        <a:ext cx="1905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E44F82E3-E444-4330-8B36-1058A6BC1FB9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059582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93AC435-842B-4F6D-9FFB-CA54C635A2CB}"/>
              </a:ext>
            </a:extLst>
          </p:cNvPr>
          <p:cNvGrpSpPr/>
          <p:nvPr/>
        </p:nvGrpSpPr>
        <p:grpSpPr>
          <a:xfrm>
            <a:off x="6444208" y="1059582"/>
            <a:ext cx="2197739" cy="2015604"/>
            <a:chOff x="5652120" y="1492250"/>
            <a:chExt cx="2197739" cy="2015604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C60E5F36-DB67-48F6-A701-F828D3D95666}"/>
                </a:ext>
              </a:extLst>
            </p:cNvPr>
            <p:cNvCxnSpPr>
              <a:cxnSpLocks/>
            </p:cNvCxnSpPr>
            <p:nvPr/>
          </p:nvCxnSpPr>
          <p:spPr>
            <a:xfrm>
              <a:off x="5652120" y="2581532"/>
              <a:ext cx="219773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7061AB51-712D-4F51-B293-565E0867A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0101" y="1492250"/>
              <a:ext cx="18143" cy="20156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374FD5A-9B36-4C73-8B9A-A7C044B3EB1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672059" y="266084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59" name="Equation" r:id="rId6" imgW="177480" imgH="190440" progId="Equation.DSMT4">
                    <p:embed/>
                  </p:oleObj>
                </mc:Choice>
                <mc:Fallback>
                  <p:oleObj name="Equation" r:id="rId6" imgW="177480" imgH="19044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D374FD5A-9B36-4C73-8B9A-A7C044B3EB1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672059" y="2660840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04851B4-AD6D-439D-8413-2FC677BDF3C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20544" y="1492250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0" name="Equation" r:id="rId8" imgW="190440" imgH="241200" progId="Equation.DSMT4">
                    <p:embed/>
                  </p:oleObj>
                </mc:Choice>
                <mc:Fallback>
                  <p:oleObj name="Equation" r:id="rId8" imgW="190440" imgH="2412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404851B4-AD6D-439D-8413-2FC677BDF3C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520544" y="1492250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9AFC34C1-04D2-4259-9A87-36E442B2029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33654" y="2599000"/>
            <a:ext cx="203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1" name="Equation" r:id="rId10" imgW="203040" imgH="228600" progId="Equation.DSMT4">
                    <p:embed/>
                  </p:oleObj>
                </mc:Choice>
                <mc:Fallback>
                  <p:oleObj name="Equation" r:id="rId10" imgW="203040" imgH="2286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9AFC34C1-04D2-4259-9A87-36E442B202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33654" y="2599000"/>
                          <a:ext cx="2032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E668803-46D4-4F20-A4AA-2AE720D3FFE2}"/>
                </a:ext>
              </a:extLst>
            </p:cNvPr>
            <p:cNvSpPr/>
            <p:nvPr/>
          </p:nvSpPr>
          <p:spPr>
            <a:xfrm rot="18870034">
              <a:off x="6075017" y="2249231"/>
              <a:ext cx="1406368" cy="671314"/>
            </a:xfrm>
            <a:prstGeom prst="ellipse">
              <a:avLst/>
            </a:prstGeom>
            <a:no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减号 15">
              <a:extLst>
                <a:ext uri="{FF2B5EF4-FFF2-40B4-BE49-F238E27FC236}">
                  <a16:creationId xmlns:a16="http://schemas.microsoft.com/office/drawing/2014/main" id="{436D328D-A57E-48C9-B979-B3BA0429CAB4}"/>
                </a:ext>
              </a:extLst>
            </p:cNvPr>
            <p:cNvSpPr/>
            <p:nvPr/>
          </p:nvSpPr>
          <p:spPr>
            <a:xfrm>
              <a:off x="6768244" y="2032779"/>
              <a:ext cx="62841" cy="45719"/>
            </a:xfrm>
            <a:prstGeom prst="mathMinu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减号 16">
              <a:extLst>
                <a:ext uri="{FF2B5EF4-FFF2-40B4-BE49-F238E27FC236}">
                  <a16:creationId xmlns:a16="http://schemas.microsoft.com/office/drawing/2014/main" id="{9B9A7EBF-3AC2-4A06-BCB0-54524047B0C4}"/>
                </a:ext>
              </a:extLst>
            </p:cNvPr>
            <p:cNvSpPr/>
            <p:nvPr/>
          </p:nvSpPr>
          <p:spPr>
            <a:xfrm>
              <a:off x="6754616" y="3061707"/>
              <a:ext cx="62841" cy="45719"/>
            </a:xfrm>
            <a:prstGeom prst="mathMinu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减号 17">
              <a:extLst>
                <a:ext uri="{FF2B5EF4-FFF2-40B4-BE49-F238E27FC236}">
                  <a16:creationId xmlns:a16="http://schemas.microsoft.com/office/drawing/2014/main" id="{7F930B7B-5A71-416C-A7E4-266624E7995F}"/>
                </a:ext>
              </a:extLst>
            </p:cNvPr>
            <p:cNvSpPr/>
            <p:nvPr/>
          </p:nvSpPr>
          <p:spPr>
            <a:xfrm rot="16200000">
              <a:off x="7301915" y="2527252"/>
              <a:ext cx="62841" cy="45719"/>
            </a:xfrm>
            <a:prstGeom prst="mathMinu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减号 18">
              <a:extLst>
                <a:ext uri="{FF2B5EF4-FFF2-40B4-BE49-F238E27FC236}">
                  <a16:creationId xmlns:a16="http://schemas.microsoft.com/office/drawing/2014/main" id="{6961CA86-2D49-4AEC-B824-C070635CDEBF}"/>
                </a:ext>
              </a:extLst>
            </p:cNvPr>
            <p:cNvSpPr/>
            <p:nvPr/>
          </p:nvSpPr>
          <p:spPr>
            <a:xfrm>
              <a:off x="6754616" y="2310007"/>
              <a:ext cx="62841" cy="45719"/>
            </a:xfrm>
            <a:prstGeom prst="mathMinu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减号 19">
              <a:extLst>
                <a:ext uri="{FF2B5EF4-FFF2-40B4-BE49-F238E27FC236}">
                  <a16:creationId xmlns:a16="http://schemas.microsoft.com/office/drawing/2014/main" id="{191202E8-F6D7-42F0-BA07-5D899A08A4CE}"/>
                </a:ext>
              </a:extLst>
            </p:cNvPr>
            <p:cNvSpPr/>
            <p:nvPr/>
          </p:nvSpPr>
          <p:spPr>
            <a:xfrm>
              <a:off x="6762604" y="2793627"/>
              <a:ext cx="62841" cy="45719"/>
            </a:xfrm>
            <a:prstGeom prst="mathMinu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减号 20">
              <a:extLst>
                <a:ext uri="{FF2B5EF4-FFF2-40B4-BE49-F238E27FC236}">
                  <a16:creationId xmlns:a16="http://schemas.microsoft.com/office/drawing/2014/main" id="{05A6BBDD-36E6-47F8-8FE6-FFD58CBB3BFD}"/>
                </a:ext>
              </a:extLst>
            </p:cNvPr>
            <p:cNvSpPr/>
            <p:nvPr/>
          </p:nvSpPr>
          <p:spPr>
            <a:xfrm rot="16200000">
              <a:off x="7013086" y="2531870"/>
              <a:ext cx="62841" cy="45719"/>
            </a:xfrm>
            <a:prstGeom prst="mathMinu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减号 21">
              <a:extLst>
                <a:ext uri="{FF2B5EF4-FFF2-40B4-BE49-F238E27FC236}">
                  <a16:creationId xmlns:a16="http://schemas.microsoft.com/office/drawing/2014/main" id="{A305BFEA-1657-4172-8F1D-5ADA28A89BCE}"/>
                </a:ext>
              </a:extLst>
            </p:cNvPr>
            <p:cNvSpPr/>
            <p:nvPr/>
          </p:nvSpPr>
          <p:spPr>
            <a:xfrm rot="16200000">
              <a:off x="6463431" y="2522635"/>
              <a:ext cx="62841" cy="45719"/>
            </a:xfrm>
            <a:prstGeom prst="mathMinu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减号 22">
              <a:extLst>
                <a:ext uri="{FF2B5EF4-FFF2-40B4-BE49-F238E27FC236}">
                  <a16:creationId xmlns:a16="http://schemas.microsoft.com/office/drawing/2014/main" id="{EF5BE957-473B-45A6-B451-2F483ECEF516}"/>
                </a:ext>
              </a:extLst>
            </p:cNvPr>
            <p:cNvSpPr/>
            <p:nvPr/>
          </p:nvSpPr>
          <p:spPr>
            <a:xfrm rot="16200000">
              <a:off x="6158843" y="2522635"/>
              <a:ext cx="62841" cy="45719"/>
            </a:xfrm>
            <a:prstGeom prst="mathMinu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21414E31-DA1E-4DB6-A5C9-23ABE45B06E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300292" y="2597413"/>
            <a:ext cx="2413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2" name="Equation" r:id="rId12" imgW="241200" imgH="190440" progId="Equation.DSMT4">
                    <p:embed/>
                  </p:oleObj>
                </mc:Choice>
                <mc:Fallback>
                  <p:oleObj name="Equation" r:id="rId12" imgW="241200" imgH="19044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21414E31-DA1E-4DB6-A5C9-23ABE45B06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300292" y="2597413"/>
                          <a:ext cx="2413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11A8CF83-8641-48D6-BEFB-2C00819CD80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238504" y="2614875"/>
            <a:ext cx="1397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3" name="Equation" r:id="rId14" imgW="139680" imgH="190440" progId="Equation.DSMT4">
                    <p:embed/>
                  </p:oleObj>
                </mc:Choice>
                <mc:Fallback>
                  <p:oleObj name="Equation" r:id="rId14" imgW="139680" imgH="19044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11A8CF83-8641-48D6-BEFB-2C00819CD8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238504" y="2614875"/>
                          <a:ext cx="1397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BA8C5A2D-55E6-41AD-86A4-D1D2BC927A9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93979" y="2287850"/>
            <a:ext cx="1016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4" name="Equation" r:id="rId16" imgW="101520" imgH="190440" progId="Equation.DSMT4">
                    <p:embed/>
                  </p:oleObj>
                </mc:Choice>
                <mc:Fallback>
                  <p:oleObj name="Equation" r:id="rId16" imgW="101520" imgH="19044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BA8C5A2D-55E6-41AD-86A4-D1D2BC927A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593979" y="2287850"/>
                          <a:ext cx="1016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8BD1FAFE-8C81-4655-A1C0-C847025B526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52704" y="2010038"/>
            <a:ext cx="1397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5" name="Equation" r:id="rId18" imgW="139680" imgH="190440" progId="Equation.DSMT4">
                    <p:embed/>
                  </p:oleObj>
                </mc:Choice>
                <mc:Fallback>
                  <p:oleObj name="Equation" r:id="rId18" imgW="139680" imgH="19044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8BD1FAFE-8C81-4655-A1C0-C847025B52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552704" y="2010038"/>
                          <a:ext cx="1397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D73A949F-805F-428C-8C99-27BE19F4993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984504" y="2591063"/>
            <a:ext cx="1016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6" name="Equation" r:id="rId20" imgW="101520" imgH="190440" progId="Equation.DSMT4">
                    <p:embed/>
                  </p:oleObj>
                </mc:Choice>
                <mc:Fallback>
                  <p:oleObj name="Equation" r:id="rId20" imgW="101520" imgH="19044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D73A949F-805F-428C-8C99-27BE19F499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984504" y="2591063"/>
                          <a:ext cx="1016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338805B9-8AC3-4C88-A2E6-123832D205C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14529" y="2614875"/>
            <a:ext cx="2540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7" name="Equation" r:id="rId22" imgW="253800" imgH="190440" progId="Equation.DSMT4">
                    <p:embed/>
                  </p:oleObj>
                </mc:Choice>
                <mc:Fallback>
                  <p:oleObj name="Equation" r:id="rId22" imgW="253800" imgH="19044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338805B9-8AC3-4C88-A2E6-123832D205C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914529" y="2614875"/>
                          <a:ext cx="2540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798D2027-8A51-46BD-BEAD-7D3F615C4F4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46342" y="2795850"/>
            <a:ext cx="2413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8" name="Equation" r:id="rId24" imgW="241200" imgH="190440" progId="Equation.DSMT4">
                    <p:embed/>
                  </p:oleObj>
                </mc:Choice>
                <mc:Fallback>
                  <p:oleObj name="Equation" r:id="rId24" imgW="241200" imgH="19044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798D2027-8A51-46BD-BEAD-7D3F615C4F4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446342" y="2795850"/>
                          <a:ext cx="2413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371919DB-E963-4827-918A-D7C6C81762C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71742" y="3097475"/>
            <a:ext cx="2540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69" name="Equation" r:id="rId26" imgW="253800" imgH="190440" progId="Equation.DSMT4">
                    <p:embed/>
                  </p:oleObj>
                </mc:Choice>
                <mc:Fallback>
                  <p:oleObj name="Equation" r:id="rId26" imgW="253800" imgH="19044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371919DB-E963-4827-918A-D7C6C81762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471742" y="3097475"/>
                          <a:ext cx="2540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3CAF54F-69BA-4447-AAB0-CF5AF6F643EC}"/>
              </a:ext>
            </a:extLst>
          </p:cNvPr>
          <p:cNvGrpSpPr/>
          <p:nvPr/>
        </p:nvGrpSpPr>
        <p:grpSpPr>
          <a:xfrm>
            <a:off x="1385350" y="1030309"/>
            <a:ext cx="3421424" cy="643010"/>
            <a:chOff x="1385350" y="1030309"/>
            <a:chExt cx="3421424" cy="643010"/>
          </a:xfrm>
        </p:grpSpPr>
        <p:sp>
          <p:nvSpPr>
            <p:cNvPr id="35" name="Rectangle 2">
              <a:extLst>
                <a:ext uri="{FF2B5EF4-FFF2-40B4-BE49-F238E27FC236}">
                  <a16:creationId xmlns:a16="http://schemas.microsoft.com/office/drawing/2014/main" id="{6DA7D96D-7670-4785-99E5-86C948114DE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85350" y="1030309"/>
              <a:ext cx="3421424" cy="643010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方程两边对  求导，得</a:t>
              </a:r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4AF6942A-C212-4DFD-881B-8C4509E8768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056866" y="119928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70" name="Equation" r:id="rId28" imgW="190440" imgH="203040" progId="Equation.DSMT4">
                    <p:embed/>
                  </p:oleObj>
                </mc:Choice>
                <mc:Fallback>
                  <p:oleObj name="Equation" r:id="rId28" imgW="190440" imgH="20304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4AF6942A-C212-4DFD-881B-8C4509E8768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056866" y="119928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37C611D9-8DE7-4F1D-9CF9-BDB2F8DDB67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42621" y="1711784"/>
          <a:ext cx="2755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1" name="Equation" r:id="rId30" imgW="2755800" imgH="355320" progId="Equation.DSMT4">
                  <p:embed/>
                </p:oleObj>
              </mc:Choice>
              <mc:Fallback>
                <p:oleObj name="Equation" r:id="rId30" imgW="2755800" imgH="35532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37C611D9-8DE7-4F1D-9CF9-BDB2F8DDB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42621" y="1711784"/>
                        <a:ext cx="2755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7F79C5D-EC0C-4B2C-8B89-0D537E1EE50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24835" y="1461482"/>
          <a:ext cx="1473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2" name="Equation" r:id="rId32" imgW="1473120" imgH="787320" progId="Equation.DSMT4">
                  <p:embed/>
                </p:oleObj>
              </mc:Choice>
              <mc:Fallback>
                <p:oleObj name="Equation" r:id="rId32" imgW="1473120" imgH="78732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A7F79C5D-EC0C-4B2C-8B89-0D537E1EE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024835" y="1461482"/>
                        <a:ext cx="1473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组合 52">
            <a:extLst>
              <a:ext uri="{FF2B5EF4-FFF2-40B4-BE49-F238E27FC236}">
                <a16:creationId xmlns:a16="http://schemas.microsoft.com/office/drawing/2014/main" id="{38E3AA08-8072-4879-9A73-C15F6B74FC58}"/>
              </a:ext>
            </a:extLst>
          </p:cNvPr>
          <p:cNvGrpSpPr/>
          <p:nvPr/>
        </p:nvGrpSpPr>
        <p:grpSpPr>
          <a:xfrm>
            <a:off x="874212" y="2210464"/>
            <a:ext cx="4849915" cy="464294"/>
            <a:chOff x="874212" y="2210464"/>
            <a:chExt cx="4849915" cy="464294"/>
          </a:xfrm>
        </p:grpSpPr>
        <p:sp>
          <p:nvSpPr>
            <p:cNvPr id="39" name="Rectangle 2">
              <a:extLst>
                <a:ext uri="{FF2B5EF4-FFF2-40B4-BE49-F238E27FC236}">
                  <a16:creationId xmlns:a16="http://schemas.microsoft.com/office/drawing/2014/main" id="{29F78D7A-62CA-48AA-992D-3D1A49BB9F7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212" y="2210464"/>
              <a:ext cx="4849915" cy="464294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令       得</a:t>
              </a: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7F9630AC-2AC9-4590-9704-5843AD1FEFD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83283" y="2290211"/>
            <a:ext cx="800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73" name="Equation" r:id="rId34" imgW="799920" imgH="355320" progId="Equation.DSMT4">
                    <p:embed/>
                  </p:oleObj>
                </mc:Choice>
                <mc:Fallback>
                  <p:oleObj name="Equation" r:id="rId34" imgW="799920" imgH="35532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7F9630AC-2AC9-4590-9704-5843AD1FEFD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1383283" y="2290211"/>
                          <a:ext cx="800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D256DD37-EAC0-4E21-AE27-CD29664888B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692454" y="2303349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74" name="Equation" r:id="rId36" imgW="901440" imgH="342720" progId="Equation.DSMT4">
                    <p:embed/>
                  </p:oleObj>
                </mc:Choice>
                <mc:Fallback>
                  <p:oleObj name="Equation" r:id="rId36" imgW="901440" imgH="34272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D256DD37-EAC0-4E21-AE27-CD29664888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2692454" y="2303349"/>
                          <a:ext cx="901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Rectangle 2">
            <a:extLst>
              <a:ext uri="{FF2B5EF4-FFF2-40B4-BE49-F238E27FC236}">
                <a16:creationId xmlns:a16="http://schemas.microsoft.com/office/drawing/2014/main" id="{683436CC-1FF8-4596-9C46-7DDB351CBD97}"/>
              </a:ext>
            </a:extLst>
          </p:cNvPr>
          <p:cNvSpPr txBox="1">
            <a:spLocks noChangeArrowheads="1"/>
          </p:cNvSpPr>
          <p:nvPr/>
        </p:nvSpPr>
        <p:spPr>
          <a:xfrm>
            <a:off x="3705493" y="2228172"/>
            <a:ext cx="2557129" cy="464294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代入椭圆方程得</a:t>
            </a:r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62C04849-8FA4-4B0D-B1BB-686BAE2A5CF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10627" y="2788930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5" name="Equation" r:id="rId38" imgW="799920" imgH="393480" progId="Equation.DSMT4">
                  <p:embed/>
                </p:oleObj>
              </mc:Choice>
              <mc:Fallback>
                <p:oleObj name="Equation" r:id="rId38" imgW="799920" imgH="39348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62C04849-8FA4-4B0D-B1BB-686BAE2A5C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410627" y="2788930"/>
                        <a:ext cx="800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DAC60CC2-1147-4935-AE8D-78B69CD0CF7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31115" y="2856275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6" name="Equation" r:id="rId40" imgW="876240" imgH="279360" progId="Equation.DSMT4">
                  <p:embed/>
                </p:oleObj>
              </mc:Choice>
              <mc:Fallback>
                <p:oleObj name="Equation" r:id="rId40" imgW="876240" imgH="27936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DAC60CC2-1147-4935-AE8D-78B69CD0CF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731115" y="2856275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>
            <a:extLst>
              <a:ext uri="{FF2B5EF4-FFF2-40B4-BE49-F238E27FC236}">
                <a16:creationId xmlns:a16="http://schemas.microsoft.com/office/drawing/2014/main" id="{46972B2B-D065-441C-A4A3-B79947AC9133}"/>
              </a:ext>
            </a:extLst>
          </p:cNvPr>
          <p:cNvGrpSpPr/>
          <p:nvPr/>
        </p:nvGrpSpPr>
        <p:grpSpPr>
          <a:xfrm>
            <a:off x="874211" y="3299023"/>
            <a:ext cx="6939523" cy="643010"/>
            <a:chOff x="874211" y="3299023"/>
            <a:chExt cx="6939523" cy="643010"/>
          </a:xfrm>
        </p:grpSpPr>
        <p:sp>
          <p:nvSpPr>
            <p:cNvPr id="46" name="Rectangle 2">
              <a:extLst>
                <a:ext uri="{FF2B5EF4-FFF2-40B4-BE49-F238E27FC236}">
                  <a16:creationId xmlns:a16="http://schemas.microsoft.com/office/drawing/2014/main" id="{D4DA3778-B6B3-432B-BB6A-E832AC1D3B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211" y="3299023"/>
              <a:ext cx="6939523" cy="643010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从而得到椭圆上两点</a:t>
              </a:r>
            </a:p>
          </p:txBody>
        </p:sp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4B8D0A57-9EE1-47C5-8B7B-5148C817633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51920" y="3428394"/>
            <a:ext cx="67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77" name="Equation" r:id="rId42" imgW="672840" imgH="342720" progId="Equation.DSMT4">
                    <p:embed/>
                  </p:oleObj>
                </mc:Choice>
                <mc:Fallback>
                  <p:oleObj name="Equation" r:id="rId42" imgW="672840" imgH="34272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4B8D0A57-9EE1-47C5-8B7B-5148C81763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3851920" y="3428394"/>
                          <a:ext cx="673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E3344992-FDB8-486D-A011-F12225310A1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674102" y="3428394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78" name="Equation" r:id="rId44" imgW="1028520" imgH="342720" progId="Equation.DSMT4">
                    <p:embed/>
                  </p:oleObj>
                </mc:Choice>
                <mc:Fallback>
                  <p:oleObj name="Equation" r:id="rId44" imgW="1028520" imgH="34272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E3344992-FDB8-486D-A011-F12225310A1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4674102" y="3428394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81C77AC-BBB6-4B5B-BFA1-B9447CFD7B26}"/>
              </a:ext>
            </a:extLst>
          </p:cNvPr>
          <p:cNvGrpSpPr/>
          <p:nvPr/>
        </p:nvGrpSpPr>
        <p:grpSpPr>
          <a:xfrm>
            <a:off x="858818" y="3908139"/>
            <a:ext cx="7889646" cy="643010"/>
            <a:chOff x="858818" y="3908139"/>
            <a:chExt cx="7889646" cy="643010"/>
          </a:xfrm>
        </p:grpSpPr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175BF2B3-A9AD-42A8-8A4F-3A19C4BBF2E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58818" y="3908139"/>
              <a:ext cx="7889646" cy="643010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由题意，            为椭圆上纵坐标最大和最小的点</a:t>
              </a:r>
              <a:r>
                <a:rPr lang="en-US" altLang="zh-CN" sz="2400" b="1" dirty="0">
                  <a:latin typeface="+mj-ea"/>
                </a:rPr>
                <a:t>.</a:t>
              </a:r>
              <a:endParaRPr lang="zh-CN" altLang="en-US" sz="2400" b="1" dirty="0">
                <a:latin typeface="+mj-ea"/>
              </a:endParaRPr>
            </a:p>
          </p:txBody>
        </p:sp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2D6B71D1-5624-4FC1-8218-54385898460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42550" y="4012966"/>
            <a:ext cx="67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79" name="Equation" r:id="rId46" imgW="672840" imgH="342720" progId="Equation.DSMT4">
                    <p:embed/>
                  </p:oleObj>
                </mc:Choice>
                <mc:Fallback>
                  <p:oleObj name="Equation" r:id="rId46" imgW="672840" imgH="342720" progId="Equation.DSMT4">
                    <p:embed/>
                    <p:pic>
                      <p:nvPicPr>
                        <p:cNvPr id="50" name="对象 49">
                          <a:extLst>
                            <a:ext uri="{FF2B5EF4-FFF2-40B4-BE49-F238E27FC236}">
                              <a16:creationId xmlns:a16="http://schemas.microsoft.com/office/drawing/2014/main" id="{2D6B71D1-5624-4FC1-8218-5438589846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2142550" y="4012966"/>
                          <a:ext cx="673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81612C23-2870-4127-8680-F81EB58022F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97200" y="4013200"/>
            <a:ext cx="965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80" name="Equation" r:id="rId47" imgW="965160" imgH="342720" progId="Equation.DSMT4">
                    <p:embed/>
                  </p:oleObj>
                </mc:Choice>
                <mc:Fallback>
                  <p:oleObj name="Equation" r:id="rId47" imgW="965160" imgH="342720" progId="Equation.DSMT4">
                    <p:embed/>
                    <p:pic>
                      <p:nvPicPr>
                        <p:cNvPr id="51" name="对象 50">
                          <a:extLst>
                            <a:ext uri="{FF2B5EF4-FFF2-40B4-BE49-F238E27FC236}">
                              <a16:creationId xmlns:a16="http://schemas.microsoft.com/office/drawing/2014/main" id="{81612C23-2870-4127-8680-F81EB58022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2997200" y="4013200"/>
                          <a:ext cx="965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2661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88CF687-824F-493D-900F-F98E9C5DEF01}"/>
              </a:ext>
            </a:extLst>
          </p:cNvPr>
          <p:cNvSpPr/>
          <p:nvPr/>
        </p:nvSpPr>
        <p:spPr>
          <a:xfrm>
            <a:off x="755576" y="26749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0401FF-FC4D-4E80-B353-C76A89B16B87}"/>
              </a:ext>
            </a:extLst>
          </p:cNvPr>
          <p:cNvSpPr/>
          <p:nvPr/>
        </p:nvSpPr>
        <p:spPr>
          <a:xfrm>
            <a:off x="1115616" y="26749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E9EDD1E-DBDC-4F01-A289-A711AC9F58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996265"/>
              </p:ext>
            </p:extLst>
          </p:nvPr>
        </p:nvGraphicFramePr>
        <p:xfrm>
          <a:off x="1547664" y="307825"/>
          <a:ext cx="383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66" name="Equation" r:id="rId3" imgW="3835080" imgH="380880" progId="Equation.DSMT4">
                  <p:embed/>
                </p:oleObj>
              </mc:Choice>
              <mc:Fallback>
                <p:oleObj name="Equation" r:id="rId3" imgW="38350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307825"/>
                        <a:ext cx="3835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9C945BF-245B-424A-8F11-32264D6292E5}"/>
              </a:ext>
            </a:extLst>
          </p:cNvPr>
          <p:cNvSpPr/>
          <p:nvPr/>
        </p:nvSpPr>
        <p:spPr>
          <a:xfrm>
            <a:off x="5383064" y="267493"/>
            <a:ext cx="1426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   ).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B02973-E65F-4DD4-8792-59D890023E59}"/>
              </a:ext>
            </a:extLst>
          </p:cNvPr>
          <p:cNvSpPr/>
          <p:nvPr/>
        </p:nvSpPr>
        <p:spPr>
          <a:xfrm>
            <a:off x="207283" y="827669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194E780-B7E5-4307-8E24-D0328D08498C}"/>
              </a:ext>
            </a:extLst>
          </p:cNvPr>
          <p:cNvGrpSpPr/>
          <p:nvPr/>
        </p:nvGrpSpPr>
        <p:grpSpPr>
          <a:xfrm>
            <a:off x="193305" y="769490"/>
            <a:ext cx="8803713" cy="1193763"/>
            <a:chOff x="232783" y="828563"/>
            <a:chExt cx="8803713" cy="1193763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DA2359B-08AE-472D-9227-6F4BB30B8C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6381403"/>
                </p:ext>
              </p:extLst>
            </p:nvPr>
          </p:nvGraphicFramePr>
          <p:xfrm>
            <a:off x="727803" y="946422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67" name="Equation" r:id="rId5" imgW="799920" imgH="380880" progId="Equation.DSMT4">
                    <p:embed/>
                  </p:oleObj>
                </mc:Choice>
                <mc:Fallback>
                  <p:oleObj name="Equation" r:id="rId5" imgW="7999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27803" y="946422"/>
                          <a:ext cx="800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EDF1D26-0D92-4ACB-A6FD-8D2C4B0EACB5}"/>
                </a:ext>
              </a:extLst>
            </p:cNvPr>
            <p:cNvSpPr/>
            <p:nvPr/>
          </p:nvSpPr>
          <p:spPr>
            <a:xfrm>
              <a:off x="1459496" y="906089"/>
              <a:ext cx="29523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是     的极大值；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0FD52FB-4EB5-43EB-AC5A-322FCC168C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6765363"/>
                </p:ext>
              </p:extLst>
            </p:nvPr>
          </p:nvGraphicFramePr>
          <p:xfrm>
            <a:off x="1877319" y="959121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68" name="Equation" r:id="rId7" imgW="685800" imgH="355320" progId="Equation.DSMT4">
                    <p:embed/>
                  </p:oleObj>
                </mc:Choice>
                <mc:Fallback>
                  <p:oleObj name="Equation" r:id="rId7" imgW="685800" imgH="3553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0DA2359B-08AE-472D-9227-6F4BB30B8C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77319" y="959121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4B23CF6-9C37-414E-974A-9E09B57B5ACB}"/>
                </a:ext>
              </a:extLst>
            </p:cNvPr>
            <p:cNvSpPr/>
            <p:nvPr/>
          </p:nvSpPr>
          <p:spPr>
            <a:xfrm>
              <a:off x="4047969" y="828563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21BD7BB5-5C8C-4535-AB41-711B13DA46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7536893"/>
                </p:ext>
              </p:extLst>
            </p:nvPr>
          </p:nvGraphicFramePr>
          <p:xfrm>
            <a:off x="4523325" y="886742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69" name="Equation" r:id="rId9" imgW="736560" imgH="380880" progId="Equation.DSMT4">
                    <p:embed/>
                  </p:oleObj>
                </mc:Choice>
                <mc:Fallback>
                  <p:oleObj name="Equation" r:id="rId9" imgW="736560" imgH="380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0DA2359B-08AE-472D-9227-6F4BB30B8C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23325" y="886742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480C973-5D42-40B4-9224-33C5A892C01E}"/>
                </a:ext>
              </a:extLst>
            </p:cNvPr>
            <p:cNvSpPr/>
            <p:nvPr/>
          </p:nvSpPr>
          <p:spPr>
            <a:xfrm>
              <a:off x="5223234" y="846707"/>
              <a:ext cx="29523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是     的极大值；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EC890E0E-4A0D-4506-82F2-095AC40FCC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5184645"/>
                </p:ext>
              </p:extLst>
            </p:nvPr>
          </p:nvGraphicFramePr>
          <p:xfrm>
            <a:off x="5672675" y="90579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0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60FD52FB-4EB5-43EB-AC5A-322FCC168C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672675" y="90579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E5AEB64-AB9A-4FDF-89F8-92A024553489}"/>
                </a:ext>
              </a:extLst>
            </p:cNvPr>
            <p:cNvSpPr/>
            <p:nvPr/>
          </p:nvSpPr>
          <p:spPr>
            <a:xfrm>
              <a:off x="232783" y="1560661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F2C583E-DF54-4695-9B9A-29E8B26D95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5940849"/>
                </p:ext>
              </p:extLst>
            </p:nvPr>
          </p:nvGraphicFramePr>
          <p:xfrm>
            <a:off x="827706" y="1600993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1" name="Equation" r:id="rId13" imgW="736560" imgH="380880" progId="Equation.DSMT4">
                    <p:embed/>
                  </p:oleObj>
                </mc:Choice>
                <mc:Fallback>
                  <p:oleObj name="Equation" r:id="rId13" imgW="736560" imgH="380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21BD7BB5-5C8C-4535-AB41-711B13DA46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7706" y="1600993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CBB8D04-C131-4000-991A-8F284D9A78BA}"/>
                </a:ext>
              </a:extLst>
            </p:cNvPr>
            <p:cNvSpPr/>
            <p:nvPr/>
          </p:nvSpPr>
          <p:spPr>
            <a:xfrm>
              <a:off x="1437138" y="1560660"/>
              <a:ext cx="25094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是     的极小值；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2C91A85F-2467-4F94-89EF-F348B65B16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2591137"/>
                </p:ext>
              </p:extLst>
            </p:nvPr>
          </p:nvGraphicFramePr>
          <p:xfrm>
            <a:off x="1884294" y="161667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2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EC890E0E-4A0D-4506-82F2-095AC40FCC2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884294" y="161667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54AF146-FBDC-4884-86BD-F040CAFCA846}"/>
                </a:ext>
              </a:extLst>
            </p:cNvPr>
            <p:cNvSpPr/>
            <p:nvPr/>
          </p:nvSpPr>
          <p:spPr>
            <a:xfrm>
              <a:off x="4105490" y="1524198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D04196AB-984C-44B1-9EA8-D05A91C1FF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520908"/>
                </p:ext>
              </p:extLst>
            </p:nvPr>
          </p:nvGraphicFramePr>
          <p:xfrm>
            <a:off x="4694469" y="1575357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3" name="Equation" r:id="rId17" imgW="1307880" imgH="380880" progId="Equation.DSMT4">
                    <p:embed/>
                  </p:oleObj>
                </mc:Choice>
                <mc:Fallback>
                  <p:oleObj name="Equation" r:id="rId17" imgW="1307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694469" y="1575357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602E6BC-7233-4B1D-96B4-CD086199699D}"/>
                </a:ext>
              </a:extLst>
            </p:cNvPr>
            <p:cNvSpPr/>
            <p:nvPr/>
          </p:nvSpPr>
          <p:spPr>
            <a:xfrm>
              <a:off x="5917866" y="1560660"/>
              <a:ext cx="311863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是曲线       的拐点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706553F6-FFAE-4698-82FA-383E1A6676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7120629"/>
                </p:ext>
              </p:extLst>
            </p:nvPr>
          </p:nvGraphicFramePr>
          <p:xfrm>
            <a:off x="6924731" y="1600993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4" name="Equation" r:id="rId19" imgW="1104840" imgH="342720" progId="Equation.DSMT4">
                    <p:embed/>
                  </p:oleObj>
                </mc:Choice>
                <mc:Fallback>
                  <p:oleObj name="Equation" r:id="rId19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924731" y="1600993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Rectangle 2">
            <a:extLst>
              <a:ext uri="{FF2B5EF4-FFF2-40B4-BE49-F238E27FC236}">
                <a16:creationId xmlns:a16="http://schemas.microsoft.com/office/drawing/2014/main" id="{01C66B5D-2FB8-4E8E-98D0-A791DCB3B13C}"/>
              </a:ext>
            </a:extLst>
          </p:cNvPr>
          <p:cNvSpPr txBox="1">
            <a:spLocks noChangeArrowheads="1"/>
          </p:cNvSpPr>
          <p:nvPr/>
        </p:nvSpPr>
        <p:spPr>
          <a:xfrm>
            <a:off x="665020" y="2509966"/>
            <a:ext cx="450596" cy="457555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D038687-D434-4255-A529-F0585B8544B3}"/>
              </a:ext>
            </a:extLst>
          </p:cNvPr>
          <p:cNvGrpSpPr/>
          <p:nvPr/>
        </p:nvGrpSpPr>
        <p:grpSpPr>
          <a:xfrm>
            <a:off x="1001797" y="2505856"/>
            <a:ext cx="7477182" cy="461665"/>
            <a:chOff x="1001798" y="2121217"/>
            <a:chExt cx="7477182" cy="4616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55B6B11-1FCB-47E0-A003-2C65195F48CF}"/>
                </a:ext>
              </a:extLst>
            </p:cNvPr>
            <p:cNvSpPr/>
            <p:nvPr/>
          </p:nvSpPr>
          <p:spPr>
            <a:xfrm>
              <a:off x="1001798" y="2121217"/>
              <a:ext cx="74771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400" b="1" dirty="0">
                  <a:latin typeface="+mj-ea"/>
                  <a:ea typeface="+mj-ea"/>
                </a:rPr>
                <a:t> </a:t>
              </a:r>
              <a:r>
                <a:rPr lang="zh-CN" altLang="zh-CN" sz="2400" b="1" dirty="0">
                  <a:latin typeface="+mj-ea"/>
                  <a:ea typeface="+mj-ea"/>
                  <a:cs typeface="Times New Roman" panose="02020603050405020304" pitchFamily="18" charset="0"/>
                </a:rPr>
                <a:t>由极值的第三充分条件易得</a:t>
              </a: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，     不是    的极值，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B0B6BEF1-3F1A-4F00-BF3C-3DCD0DEE98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88964"/>
                </p:ext>
              </p:extLst>
            </p:nvPr>
          </p:nvGraphicFramePr>
          <p:xfrm>
            <a:off x="5140703" y="2180898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5" name="Equation" r:id="rId21" imgW="736560" imgH="380880" progId="Equation.DSMT4">
                    <p:embed/>
                  </p:oleObj>
                </mc:Choice>
                <mc:Fallback>
                  <p:oleObj name="Equation" r:id="rId21" imgW="736560" imgH="380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21BD7BB5-5C8C-4535-AB41-711B13DA46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40703" y="2180898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EF94393B-DDB2-4E44-8D4C-169505C143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9020742"/>
                </p:ext>
              </p:extLst>
            </p:nvPr>
          </p:nvGraphicFramePr>
          <p:xfrm>
            <a:off x="6574103" y="221554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6" name="Equation" r:id="rId22" imgW="622080" imgH="342720" progId="Equation.DSMT4">
                    <p:embed/>
                  </p:oleObj>
                </mc:Choice>
                <mc:Fallback>
                  <p:oleObj name="Equation" r:id="rId22" imgW="62208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EC890E0E-4A0D-4506-82F2-095AC40FCC2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574103" y="221554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5C6699B-80F5-415E-836C-EFD6E75728E9}"/>
              </a:ext>
            </a:extLst>
          </p:cNvPr>
          <p:cNvGrpSpPr/>
          <p:nvPr/>
        </p:nvGrpSpPr>
        <p:grpSpPr>
          <a:xfrm>
            <a:off x="743609" y="3382789"/>
            <a:ext cx="4400549" cy="461665"/>
            <a:chOff x="743610" y="2998150"/>
            <a:chExt cx="4400549" cy="461665"/>
          </a:xfrm>
        </p:grpSpPr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4BBC3CF4-346F-46BD-909D-0AB19C9AAA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3952735"/>
                </p:ext>
              </p:extLst>
            </p:nvPr>
          </p:nvGraphicFramePr>
          <p:xfrm>
            <a:off x="743610" y="3075806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7" name="Equation" r:id="rId23" imgW="1307880" imgH="380880" progId="Equation.DSMT4">
                    <p:embed/>
                  </p:oleObj>
                </mc:Choice>
                <mc:Fallback>
                  <p:oleObj name="Equation" r:id="rId23" imgW="1307880" imgH="3808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D04196AB-984C-44B1-9EA8-D05A91C1FF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43610" y="3075806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295A5DB-93B3-43B6-9F90-D8336C38855E}"/>
                </a:ext>
              </a:extLst>
            </p:cNvPr>
            <p:cNvSpPr/>
            <p:nvPr/>
          </p:nvSpPr>
          <p:spPr>
            <a:xfrm>
              <a:off x="2025529" y="2998150"/>
              <a:ext cx="311863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是曲线       的拐点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919673E4-AE41-4941-88EE-1DAEC6E8DB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9799330"/>
                </p:ext>
              </p:extLst>
            </p:nvPr>
          </p:nvGraphicFramePr>
          <p:xfrm>
            <a:off x="3032394" y="3038483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78" name="Equation" r:id="rId24" imgW="1104840" imgH="342720" progId="Equation.DSMT4">
                    <p:embed/>
                  </p:oleObj>
                </mc:Choice>
                <mc:Fallback>
                  <p:oleObj name="Equation" r:id="rId24" imgW="110484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706553F6-FFAE-4698-82FA-383E1A6676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032394" y="3038483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68943391-329E-44C2-9CF7-9D135DE90A80}"/>
              </a:ext>
            </a:extLst>
          </p:cNvPr>
          <p:cNvSpPr/>
          <p:nvPr/>
        </p:nvSpPr>
        <p:spPr>
          <a:xfrm>
            <a:off x="5944347" y="246986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14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6966B4-CB56-45AD-95C1-ED78A096B5D0}"/>
              </a:ext>
            </a:extLst>
          </p:cNvPr>
          <p:cNvSpPr/>
          <p:nvPr/>
        </p:nvSpPr>
        <p:spPr>
          <a:xfrm>
            <a:off x="755576" y="26749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C8AE19-C33E-4F25-B4CD-BF121343AA2A}"/>
              </a:ext>
            </a:extLst>
          </p:cNvPr>
          <p:cNvSpPr/>
          <p:nvPr/>
        </p:nvSpPr>
        <p:spPr>
          <a:xfrm>
            <a:off x="1115616" y="267493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设函数        由方程              确定，试判断曲线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7FB4A64-CDF3-4377-BAB7-8780CD4BAD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51672"/>
              </p:ext>
            </p:extLst>
          </p:nvPr>
        </p:nvGraphicFramePr>
        <p:xfrm>
          <a:off x="2176463" y="327025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71" name="Equation" r:id="rId3" imgW="1104840" imgH="342720" progId="Equation.DSMT4">
                  <p:embed/>
                </p:oleObj>
              </mc:Choice>
              <mc:Fallback>
                <p:oleObj name="Equation" r:id="rId3" imgW="1104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6463" y="327025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8FD279D-3A41-426B-892A-1296B6449F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686860"/>
              </p:ext>
            </p:extLst>
          </p:nvPr>
        </p:nvGraphicFramePr>
        <p:xfrm>
          <a:off x="4283968" y="326875"/>
          <a:ext cx="201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72" name="Equation" r:id="rId5" imgW="2019240" imgH="342720" progId="Equation.DSMT4">
                  <p:embed/>
                </p:oleObj>
              </mc:Choice>
              <mc:Fallback>
                <p:oleObj name="Equation" r:id="rId5" imgW="2019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3968" y="326875"/>
                        <a:ext cx="201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B87C4DB-78AB-4A77-8B86-7B439F0E45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239756"/>
              </p:ext>
            </p:extLst>
          </p:nvPr>
        </p:nvGraphicFramePr>
        <p:xfrm>
          <a:off x="379729" y="91556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73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729" y="91556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B3C09B7-3A1A-412F-B46B-E19AF9B5C557}"/>
              </a:ext>
            </a:extLst>
          </p:cNvPr>
          <p:cNvSpPr/>
          <p:nvPr/>
        </p:nvSpPr>
        <p:spPr>
          <a:xfrm>
            <a:off x="899592" y="856183"/>
            <a:ext cx="3024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在    附近的凹凸性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1982F82-19DC-411B-979F-2924E6046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511982"/>
              </p:ext>
            </p:extLst>
          </p:nvPr>
        </p:nvGraphicFramePr>
        <p:xfrm>
          <a:off x="1270716" y="915566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74" name="Equation" r:id="rId9" imgW="545760" imgH="342720" progId="Equation.DSMT4">
                  <p:embed/>
                </p:oleObj>
              </mc:Choice>
              <mc:Fallback>
                <p:oleObj name="Equation" r:id="rId9" imgW="545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70716" y="915566"/>
                        <a:ext cx="54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EC6A65EF-930E-4DA9-9B82-A3E21B216617}"/>
              </a:ext>
            </a:extLst>
          </p:cNvPr>
          <p:cNvSpPr txBox="1">
            <a:spLocks noChangeArrowheads="1"/>
          </p:cNvSpPr>
          <p:nvPr/>
        </p:nvSpPr>
        <p:spPr>
          <a:xfrm>
            <a:off x="674294" y="1483997"/>
            <a:ext cx="450596" cy="457555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B5686AA-2840-4B40-92A1-36F114D8B40F}"/>
              </a:ext>
            </a:extLst>
          </p:cNvPr>
          <p:cNvGrpSpPr/>
          <p:nvPr/>
        </p:nvGrpSpPr>
        <p:grpSpPr>
          <a:xfrm>
            <a:off x="1115616" y="1492523"/>
            <a:ext cx="4896544" cy="461665"/>
            <a:chOff x="1115616" y="1492523"/>
            <a:chExt cx="4896544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80031B5-8854-4114-A691-892F672DDF87}"/>
                </a:ext>
              </a:extLst>
            </p:cNvPr>
            <p:cNvSpPr/>
            <p:nvPr/>
          </p:nvSpPr>
          <p:spPr>
            <a:xfrm>
              <a:off x="1115616" y="1492523"/>
              <a:ext cx="48965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对方程              两边求导得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3486D43-00B9-4470-9F26-6AE38BE2FD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2448249"/>
                </p:ext>
              </p:extLst>
            </p:nvPr>
          </p:nvGraphicFramePr>
          <p:xfrm>
            <a:off x="2199952" y="1551905"/>
            <a:ext cx="201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75" name="Equation" r:id="rId11" imgW="2019240" imgH="342720" progId="Equation.DSMT4">
                    <p:embed/>
                  </p:oleObj>
                </mc:Choice>
                <mc:Fallback>
                  <p:oleObj name="Equation" r:id="rId11" imgW="201924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F8FD279D-3A41-426B-892A-1296B6449F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99952" y="1551905"/>
                          <a:ext cx="2019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B8840AA-B55A-456A-91EB-B71809C265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225168"/>
              </p:ext>
            </p:extLst>
          </p:nvPr>
        </p:nvGraphicFramePr>
        <p:xfrm>
          <a:off x="5963272" y="1580206"/>
          <a:ext cx="2247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76" name="Equation" r:id="rId12" imgW="2247840" imgH="355320" progId="Equation.DSMT4">
                  <p:embed/>
                </p:oleObj>
              </mc:Choice>
              <mc:Fallback>
                <p:oleObj name="Equation" r:id="rId12" imgW="22478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63272" y="1580206"/>
                        <a:ext cx="2247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D81A9439-74D3-4BA6-98C7-C5CC843D131E}"/>
              </a:ext>
            </a:extLst>
          </p:cNvPr>
          <p:cNvGrpSpPr/>
          <p:nvPr/>
        </p:nvGrpSpPr>
        <p:grpSpPr>
          <a:xfrm>
            <a:off x="379729" y="2051691"/>
            <a:ext cx="1680862" cy="723900"/>
            <a:chOff x="379729" y="2051691"/>
            <a:chExt cx="1680862" cy="7239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E0354AE-A1BE-4C1A-A431-EE2A77096CDA}"/>
                </a:ext>
              </a:extLst>
            </p:cNvPr>
            <p:cNvSpPr/>
            <p:nvPr/>
          </p:nvSpPr>
          <p:spPr>
            <a:xfrm>
              <a:off x="379729" y="2182809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2C86557-4F26-4F99-B731-08E5E83CB8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8627020"/>
                </p:ext>
              </p:extLst>
            </p:nvPr>
          </p:nvGraphicFramePr>
          <p:xfrm>
            <a:off x="866791" y="2051691"/>
            <a:ext cx="1193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77" name="Equation" r:id="rId14" imgW="1193760" imgH="723600" progId="Equation.DSMT4">
                    <p:embed/>
                  </p:oleObj>
                </mc:Choice>
                <mc:Fallback>
                  <p:oleObj name="Equation" r:id="rId14" imgW="11937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66791" y="2051691"/>
                          <a:ext cx="1193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E49747C-196C-4791-870E-6244C2AEA332}"/>
              </a:ext>
            </a:extLst>
          </p:cNvPr>
          <p:cNvGrpSpPr/>
          <p:nvPr/>
        </p:nvGrpSpPr>
        <p:grpSpPr>
          <a:xfrm>
            <a:off x="1066728" y="2873094"/>
            <a:ext cx="5449488" cy="461665"/>
            <a:chOff x="1066728" y="2873094"/>
            <a:chExt cx="5449488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7454F46-009F-40F6-9D67-3C536764AB59}"/>
                </a:ext>
              </a:extLst>
            </p:cNvPr>
            <p:cNvSpPr/>
            <p:nvPr/>
          </p:nvSpPr>
          <p:spPr>
            <a:xfrm>
              <a:off x="1066728" y="2873094"/>
              <a:ext cx="54494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对方程               两边求导得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EBC6AF3-9183-4744-8624-6438455F0A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8620993"/>
                </p:ext>
              </p:extLst>
            </p:nvPr>
          </p:nvGraphicFramePr>
          <p:xfrm>
            <a:off x="2117402" y="2926126"/>
            <a:ext cx="21844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78" name="Equation" r:id="rId16" imgW="2184120" imgH="355320" progId="Equation.DSMT4">
                    <p:embed/>
                  </p:oleObj>
                </mc:Choice>
                <mc:Fallback>
                  <p:oleObj name="Equation" r:id="rId16" imgW="2184120" imgH="3553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CB8840AA-B55A-456A-91EB-B71809C2657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117402" y="2926126"/>
                          <a:ext cx="21844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2C63CFC-529A-47EB-A4A8-38E40A95B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240565"/>
              </p:ext>
            </p:extLst>
          </p:nvPr>
        </p:nvGraphicFramePr>
        <p:xfrm>
          <a:off x="6008228" y="2719015"/>
          <a:ext cx="2832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79" name="Equation" r:id="rId18" imgW="2831760" imgH="787320" progId="Equation.DSMT4">
                  <p:embed/>
                </p:oleObj>
              </mc:Choice>
              <mc:Fallback>
                <p:oleObj name="Equation" r:id="rId18" imgW="28317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08228" y="2719015"/>
                        <a:ext cx="2832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534FBC-35D1-474A-8277-A27E5D628756}"/>
              </a:ext>
            </a:extLst>
          </p:cNvPr>
          <p:cNvGrpSpPr/>
          <p:nvPr/>
        </p:nvGrpSpPr>
        <p:grpSpPr>
          <a:xfrm>
            <a:off x="379729" y="3447509"/>
            <a:ext cx="1875237" cy="736600"/>
            <a:chOff x="379729" y="3447509"/>
            <a:chExt cx="1875237" cy="7366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339B8BB-2E6A-48D4-AC3E-9EA85BCEF16B}"/>
                </a:ext>
              </a:extLst>
            </p:cNvPr>
            <p:cNvSpPr/>
            <p:nvPr/>
          </p:nvSpPr>
          <p:spPr>
            <a:xfrm>
              <a:off x="379729" y="359894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endParaRPr lang="zh-CN" altLang="en-US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18F759A2-5C69-4F77-AAED-0E7DAEDFE7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7909895"/>
                </p:ext>
              </p:extLst>
            </p:nvPr>
          </p:nvGraphicFramePr>
          <p:xfrm>
            <a:off x="832566" y="3447509"/>
            <a:ext cx="1422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80" name="Equation" r:id="rId20" imgW="1422360" imgH="736560" progId="Equation.DSMT4">
                    <p:embed/>
                  </p:oleObj>
                </mc:Choice>
                <mc:Fallback>
                  <p:oleObj name="Equation" r:id="rId20" imgW="14223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32566" y="3447509"/>
                          <a:ext cx="14224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386A7E2-1CA8-4EDB-B24C-A80A9BD7766D}"/>
              </a:ext>
            </a:extLst>
          </p:cNvPr>
          <p:cNvGrpSpPr/>
          <p:nvPr/>
        </p:nvGrpSpPr>
        <p:grpSpPr>
          <a:xfrm>
            <a:off x="1029094" y="4296859"/>
            <a:ext cx="5631138" cy="461665"/>
            <a:chOff x="1029094" y="4296859"/>
            <a:chExt cx="5631138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060BF24-587D-4AAE-8C67-C57BD92B4393}"/>
                </a:ext>
              </a:extLst>
            </p:cNvPr>
            <p:cNvSpPr/>
            <p:nvPr/>
          </p:nvSpPr>
          <p:spPr>
            <a:xfrm>
              <a:off x="1029094" y="4296859"/>
              <a:ext cx="56311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因此曲线        在点    附近为凸弧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9B1FA71D-C25F-4968-9611-1918CD053F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6863887"/>
                </p:ext>
              </p:extLst>
            </p:nvPr>
          </p:nvGraphicFramePr>
          <p:xfrm>
            <a:off x="2411760" y="4356241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81" name="Equation" r:id="rId22" imgW="1104840" imgH="342720" progId="Equation.DSMT4">
                    <p:embed/>
                  </p:oleObj>
                </mc:Choice>
                <mc:Fallback>
                  <p:oleObj name="Equation" r:id="rId22" imgW="110484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17FB4A64-CDF3-4377-BAB7-8780CD4BAD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11760" y="4356241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62DB7A22-2BBE-4083-951D-B3E3583F37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6122318"/>
                </p:ext>
              </p:extLst>
            </p:nvPr>
          </p:nvGraphicFramePr>
          <p:xfrm>
            <a:off x="4219252" y="4356241"/>
            <a:ext cx="54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82" name="Equation" r:id="rId23" imgW="545760" imgH="342720" progId="Equation.DSMT4">
                    <p:embed/>
                  </p:oleObj>
                </mc:Choice>
                <mc:Fallback>
                  <p:oleObj name="Equation" r:id="rId23" imgW="54576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D1982F82-19DC-411B-979F-2924E6046D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19252" y="4356241"/>
                          <a:ext cx="546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3836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719C0A-10B1-4F2A-9674-0FB99C7E4D31}"/>
              </a:ext>
            </a:extLst>
          </p:cNvPr>
          <p:cNvSpPr/>
          <p:nvPr/>
        </p:nvSpPr>
        <p:spPr>
          <a:xfrm>
            <a:off x="755576" y="26749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731775-A1D6-467B-960A-2CEF5277BCC8}"/>
              </a:ext>
            </a:extLst>
          </p:cNvPr>
          <p:cNvSpPr/>
          <p:nvPr/>
        </p:nvSpPr>
        <p:spPr>
          <a:xfrm>
            <a:off x="1043608" y="28299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9F4A8FE-C28B-419A-8E89-2D15837002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593983"/>
              </p:ext>
            </p:extLst>
          </p:nvPr>
        </p:nvGraphicFramePr>
        <p:xfrm>
          <a:off x="1450975" y="120128"/>
          <a:ext cx="264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84" name="Equation" r:id="rId3" imgW="2641320" imgH="787320" progId="Equation.DSMT4">
                  <p:embed/>
                </p:oleObj>
              </mc:Choice>
              <mc:Fallback>
                <p:oleObj name="Equation" r:id="rId3" imgW="26413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50975" y="120128"/>
                        <a:ext cx="2641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977BBAB-A0CE-4AF4-A349-0FB11E918BF2}"/>
              </a:ext>
            </a:extLst>
          </p:cNvPr>
          <p:cNvSpPr/>
          <p:nvPr/>
        </p:nvSpPr>
        <p:spPr>
          <a:xfrm>
            <a:off x="4077954" y="255306"/>
            <a:ext cx="36150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则在     处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       ).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7615C2F-3211-453B-8E97-210369A5D0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973042"/>
              </p:ext>
            </p:extLst>
          </p:nvPr>
        </p:nvGraphicFramePr>
        <p:xfrm>
          <a:off x="4788024" y="396726"/>
          <a:ext cx="660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85" name="Equation" r:id="rId5" imgW="660240" imgH="203040" progId="Equation.DSMT4">
                  <p:embed/>
                </p:oleObj>
              </mc:Choice>
              <mc:Fallback>
                <p:oleObj name="Equation" r:id="rId5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8024" y="396726"/>
                        <a:ext cx="660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10B995B8-5FB4-4035-977B-D608DEA5CE3D}"/>
              </a:ext>
            </a:extLst>
          </p:cNvPr>
          <p:cNvGrpSpPr/>
          <p:nvPr/>
        </p:nvGrpSpPr>
        <p:grpSpPr>
          <a:xfrm>
            <a:off x="755576" y="930981"/>
            <a:ext cx="2016199" cy="477167"/>
            <a:chOff x="172411" y="907528"/>
            <a:chExt cx="2016199" cy="47716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C93ADA0-B157-40C0-AAA1-705AD8BAD1DE}"/>
                </a:ext>
              </a:extLst>
            </p:cNvPr>
            <p:cNvSpPr/>
            <p:nvPr/>
          </p:nvSpPr>
          <p:spPr>
            <a:xfrm>
              <a:off x="172411" y="907528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DFFABA6-72C1-477E-B84F-FF600910D2AF}"/>
                </a:ext>
              </a:extLst>
            </p:cNvPr>
            <p:cNvSpPr/>
            <p:nvPr/>
          </p:nvSpPr>
          <p:spPr>
            <a:xfrm>
              <a:off x="1248019" y="923030"/>
              <a:ext cx="94059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连续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4A027D2-99EA-4419-A63F-8F66897E02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656348"/>
                </p:ext>
              </p:extLst>
            </p:nvPr>
          </p:nvGraphicFramePr>
          <p:xfrm>
            <a:off x="732458" y="99889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86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32458" y="99889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16A8F8B-6C89-4593-AE48-A3DC54742552}"/>
              </a:ext>
            </a:extLst>
          </p:cNvPr>
          <p:cNvGrpSpPr/>
          <p:nvPr/>
        </p:nvGrpSpPr>
        <p:grpSpPr>
          <a:xfrm>
            <a:off x="4262635" y="879197"/>
            <a:ext cx="3142075" cy="489065"/>
            <a:chOff x="4670285" y="1015305"/>
            <a:chExt cx="3142075" cy="4890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7CA1D40-E3AB-42D2-836A-ED0EDCB34F36}"/>
                </a:ext>
              </a:extLst>
            </p:cNvPr>
            <p:cNvSpPr/>
            <p:nvPr/>
          </p:nvSpPr>
          <p:spPr>
            <a:xfrm>
              <a:off x="4670285" y="1015305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A817E31-4232-4818-8D62-11ADCE466B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5798527"/>
                </p:ext>
              </p:extLst>
            </p:nvPr>
          </p:nvGraphicFramePr>
          <p:xfrm>
            <a:off x="5237963" y="110208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87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84A027D2-99EA-4419-A63F-8F66897E02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37963" y="110208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D16A9C9-96AC-4F57-9DF0-45B902D88C54}"/>
                </a:ext>
              </a:extLst>
            </p:cNvPr>
            <p:cNvSpPr/>
            <p:nvPr/>
          </p:nvSpPr>
          <p:spPr>
            <a:xfrm>
              <a:off x="5780461" y="1042705"/>
              <a:ext cx="20318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取到极大值</a:t>
              </a:r>
              <a:endParaRPr lang="zh-CN" altLang="en-US" sz="2400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4692E41-4542-4F3A-B7C0-013F9989AE20}"/>
              </a:ext>
            </a:extLst>
          </p:cNvPr>
          <p:cNvGrpSpPr/>
          <p:nvPr/>
        </p:nvGrpSpPr>
        <p:grpSpPr>
          <a:xfrm>
            <a:off x="724659" y="1438018"/>
            <a:ext cx="3142075" cy="489065"/>
            <a:chOff x="4670285" y="1015305"/>
            <a:chExt cx="3142075" cy="4890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DEDF761-084C-49B8-8B7F-1E99D0961125}"/>
                </a:ext>
              </a:extLst>
            </p:cNvPr>
            <p:cNvSpPr/>
            <p:nvPr/>
          </p:nvSpPr>
          <p:spPr>
            <a:xfrm>
              <a:off x="4670285" y="1015305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3960129-8382-4FFD-A37A-E5E7F5C57E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888441"/>
                </p:ext>
              </p:extLst>
            </p:nvPr>
          </p:nvGraphicFramePr>
          <p:xfrm>
            <a:off x="5237963" y="110208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88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3A817E31-4232-4818-8D62-11ADCE466B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37963" y="110208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5CA2CB4-3BF3-4BB6-B790-E7A4DC4C8001}"/>
                </a:ext>
              </a:extLst>
            </p:cNvPr>
            <p:cNvSpPr/>
            <p:nvPr/>
          </p:nvSpPr>
          <p:spPr>
            <a:xfrm>
              <a:off x="5780461" y="1042705"/>
              <a:ext cx="20318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取到极小值</a:t>
              </a:r>
              <a:endParaRPr lang="zh-CN" altLang="en-US" sz="2400" dirty="0"/>
            </a:p>
          </p:txBody>
        </p:sp>
      </p:grpSp>
      <p:sp>
        <p:nvSpPr>
          <p:cNvPr id="24" name="Rectangle 2">
            <a:extLst>
              <a:ext uri="{FF2B5EF4-FFF2-40B4-BE49-F238E27FC236}">
                <a16:creationId xmlns:a16="http://schemas.microsoft.com/office/drawing/2014/main" id="{0499BDC1-BD0A-4086-B2BD-8AA492455DC4}"/>
              </a:ext>
            </a:extLst>
          </p:cNvPr>
          <p:cNvSpPr txBox="1">
            <a:spLocks noChangeArrowheads="1"/>
          </p:cNvSpPr>
          <p:nvPr/>
        </p:nvSpPr>
        <p:spPr>
          <a:xfrm>
            <a:off x="772296" y="1937598"/>
            <a:ext cx="507872" cy="457555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1E90B50-7F00-4AE0-92C1-10471B355B35}"/>
              </a:ext>
            </a:extLst>
          </p:cNvPr>
          <p:cNvGrpSpPr/>
          <p:nvPr/>
        </p:nvGrpSpPr>
        <p:grpSpPr>
          <a:xfrm>
            <a:off x="4294656" y="1400244"/>
            <a:ext cx="4155142" cy="469569"/>
            <a:chOff x="4944234" y="1778120"/>
            <a:chExt cx="4155142" cy="469569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B072E66-D665-4FB9-A8F8-3DFCB90457E2}"/>
                </a:ext>
              </a:extLst>
            </p:cNvPr>
            <p:cNvSpPr/>
            <p:nvPr/>
          </p:nvSpPr>
          <p:spPr>
            <a:xfrm>
              <a:off x="4944234" y="1786024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12C4BC10-C248-45A2-9B50-CF6E43BDD6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6639934"/>
                </p:ext>
              </p:extLst>
            </p:nvPr>
          </p:nvGraphicFramePr>
          <p:xfrm>
            <a:off x="5491924" y="183750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89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3A817E31-4232-4818-8D62-11ADCE466B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491924" y="183750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8450EE8-4B9E-43A9-BD19-943A0FBAB1FE}"/>
                </a:ext>
              </a:extLst>
            </p:cNvPr>
            <p:cNvSpPr/>
            <p:nvPr/>
          </p:nvSpPr>
          <p:spPr>
            <a:xfrm>
              <a:off x="6083208" y="1778120"/>
              <a:ext cx="20318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的导数存在且</a:t>
              </a:r>
              <a:endParaRPr lang="zh-CN" altLang="en-US" sz="2400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9D1C32B1-0B9A-4104-A1EE-040F7A8435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419837"/>
                </p:ext>
              </p:extLst>
            </p:nvPr>
          </p:nvGraphicFramePr>
          <p:xfrm>
            <a:off x="7956376" y="1846156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90" name="Equation" r:id="rId13" imgW="1143000" imgH="355320" progId="Equation.DSMT4">
                    <p:embed/>
                  </p:oleObj>
                </mc:Choice>
                <mc:Fallback>
                  <p:oleObj name="Equation" r:id="rId13" imgW="11430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956376" y="1846156"/>
                          <a:ext cx="1143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36246F8-98B9-4A31-9619-7ADA73445184}"/>
              </a:ext>
            </a:extLst>
          </p:cNvPr>
          <p:cNvGrpSpPr/>
          <p:nvPr/>
        </p:nvGrpSpPr>
        <p:grpSpPr>
          <a:xfrm>
            <a:off x="1264739" y="1982367"/>
            <a:ext cx="3720633" cy="521194"/>
            <a:chOff x="1264739" y="1982367"/>
            <a:chExt cx="3720633" cy="52119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620EAA6-45C6-492E-A380-C6A02AC4DFA3}"/>
                </a:ext>
              </a:extLst>
            </p:cNvPr>
            <p:cNvSpPr/>
            <p:nvPr/>
          </p:nvSpPr>
          <p:spPr>
            <a:xfrm>
              <a:off x="1264739" y="1982367"/>
              <a:ext cx="12563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由题意</a:t>
              </a:r>
              <a:endParaRPr lang="zh-CN" altLang="en-US" dirty="0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DE908579-6C73-4D3C-B0E7-4142F855D1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8893014"/>
                </p:ext>
              </p:extLst>
            </p:nvPr>
          </p:nvGraphicFramePr>
          <p:xfrm>
            <a:off x="2356472" y="2020961"/>
            <a:ext cx="26289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91" name="Equation" r:id="rId15" imgW="2628720" imgH="482400" progId="Equation.DSMT4">
                    <p:embed/>
                  </p:oleObj>
                </mc:Choice>
                <mc:Fallback>
                  <p:oleObj name="Equation" r:id="rId15" imgW="26287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356472" y="2020961"/>
                          <a:ext cx="26289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28147633-D5A4-4A5C-A103-435CF2F8EE43}"/>
              </a:ext>
            </a:extLst>
          </p:cNvPr>
          <p:cNvGrpSpPr/>
          <p:nvPr/>
        </p:nvGrpSpPr>
        <p:grpSpPr>
          <a:xfrm>
            <a:off x="4971098" y="1982366"/>
            <a:ext cx="2835425" cy="541982"/>
            <a:chOff x="4971098" y="1982366"/>
            <a:chExt cx="2835425" cy="54198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216888E-48B0-4F94-9C92-A8D2C1537BC3}"/>
                </a:ext>
              </a:extLst>
            </p:cNvPr>
            <p:cNvSpPr/>
            <p:nvPr/>
          </p:nvSpPr>
          <p:spPr>
            <a:xfrm>
              <a:off x="4971098" y="1982366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即有</a:t>
              </a:r>
              <a:endParaRPr lang="zh-CN" altLang="en-US" dirty="0"/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28B304DC-BD87-413C-B7C7-27D55BE5D5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1360257"/>
                </p:ext>
              </p:extLst>
            </p:nvPr>
          </p:nvGraphicFramePr>
          <p:xfrm>
            <a:off x="5774523" y="2041748"/>
            <a:ext cx="20320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92" name="Equation" r:id="rId17" imgW="2031840" imgH="482400" progId="Equation.DSMT4">
                    <p:embed/>
                  </p:oleObj>
                </mc:Choice>
                <mc:Fallback>
                  <p:oleObj name="Equation" r:id="rId17" imgW="203184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774523" y="2041748"/>
                          <a:ext cx="20320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5E41D5F8-49FE-4BEE-9825-A939D08D1DD5}"/>
              </a:ext>
            </a:extLst>
          </p:cNvPr>
          <p:cNvSpPr/>
          <p:nvPr/>
        </p:nvSpPr>
        <p:spPr>
          <a:xfrm>
            <a:off x="7806523" y="19865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故</a:t>
            </a:r>
            <a:endParaRPr lang="zh-CN" altLang="en-US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EE4E58C-653F-439B-97C7-F6176868A127}"/>
              </a:ext>
            </a:extLst>
          </p:cNvPr>
          <p:cNvGrpSpPr/>
          <p:nvPr/>
        </p:nvGrpSpPr>
        <p:grpSpPr>
          <a:xfrm>
            <a:off x="213035" y="2565909"/>
            <a:ext cx="2916644" cy="461665"/>
            <a:chOff x="213035" y="2565909"/>
            <a:chExt cx="2916644" cy="461665"/>
          </a:xfrm>
        </p:grpSpPr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CA121473-FA97-426F-9ADF-B86D13882B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7606355"/>
                </p:ext>
              </p:extLst>
            </p:nvPr>
          </p:nvGraphicFramePr>
          <p:xfrm>
            <a:off x="213035" y="263263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93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84A027D2-99EA-4419-A63F-8F66897E02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3035" y="263263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59DE7E4-7948-41C3-9C0E-2184928D90BC}"/>
                </a:ext>
              </a:extLst>
            </p:cNvPr>
            <p:cNvSpPr/>
            <p:nvPr/>
          </p:nvSpPr>
          <p:spPr>
            <a:xfrm>
              <a:off x="746166" y="2565909"/>
              <a:ext cx="238351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在     处连续；</a:t>
              </a:r>
              <a:endParaRPr lang="zh-CN" altLang="en-US" sz="2400" dirty="0"/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DBA6E117-8FBF-41B9-86EC-A0DDCCFF9D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6132118"/>
                </p:ext>
              </p:extLst>
            </p:nvPr>
          </p:nvGraphicFramePr>
          <p:xfrm>
            <a:off x="1236631" y="2695142"/>
            <a:ext cx="660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94" name="Equation" r:id="rId20" imgW="660240" imgH="203040" progId="Equation.DSMT4">
                    <p:embed/>
                  </p:oleObj>
                </mc:Choice>
                <mc:Fallback>
                  <p:oleObj name="Equation" r:id="rId20" imgW="6602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236631" y="2695142"/>
                          <a:ext cx="6604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B38419A-0D30-46EE-9D98-841CA2E56430}"/>
              </a:ext>
            </a:extLst>
          </p:cNvPr>
          <p:cNvGrpSpPr/>
          <p:nvPr/>
        </p:nvGrpSpPr>
        <p:grpSpPr>
          <a:xfrm>
            <a:off x="866019" y="3022359"/>
            <a:ext cx="5158567" cy="736600"/>
            <a:chOff x="866019" y="3022359"/>
            <a:chExt cx="5158567" cy="736600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D5E5014-F99F-42EA-9BFD-3A17FF06C68C}"/>
                </a:ext>
              </a:extLst>
            </p:cNvPr>
            <p:cNvSpPr/>
            <p:nvPr/>
          </p:nvSpPr>
          <p:spPr>
            <a:xfrm>
              <a:off x="866019" y="3124395"/>
              <a:ext cx="12563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由题意</a:t>
              </a:r>
              <a:endParaRPr lang="zh-CN" altLang="en-US" dirty="0"/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C7D666F3-85F2-49CA-9135-C1B5F18970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7606488"/>
                </p:ext>
              </p:extLst>
            </p:nvPr>
          </p:nvGraphicFramePr>
          <p:xfrm>
            <a:off x="1899939" y="3022359"/>
            <a:ext cx="2489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95" name="Equation" r:id="rId22" imgW="2489040" imgH="736560" progId="Equation.DSMT4">
                    <p:embed/>
                  </p:oleObj>
                </mc:Choice>
                <mc:Fallback>
                  <p:oleObj name="Equation" r:id="rId22" imgW="24890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899939" y="3022359"/>
                          <a:ext cx="2489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E7CBCB2-EEE2-4B47-AA95-A3B7ED116CDB}"/>
                </a:ext>
              </a:extLst>
            </p:cNvPr>
            <p:cNvSpPr/>
            <p:nvPr/>
          </p:nvSpPr>
          <p:spPr>
            <a:xfrm>
              <a:off x="4381108" y="3183660"/>
              <a:ext cx="6171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endParaRPr lang="zh-CN" altLang="en-US" dirty="0"/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A9E5E998-7DC6-48C3-9BAC-27802E279C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7489333"/>
                </p:ext>
              </p:extLst>
            </p:nvPr>
          </p:nvGraphicFramePr>
          <p:xfrm>
            <a:off x="4818086" y="3243190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96" name="Equation" r:id="rId24" imgW="1206360" imgH="355320" progId="Equation.DSMT4">
                    <p:embed/>
                  </p:oleObj>
                </mc:Choice>
                <mc:Fallback>
                  <p:oleObj name="Equation" r:id="rId24" imgW="12063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818086" y="3243190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C7646E4-029E-409E-9B2B-860C0F3622EC}"/>
              </a:ext>
            </a:extLst>
          </p:cNvPr>
          <p:cNvGrpSpPr/>
          <p:nvPr/>
        </p:nvGrpSpPr>
        <p:grpSpPr>
          <a:xfrm>
            <a:off x="638916" y="3753169"/>
            <a:ext cx="7500445" cy="461665"/>
            <a:chOff x="638916" y="3753169"/>
            <a:chExt cx="7500445" cy="461665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A3D626E-19D0-47A3-8DE0-E0B5C48C0AC3}"/>
                </a:ext>
              </a:extLst>
            </p:cNvPr>
            <p:cNvSpPr/>
            <p:nvPr/>
          </p:nvSpPr>
          <p:spPr>
            <a:xfrm>
              <a:off x="638916" y="3753169"/>
              <a:ext cx="750044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由极限的局部保号性，存在     的某去心邻域，使得</a:t>
              </a:r>
              <a:endParaRPr lang="zh-CN" altLang="en-US" dirty="0"/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4BFE053E-4C44-45A1-9943-39B8661C63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61906"/>
                </p:ext>
              </p:extLst>
            </p:nvPr>
          </p:nvGraphicFramePr>
          <p:xfrm>
            <a:off x="4457824" y="3882401"/>
            <a:ext cx="660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97" name="Equation" r:id="rId26" imgW="660240" imgH="203040" progId="Equation.DSMT4">
                    <p:embed/>
                  </p:oleObj>
                </mc:Choice>
                <mc:Fallback>
                  <p:oleObj name="Equation" r:id="rId26" imgW="6602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4457824" y="3882401"/>
                          <a:ext cx="6604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8C102048-B955-4913-8AC4-13AE0FE902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458844"/>
              </p:ext>
            </p:extLst>
          </p:nvPr>
        </p:nvGraphicFramePr>
        <p:xfrm>
          <a:off x="244079" y="4291645"/>
          <a:ext cx="2057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98" name="Equation" r:id="rId28" imgW="2057400" imgH="787320" progId="Equation.DSMT4">
                  <p:embed/>
                </p:oleObj>
              </mc:Choice>
              <mc:Fallback>
                <p:oleObj name="Equation" r:id="rId28" imgW="20574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44079" y="4291645"/>
                        <a:ext cx="2057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>
            <a:extLst>
              <a:ext uri="{FF2B5EF4-FFF2-40B4-BE49-F238E27FC236}">
                <a16:creationId xmlns:a16="http://schemas.microsoft.com/office/drawing/2014/main" id="{9FAC91C0-0480-4E4E-A427-EDDD1B9B3F9F}"/>
              </a:ext>
            </a:extLst>
          </p:cNvPr>
          <p:cNvSpPr/>
          <p:nvPr/>
        </p:nvSpPr>
        <p:spPr>
          <a:xfrm>
            <a:off x="2354193" y="439060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而</a:t>
            </a:r>
            <a:endParaRPr lang="zh-CN" altLang="en-US" dirty="0"/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91028C60-CF14-4C36-BD88-7105B41167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933580"/>
              </p:ext>
            </p:extLst>
          </p:nvPr>
        </p:nvGraphicFramePr>
        <p:xfrm>
          <a:off x="2771775" y="4418241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99" name="Equation" r:id="rId30" imgW="1485720" imgH="406080" progId="Equation.DSMT4">
                  <p:embed/>
                </p:oleObj>
              </mc:Choice>
              <mc:Fallback>
                <p:oleObj name="Equation" r:id="rId30" imgW="1485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771775" y="4418241"/>
                        <a:ext cx="1485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>
            <a:extLst>
              <a:ext uri="{FF2B5EF4-FFF2-40B4-BE49-F238E27FC236}">
                <a16:creationId xmlns:a16="http://schemas.microsoft.com/office/drawing/2014/main" id="{092A379F-C4EC-420A-A14C-8E04D361C44D}"/>
              </a:ext>
            </a:extLst>
          </p:cNvPr>
          <p:cNvSpPr/>
          <p:nvPr/>
        </p:nvSpPr>
        <p:spPr>
          <a:xfrm>
            <a:off x="4215315" y="441248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故</a:t>
            </a:r>
            <a:endParaRPr lang="zh-CN" altLang="en-US" dirty="0"/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7BE6768C-B277-4FBF-9CD3-6A836756A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848562"/>
              </p:ext>
            </p:extLst>
          </p:nvPr>
        </p:nvGraphicFramePr>
        <p:xfrm>
          <a:off x="4695153" y="4481741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00" name="Equation" r:id="rId32" imgW="1574640" imgH="342720" progId="Equation.DSMT4">
                  <p:embed/>
                </p:oleObj>
              </mc:Choice>
              <mc:Fallback>
                <p:oleObj name="Equation" r:id="rId32" imgW="1574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695153" y="4481741"/>
                        <a:ext cx="157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 47">
            <a:extLst>
              <a:ext uri="{FF2B5EF4-FFF2-40B4-BE49-F238E27FC236}">
                <a16:creationId xmlns:a16="http://schemas.microsoft.com/office/drawing/2014/main" id="{B566A65D-6573-465E-9B0F-CCA8CFDCA9D4}"/>
              </a:ext>
            </a:extLst>
          </p:cNvPr>
          <p:cNvSpPr/>
          <p:nvPr/>
        </p:nvSpPr>
        <p:spPr>
          <a:xfrm>
            <a:off x="5914737" y="255305"/>
            <a:ext cx="1144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378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2" grpId="0"/>
      <p:bldP spid="43" grpId="0"/>
      <p:bldP spid="45" grpId="0"/>
      <p:bldP spid="4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71E3BAB-7A72-4268-812D-61E258B44476}"/>
              </a:ext>
            </a:extLst>
          </p:cNvPr>
          <p:cNvGrpSpPr/>
          <p:nvPr/>
        </p:nvGrpSpPr>
        <p:grpSpPr>
          <a:xfrm>
            <a:off x="377788" y="195486"/>
            <a:ext cx="8388424" cy="774700"/>
            <a:chOff x="755576" y="38968"/>
            <a:chExt cx="8388424" cy="7747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F99B713-E4FE-43E3-BDDC-26003097B79E}"/>
                </a:ext>
              </a:extLst>
            </p:cNvPr>
            <p:cNvSpPr/>
            <p:nvPr/>
          </p:nvSpPr>
          <p:spPr>
            <a:xfrm>
              <a:off x="755576" y="195486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</a:t>
              </a:r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E8B2B2E-B9C7-4DF0-A228-106FB48B61E5}"/>
                </a:ext>
              </a:extLst>
            </p:cNvPr>
            <p:cNvSpPr/>
            <p:nvPr/>
          </p:nvSpPr>
          <p:spPr>
            <a:xfrm>
              <a:off x="1043608" y="195486"/>
              <a:ext cx="52565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设     在       内有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二阶连续导数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D0F462F-04AE-4590-A7C8-8EB293ED11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1046273"/>
                </p:ext>
              </p:extLst>
            </p:nvPr>
          </p:nvGraphicFramePr>
          <p:xfrm>
            <a:off x="1475656" y="25486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76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75656" y="25486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E6B7E06-512B-4ED6-838E-B82C4E94B5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7494816"/>
                </p:ext>
              </p:extLst>
            </p:nvPr>
          </p:nvGraphicFramePr>
          <p:xfrm>
            <a:off x="2555776" y="279705"/>
            <a:ext cx="914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77" name="Equation" r:id="rId5" imgW="914400" imgH="342720" progId="Equation.DSMT4">
                    <p:embed/>
                  </p:oleObj>
                </mc:Choice>
                <mc:Fallback>
                  <p:oleObj name="Equation" r:id="rId5" imgW="9144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5776" y="279705"/>
                          <a:ext cx="914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A6A0D54-9AA8-4DA2-B51B-EC704FDB01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4755543"/>
                </p:ext>
              </p:extLst>
            </p:nvPr>
          </p:nvGraphicFramePr>
          <p:xfrm>
            <a:off x="6154762" y="254868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78" name="Equation" r:id="rId7" imgW="1206360" imgH="355320" progId="Equation.DSMT4">
                    <p:embed/>
                  </p:oleObj>
                </mc:Choice>
                <mc:Fallback>
                  <p:oleObj name="Equation" r:id="rId7" imgW="12063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54762" y="254868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9383E37-1DF2-4908-AD9C-97126CB880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3962457"/>
                </p:ext>
              </p:extLst>
            </p:nvPr>
          </p:nvGraphicFramePr>
          <p:xfrm>
            <a:off x="7391400" y="38968"/>
            <a:ext cx="17526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79" name="Equation" r:id="rId9" imgW="1752480" imgH="774360" progId="Equation.DSMT4">
                    <p:embed/>
                  </p:oleObj>
                </mc:Choice>
                <mc:Fallback>
                  <p:oleObj name="Equation" r:id="rId9" imgW="175248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391400" y="38968"/>
                          <a:ext cx="17526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DC553E0-E632-4DBA-BEA8-42EE0E658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987838"/>
              </p:ext>
            </p:extLst>
          </p:nvPr>
        </p:nvGraphicFramePr>
        <p:xfrm>
          <a:off x="406681" y="970186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0" name="Equation" r:id="rId11" imgW="927000" imgH="342720" progId="Equation.DSMT4">
                  <p:embed/>
                </p:oleObj>
              </mc:Choice>
              <mc:Fallback>
                <p:oleObj name="Equation" r:id="rId11" imgW="927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6681" y="970186"/>
                        <a:ext cx="927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F0BDDDE7-CC86-4255-AEA6-31FCA90D4550}"/>
              </a:ext>
            </a:extLst>
          </p:cNvPr>
          <p:cNvSpPr/>
          <p:nvPr/>
        </p:nvSpPr>
        <p:spPr>
          <a:xfrm>
            <a:off x="1333781" y="910803"/>
            <a:ext cx="15820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   ).</a:t>
            </a:r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878405E-60CC-4AD9-A528-DD545DA3686A}"/>
              </a:ext>
            </a:extLst>
          </p:cNvPr>
          <p:cNvGrpSpPr/>
          <p:nvPr/>
        </p:nvGrpSpPr>
        <p:grpSpPr>
          <a:xfrm>
            <a:off x="500257" y="1431014"/>
            <a:ext cx="3924482" cy="479661"/>
            <a:chOff x="359486" y="1451606"/>
            <a:chExt cx="3924482" cy="47966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66770FA-BD25-42EB-AC33-D6E6C1298BBB}"/>
                </a:ext>
              </a:extLst>
            </p:cNvPr>
            <p:cNvSpPr/>
            <p:nvPr/>
          </p:nvSpPr>
          <p:spPr>
            <a:xfrm>
              <a:off x="359486" y="1451606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F1DA6AA-22CF-4147-AF91-0BB001C25C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5812455"/>
                </p:ext>
              </p:extLst>
            </p:nvPr>
          </p:nvGraphicFramePr>
          <p:xfrm>
            <a:off x="965178" y="154273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81" name="Equation" r:id="rId13" imgW="647640" imgH="279360" progId="Equation.DSMT4">
                    <p:embed/>
                  </p:oleObj>
                </mc:Choice>
                <mc:Fallback>
                  <p:oleObj name="Equation" r:id="rId13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65178" y="154273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4DC8557-AB15-4AAC-A1C6-C7F045062564}"/>
                </a:ext>
              </a:extLst>
            </p:cNvPr>
            <p:cNvSpPr/>
            <p:nvPr/>
          </p:nvSpPr>
          <p:spPr>
            <a:xfrm>
              <a:off x="1594768" y="1469602"/>
              <a:ext cx="26892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是    的极小值点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7F75A13-DEE3-46AF-B7A6-8FB598A9D4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1339495"/>
                </p:ext>
              </p:extLst>
            </p:nvPr>
          </p:nvGraphicFramePr>
          <p:xfrm>
            <a:off x="1977120" y="155382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82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77120" y="155382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C181AEE-9903-49CB-B256-0DA9696D622B}"/>
              </a:ext>
            </a:extLst>
          </p:cNvPr>
          <p:cNvGrpSpPr/>
          <p:nvPr/>
        </p:nvGrpSpPr>
        <p:grpSpPr>
          <a:xfrm>
            <a:off x="4778467" y="1432106"/>
            <a:ext cx="4066909" cy="465987"/>
            <a:chOff x="4215969" y="1464412"/>
            <a:chExt cx="4066909" cy="465987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CD6536D-21D1-43EF-9FAF-DB8C9C895F29}"/>
                </a:ext>
              </a:extLst>
            </p:cNvPr>
            <p:cNvSpPr/>
            <p:nvPr/>
          </p:nvSpPr>
          <p:spPr>
            <a:xfrm>
              <a:off x="4215969" y="1464412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CCB7917-DAA4-4448-BB87-CAAD9D428DBF}"/>
                </a:ext>
              </a:extLst>
            </p:cNvPr>
            <p:cNvSpPr/>
            <p:nvPr/>
          </p:nvSpPr>
          <p:spPr>
            <a:xfrm>
              <a:off x="5593678" y="1468734"/>
              <a:ext cx="26892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是    的极大值点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F0E930B9-5EE5-4431-8769-511C61B2BD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250519"/>
                </p:ext>
              </p:extLst>
            </p:nvPr>
          </p:nvGraphicFramePr>
          <p:xfrm>
            <a:off x="5937774" y="154069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83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D7F75A13-DEE3-46AF-B7A6-8FB598A9D4B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937774" y="154069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A930F203-0EDA-47AC-80A8-305337AFA001}"/>
              </a:ext>
            </a:extLst>
          </p:cNvPr>
          <p:cNvSpPr/>
          <p:nvPr/>
        </p:nvSpPr>
        <p:spPr>
          <a:xfrm>
            <a:off x="500257" y="1969104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3D759197-200E-4171-BA7A-BB56E1222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125631"/>
              </p:ext>
            </p:extLst>
          </p:nvPr>
        </p:nvGraphicFramePr>
        <p:xfrm>
          <a:off x="1097868" y="2082131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4" name="Equation" r:id="rId19" imgW="1079280" imgH="342720" progId="Equation.DSMT4">
                  <p:embed/>
                </p:oleObj>
              </mc:Choice>
              <mc:Fallback>
                <p:oleObj name="Equation" r:id="rId19" imgW="1079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97868" y="2082131"/>
                        <a:ext cx="1079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9C387870-59C6-4528-BE0E-1EF8656AF9A2}"/>
              </a:ext>
            </a:extLst>
          </p:cNvPr>
          <p:cNvSpPr/>
          <p:nvPr/>
        </p:nvSpPr>
        <p:spPr>
          <a:xfrm>
            <a:off x="2089105" y="2022748"/>
            <a:ext cx="3259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是曲线       的拐点</a:t>
            </a:r>
            <a:endParaRPr lang="zh-CN" altLang="en-US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2D689030-42B2-4915-95F9-3EDE84F0D8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069872"/>
              </p:ext>
            </p:extLst>
          </p:nvPr>
        </p:nvGraphicFramePr>
        <p:xfrm>
          <a:off x="3117765" y="2083593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5" name="Equation" r:id="rId21" imgW="1104840" imgH="342720" progId="Equation.DSMT4">
                  <p:embed/>
                </p:oleObj>
              </mc:Choice>
              <mc:Fallback>
                <p:oleObj name="Equation" r:id="rId21" imgW="1104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17765" y="2083593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39891B20-0E33-4791-BCB5-AFE6F71D6599}"/>
              </a:ext>
            </a:extLst>
          </p:cNvPr>
          <p:cNvSpPr/>
          <p:nvPr/>
        </p:nvSpPr>
        <p:spPr>
          <a:xfrm>
            <a:off x="529043" y="2511047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8A6796A-79E4-4C7F-A280-BB533A16A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069179"/>
              </p:ext>
            </p:extLst>
          </p:nvPr>
        </p:nvGraphicFramePr>
        <p:xfrm>
          <a:off x="1126654" y="2624074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6" name="Equation" r:id="rId23" imgW="1079280" imgH="342720" progId="Equation.DSMT4">
                  <p:embed/>
                </p:oleObj>
              </mc:Choice>
              <mc:Fallback>
                <p:oleObj name="Equation" r:id="rId23" imgW="1079280" imgH="3427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3D759197-200E-4171-BA7A-BB56E1222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26654" y="2624074"/>
                        <a:ext cx="1079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6FAA0EDE-2A4E-4F0A-AE16-62AD4111BFE8}"/>
              </a:ext>
            </a:extLst>
          </p:cNvPr>
          <p:cNvSpPr/>
          <p:nvPr/>
        </p:nvSpPr>
        <p:spPr>
          <a:xfrm>
            <a:off x="2117891" y="2564691"/>
            <a:ext cx="3804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不是曲线       的拐点</a:t>
            </a:r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8961DFD-2514-4890-A4C8-6454344A62D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65576" y="2624074"/>
            <a:ext cx="1106424" cy="344424"/>
          </a:xfrm>
          <a:prstGeom prst="rect">
            <a:avLst/>
          </a:prstGeom>
        </p:spPr>
      </p:pic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19DCE9F5-99CC-465C-BB4F-AB27C8B29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608101"/>
              </p:ext>
            </p:extLst>
          </p:nvPr>
        </p:nvGraphicFramePr>
        <p:xfrm>
          <a:off x="5438800" y="1522146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7" name="Equation" r:id="rId26" imgW="647640" imgH="279360" progId="Equation.DSMT4">
                  <p:embed/>
                </p:oleObj>
              </mc:Choice>
              <mc:Fallback>
                <p:oleObj name="Equation" r:id="rId26" imgW="647640" imgH="279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F1DA6AA-22CF-4147-AF91-0BB001C25C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38800" y="1522146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">
            <a:extLst>
              <a:ext uri="{FF2B5EF4-FFF2-40B4-BE49-F238E27FC236}">
                <a16:creationId xmlns:a16="http://schemas.microsoft.com/office/drawing/2014/main" id="{95CFF9CF-7B79-48F5-ACB8-5FC88A0F925D}"/>
              </a:ext>
            </a:extLst>
          </p:cNvPr>
          <p:cNvSpPr txBox="1">
            <a:spLocks noChangeArrowheads="1"/>
          </p:cNvSpPr>
          <p:nvPr/>
        </p:nvSpPr>
        <p:spPr>
          <a:xfrm>
            <a:off x="500257" y="3075806"/>
            <a:ext cx="507872" cy="457555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31DC69-C750-42D0-850A-DE33E27AE0CB}"/>
              </a:ext>
            </a:extLst>
          </p:cNvPr>
          <p:cNvSpPr/>
          <p:nvPr/>
        </p:nvSpPr>
        <p:spPr>
          <a:xfrm>
            <a:off x="943788" y="3122361"/>
            <a:ext cx="1174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由题意</a:t>
            </a:r>
            <a:endParaRPr lang="zh-CN" altLang="en-US" dirty="0"/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92A5B45D-F6C1-4A36-A898-D10BBF4DDE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791284"/>
              </p:ext>
            </p:extLst>
          </p:nvPr>
        </p:nvGraphicFramePr>
        <p:xfrm>
          <a:off x="1981039" y="3177761"/>
          <a:ext cx="2451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8" name="Equation" r:id="rId27" imgW="2450880" imgH="355320" progId="Equation.DSMT4">
                  <p:embed/>
                </p:oleObj>
              </mc:Choice>
              <mc:Fallback>
                <p:oleObj name="Equation" r:id="rId27" imgW="24508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981039" y="3177761"/>
                        <a:ext cx="2451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3ED37E8E-EEC0-4A08-ADD9-D91FA320BE09}"/>
              </a:ext>
            </a:extLst>
          </p:cNvPr>
          <p:cNvSpPr/>
          <p:nvPr/>
        </p:nvSpPr>
        <p:spPr>
          <a:xfrm>
            <a:off x="4526439" y="3099836"/>
            <a:ext cx="40421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由极限的局部保号性，存在</a:t>
            </a:r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A3C8436-4770-4B44-B7BA-C62B1714565F}"/>
              </a:ext>
            </a:extLst>
          </p:cNvPr>
          <p:cNvSpPr/>
          <p:nvPr/>
        </p:nvSpPr>
        <p:spPr>
          <a:xfrm>
            <a:off x="1922682" y="90675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0444151F-CD30-47D4-AF08-F242B13CCD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745747"/>
              </p:ext>
            </p:extLst>
          </p:nvPr>
        </p:nvGraphicFramePr>
        <p:xfrm>
          <a:off x="498475" y="3738563"/>
          <a:ext cx="2095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9" name="Equation" r:id="rId29" imgW="2095200" imgH="380880" progId="Equation.DSMT4">
                  <p:embed/>
                </p:oleObj>
              </mc:Choice>
              <mc:Fallback>
                <p:oleObj name="Equation" r:id="rId29" imgW="2095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98475" y="3738563"/>
                        <a:ext cx="2095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92846FC9-BF98-4B3B-9269-65B47A7AC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931247"/>
              </p:ext>
            </p:extLst>
          </p:nvPr>
        </p:nvGraphicFramePr>
        <p:xfrm>
          <a:off x="2778975" y="3576951"/>
          <a:ext cx="1816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0" name="Equation" r:id="rId31" imgW="1815840" imgH="558720" progId="Equation.DSMT4">
                  <p:embed/>
                </p:oleObj>
              </mc:Choice>
              <mc:Fallback>
                <p:oleObj name="Equation" r:id="rId31" imgW="181584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78975" y="3576951"/>
                        <a:ext cx="18161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组合 50">
            <a:extLst>
              <a:ext uri="{FF2B5EF4-FFF2-40B4-BE49-F238E27FC236}">
                <a16:creationId xmlns:a16="http://schemas.microsoft.com/office/drawing/2014/main" id="{2B8D308F-FFAA-4E3F-9869-86A85CB23E9C}"/>
              </a:ext>
            </a:extLst>
          </p:cNvPr>
          <p:cNvGrpSpPr/>
          <p:nvPr/>
        </p:nvGrpSpPr>
        <p:grpSpPr>
          <a:xfrm>
            <a:off x="4595075" y="3533361"/>
            <a:ext cx="1793548" cy="774700"/>
            <a:chOff x="4595075" y="3533361"/>
            <a:chExt cx="1793548" cy="77470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C6876BE-BBA7-4806-83F6-321815645374}"/>
                </a:ext>
              </a:extLst>
            </p:cNvPr>
            <p:cNvSpPr/>
            <p:nvPr/>
          </p:nvSpPr>
          <p:spPr>
            <a:xfrm>
              <a:off x="4595075" y="366380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有</a:t>
              </a:r>
              <a:endParaRPr lang="zh-CN" altLang="en-US" dirty="0"/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B06F4399-0C3F-4002-82FC-ED61F3DB2D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0603293"/>
                </p:ext>
              </p:extLst>
            </p:nvPr>
          </p:nvGraphicFramePr>
          <p:xfrm>
            <a:off x="5093223" y="3533361"/>
            <a:ext cx="12954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1" name="Equation" r:id="rId33" imgW="1295280" imgH="774360" progId="Equation.DSMT4">
                    <p:embed/>
                  </p:oleObj>
                </mc:Choice>
                <mc:Fallback>
                  <p:oleObj name="Equation" r:id="rId33" imgW="129528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093223" y="3533361"/>
                          <a:ext cx="12954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61BCC9EB-75D7-4A83-9E24-05DBF6B9D4E0}"/>
              </a:ext>
            </a:extLst>
          </p:cNvPr>
          <p:cNvGrpSpPr/>
          <p:nvPr/>
        </p:nvGrpSpPr>
        <p:grpSpPr>
          <a:xfrm>
            <a:off x="6388622" y="3634981"/>
            <a:ext cx="2503857" cy="461665"/>
            <a:chOff x="6388622" y="3634981"/>
            <a:chExt cx="2503857" cy="461665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AB8BECD-6A98-43A3-ACA9-7CD54FC57449}"/>
                </a:ext>
              </a:extLst>
            </p:cNvPr>
            <p:cNvSpPr/>
            <p:nvPr/>
          </p:nvSpPr>
          <p:spPr>
            <a:xfrm>
              <a:off x="6388622" y="3634981"/>
              <a:ext cx="25038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再由   在</a:t>
              </a:r>
              <a:endParaRPr lang="zh-CN" altLang="en-US" dirty="0"/>
            </a:p>
          </p:txBody>
        </p: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D1A5CF6B-9F82-4146-804B-6556D2976C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8961050"/>
                </p:ext>
              </p:extLst>
            </p:nvPr>
          </p:nvGraphicFramePr>
          <p:xfrm>
            <a:off x="7122572" y="3662352"/>
            <a:ext cx="4318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2" name="Equation" r:id="rId35" imgW="431640" imgH="393480" progId="Equation.DSMT4">
                    <p:embed/>
                  </p:oleObj>
                </mc:Choice>
                <mc:Fallback>
                  <p:oleObj name="Equation" r:id="rId35" imgW="4316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7122572" y="3662352"/>
                          <a:ext cx="4318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6CB2E721-2356-4BAD-BEB7-FB32988938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5845948"/>
                </p:ext>
              </p:extLst>
            </p:nvPr>
          </p:nvGraphicFramePr>
          <p:xfrm>
            <a:off x="7920930" y="373856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3" name="Equation" r:id="rId37" imgW="647640" imgH="279360" progId="Equation.DSMT4">
                    <p:embed/>
                  </p:oleObj>
                </mc:Choice>
                <mc:Fallback>
                  <p:oleObj name="Equation" r:id="rId37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7920930" y="3738563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C08E4B3D-DFA2-4F81-A728-5E672BA19A13}"/>
              </a:ext>
            </a:extLst>
          </p:cNvPr>
          <p:cNvSpPr/>
          <p:nvPr/>
        </p:nvSpPr>
        <p:spPr>
          <a:xfrm>
            <a:off x="445364" y="4281562"/>
            <a:ext cx="21440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两侧异号可知，</a:t>
            </a:r>
            <a:endParaRPr lang="zh-CN" altLang="en-US" dirty="0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1AE6101-F44C-41C4-B124-3EC81CB1EAFE}"/>
              </a:ext>
            </a:extLst>
          </p:cNvPr>
          <p:cNvGrpSpPr/>
          <p:nvPr/>
        </p:nvGrpSpPr>
        <p:grpSpPr>
          <a:xfrm>
            <a:off x="2553867" y="4206627"/>
            <a:ext cx="6050580" cy="558800"/>
            <a:chOff x="2553867" y="4206627"/>
            <a:chExt cx="6050580" cy="558800"/>
          </a:xfrm>
        </p:grpSpPr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35B57C9F-B64D-4249-BB36-74BB9A6757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3685400"/>
                </p:ext>
              </p:extLst>
            </p:nvPr>
          </p:nvGraphicFramePr>
          <p:xfrm>
            <a:off x="2553867" y="4351677"/>
            <a:ext cx="723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4" name="Equation" r:id="rId39" imgW="723600" imgH="355320" progId="Equation.DSMT4">
                    <p:embed/>
                  </p:oleObj>
                </mc:Choice>
                <mc:Fallback>
                  <p:oleObj name="Equation" r:id="rId39" imgW="7236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2553867" y="4351677"/>
                          <a:ext cx="723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BF5999D-9EE8-4892-91F2-D5BCD760D216}"/>
                </a:ext>
              </a:extLst>
            </p:cNvPr>
            <p:cNvSpPr/>
            <p:nvPr/>
          </p:nvSpPr>
          <p:spPr>
            <a:xfrm>
              <a:off x="3192978" y="4281561"/>
              <a:ext cx="541146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在       两侧异号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故        是拐点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endParaRPr lang="zh-CN" altLang="en-US" dirty="0"/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0FB01B94-EDE0-42E9-857A-BC53ED76CF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7153418"/>
                </p:ext>
              </p:extLst>
            </p:nvPr>
          </p:nvGraphicFramePr>
          <p:xfrm>
            <a:off x="3646946" y="4206627"/>
            <a:ext cx="9779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5" name="Equation" r:id="rId41" imgW="977760" imgH="558720" progId="Equation.DSMT4">
                    <p:embed/>
                  </p:oleObj>
                </mc:Choice>
                <mc:Fallback>
                  <p:oleObj name="Equation" r:id="rId41" imgW="977760" imgH="558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3646946" y="4206627"/>
                          <a:ext cx="977900" cy="55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808E02CF-F29A-4830-9BB6-C9A669F54D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0063866"/>
                </p:ext>
              </p:extLst>
            </p:nvPr>
          </p:nvGraphicFramePr>
          <p:xfrm>
            <a:off x="6377160" y="4358027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6" name="Equation" r:id="rId43" imgW="1079280" imgH="342720" progId="Equation.DSMT4">
                    <p:embed/>
                  </p:oleObj>
                </mc:Choice>
                <mc:Fallback>
                  <p:oleObj name="Equation" r:id="rId43" imgW="107928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3D759197-200E-4171-BA7A-BB56E122236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377160" y="4358027"/>
                          <a:ext cx="1079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7755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3" grpId="0"/>
      <p:bldP spid="4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149D93A8-858A-4AC2-881B-5D883C549E03}"/>
              </a:ext>
            </a:extLst>
          </p:cNvPr>
          <p:cNvGrpSpPr/>
          <p:nvPr/>
        </p:nvGrpSpPr>
        <p:grpSpPr>
          <a:xfrm>
            <a:off x="971600" y="255647"/>
            <a:ext cx="6912768" cy="461665"/>
            <a:chOff x="971600" y="255647"/>
            <a:chExt cx="6912768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A3E0B7C-1EF6-4682-85E4-80020667660B}"/>
                </a:ext>
              </a:extLst>
            </p:cNvPr>
            <p:cNvSpPr/>
            <p:nvPr/>
          </p:nvSpPr>
          <p:spPr>
            <a:xfrm>
              <a:off x="971600" y="255647"/>
              <a:ext cx="69127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又          时，         故     单调递增，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D634E0BC-660C-4928-90C5-254492FBD1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7852313"/>
                </p:ext>
              </p:extLst>
            </p:nvPr>
          </p:nvGraphicFramePr>
          <p:xfrm>
            <a:off x="1429191" y="297756"/>
            <a:ext cx="1371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4" name="Equation" r:id="rId3" imgW="1371600" imgH="380880" progId="Equation.DSMT4">
                    <p:embed/>
                  </p:oleObj>
                </mc:Choice>
                <mc:Fallback>
                  <p:oleObj name="Equation" r:id="rId3" imgW="1371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29191" y="297756"/>
                          <a:ext cx="1371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AAAC53E-A71B-440F-9309-55B77A2730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7775995"/>
                </p:ext>
              </p:extLst>
            </p:nvPr>
          </p:nvGraphicFramePr>
          <p:xfrm>
            <a:off x="3525797" y="323156"/>
            <a:ext cx="1257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5" name="Equation" r:id="rId5" imgW="1257120" imgH="355320" progId="Equation.DSMT4">
                    <p:embed/>
                  </p:oleObj>
                </mc:Choice>
                <mc:Fallback>
                  <p:oleObj name="Equation" r:id="rId5" imgW="12571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25797" y="323156"/>
                          <a:ext cx="1257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C835C04-5A55-4FF2-85DD-2113024360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9756481"/>
                </p:ext>
              </p:extLst>
            </p:nvPr>
          </p:nvGraphicFramePr>
          <p:xfrm>
            <a:off x="5220072" y="323156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6" name="Equation" r:id="rId7" imgW="685800" imgH="355320" progId="Equation.DSMT4">
                    <p:embed/>
                  </p:oleObj>
                </mc:Choice>
                <mc:Fallback>
                  <p:oleObj name="Equation" r:id="rId7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20072" y="323156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EF48D85-83DB-47B6-BD18-8AD647167CFD}"/>
              </a:ext>
            </a:extLst>
          </p:cNvPr>
          <p:cNvGrpSpPr/>
          <p:nvPr/>
        </p:nvGrpSpPr>
        <p:grpSpPr>
          <a:xfrm>
            <a:off x="1489075" y="811249"/>
            <a:ext cx="6157858" cy="526071"/>
            <a:chOff x="1489075" y="811249"/>
            <a:chExt cx="6157858" cy="526071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7E3888B-D656-42FA-8390-2B63E1F032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6102108"/>
                </p:ext>
              </p:extLst>
            </p:nvPr>
          </p:nvGraphicFramePr>
          <p:xfrm>
            <a:off x="1489075" y="915988"/>
            <a:ext cx="1193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7" name="Equation" r:id="rId9" imgW="1193760" imgH="380880" progId="Equation.DSMT4">
                    <p:embed/>
                  </p:oleObj>
                </mc:Choice>
                <mc:Fallback>
                  <p:oleObj name="Equation" r:id="rId9" imgW="1193760" imgH="38088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D634E0BC-660C-4928-90C5-254492FBD1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89075" y="915988"/>
                          <a:ext cx="1193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34AD1DB-3C1E-4E53-89A0-0C7991CEB9F5}"/>
                </a:ext>
              </a:extLst>
            </p:cNvPr>
            <p:cNvSpPr/>
            <p:nvPr/>
          </p:nvSpPr>
          <p:spPr>
            <a:xfrm>
              <a:off x="2771775" y="875655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endParaRPr lang="zh-CN" altLang="en-US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09450BC4-343C-4973-ABEF-CC2BD8A4B6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9912360"/>
                </p:ext>
              </p:extLst>
            </p:nvPr>
          </p:nvGraphicFramePr>
          <p:xfrm>
            <a:off x="3549650" y="889000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8" name="Equation" r:id="rId11" imgW="1244520" imgH="355320" progId="Equation.DSMT4">
                    <p:embed/>
                  </p:oleObj>
                </mc:Choice>
                <mc:Fallback>
                  <p:oleObj name="Equation" r:id="rId11" imgW="1244520" imgH="3553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7E3888B-D656-42FA-8390-2B63E1F032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49650" y="889000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B7EA59B-CFB8-4EAE-B511-2425D1601940}"/>
                </a:ext>
              </a:extLst>
            </p:cNvPr>
            <p:cNvSpPr/>
            <p:nvPr/>
          </p:nvSpPr>
          <p:spPr>
            <a:xfrm>
              <a:off x="4794250" y="83532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故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C03BE04-00D0-4189-9A9E-34441EEBA6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3549346"/>
                </p:ext>
              </p:extLst>
            </p:nvPr>
          </p:nvGraphicFramePr>
          <p:xfrm>
            <a:off x="5288296" y="915988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19" name="Equation" r:id="rId13" imgW="685800" imgH="355320" progId="Equation.DSMT4">
                    <p:embed/>
                  </p:oleObj>
                </mc:Choice>
                <mc:Fallback>
                  <p:oleObj name="Equation" r:id="rId13" imgW="685800" imgH="3553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9C835C04-5A55-4FF2-85DD-2113024360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288296" y="915988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D085492-0AF3-403F-9BBD-1BEEA540E2C4}"/>
                </a:ext>
              </a:extLst>
            </p:cNvPr>
            <p:cNvSpPr/>
            <p:nvPr/>
          </p:nvSpPr>
          <p:spPr>
            <a:xfrm>
              <a:off x="5915369" y="811249"/>
              <a:ext cx="17315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单调递减，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983421F-692F-4F47-A75F-7D517F8CD2F0}"/>
              </a:ext>
            </a:extLst>
          </p:cNvPr>
          <p:cNvGrpSpPr/>
          <p:nvPr/>
        </p:nvGrpSpPr>
        <p:grpSpPr>
          <a:xfrm>
            <a:off x="1002245" y="1495664"/>
            <a:ext cx="7008503" cy="501997"/>
            <a:chOff x="1002245" y="1495664"/>
            <a:chExt cx="7008503" cy="50199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52BBA0B-48A8-400D-8A20-FFF4412ABC1E}"/>
                </a:ext>
              </a:extLst>
            </p:cNvPr>
            <p:cNvSpPr/>
            <p:nvPr/>
          </p:nvSpPr>
          <p:spPr>
            <a:xfrm>
              <a:off x="1002245" y="149566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又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9FFA464-94A9-4479-9E02-656CCCD859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2728476"/>
                </p:ext>
              </p:extLst>
            </p:nvPr>
          </p:nvGraphicFramePr>
          <p:xfrm>
            <a:off x="1414551" y="1601729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20" name="Equation" r:id="rId15" imgW="1206360" imgH="355320" progId="Equation.DSMT4">
                    <p:embed/>
                  </p:oleObj>
                </mc:Choice>
                <mc:Fallback>
                  <p:oleObj name="Equation" r:id="rId15" imgW="120636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2A6A0D54-9AA8-4DA2-B51B-EC704FDB01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14551" y="1601729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1EAD99E-6183-47E3-B257-CA0F1399CD98}"/>
                </a:ext>
              </a:extLst>
            </p:cNvPr>
            <p:cNvSpPr/>
            <p:nvPr/>
          </p:nvSpPr>
          <p:spPr>
            <a:xfrm>
              <a:off x="2605341" y="1535996"/>
              <a:ext cx="203866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且     连续，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B6E9065D-621C-41BF-BCB5-7CC1BC0CD9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0107222"/>
                </p:ext>
              </p:extLst>
            </p:nvPr>
          </p:nvGraphicFramePr>
          <p:xfrm>
            <a:off x="3033357" y="1600402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21" name="Equation" r:id="rId17" imgW="685800" imgH="355320" progId="Equation.DSMT4">
                    <p:embed/>
                  </p:oleObj>
                </mc:Choice>
                <mc:Fallback>
                  <p:oleObj name="Equation" r:id="rId17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33357" y="1600402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56A09C4-38D8-4417-AD7A-4D47128E099A}"/>
                </a:ext>
              </a:extLst>
            </p:cNvPr>
            <p:cNvSpPr/>
            <p:nvPr/>
          </p:nvSpPr>
          <p:spPr>
            <a:xfrm>
              <a:off x="4427983" y="1535995"/>
              <a:ext cx="330146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故         时，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1B29292-DB7C-430B-9D58-FCD6D6600E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5107038"/>
                </p:ext>
              </p:extLst>
            </p:nvPr>
          </p:nvGraphicFramePr>
          <p:xfrm>
            <a:off x="4840290" y="1616660"/>
            <a:ext cx="1371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22" name="Equation" r:id="rId19" imgW="1371600" imgH="380880" progId="Equation.DSMT4">
                    <p:embed/>
                  </p:oleObj>
                </mc:Choice>
                <mc:Fallback>
                  <p:oleObj name="Equation" r:id="rId19" imgW="1371600" imgH="38088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D634E0BC-660C-4928-90C5-254492FBD1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0290" y="1616660"/>
                          <a:ext cx="1371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E28A9A2-7E08-44E1-927B-ABC57A991B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831689"/>
                </p:ext>
              </p:extLst>
            </p:nvPr>
          </p:nvGraphicFramePr>
          <p:xfrm>
            <a:off x="6804248" y="1600402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23" name="Equation" r:id="rId20" imgW="1206360" imgH="355320" progId="Equation.DSMT4">
                    <p:embed/>
                  </p:oleObj>
                </mc:Choice>
                <mc:Fallback>
                  <p:oleObj name="Equation" r:id="rId20" imgW="12063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804248" y="1600402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F455673-0E9F-4C80-9B96-C7669DA46D06}"/>
              </a:ext>
            </a:extLst>
          </p:cNvPr>
          <p:cNvGrpSpPr/>
          <p:nvPr/>
        </p:nvGrpSpPr>
        <p:grpSpPr>
          <a:xfrm>
            <a:off x="1187624" y="2225525"/>
            <a:ext cx="2931039" cy="461665"/>
            <a:chOff x="1187624" y="2225525"/>
            <a:chExt cx="2931039" cy="461665"/>
          </a:xfrm>
        </p:grpSpPr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FA39B53-CDF7-4C7F-B81E-5F6BAD53C6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7228568"/>
                </p:ext>
              </p:extLst>
            </p:nvPr>
          </p:nvGraphicFramePr>
          <p:xfrm>
            <a:off x="1187624" y="2277812"/>
            <a:ext cx="1193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24" name="Equation" r:id="rId22" imgW="1193760" imgH="380880" progId="Equation.DSMT4">
                    <p:embed/>
                  </p:oleObj>
                </mc:Choice>
                <mc:Fallback>
                  <p:oleObj name="Equation" r:id="rId22" imgW="119376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41B29292-DB7C-430B-9D58-FCD6D6600E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187624" y="2277812"/>
                          <a:ext cx="1193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4BE8332-74D8-4905-A008-8C865C7EBD0C}"/>
                </a:ext>
              </a:extLst>
            </p:cNvPr>
            <p:cNvSpPr/>
            <p:nvPr/>
          </p:nvSpPr>
          <p:spPr>
            <a:xfrm>
              <a:off x="2284945" y="2225525"/>
              <a:ext cx="70287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3775D73B-105F-4A83-B3CA-45123E6C16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6680422"/>
                </p:ext>
              </p:extLst>
            </p:nvPr>
          </p:nvGraphicFramePr>
          <p:xfrm>
            <a:off x="2912163" y="2277812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25" name="Equation" r:id="rId24" imgW="1206360" imgH="355320" progId="Equation.DSMT4">
                    <p:embed/>
                  </p:oleObj>
                </mc:Choice>
                <mc:Fallback>
                  <p:oleObj name="Equation" r:id="rId24" imgW="12063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912163" y="2277812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21A5BC-49F5-4404-ADE6-A2AE26F9CF0C}"/>
              </a:ext>
            </a:extLst>
          </p:cNvPr>
          <p:cNvGrpSpPr/>
          <p:nvPr/>
        </p:nvGrpSpPr>
        <p:grpSpPr>
          <a:xfrm>
            <a:off x="1167528" y="2892773"/>
            <a:ext cx="3116440" cy="461665"/>
            <a:chOff x="1167528" y="2892773"/>
            <a:chExt cx="3116440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BEEF1E6-0D3B-4466-8CCB-C6A42F4894BA}"/>
                </a:ext>
              </a:extLst>
            </p:cNvPr>
            <p:cNvSpPr/>
            <p:nvPr/>
          </p:nvSpPr>
          <p:spPr>
            <a:xfrm>
              <a:off x="1167528" y="2892773"/>
              <a:ext cx="3116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从而     不为极值点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F4EAEA90-82DF-4F65-BDF7-7A28805792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2818883"/>
                </p:ext>
              </p:extLst>
            </p:nvPr>
          </p:nvGraphicFramePr>
          <p:xfrm>
            <a:off x="1957641" y="297124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26" name="Equation" r:id="rId26" imgW="647640" imgH="279360" progId="Equation.DSMT4">
                    <p:embed/>
                  </p:oleObj>
                </mc:Choice>
                <mc:Fallback>
                  <p:oleObj name="Equation" r:id="rId26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957641" y="297124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4260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CCFDDE-5FEC-48A9-8797-14991B12AAD5}"/>
              </a:ext>
            </a:extLst>
          </p:cNvPr>
          <p:cNvSpPr/>
          <p:nvPr/>
        </p:nvSpPr>
        <p:spPr>
          <a:xfrm>
            <a:off x="539552" y="26749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CF0553-1FD2-43D7-9B3B-0F4EF803BE79}"/>
              </a:ext>
            </a:extLst>
          </p:cNvPr>
          <p:cNvSpPr/>
          <p:nvPr/>
        </p:nvSpPr>
        <p:spPr>
          <a:xfrm>
            <a:off x="996011" y="26749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C8FE6D3-A372-4103-A81D-245D20AFC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580621"/>
              </p:ext>
            </p:extLst>
          </p:nvPr>
        </p:nvGraphicFramePr>
        <p:xfrm>
          <a:off x="1488454" y="307826"/>
          <a:ext cx="256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88" name="Equation" r:id="rId3" imgW="2565360" imgH="380880" progId="Equation.DSMT4">
                  <p:embed/>
                </p:oleObj>
              </mc:Choice>
              <mc:Fallback>
                <p:oleObj name="Equation" r:id="rId3" imgW="2565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8454" y="307826"/>
                        <a:ext cx="2565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1AE8BEE-3A9D-46A9-8649-5C58D95AD9EC}"/>
              </a:ext>
            </a:extLst>
          </p:cNvPr>
          <p:cNvSpPr/>
          <p:nvPr/>
        </p:nvSpPr>
        <p:spPr>
          <a:xfrm>
            <a:off x="4077954" y="267494"/>
            <a:ext cx="12141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7F9333A-5132-4418-973B-032391200D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060466"/>
              </p:ext>
            </p:extLst>
          </p:nvPr>
        </p:nvGraphicFramePr>
        <p:xfrm>
          <a:off x="1587500" y="778105"/>
          <a:ext cx="59690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89" name="Equation" r:id="rId5" imgW="5968800" imgH="1180800" progId="Equation.DSMT4">
                  <p:embed/>
                </p:oleObj>
              </mc:Choice>
              <mc:Fallback>
                <p:oleObj name="Equation" r:id="rId5" imgW="5968800" imgH="1180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500" y="778105"/>
                        <a:ext cx="5969000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1DB4B670-1E4B-4884-A1BB-B0016616CF3D}"/>
              </a:ext>
            </a:extLst>
          </p:cNvPr>
          <p:cNvSpPr txBox="1">
            <a:spLocks noChangeArrowheads="1"/>
          </p:cNvSpPr>
          <p:nvPr/>
        </p:nvSpPr>
        <p:spPr>
          <a:xfrm>
            <a:off x="514169" y="2042594"/>
            <a:ext cx="507872" cy="457555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C4230E-3003-4AD1-B7F2-9AF217C6D933}"/>
              </a:ext>
            </a:extLst>
          </p:cNvPr>
          <p:cNvSpPr/>
          <p:nvPr/>
        </p:nvSpPr>
        <p:spPr>
          <a:xfrm>
            <a:off x="1031995" y="2053994"/>
            <a:ext cx="32265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取对数，不等式变为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79CD3BF-5F73-49F5-92BE-613F591C44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667424"/>
              </p:ext>
            </p:extLst>
          </p:nvPr>
        </p:nvGraphicFramePr>
        <p:xfrm>
          <a:off x="514169" y="2589100"/>
          <a:ext cx="78994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90" name="Equation" r:id="rId7" imgW="7899120" imgH="812520" progId="Equation.DSMT4">
                  <p:embed/>
                </p:oleObj>
              </mc:Choice>
              <mc:Fallback>
                <p:oleObj name="Equation" r:id="rId7" imgW="7899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169" y="2589100"/>
                        <a:ext cx="78994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35AE0319-0371-4062-9920-04AA36A1BBB8}"/>
              </a:ext>
            </a:extLst>
          </p:cNvPr>
          <p:cNvGrpSpPr/>
          <p:nvPr/>
        </p:nvGrpSpPr>
        <p:grpSpPr>
          <a:xfrm>
            <a:off x="442161" y="3554671"/>
            <a:ext cx="2070348" cy="461665"/>
            <a:chOff x="899592" y="3717061"/>
            <a:chExt cx="2070348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70D672-E8A5-4328-AC54-B1CD13401D08}"/>
                </a:ext>
              </a:extLst>
            </p:cNvPr>
            <p:cNvSpPr/>
            <p:nvPr/>
          </p:nvSpPr>
          <p:spPr>
            <a:xfrm>
              <a:off x="899592" y="3717061"/>
              <a:ext cx="4320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令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5DBD9223-783B-4EDD-81D9-8302E85BF2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5031025"/>
                </p:ext>
              </p:extLst>
            </p:nvPr>
          </p:nvGraphicFramePr>
          <p:xfrm>
            <a:off x="1331640" y="3769990"/>
            <a:ext cx="1638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91" name="Equation" r:id="rId9" imgW="1638000" imgH="342720" progId="Equation.DSMT4">
                    <p:embed/>
                  </p:oleObj>
                </mc:Choice>
                <mc:Fallback>
                  <p:oleObj name="Equation" r:id="rId9" imgW="1638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31640" y="3769990"/>
                          <a:ext cx="1638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A5CD2A6-EDFA-481C-800F-D933F1654CAE}"/>
              </a:ext>
            </a:extLst>
          </p:cNvPr>
          <p:cNvGrpSpPr/>
          <p:nvPr/>
        </p:nvGrpSpPr>
        <p:grpSpPr>
          <a:xfrm>
            <a:off x="2543812" y="3475341"/>
            <a:ext cx="3020084" cy="736600"/>
            <a:chOff x="2753637" y="3572716"/>
            <a:chExt cx="3020084" cy="7366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4A1BD2F-942F-4899-845B-3752462A7D7D}"/>
                </a:ext>
              </a:extLst>
            </p:cNvPr>
            <p:cNvSpPr/>
            <p:nvPr/>
          </p:nvSpPr>
          <p:spPr>
            <a:xfrm>
              <a:off x="2753637" y="3687184"/>
              <a:ext cx="4612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A30FFD3-9DAB-4E5F-B812-3794C17C21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7810382"/>
                </p:ext>
              </p:extLst>
            </p:nvPr>
          </p:nvGraphicFramePr>
          <p:xfrm>
            <a:off x="3170221" y="3572716"/>
            <a:ext cx="2603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92" name="Equation" r:id="rId11" imgW="2603160" imgH="736560" progId="Equation.DSMT4">
                    <p:embed/>
                  </p:oleObj>
                </mc:Choice>
                <mc:Fallback>
                  <p:oleObj name="Equation" r:id="rId11" imgW="26031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70221" y="3572716"/>
                          <a:ext cx="2603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C90ECD3-BB9D-4E78-AD72-7C84DE649AA9}"/>
              </a:ext>
            </a:extLst>
          </p:cNvPr>
          <p:cNvGrpSpPr/>
          <p:nvPr/>
        </p:nvGrpSpPr>
        <p:grpSpPr>
          <a:xfrm>
            <a:off x="5590536" y="3583256"/>
            <a:ext cx="3247860" cy="461665"/>
            <a:chOff x="5644620" y="3675643"/>
            <a:chExt cx="3247860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4732C0A-40AC-4D48-B3A3-5A938CE8265F}"/>
                </a:ext>
              </a:extLst>
            </p:cNvPr>
            <p:cNvSpPr/>
            <p:nvPr/>
          </p:nvSpPr>
          <p:spPr>
            <a:xfrm>
              <a:off x="5644620" y="3675643"/>
              <a:ext cx="32478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从而        在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E6A0754F-C074-4B1D-8459-AA60D40B5B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0832097"/>
                </p:ext>
              </p:extLst>
            </p:nvPr>
          </p:nvGraphicFramePr>
          <p:xfrm>
            <a:off x="6335428" y="3746928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93" name="Equation" r:id="rId13" imgW="1104840" imgH="342720" progId="Equation.DSMT4">
                    <p:embed/>
                  </p:oleObj>
                </mc:Choice>
                <mc:Fallback>
                  <p:oleObj name="Equation" r:id="rId13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335428" y="3746928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FD341A8-6D69-45B6-A24E-73E1D58BF7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26602"/>
                </p:ext>
              </p:extLst>
            </p:nvPr>
          </p:nvGraphicFramePr>
          <p:xfrm>
            <a:off x="7922445" y="3749500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94" name="Equation" r:id="rId15" imgW="888840" imgH="342720" progId="Equation.DSMT4">
                    <p:embed/>
                  </p:oleObj>
                </mc:Choice>
                <mc:Fallback>
                  <p:oleObj name="Equation" r:id="rId15" imgW="888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922445" y="3749500"/>
                          <a:ext cx="889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5F0D0FF0-C385-4AE8-BE95-847DCA83CD8C}"/>
              </a:ext>
            </a:extLst>
          </p:cNvPr>
          <p:cNvSpPr/>
          <p:nvPr/>
        </p:nvSpPr>
        <p:spPr>
          <a:xfrm>
            <a:off x="442161" y="4169107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上为凹弧，所以左边不等式成立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77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1CCB798-BD48-4DE0-8BF6-17ACCF9B72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313261"/>
              </p:ext>
            </p:extLst>
          </p:nvPr>
        </p:nvGraphicFramePr>
        <p:xfrm>
          <a:off x="395536" y="339502"/>
          <a:ext cx="78994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6" name="Equation" r:id="rId3" imgW="7899120" imgH="812520" progId="Equation.DSMT4">
                  <p:embed/>
                </p:oleObj>
              </mc:Choice>
              <mc:Fallback>
                <p:oleObj name="Equation" r:id="rId3" imgW="789912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79CD3BF-5F73-49F5-92BE-613F591C44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536" y="339502"/>
                        <a:ext cx="78994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1EF9B1F-5E22-4470-A2D1-2DCAB3E7B34F}"/>
              </a:ext>
            </a:extLst>
          </p:cNvPr>
          <p:cNvCxnSpPr/>
          <p:nvPr/>
        </p:nvCxnSpPr>
        <p:spPr>
          <a:xfrm flipV="1">
            <a:off x="0" y="1131590"/>
            <a:ext cx="9036496" cy="72008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A4766492-A55A-4623-A7F7-AD1195CA9F93}"/>
              </a:ext>
            </a:extLst>
          </p:cNvPr>
          <p:cNvGrpSpPr/>
          <p:nvPr/>
        </p:nvGrpSpPr>
        <p:grpSpPr>
          <a:xfrm>
            <a:off x="117436" y="1439591"/>
            <a:ext cx="1955304" cy="461665"/>
            <a:chOff x="899592" y="3717061"/>
            <a:chExt cx="1955304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DAC458F-7DD7-466F-9C64-528D68852854}"/>
                </a:ext>
              </a:extLst>
            </p:cNvPr>
            <p:cNvSpPr/>
            <p:nvPr/>
          </p:nvSpPr>
          <p:spPr>
            <a:xfrm>
              <a:off x="899592" y="3717061"/>
              <a:ext cx="4320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令</a:t>
              </a:r>
              <a:endParaRPr lang="zh-CN" altLang="en-US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F2A69B1-3E7C-4374-A594-0251022D08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1335994"/>
                </p:ext>
              </p:extLst>
            </p:nvPr>
          </p:nvGraphicFramePr>
          <p:xfrm>
            <a:off x="1445196" y="3770540"/>
            <a:ext cx="140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7" name="Equation" r:id="rId5" imgW="1409400" imgH="342720" progId="Equation.DSMT4">
                    <p:embed/>
                  </p:oleObj>
                </mc:Choice>
                <mc:Fallback>
                  <p:oleObj name="Equation" r:id="rId5" imgW="140940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5DBD9223-783B-4EDD-81D9-8302E85BF29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445196" y="3770540"/>
                          <a:ext cx="140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946C954-5C45-4294-955E-53A0B4CE950E}"/>
              </a:ext>
            </a:extLst>
          </p:cNvPr>
          <p:cNvGrpSpPr/>
          <p:nvPr/>
        </p:nvGrpSpPr>
        <p:grpSpPr>
          <a:xfrm>
            <a:off x="2221618" y="1296220"/>
            <a:ext cx="3267908" cy="736600"/>
            <a:chOff x="2877092" y="3384376"/>
            <a:chExt cx="3267908" cy="7366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150AFF7-A49E-4842-B8B6-6E79D53F7B00}"/>
                </a:ext>
              </a:extLst>
            </p:cNvPr>
            <p:cNvSpPr/>
            <p:nvPr/>
          </p:nvSpPr>
          <p:spPr>
            <a:xfrm>
              <a:off x="2877092" y="3521844"/>
              <a:ext cx="4612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88294CBA-43BE-4925-B674-2D1574598F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5232383"/>
                </p:ext>
              </p:extLst>
            </p:nvPr>
          </p:nvGraphicFramePr>
          <p:xfrm>
            <a:off x="3338300" y="3384376"/>
            <a:ext cx="2806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8" name="Equation" r:id="rId7" imgW="2806560" imgH="736560" progId="Equation.DSMT4">
                    <p:embed/>
                  </p:oleObj>
                </mc:Choice>
                <mc:Fallback>
                  <p:oleObj name="Equation" r:id="rId7" imgW="2806560" imgH="7365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8A30FFD3-9DAB-4E5F-B812-3794C17C21D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38300" y="3384376"/>
                          <a:ext cx="2806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A718AE0-30C4-4660-88B6-F0BECCD74EA0}"/>
              </a:ext>
            </a:extLst>
          </p:cNvPr>
          <p:cNvGrpSpPr/>
          <p:nvPr/>
        </p:nvGrpSpPr>
        <p:grpSpPr>
          <a:xfrm>
            <a:off x="5489526" y="1433687"/>
            <a:ext cx="3247860" cy="461665"/>
            <a:chOff x="5644620" y="3675643"/>
            <a:chExt cx="324786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CA0E359-AAAA-4845-9521-BBDF51744351}"/>
                </a:ext>
              </a:extLst>
            </p:cNvPr>
            <p:cNvSpPr/>
            <p:nvPr/>
          </p:nvSpPr>
          <p:spPr>
            <a:xfrm>
              <a:off x="5644620" y="3675643"/>
              <a:ext cx="32478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从而        在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5D154C9-1406-4811-9676-63334F40C9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1064344"/>
                </p:ext>
              </p:extLst>
            </p:nvPr>
          </p:nvGraphicFramePr>
          <p:xfrm>
            <a:off x="6335428" y="3746928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9" name="Equation" r:id="rId9" imgW="1104840" imgH="342720" progId="Equation.DSMT4">
                    <p:embed/>
                  </p:oleObj>
                </mc:Choice>
                <mc:Fallback>
                  <p:oleObj name="Equation" r:id="rId9" imgW="110484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E6A0754F-C074-4B1D-8459-AA60D40B5BE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335428" y="3746928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17DCF04-0715-465A-83DF-A15ADCC5BC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570559"/>
                </p:ext>
              </p:extLst>
            </p:nvPr>
          </p:nvGraphicFramePr>
          <p:xfrm>
            <a:off x="7922445" y="3749500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0" name="Equation" r:id="rId11" imgW="888840" imgH="342720" progId="Equation.DSMT4">
                    <p:embed/>
                  </p:oleObj>
                </mc:Choice>
                <mc:Fallback>
                  <p:oleObj name="Equation" r:id="rId11" imgW="88884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5FD341A8-6D69-45B6-A24E-73E1D58BF7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922445" y="3749500"/>
                          <a:ext cx="889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0F65FD22-FF67-4A68-9644-4F9D30907D03}"/>
              </a:ext>
            </a:extLst>
          </p:cNvPr>
          <p:cNvSpPr/>
          <p:nvPr/>
        </p:nvSpPr>
        <p:spPr>
          <a:xfrm>
            <a:off x="111962" y="2131399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上为凸弧，所以右边不等式成立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932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AF3FA2A9-DBE6-4846-8B95-9BFA04E77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331" y="308582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805541F-88F7-4898-89D8-CB8FD2FB2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74" y="1102502"/>
            <a:ext cx="2780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1. 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总习题三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8CC1B7DB-3055-4554-ADF4-4F463A304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060" y="2139950"/>
            <a:ext cx="34979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2.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练习册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第三章习题课</a:t>
            </a:r>
          </a:p>
        </p:txBody>
      </p:sp>
    </p:spTree>
    <p:extLst>
      <p:ext uri="{BB962C8B-B14F-4D97-AF65-F5344CB8AC3E}">
        <p14:creationId xmlns:p14="http://schemas.microsoft.com/office/powerpoint/2010/main" val="30771842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7177</TotalTime>
  <Words>2000</Words>
  <Application>Microsoft Office PowerPoint</Application>
  <PresentationFormat>全屏显示(16:9)</PresentationFormat>
  <Paragraphs>544</Paragraphs>
  <Slides>83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83</vt:i4>
      </vt:variant>
    </vt:vector>
  </HeadingPairs>
  <TitlesOfParts>
    <vt:vector size="94" baseType="lpstr">
      <vt:lpstr>华文楷体</vt:lpstr>
      <vt:lpstr>楷体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第三章  微分中值定理与导数的应用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739</cp:revision>
  <dcterms:created xsi:type="dcterms:W3CDTF">2018-09-27T06:48:14Z</dcterms:created>
  <dcterms:modified xsi:type="dcterms:W3CDTF">2023-11-12T16:27:50Z</dcterms:modified>
</cp:coreProperties>
</file>