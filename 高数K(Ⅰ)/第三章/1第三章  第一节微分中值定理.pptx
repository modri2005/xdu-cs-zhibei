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2"/>
    <p:sldId id="257" r:id="rId3"/>
    <p:sldId id="316" r:id="rId4"/>
    <p:sldId id="378" r:id="rId5"/>
    <p:sldId id="476" r:id="rId6"/>
    <p:sldId id="317" r:id="rId7"/>
    <p:sldId id="326" r:id="rId8"/>
    <p:sldId id="381" r:id="rId9"/>
    <p:sldId id="477" r:id="rId10"/>
    <p:sldId id="345" r:id="rId11"/>
    <p:sldId id="350" r:id="rId12"/>
    <p:sldId id="357" r:id="rId13"/>
    <p:sldId id="358" r:id="rId14"/>
    <p:sldId id="362" r:id="rId15"/>
    <p:sldId id="360" r:id="rId16"/>
    <p:sldId id="363" r:id="rId17"/>
    <p:sldId id="361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79" r:id="rId26"/>
    <p:sldId id="480" r:id="rId27"/>
    <p:sldId id="481" r:id="rId28"/>
    <p:sldId id="329" r:id="rId29"/>
    <p:sldId id="344" r:id="rId30"/>
    <p:sldId id="330" r:id="rId31"/>
    <p:sldId id="331" r:id="rId32"/>
    <p:sldId id="367" r:id="rId33"/>
    <p:sldId id="365" r:id="rId34"/>
    <p:sldId id="366" r:id="rId35"/>
    <p:sldId id="369" r:id="rId36"/>
    <p:sldId id="370" r:id="rId37"/>
    <p:sldId id="333" r:id="rId38"/>
    <p:sldId id="334" r:id="rId39"/>
    <p:sldId id="335" r:id="rId40"/>
    <p:sldId id="371" r:id="rId41"/>
    <p:sldId id="450" r:id="rId42"/>
    <p:sldId id="451" r:id="rId43"/>
    <p:sldId id="472" r:id="rId44"/>
    <p:sldId id="473" r:id="rId45"/>
    <p:sldId id="347" r:id="rId46"/>
    <p:sldId id="336" r:id="rId47"/>
    <p:sldId id="337" r:id="rId48"/>
    <p:sldId id="338" r:id="rId49"/>
    <p:sldId id="339" r:id="rId50"/>
    <p:sldId id="348" r:id="rId51"/>
    <p:sldId id="340" r:id="rId52"/>
    <p:sldId id="372" r:id="rId53"/>
    <p:sldId id="474" r:id="rId54"/>
    <p:sldId id="475" r:id="rId55"/>
    <p:sldId id="483" r:id="rId56"/>
    <p:sldId id="349" r:id="rId57"/>
    <p:sldId id="310" r:id="rId58"/>
    <p:sldId id="320" r:id="rId59"/>
    <p:sldId id="383" r:id="rId60"/>
    <p:sldId id="321" r:id="rId61"/>
    <p:sldId id="322" r:id="rId62"/>
    <p:sldId id="323" r:id="rId63"/>
    <p:sldId id="324" r:id="rId64"/>
    <p:sldId id="374" r:id="rId65"/>
    <p:sldId id="375" r:id="rId66"/>
    <p:sldId id="376" r:id="rId67"/>
    <p:sldId id="377" r:id="rId68"/>
    <p:sldId id="380" r:id="rId69"/>
    <p:sldId id="299" r:id="rId7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 userDrawn="1">
          <p15:clr>
            <a:srgbClr val="A4A3A4"/>
          </p15:clr>
        </p15:guide>
        <p15:guide id="2" pos="4604" userDrawn="1">
          <p15:clr>
            <a:srgbClr val="A4A3A4"/>
          </p15:clr>
        </p15:guide>
        <p15:guide id="3" orient="horz" pos="2754" userDrawn="1">
          <p15:clr>
            <a:srgbClr val="A4A3A4"/>
          </p15:clr>
        </p15:guide>
        <p15:guide id="4" orient="horz" pos="2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FFFFFF"/>
    <a:srgbClr val="4234FE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9869" autoAdjust="0"/>
  </p:normalViewPr>
  <p:slideViewPr>
    <p:cSldViewPr snapToObjects="1">
      <p:cViewPr varScale="1">
        <p:scale>
          <a:sx n="143" d="100"/>
          <a:sy n="143" d="100"/>
        </p:scale>
        <p:origin x="114" y="162"/>
      </p:cViewPr>
      <p:guideLst>
        <p:guide orient="horz" pos="486"/>
        <p:guide pos="4604"/>
        <p:guide orient="horz" pos="2754"/>
        <p:guide orient="horz" pos="279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24" Type="http://schemas.openxmlformats.org/officeDocument/2006/relationships/image" Target="../media/image24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5.wmf"/><Relationship Id="rId18" Type="http://schemas.openxmlformats.org/officeDocument/2006/relationships/image" Target="../media/image50.wmf"/><Relationship Id="rId3" Type="http://schemas.openxmlformats.org/officeDocument/2006/relationships/image" Target="../media/image31.wmf"/><Relationship Id="rId7" Type="http://schemas.openxmlformats.org/officeDocument/2006/relationships/image" Target="../media/image39.wmf"/><Relationship Id="rId12" Type="http://schemas.openxmlformats.org/officeDocument/2006/relationships/image" Target="../media/image44.wmf"/><Relationship Id="rId17" Type="http://schemas.openxmlformats.org/officeDocument/2006/relationships/image" Target="../media/image49.wmf"/><Relationship Id="rId2" Type="http://schemas.openxmlformats.org/officeDocument/2006/relationships/image" Target="../media/image35.wmf"/><Relationship Id="rId16" Type="http://schemas.openxmlformats.org/officeDocument/2006/relationships/image" Target="../media/image48.wmf"/><Relationship Id="rId20" Type="http://schemas.openxmlformats.org/officeDocument/2006/relationships/image" Target="../media/image52.wmf"/><Relationship Id="rId1" Type="http://schemas.openxmlformats.org/officeDocument/2006/relationships/image" Target="../media/image34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5" Type="http://schemas.openxmlformats.org/officeDocument/2006/relationships/image" Target="../media/image47.wmf"/><Relationship Id="rId10" Type="http://schemas.openxmlformats.org/officeDocument/2006/relationships/image" Target="../media/image42.wmf"/><Relationship Id="rId19" Type="http://schemas.openxmlformats.org/officeDocument/2006/relationships/image" Target="../media/image51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Relationship Id="rId14" Type="http://schemas.openxmlformats.org/officeDocument/2006/relationships/image" Target="../media/image4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11" Type="http://schemas.openxmlformats.org/officeDocument/2006/relationships/image" Target="../media/image63.wmf"/><Relationship Id="rId5" Type="http://schemas.openxmlformats.org/officeDocument/2006/relationships/image" Target="../media/image5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74.wmf"/><Relationship Id="rId7" Type="http://schemas.openxmlformats.org/officeDocument/2006/relationships/image" Target="../media/image70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4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10" Type="http://schemas.openxmlformats.org/officeDocument/2006/relationships/image" Target="../media/image87.wmf"/><Relationship Id="rId4" Type="http://schemas.openxmlformats.org/officeDocument/2006/relationships/image" Target="../media/image81.wmf"/><Relationship Id="rId9" Type="http://schemas.openxmlformats.org/officeDocument/2006/relationships/image" Target="../media/image8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12" Type="http://schemas.openxmlformats.org/officeDocument/2006/relationships/image" Target="../media/image106.wmf"/><Relationship Id="rId2" Type="http://schemas.openxmlformats.org/officeDocument/2006/relationships/image" Target="../media/image96.wmf"/><Relationship Id="rId1" Type="http://schemas.openxmlformats.org/officeDocument/2006/relationships/image" Target="../media/image88.wmf"/><Relationship Id="rId6" Type="http://schemas.openxmlformats.org/officeDocument/2006/relationships/image" Target="../media/image100.wmf"/><Relationship Id="rId11" Type="http://schemas.openxmlformats.org/officeDocument/2006/relationships/image" Target="../media/image105.wmf"/><Relationship Id="rId5" Type="http://schemas.openxmlformats.org/officeDocument/2006/relationships/image" Target="../media/image99.wmf"/><Relationship Id="rId10" Type="http://schemas.openxmlformats.org/officeDocument/2006/relationships/image" Target="../media/image104.wmf"/><Relationship Id="rId4" Type="http://schemas.openxmlformats.org/officeDocument/2006/relationships/image" Target="../media/image98.wmf"/><Relationship Id="rId9" Type="http://schemas.openxmlformats.org/officeDocument/2006/relationships/image" Target="../media/image10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29.wmf"/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12" Type="http://schemas.openxmlformats.org/officeDocument/2006/relationships/image" Target="../media/image128.wmf"/><Relationship Id="rId17" Type="http://schemas.openxmlformats.org/officeDocument/2006/relationships/image" Target="../media/image133.wmf"/><Relationship Id="rId2" Type="http://schemas.openxmlformats.org/officeDocument/2006/relationships/image" Target="../media/image118.wmf"/><Relationship Id="rId16" Type="http://schemas.openxmlformats.org/officeDocument/2006/relationships/image" Target="../media/image132.wmf"/><Relationship Id="rId1" Type="http://schemas.openxmlformats.org/officeDocument/2006/relationships/image" Target="../media/image117.wmf"/><Relationship Id="rId6" Type="http://schemas.openxmlformats.org/officeDocument/2006/relationships/image" Target="../media/image122.wmf"/><Relationship Id="rId11" Type="http://schemas.openxmlformats.org/officeDocument/2006/relationships/image" Target="../media/image127.wmf"/><Relationship Id="rId5" Type="http://schemas.openxmlformats.org/officeDocument/2006/relationships/image" Target="../media/image121.wmf"/><Relationship Id="rId15" Type="http://schemas.openxmlformats.org/officeDocument/2006/relationships/image" Target="../media/image131.wmf"/><Relationship Id="rId10" Type="http://schemas.openxmlformats.org/officeDocument/2006/relationships/image" Target="../media/image126.wmf"/><Relationship Id="rId4" Type="http://schemas.openxmlformats.org/officeDocument/2006/relationships/image" Target="../media/image120.wmf"/><Relationship Id="rId9" Type="http://schemas.openxmlformats.org/officeDocument/2006/relationships/image" Target="../media/image125.wmf"/><Relationship Id="rId14" Type="http://schemas.openxmlformats.org/officeDocument/2006/relationships/image" Target="../media/image13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12" Type="http://schemas.openxmlformats.org/officeDocument/2006/relationships/image" Target="../media/image145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11" Type="http://schemas.openxmlformats.org/officeDocument/2006/relationships/image" Target="../media/image144.wmf"/><Relationship Id="rId5" Type="http://schemas.openxmlformats.org/officeDocument/2006/relationships/image" Target="../media/image138.wmf"/><Relationship Id="rId10" Type="http://schemas.openxmlformats.org/officeDocument/2006/relationships/image" Target="../media/image143.wmf"/><Relationship Id="rId4" Type="http://schemas.openxmlformats.org/officeDocument/2006/relationships/image" Target="../media/image137.wmf"/><Relationship Id="rId9" Type="http://schemas.openxmlformats.org/officeDocument/2006/relationships/image" Target="../media/image14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2" Type="http://schemas.openxmlformats.org/officeDocument/2006/relationships/image" Target="../media/image146.wmf"/><Relationship Id="rId1" Type="http://schemas.openxmlformats.org/officeDocument/2006/relationships/image" Target="../media/image134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9" Type="http://schemas.openxmlformats.org/officeDocument/2006/relationships/image" Target="../media/image15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10" Type="http://schemas.openxmlformats.org/officeDocument/2006/relationships/image" Target="../media/image163.wmf"/><Relationship Id="rId4" Type="http://schemas.openxmlformats.org/officeDocument/2006/relationships/image" Target="../media/image157.wmf"/><Relationship Id="rId9" Type="http://schemas.openxmlformats.org/officeDocument/2006/relationships/image" Target="../media/image16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4" Type="http://schemas.openxmlformats.org/officeDocument/2006/relationships/image" Target="../media/image16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4" Type="http://schemas.openxmlformats.org/officeDocument/2006/relationships/image" Target="../media/image16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image" Target="../media/image182.wmf"/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12" Type="http://schemas.openxmlformats.org/officeDocument/2006/relationships/image" Target="../media/image181.wmf"/><Relationship Id="rId2" Type="http://schemas.openxmlformats.org/officeDocument/2006/relationships/image" Target="../media/image171.wmf"/><Relationship Id="rId16" Type="http://schemas.openxmlformats.org/officeDocument/2006/relationships/image" Target="../media/image185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11" Type="http://schemas.openxmlformats.org/officeDocument/2006/relationships/image" Target="../media/image180.wmf"/><Relationship Id="rId5" Type="http://schemas.openxmlformats.org/officeDocument/2006/relationships/image" Target="../media/image174.wmf"/><Relationship Id="rId15" Type="http://schemas.openxmlformats.org/officeDocument/2006/relationships/image" Target="../media/image184.wmf"/><Relationship Id="rId10" Type="http://schemas.openxmlformats.org/officeDocument/2006/relationships/image" Target="../media/image179.wmf"/><Relationship Id="rId4" Type="http://schemas.openxmlformats.org/officeDocument/2006/relationships/image" Target="../media/image173.wmf"/><Relationship Id="rId9" Type="http://schemas.openxmlformats.org/officeDocument/2006/relationships/image" Target="../media/image178.wmf"/><Relationship Id="rId14" Type="http://schemas.openxmlformats.org/officeDocument/2006/relationships/image" Target="../media/image18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image" Target="../media/image198.wmf"/><Relationship Id="rId18" Type="http://schemas.openxmlformats.org/officeDocument/2006/relationships/image" Target="../media/image203.w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12" Type="http://schemas.openxmlformats.org/officeDocument/2006/relationships/image" Target="../media/image197.wmf"/><Relationship Id="rId17" Type="http://schemas.openxmlformats.org/officeDocument/2006/relationships/image" Target="../media/image202.wmf"/><Relationship Id="rId2" Type="http://schemas.openxmlformats.org/officeDocument/2006/relationships/image" Target="../media/image187.wmf"/><Relationship Id="rId16" Type="http://schemas.openxmlformats.org/officeDocument/2006/relationships/image" Target="../media/image201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11" Type="http://schemas.openxmlformats.org/officeDocument/2006/relationships/image" Target="../media/image196.wmf"/><Relationship Id="rId5" Type="http://schemas.openxmlformats.org/officeDocument/2006/relationships/image" Target="../media/image190.wmf"/><Relationship Id="rId15" Type="http://schemas.openxmlformats.org/officeDocument/2006/relationships/image" Target="../media/image200.wmf"/><Relationship Id="rId10" Type="http://schemas.openxmlformats.org/officeDocument/2006/relationships/image" Target="../media/image195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Relationship Id="rId14" Type="http://schemas.openxmlformats.org/officeDocument/2006/relationships/image" Target="../media/image19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image" Target="../media/image210.wmf"/><Relationship Id="rId3" Type="http://schemas.openxmlformats.org/officeDocument/2006/relationships/image" Target="../media/image198.wmf"/><Relationship Id="rId7" Type="http://schemas.openxmlformats.org/officeDocument/2006/relationships/image" Target="../media/image202.wmf"/><Relationship Id="rId12" Type="http://schemas.openxmlformats.org/officeDocument/2006/relationships/image" Target="../media/image209.wmf"/><Relationship Id="rId17" Type="http://schemas.openxmlformats.org/officeDocument/2006/relationships/image" Target="../media/image214.wmf"/><Relationship Id="rId2" Type="http://schemas.openxmlformats.org/officeDocument/2006/relationships/image" Target="../media/image205.wmf"/><Relationship Id="rId16" Type="http://schemas.openxmlformats.org/officeDocument/2006/relationships/image" Target="../media/image213.wmf"/><Relationship Id="rId1" Type="http://schemas.openxmlformats.org/officeDocument/2006/relationships/image" Target="../media/image204.wmf"/><Relationship Id="rId6" Type="http://schemas.openxmlformats.org/officeDocument/2006/relationships/image" Target="../media/image201.wmf"/><Relationship Id="rId11" Type="http://schemas.openxmlformats.org/officeDocument/2006/relationships/image" Target="../media/image208.wmf"/><Relationship Id="rId5" Type="http://schemas.openxmlformats.org/officeDocument/2006/relationships/image" Target="../media/image200.wmf"/><Relationship Id="rId15" Type="http://schemas.openxmlformats.org/officeDocument/2006/relationships/image" Target="../media/image212.wmf"/><Relationship Id="rId10" Type="http://schemas.openxmlformats.org/officeDocument/2006/relationships/image" Target="../media/image207.wmf"/><Relationship Id="rId4" Type="http://schemas.openxmlformats.org/officeDocument/2006/relationships/image" Target="../media/image199.wmf"/><Relationship Id="rId9" Type="http://schemas.openxmlformats.org/officeDocument/2006/relationships/image" Target="../media/image206.wmf"/><Relationship Id="rId14" Type="http://schemas.openxmlformats.org/officeDocument/2006/relationships/image" Target="../media/image211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image" Target="../media/image220.wmf"/><Relationship Id="rId18" Type="http://schemas.openxmlformats.org/officeDocument/2006/relationships/image" Target="../media/image225.wmf"/><Relationship Id="rId3" Type="http://schemas.openxmlformats.org/officeDocument/2006/relationships/image" Target="../media/image198.wmf"/><Relationship Id="rId7" Type="http://schemas.openxmlformats.org/officeDocument/2006/relationships/image" Target="../media/image202.wmf"/><Relationship Id="rId12" Type="http://schemas.openxmlformats.org/officeDocument/2006/relationships/image" Target="../media/image219.wmf"/><Relationship Id="rId17" Type="http://schemas.openxmlformats.org/officeDocument/2006/relationships/image" Target="../media/image224.wmf"/><Relationship Id="rId2" Type="http://schemas.openxmlformats.org/officeDocument/2006/relationships/image" Target="../media/image207.wmf"/><Relationship Id="rId16" Type="http://schemas.openxmlformats.org/officeDocument/2006/relationships/image" Target="../media/image223.wmf"/><Relationship Id="rId1" Type="http://schemas.openxmlformats.org/officeDocument/2006/relationships/image" Target="../media/image215.wmf"/><Relationship Id="rId6" Type="http://schemas.openxmlformats.org/officeDocument/2006/relationships/image" Target="../media/image201.wmf"/><Relationship Id="rId11" Type="http://schemas.openxmlformats.org/officeDocument/2006/relationships/image" Target="../media/image218.wmf"/><Relationship Id="rId5" Type="http://schemas.openxmlformats.org/officeDocument/2006/relationships/image" Target="../media/image200.wmf"/><Relationship Id="rId15" Type="http://schemas.openxmlformats.org/officeDocument/2006/relationships/image" Target="../media/image222.wmf"/><Relationship Id="rId10" Type="http://schemas.openxmlformats.org/officeDocument/2006/relationships/image" Target="../media/image217.wmf"/><Relationship Id="rId19" Type="http://schemas.openxmlformats.org/officeDocument/2006/relationships/image" Target="../media/image226.wmf"/><Relationship Id="rId4" Type="http://schemas.openxmlformats.org/officeDocument/2006/relationships/image" Target="../media/image199.wmf"/><Relationship Id="rId9" Type="http://schemas.openxmlformats.org/officeDocument/2006/relationships/image" Target="../media/image216.wmf"/><Relationship Id="rId14" Type="http://schemas.openxmlformats.org/officeDocument/2006/relationships/image" Target="../media/image22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image" Target="../media/image233.wmf"/><Relationship Id="rId3" Type="http://schemas.openxmlformats.org/officeDocument/2006/relationships/image" Target="../media/image199.wmf"/><Relationship Id="rId7" Type="http://schemas.openxmlformats.org/officeDocument/2006/relationships/image" Target="../media/image203.wmf"/><Relationship Id="rId12" Type="http://schemas.openxmlformats.org/officeDocument/2006/relationships/image" Target="../media/image232.wmf"/><Relationship Id="rId2" Type="http://schemas.openxmlformats.org/officeDocument/2006/relationships/image" Target="../media/image198.wmf"/><Relationship Id="rId16" Type="http://schemas.openxmlformats.org/officeDocument/2006/relationships/image" Target="../media/image236.wmf"/><Relationship Id="rId1" Type="http://schemas.openxmlformats.org/officeDocument/2006/relationships/image" Target="../media/image227.wmf"/><Relationship Id="rId6" Type="http://schemas.openxmlformats.org/officeDocument/2006/relationships/image" Target="../media/image202.wmf"/><Relationship Id="rId11" Type="http://schemas.openxmlformats.org/officeDocument/2006/relationships/image" Target="../media/image231.wmf"/><Relationship Id="rId5" Type="http://schemas.openxmlformats.org/officeDocument/2006/relationships/image" Target="../media/image201.wmf"/><Relationship Id="rId15" Type="http://schemas.openxmlformats.org/officeDocument/2006/relationships/image" Target="../media/image235.wmf"/><Relationship Id="rId10" Type="http://schemas.openxmlformats.org/officeDocument/2006/relationships/image" Target="../media/image230.wmf"/><Relationship Id="rId4" Type="http://schemas.openxmlformats.org/officeDocument/2006/relationships/image" Target="../media/image200.wmf"/><Relationship Id="rId9" Type="http://schemas.openxmlformats.org/officeDocument/2006/relationships/image" Target="../media/image229.wmf"/><Relationship Id="rId14" Type="http://schemas.openxmlformats.org/officeDocument/2006/relationships/image" Target="../media/image234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wmf"/><Relationship Id="rId13" Type="http://schemas.openxmlformats.org/officeDocument/2006/relationships/image" Target="../media/image249.wmf"/><Relationship Id="rId18" Type="http://schemas.openxmlformats.org/officeDocument/2006/relationships/image" Target="../media/image201.wmf"/><Relationship Id="rId26" Type="http://schemas.openxmlformats.org/officeDocument/2006/relationships/image" Target="../media/image256.wmf"/><Relationship Id="rId3" Type="http://schemas.openxmlformats.org/officeDocument/2006/relationships/image" Target="../media/image239.wmf"/><Relationship Id="rId21" Type="http://schemas.openxmlformats.org/officeDocument/2006/relationships/image" Target="../media/image208.wmf"/><Relationship Id="rId7" Type="http://schemas.openxmlformats.org/officeDocument/2006/relationships/image" Target="../media/image243.wmf"/><Relationship Id="rId12" Type="http://schemas.openxmlformats.org/officeDocument/2006/relationships/image" Target="../media/image248.wmf"/><Relationship Id="rId17" Type="http://schemas.openxmlformats.org/officeDocument/2006/relationships/image" Target="../media/image200.wmf"/><Relationship Id="rId25" Type="http://schemas.openxmlformats.org/officeDocument/2006/relationships/image" Target="../media/image255.wmf"/><Relationship Id="rId2" Type="http://schemas.openxmlformats.org/officeDocument/2006/relationships/image" Target="../media/image238.wmf"/><Relationship Id="rId16" Type="http://schemas.openxmlformats.org/officeDocument/2006/relationships/image" Target="../media/image199.wmf"/><Relationship Id="rId20" Type="http://schemas.openxmlformats.org/officeDocument/2006/relationships/image" Target="../media/image252.wmf"/><Relationship Id="rId29" Type="http://schemas.openxmlformats.org/officeDocument/2006/relationships/image" Target="../media/image259.wmf"/><Relationship Id="rId1" Type="http://schemas.openxmlformats.org/officeDocument/2006/relationships/image" Target="../media/image237.wmf"/><Relationship Id="rId6" Type="http://schemas.openxmlformats.org/officeDocument/2006/relationships/image" Target="../media/image242.wmf"/><Relationship Id="rId11" Type="http://schemas.openxmlformats.org/officeDocument/2006/relationships/image" Target="../media/image247.wmf"/><Relationship Id="rId24" Type="http://schemas.openxmlformats.org/officeDocument/2006/relationships/image" Target="../media/image254.wmf"/><Relationship Id="rId5" Type="http://schemas.openxmlformats.org/officeDocument/2006/relationships/image" Target="../media/image241.wmf"/><Relationship Id="rId15" Type="http://schemas.openxmlformats.org/officeDocument/2006/relationships/image" Target="../media/image251.wmf"/><Relationship Id="rId23" Type="http://schemas.openxmlformats.org/officeDocument/2006/relationships/image" Target="../media/image253.wmf"/><Relationship Id="rId28" Type="http://schemas.openxmlformats.org/officeDocument/2006/relationships/image" Target="../media/image258.wmf"/><Relationship Id="rId10" Type="http://schemas.openxmlformats.org/officeDocument/2006/relationships/image" Target="../media/image246.wmf"/><Relationship Id="rId19" Type="http://schemas.openxmlformats.org/officeDocument/2006/relationships/image" Target="../media/image202.wmf"/><Relationship Id="rId4" Type="http://schemas.openxmlformats.org/officeDocument/2006/relationships/image" Target="../media/image240.wmf"/><Relationship Id="rId9" Type="http://schemas.openxmlformats.org/officeDocument/2006/relationships/image" Target="../media/image245.wmf"/><Relationship Id="rId14" Type="http://schemas.openxmlformats.org/officeDocument/2006/relationships/image" Target="../media/image250.wmf"/><Relationship Id="rId22" Type="http://schemas.openxmlformats.org/officeDocument/2006/relationships/image" Target="../media/image209.wmf"/><Relationship Id="rId27" Type="http://schemas.openxmlformats.org/officeDocument/2006/relationships/image" Target="../media/image257.wmf"/><Relationship Id="rId30" Type="http://schemas.openxmlformats.org/officeDocument/2006/relationships/image" Target="../media/image26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wmf"/><Relationship Id="rId1" Type="http://schemas.openxmlformats.org/officeDocument/2006/relationships/image" Target="../media/image26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3" Type="http://schemas.openxmlformats.org/officeDocument/2006/relationships/image" Target="../media/image265.wmf"/><Relationship Id="rId7" Type="http://schemas.openxmlformats.org/officeDocument/2006/relationships/image" Target="../media/image269.wmf"/><Relationship Id="rId2" Type="http://schemas.openxmlformats.org/officeDocument/2006/relationships/image" Target="../media/image264.wmf"/><Relationship Id="rId1" Type="http://schemas.openxmlformats.org/officeDocument/2006/relationships/image" Target="../media/image263.wmf"/><Relationship Id="rId6" Type="http://schemas.openxmlformats.org/officeDocument/2006/relationships/image" Target="../media/image268.wmf"/><Relationship Id="rId11" Type="http://schemas.openxmlformats.org/officeDocument/2006/relationships/image" Target="../media/image273.wmf"/><Relationship Id="rId5" Type="http://schemas.openxmlformats.org/officeDocument/2006/relationships/image" Target="../media/image267.wmf"/><Relationship Id="rId10" Type="http://schemas.openxmlformats.org/officeDocument/2006/relationships/image" Target="../media/image272.wmf"/><Relationship Id="rId4" Type="http://schemas.openxmlformats.org/officeDocument/2006/relationships/image" Target="../media/image266.wmf"/><Relationship Id="rId9" Type="http://schemas.openxmlformats.org/officeDocument/2006/relationships/image" Target="../media/image271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13" Type="http://schemas.openxmlformats.org/officeDocument/2006/relationships/image" Target="../media/image267.wmf"/><Relationship Id="rId3" Type="http://schemas.openxmlformats.org/officeDocument/2006/relationships/image" Target="../media/image276.wmf"/><Relationship Id="rId7" Type="http://schemas.openxmlformats.org/officeDocument/2006/relationships/image" Target="../media/image280.wmf"/><Relationship Id="rId12" Type="http://schemas.openxmlformats.org/officeDocument/2006/relationships/image" Target="../media/image266.wmf"/><Relationship Id="rId2" Type="http://schemas.openxmlformats.org/officeDocument/2006/relationships/image" Target="../media/image275.wmf"/><Relationship Id="rId1" Type="http://schemas.openxmlformats.org/officeDocument/2006/relationships/image" Target="../media/image274.wmf"/><Relationship Id="rId6" Type="http://schemas.openxmlformats.org/officeDocument/2006/relationships/image" Target="../media/image279.wmf"/><Relationship Id="rId11" Type="http://schemas.openxmlformats.org/officeDocument/2006/relationships/image" Target="../media/image265.wmf"/><Relationship Id="rId5" Type="http://schemas.openxmlformats.org/officeDocument/2006/relationships/image" Target="../media/image278.wmf"/><Relationship Id="rId10" Type="http://schemas.openxmlformats.org/officeDocument/2006/relationships/image" Target="../media/image264.wmf"/><Relationship Id="rId4" Type="http://schemas.openxmlformats.org/officeDocument/2006/relationships/image" Target="../media/image277.wmf"/><Relationship Id="rId9" Type="http://schemas.openxmlformats.org/officeDocument/2006/relationships/image" Target="../media/image26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wmf"/><Relationship Id="rId2" Type="http://schemas.openxmlformats.org/officeDocument/2006/relationships/image" Target="../media/image282.wmf"/><Relationship Id="rId1" Type="http://schemas.openxmlformats.org/officeDocument/2006/relationships/image" Target="../media/image266.wmf"/><Relationship Id="rId4" Type="http://schemas.openxmlformats.org/officeDocument/2006/relationships/image" Target="../media/image28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wmf"/><Relationship Id="rId3" Type="http://schemas.openxmlformats.org/officeDocument/2006/relationships/image" Target="../media/image287.wmf"/><Relationship Id="rId7" Type="http://schemas.openxmlformats.org/officeDocument/2006/relationships/image" Target="../media/image291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Relationship Id="rId6" Type="http://schemas.openxmlformats.org/officeDocument/2006/relationships/image" Target="../media/image290.wmf"/><Relationship Id="rId5" Type="http://schemas.openxmlformats.org/officeDocument/2006/relationships/image" Target="../media/image289.wmf"/><Relationship Id="rId4" Type="http://schemas.openxmlformats.org/officeDocument/2006/relationships/image" Target="../media/image288.wmf"/><Relationship Id="rId9" Type="http://schemas.openxmlformats.org/officeDocument/2006/relationships/image" Target="../media/image29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3" Type="http://schemas.openxmlformats.org/officeDocument/2006/relationships/image" Target="../media/image296.wmf"/><Relationship Id="rId7" Type="http://schemas.openxmlformats.org/officeDocument/2006/relationships/image" Target="../media/image299.wmf"/><Relationship Id="rId2" Type="http://schemas.openxmlformats.org/officeDocument/2006/relationships/image" Target="../media/image295.wmf"/><Relationship Id="rId1" Type="http://schemas.openxmlformats.org/officeDocument/2006/relationships/image" Target="../media/image294.wmf"/><Relationship Id="rId6" Type="http://schemas.openxmlformats.org/officeDocument/2006/relationships/image" Target="../media/image298.wmf"/><Relationship Id="rId5" Type="http://schemas.openxmlformats.org/officeDocument/2006/relationships/image" Target="../media/image286.wmf"/><Relationship Id="rId4" Type="http://schemas.openxmlformats.org/officeDocument/2006/relationships/image" Target="../media/image29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wmf"/><Relationship Id="rId7" Type="http://schemas.openxmlformats.org/officeDocument/2006/relationships/image" Target="../media/image303.wmf"/><Relationship Id="rId2" Type="http://schemas.openxmlformats.org/officeDocument/2006/relationships/image" Target="../media/image287.wmf"/><Relationship Id="rId1" Type="http://schemas.openxmlformats.org/officeDocument/2006/relationships/image" Target="../media/image301.wmf"/><Relationship Id="rId6" Type="http://schemas.openxmlformats.org/officeDocument/2006/relationships/image" Target="../media/image285.wmf"/><Relationship Id="rId5" Type="http://schemas.openxmlformats.org/officeDocument/2006/relationships/image" Target="../media/image302.wmf"/><Relationship Id="rId4" Type="http://schemas.openxmlformats.org/officeDocument/2006/relationships/image" Target="../media/image28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3" Type="http://schemas.openxmlformats.org/officeDocument/2006/relationships/image" Target="../media/image288.wmf"/><Relationship Id="rId7" Type="http://schemas.openxmlformats.org/officeDocument/2006/relationships/image" Target="../media/image308.wmf"/><Relationship Id="rId2" Type="http://schemas.openxmlformats.org/officeDocument/2006/relationships/image" Target="../media/image301.wmf"/><Relationship Id="rId1" Type="http://schemas.openxmlformats.org/officeDocument/2006/relationships/image" Target="../media/image304.wmf"/><Relationship Id="rId6" Type="http://schemas.openxmlformats.org/officeDocument/2006/relationships/image" Target="../media/image307.wmf"/><Relationship Id="rId11" Type="http://schemas.openxmlformats.org/officeDocument/2006/relationships/image" Target="../media/image312.wmf"/><Relationship Id="rId5" Type="http://schemas.openxmlformats.org/officeDocument/2006/relationships/image" Target="../media/image306.wmf"/><Relationship Id="rId10" Type="http://schemas.openxmlformats.org/officeDocument/2006/relationships/image" Target="../media/image311.wmf"/><Relationship Id="rId4" Type="http://schemas.openxmlformats.org/officeDocument/2006/relationships/image" Target="../media/image305.wmf"/><Relationship Id="rId9" Type="http://schemas.openxmlformats.org/officeDocument/2006/relationships/image" Target="../media/image31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5.wmf"/><Relationship Id="rId1" Type="http://schemas.openxmlformats.org/officeDocument/2006/relationships/image" Target="../media/image31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4" Type="http://schemas.openxmlformats.org/officeDocument/2006/relationships/image" Target="../media/image317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9.wmf"/><Relationship Id="rId1" Type="http://schemas.openxmlformats.org/officeDocument/2006/relationships/image" Target="../media/image318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wmf"/><Relationship Id="rId2" Type="http://schemas.openxmlformats.org/officeDocument/2006/relationships/image" Target="../media/image321.wmf"/><Relationship Id="rId1" Type="http://schemas.openxmlformats.org/officeDocument/2006/relationships/image" Target="../media/image320.wmf"/><Relationship Id="rId5" Type="http://schemas.openxmlformats.org/officeDocument/2006/relationships/image" Target="../media/image324.wmf"/><Relationship Id="rId4" Type="http://schemas.openxmlformats.org/officeDocument/2006/relationships/image" Target="../media/image323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wmf"/><Relationship Id="rId2" Type="http://schemas.openxmlformats.org/officeDocument/2006/relationships/image" Target="../media/image326.wmf"/><Relationship Id="rId1" Type="http://schemas.openxmlformats.org/officeDocument/2006/relationships/image" Target="../media/image325.wmf"/><Relationship Id="rId5" Type="http://schemas.openxmlformats.org/officeDocument/2006/relationships/image" Target="../media/image329.wmf"/><Relationship Id="rId4" Type="http://schemas.openxmlformats.org/officeDocument/2006/relationships/image" Target="../media/image328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wmf"/><Relationship Id="rId3" Type="http://schemas.openxmlformats.org/officeDocument/2006/relationships/image" Target="../media/image331.wmf"/><Relationship Id="rId7" Type="http://schemas.openxmlformats.org/officeDocument/2006/relationships/image" Target="../media/image335.wmf"/><Relationship Id="rId2" Type="http://schemas.openxmlformats.org/officeDocument/2006/relationships/image" Target="../media/image330.wmf"/><Relationship Id="rId1" Type="http://schemas.openxmlformats.org/officeDocument/2006/relationships/image" Target="../media/image285.wmf"/><Relationship Id="rId6" Type="http://schemas.openxmlformats.org/officeDocument/2006/relationships/image" Target="../media/image334.wmf"/><Relationship Id="rId5" Type="http://schemas.openxmlformats.org/officeDocument/2006/relationships/image" Target="../media/image333.wmf"/><Relationship Id="rId4" Type="http://schemas.openxmlformats.org/officeDocument/2006/relationships/image" Target="../media/image332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3" Type="http://schemas.openxmlformats.org/officeDocument/2006/relationships/image" Target="../media/image338.wmf"/><Relationship Id="rId7" Type="http://schemas.openxmlformats.org/officeDocument/2006/relationships/image" Target="../media/image342.wmf"/><Relationship Id="rId2" Type="http://schemas.openxmlformats.org/officeDocument/2006/relationships/image" Target="../media/image337.wmf"/><Relationship Id="rId1" Type="http://schemas.openxmlformats.org/officeDocument/2006/relationships/image" Target="../media/image336.wmf"/><Relationship Id="rId6" Type="http://schemas.openxmlformats.org/officeDocument/2006/relationships/image" Target="../media/image341.wmf"/><Relationship Id="rId5" Type="http://schemas.openxmlformats.org/officeDocument/2006/relationships/image" Target="../media/image340.wmf"/><Relationship Id="rId4" Type="http://schemas.openxmlformats.org/officeDocument/2006/relationships/image" Target="../media/image339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3" Type="http://schemas.openxmlformats.org/officeDocument/2006/relationships/image" Target="../media/image346.wmf"/><Relationship Id="rId7" Type="http://schemas.openxmlformats.org/officeDocument/2006/relationships/image" Target="../media/image350.wmf"/><Relationship Id="rId12" Type="http://schemas.openxmlformats.org/officeDocument/2006/relationships/image" Target="../media/image355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Relationship Id="rId6" Type="http://schemas.openxmlformats.org/officeDocument/2006/relationships/image" Target="../media/image349.wmf"/><Relationship Id="rId11" Type="http://schemas.openxmlformats.org/officeDocument/2006/relationships/image" Target="../media/image354.wmf"/><Relationship Id="rId5" Type="http://schemas.openxmlformats.org/officeDocument/2006/relationships/image" Target="../media/image348.wmf"/><Relationship Id="rId10" Type="http://schemas.openxmlformats.org/officeDocument/2006/relationships/image" Target="../media/image353.wmf"/><Relationship Id="rId4" Type="http://schemas.openxmlformats.org/officeDocument/2006/relationships/image" Target="../media/image347.wmf"/><Relationship Id="rId9" Type="http://schemas.openxmlformats.org/officeDocument/2006/relationships/image" Target="../media/image352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wmf"/><Relationship Id="rId2" Type="http://schemas.openxmlformats.org/officeDocument/2006/relationships/image" Target="../media/image357.wmf"/><Relationship Id="rId1" Type="http://schemas.openxmlformats.org/officeDocument/2006/relationships/image" Target="../media/image356.wmf"/><Relationship Id="rId6" Type="http://schemas.openxmlformats.org/officeDocument/2006/relationships/image" Target="../media/image361.wmf"/><Relationship Id="rId5" Type="http://schemas.openxmlformats.org/officeDocument/2006/relationships/image" Target="../media/image360.wmf"/><Relationship Id="rId4" Type="http://schemas.openxmlformats.org/officeDocument/2006/relationships/image" Target="../media/image359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9.wmf"/><Relationship Id="rId13" Type="http://schemas.openxmlformats.org/officeDocument/2006/relationships/image" Target="../media/image374.wmf"/><Relationship Id="rId3" Type="http://schemas.openxmlformats.org/officeDocument/2006/relationships/image" Target="../media/image364.wmf"/><Relationship Id="rId7" Type="http://schemas.openxmlformats.org/officeDocument/2006/relationships/image" Target="../media/image368.wmf"/><Relationship Id="rId12" Type="http://schemas.openxmlformats.org/officeDocument/2006/relationships/image" Target="../media/image373.wmf"/><Relationship Id="rId2" Type="http://schemas.openxmlformats.org/officeDocument/2006/relationships/image" Target="../media/image363.wmf"/><Relationship Id="rId1" Type="http://schemas.openxmlformats.org/officeDocument/2006/relationships/image" Target="../media/image362.wmf"/><Relationship Id="rId6" Type="http://schemas.openxmlformats.org/officeDocument/2006/relationships/image" Target="../media/image367.wmf"/><Relationship Id="rId11" Type="http://schemas.openxmlformats.org/officeDocument/2006/relationships/image" Target="../media/image372.wmf"/><Relationship Id="rId5" Type="http://schemas.openxmlformats.org/officeDocument/2006/relationships/image" Target="../media/image366.wmf"/><Relationship Id="rId15" Type="http://schemas.openxmlformats.org/officeDocument/2006/relationships/image" Target="../media/image376.wmf"/><Relationship Id="rId10" Type="http://schemas.openxmlformats.org/officeDocument/2006/relationships/image" Target="../media/image371.wmf"/><Relationship Id="rId4" Type="http://schemas.openxmlformats.org/officeDocument/2006/relationships/image" Target="../media/image365.wmf"/><Relationship Id="rId9" Type="http://schemas.openxmlformats.org/officeDocument/2006/relationships/image" Target="../media/image370.wmf"/><Relationship Id="rId14" Type="http://schemas.openxmlformats.org/officeDocument/2006/relationships/image" Target="../media/image375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3" Type="http://schemas.openxmlformats.org/officeDocument/2006/relationships/image" Target="../media/image375.wmf"/><Relationship Id="rId7" Type="http://schemas.openxmlformats.org/officeDocument/2006/relationships/image" Target="../media/image380.wmf"/><Relationship Id="rId2" Type="http://schemas.openxmlformats.org/officeDocument/2006/relationships/image" Target="../media/image377.wmf"/><Relationship Id="rId1" Type="http://schemas.openxmlformats.org/officeDocument/2006/relationships/image" Target="../media/image373.wmf"/><Relationship Id="rId6" Type="http://schemas.openxmlformats.org/officeDocument/2006/relationships/image" Target="../media/image379.wmf"/><Relationship Id="rId5" Type="http://schemas.openxmlformats.org/officeDocument/2006/relationships/image" Target="../media/image378.wmf"/><Relationship Id="rId4" Type="http://schemas.openxmlformats.org/officeDocument/2006/relationships/image" Target="../media/image376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3" Type="http://schemas.openxmlformats.org/officeDocument/2006/relationships/image" Target="../media/image384.wmf"/><Relationship Id="rId7" Type="http://schemas.openxmlformats.org/officeDocument/2006/relationships/image" Target="../media/image388.wmf"/><Relationship Id="rId2" Type="http://schemas.openxmlformats.org/officeDocument/2006/relationships/image" Target="../media/image383.wmf"/><Relationship Id="rId1" Type="http://schemas.openxmlformats.org/officeDocument/2006/relationships/image" Target="../media/image382.wmf"/><Relationship Id="rId6" Type="http://schemas.openxmlformats.org/officeDocument/2006/relationships/image" Target="../media/image387.wmf"/><Relationship Id="rId11" Type="http://schemas.openxmlformats.org/officeDocument/2006/relationships/image" Target="../media/image392.wmf"/><Relationship Id="rId5" Type="http://schemas.openxmlformats.org/officeDocument/2006/relationships/image" Target="../media/image386.wmf"/><Relationship Id="rId10" Type="http://schemas.openxmlformats.org/officeDocument/2006/relationships/image" Target="../media/image391.wmf"/><Relationship Id="rId4" Type="http://schemas.openxmlformats.org/officeDocument/2006/relationships/image" Target="../media/image385.wmf"/><Relationship Id="rId9" Type="http://schemas.openxmlformats.org/officeDocument/2006/relationships/image" Target="../media/image390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5.wmf"/><Relationship Id="rId7" Type="http://schemas.openxmlformats.org/officeDocument/2006/relationships/image" Target="../media/image399.wmf"/><Relationship Id="rId2" Type="http://schemas.openxmlformats.org/officeDocument/2006/relationships/image" Target="../media/image394.wmf"/><Relationship Id="rId1" Type="http://schemas.openxmlformats.org/officeDocument/2006/relationships/image" Target="../media/image393.wmf"/><Relationship Id="rId6" Type="http://schemas.openxmlformats.org/officeDocument/2006/relationships/image" Target="../media/image398.wmf"/><Relationship Id="rId5" Type="http://schemas.openxmlformats.org/officeDocument/2006/relationships/image" Target="../media/image397.wmf"/><Relationship Id="rId4" Type="http://schemas.openxmlformats.org/officeDocument/2006/relationships/image" Target="../media/image396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wmf"/><Relationship Id="rId13" Type="http://schemas.openxmlformats.org/officeDocument/2006/relationships/image" Target="../media/image407.wmf"/><Relationship Id="rId3" Type="http://schemas.openxmlformats.org/officeDocument/2006/relationships/image" Target="../media/image8.wmf"/><Relationship Id="rId7" Type="http://schemas.openxmlformats.org/officeDocument/2006/relationships/image" Target="../media/image401.wmf"/><Relationship Id="rId12" Type="http://schemas.openxmlformats.org/officeDocument/2006/relationships/image" Target="../media/image406.wmf"/><Relationship Id="rId2" Type="http://schemas.openxmlformats.org/officeDocument/2006/relationships/image" Target="../media/image3.wmf"/><Relationship Id="rId16" Type="http://schemas.openxmlformats.org/officeDocument/2006/relationships/image" Target="../media/image410.wmf"/><Relationship Id="rId1" Type="http://schemas.openxmlformats.org/officeDocument/2006/relationships/image" Target="../media/image5.wmf"/><Relationship Id="rId6" Type="http://schemas.openxmlformats.org/officeDocument/2006/relationships/image" Target="../media/image400.wmf"/><Relationship Id="rId11" Type="http://schemas.openxmlformats.org/officeDocument/2006/relationships/image" Target="../media/image405.wmf"/><Relationship Id="rId5" Type="http://schemas.openxmlformats.org/officeDocument/2006/relationships/image" Target="../media/image10.wmf"/><Relationship Id="rId15" Type="http://schemas.openxmlformats.org/officeDocument/2006/relationships/image" Target="../media/image409.wmf"/><Relationship Id="rId10" Type="http://schemas.openxmlformats.org/officeDocument/2006/relationships/image" Target="../media/image404.wmf"/><Relationship Id="rId4" Type="http://schemas.openxmlformats.org/officeDocument/2006/relationships/image" Target="../media/image9.wmf"/><Relationship Id="rId9" Type="http://schemas.openxmlformats.org/officeDocument/2006/relationships/image" Target="../media/image403.wmf"/><Relationship Id="rId14" Type="http://schemas.openxmlformats.org/officeDocument/2006/relationships/image" Target="../media/image408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6.wmf"/><Relationship Id="rId3" Type="http://schemas.openxmlformats.org/officeDocument/2006/relationships/image" Target="../media/image287.wmf"/><Relationship Id="rId7" Type="http://schemas.openxmlformats.org/officeDocument/2006/relationships/image" Target="../media/image415.wmf"/><Relationship Id="rId2" Type="http://schemas.openxmlformats.org/officeDocument/2006/relationships/image" Target="../media/image286.wmf"/><Relationship Id="rId1" Type="http://schemas.openxmlformats.org/officeDocument/2006/relationships/image" Target="../media/image411.wmf"/><Relationship Id="rId6" Type="http://schemas.openxmlformats.org/officeDocument/2006/relationships/image" Target="../media/image414.wmf"/><Relationship Id="rId5" Type="http://schemas.openxmlformats.org/officeDocument/2006/relationships/image" Target="../media/image413.wmf"/><Relationship Id="rId4" Type="http://schemas.openxmlformats.org/officeDocument/2006/relationships/image" Target="../media/image412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9.wmf"/><Relationship Id="rId2" Type="http://schemas.openxmlformats.org/officeDocument/2006/relationships/image" Target="../media/image418.wmf"/><Relationship Id="rId1" Type="http://schemas.openxmlformats.org/officeDocument/2006/relationships/image" Target="../media/image417.wmf"/><Relationship Id="rId5" Type="http://schemas.openxmlformats.org/officeDocument/2006/relationships/image" Target="../media/image420.wmf"/><Relationship Id="rId4" Type="http://schemas.openxmlformats.org/officeDocument/2006/relationships/image" Target="../media/image288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wmf"/><Relationship Id="rId3" Type="http://schemas.openxmlformats.org/officeDocument/2006/relationships/image" Target="../media/image423.wmf"/><Relationship Id="rId7" Type="http://schemas.openxmlformats.org/officeDocument/2006/relationships/image" Target="../media/image425.wmf"/><Relationship Id="rId2" Type="http://schemas.openxmlformats.org/officeDocument/2006/relationships/image" Target="../media/image422.wmf"/><Relationship Id="rId1" Type="http://schemas.openxmlformats.org/officeDocument/2006/relationships/image" Target="../media/image421.wmf"/><Relationship Id="rId6" Type="http://schemas.openxmlformats.org/officeDocument/2006/relationships/image" Target="../media/image424.wmf"/><Relationship Id="rId5" Type="http://schemas.openxmlformats.org/officeDocument/2006/relationships/image" Target="../media/image287.wmf"/><Relationship Id="rId10" Type="http://schemas.openxmlformats.org/officeDocument/2006/relationships/image" Target="../media/image428.wmf"/><Relationship Id="rId4" Type="http://schemas.openxmlformats.org/officeDocument/2006/relationships/image" Target="../media/image286.wmf"/><Relationship Id="rId9" Type="http://schemas.openxmlformats.org/officeDocument/2006/relationships/image" Target="../media/image427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3" Type="http://schemas.openxmlformats.org/officeDocument/2006/relationships/image" Target="../media/image429.wmf"/><Relationship Id="rId7" Type="http://schemas.openxmlformats.org/officeDocument/2006/relationships/image" Target="../media/image433.wmf"/><Relationship Id="rId2" Type="http://schemas.openxmlformats.org/officeDocument/2006/relationships/image" Target="../media/image414.wmf"/><Relationship Id="rId1" Type="http://schemas.openxmlformats.org/officeDocument/2006/relationships/image" Target="../media/image287.wmf"/><Relationship Id="rId6" Type="http://schemas.openxmlformats.org/officeDocument/2006/relationships/image" Target="../media/image432.wmf"/><Relationship Id="rId5" Type="http://schemas.openxmlformats.org/officeDocument/2006/relationships/image" Target="../media/image431.wmf"/><Relationship Id="rId4" Type="http://schemas.openxmlformats.org/officeDocument/2006/relationships/image" Target="../media/image430.wmf"/><Relationship Id="rId9" Type="http://schemas.openxmlformats.org/officeDocument/2006/relationships/image" Target="../media/image411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7.wmf"/><Relationship Id="rId7" Type="http://schemas.openxmlformats.org/officeDocument/2006/relationships/image" Target="../media/image441.wmf"/><Relationship Id="rId2" Type="http://schemas.openxmlformats.org/officeDocument/2006/relationships/image" Target="../media/image436.wmf"/><Relationship Id="rId1" Type="http://schemas.openxmlformats.org/officeDocument/2006/relationships/image" Target="../media/image435.wmf"/><Relationship Id="rId6" Type="http://schemas.openxmlformats.org/officeDocument/2006/relationships/image" Target="../media/image440.wmf"/><Relationship Id="rId5" Type="http://schemas.openxmlformats.org/officeDocument/2006/relationships/image" Target="../media/image439.wmf"/><Relationship Id="rId4" Type="http://schemas.openxmlformats.org/officeDocument/2006/relationships/image" Target="../media/image438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wmf"/><Relationship Id="rId3" Type="http://schemas.openxmlformats.org/officeDocument/2006/relationships/image" Target="../media/image286.wmf"/><Relationship Id="rId7" Type="http://schemas.openxmlformats.org/officeDocument/2006/relationships/image" Target="../media/image446.wmf"/><Relationship Id="rId12" Type="http://schemas.openxmlformats.org/officeDocument/2006/relationships/image" Target="../media/image451.wmf"/><Relationship Id="rId2" Type="http://schemas.openxmlformats.org/officeDocument/2006/relationships/image" Target="../media/image443.wmf"/><Relationship Id="rId1" Type="http://schemas.openxmlformats.org/officeDocument/2006/relationships/image" Target="../media/image442.wmf"/><Relationship Id="rId6" Type="http://schemas.openxmlformats.org/officeDocument/2006/relationships/image" Target="../media/image445.wmf"/><Relationship Id="rId11" Type="http://schemas.openxmlformats.org/officeDocument/2006/relationships/image" Target="../media/image450.wmf"/><Relationship Id="rId5" Type="http://schemas.openxmlformats.org/officeDocument/2006/relationships/image" Target="../media/image444.wmf"/><Relationship Id="rId10" Type="http://schemas.openxmlformats.org/officeDocument/2006/relationships/image" Target="../media/image449.wmf"/><Relationship Id="rId4" Type="http://schemas.openxmlformats.org/officeDocument/2006/relationships/image" Target="../media/image288.wmf"/><Relationship Id="rId9" Type="http://schemas.openxmlformats.org/officeDocument/2006/relationships/image" Target="../media/image448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4.wmf"/><Relationship Id="rId7" Type="http://schemas.openxmlformats.org/officeDocument/2006/relationships/image" Target="../media/image458.wmf"/><Relationship Id="rId2" Type="http://schemas.openxmlformats.org/officeDocument/2006/relationships/image" Target="../media/image453.wmf"/><Relationship Id="rId1" Type="http://schemas.openxmlformats.org/officeDocument/2006/relationships/image" Target="../media/image452.wmf"/><Relationship Id="rId6" Type="http://schemas.openxmlformats.org/officeDocument/2006/relationships/image" Target="../media/image457.wmf"/><Relationship Id="rId5" Type="http://schemas.openxmlformats.org/officeDocument/2006/relationships/image" Target="../media/image456.wmf"/><Relationship Id="rId4" Type="http://schemas.openxmlformats.org/officeDocument/2006/relationships/image" Target="../media/image455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6.wmf"/><Relationship Id="rId13" Type="http://schemas.openxmlformats.org/officeDocument/2006/relationships/image" Target="../media/image471.wmf"/><Relationship Id="rId18" Type="http://schemas.openxmlformats.org/officeDocument/2006/relationships/image" Target="../media/image476.wmf"/><Relationship Id="rId3" Type="http://schemas.openxmlformats.org/officeDocument/2006/relationships/image" Target="../media/image461.wmf"/><Relationship Id="rId7" Type="http://schemas.openxmlformats.org/officeDocument/2006/relationships/image" Target="../media/image465.wmf"/><Relationship Id="rId12" Type="http://schemas.openxmlformats.org/officeDocument/2006/relationships/image" Target="../media/image470.wmf"/><Relationship Id="rId17" Type="http://schemas.openxmlformats.org/officeDocument/2006/relationships/image" Target="../media/image475.wmf"/><Relationship Id="rId2" Type="http://schemas.openxmlformats.org/officeDocument/2006/relationships/image" Target="../media/image460.wmf"/><Relationship Id="rId16" Type="http://schemas.openxmlformats.org/officeDocument/2006/relationships/image" Target="../media/image474.wmf"/><Relationship Id="rId20" Type="http://schemas.openxmlformats.org/officeDocument/2006/relationships/image" Target="../media/image478.wmf"/><Relationship Id="rId1" Type="http://schemas.openxmlformats.org/officeDocument/2006/relationships/image" Target="../media/image459.wmf"/><Relationship Id="rId6" Type="http://schemas.openxmlformats.org/officeDocument/2006/relationships/image" Target="../media/image464.wmf"/><Relationship Id="rId11" Type="http://schemas.openxmlformats.org/officeDocument/2006/relationships/image" Target="../media/image469.wmf"/><Relationship Id="rId5" Type="http://schemas.openxmlformats.org/officeDocument/2006/relationships/image" Target="../media/image463.wmf"/><Relationship Id="rId15" Type="http://schemas.openxmlformats.org/officeDocument/2006/relationships/image" Target="../media/image473.wmf"/><Relationship Id="rId10" Type="http://schemas.openxmlformats.org/officeDocument/2006/relationships/image" Target="../media/image468.wmf"/><Relationship Id="rId19" Type="http://schemas.openxmlformats.org/officeDocument/2006/relationships/image" Target="../media/image477.wmf"/><Relationship Id="rId4" Type="http://schemas.openxmlformats.org/officeDocument/2006/relationships/image" Target="../media/image462.wmf"/><Relationship Id="rId9" Type="http://schemas.openxmlformats.org/officeDocument/2006/relationships/image" Target="../media/image467.wmf"/><Relationship Id="rId14" Type="http://schemas.openxmlformats.org/officeDocument/2006/relationships/image" Target="../media/image472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wmf"/><Relationship Id="rId3" Type="http://schemas.openxmlformats.org/officeDocument/2006/relationships/image" Target="../media/image481.wmf"/><Relationship Id="rId7" Type="http://schemas.openxmlformats.org/officeDocument/2006/relationships/image" Target="../media/image485.wmf"/><Relationship Id="rId2" Type="http://schemas.openxmlformats.org/officeDocument/2006/relationships/image" Target="../media/image480.wmf"/><Relationship Id="rId1" Type="http://schemas.openxmlformats.org/officeDocument/2006/relationships/image" Target="../media/image479.wmf"/><Relationship Id="rId6" Type="http://schemas.openxmlformats.org/officeDocument/2006/relationships/image" Target="../media/image484.wmf"/><Relationship Id="rId5" Type="http://schemas.openxmlformats.org/officeDocument/2006/relationships/image" Target="../media/image483.wmf"/><Relationship Id="rId4" Type="http://schemas.openxmlformats.org/officeDocument/2006/relationships/image" Target="../media/image482.wmf"/><Relationship Id="rId9" Type="http://schemas.openxmlformats.org/officeDocument/2006/relationships/image" Target="../media/image487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wmf"/><Relationship Id="rId2" Type="http://schemas.openxmlformats.org/officeDocument/2006/relationships/image" Target="../media/image489.wmf"/><Relationship Id="rId1" Type="http://schemas.openxmlformats.org/officeDocument/2006/relationships/image" Target="../media/image488.wmf"/><Relationship Id="rId5" Type="http://schemas.openxmlformats.org/officeDocument/2006/relationships/image" Target="../media/image492.wmf"/><Relationship Id="rId4" Type="http://schemas.openxmlformats.org/officeDocument/2006/relationships/image" Target="../media/image491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wmf"/><Relationship Id="rId3" Type="http://schemas.openxmlformats.org/officeDocument/2006/relationships/image" Target="../media/image495.wmf"/><Relationship Id="rId7" Type="http://schemas.openxmlformats.org/officeDocument/2006/relationships/image" Target="../media/image499.wmf"/><Relationship Id="rId2" Type="http://schemas.openxmlformats.org/officeDocument/2006/relationships/image" Target="../media/image494.wmf"/><Relationship Id="rId1" Type="http://schemas.openxmlformats.org/officeDocument/2006/relationships/image" Target="../media/image493.wmf"/><Relationship Id="rId6" Type="http://schemas.openxmlformats.org/officeDocument/2006/relationships/image" Target="../media/image498.wmf"/><Relationship Id="rId5" Type="http://schemas.openxmlformats.org/officeDocument/2006/relationships/image" Target="../media/image497.wmf"/><Relationship Id="rId10" Type="http://schemas.openxmlformats.org/officeDocument/2006/relationships/image" Target="../media/image502.wmf"/><Relationship Id="rId4" Type="http://schemas.openxmlformats.org/officeDocument/2006/relationships/image" Target="../media/image496.wmf"/><Relationship Id="rId9" Type="http://schemas.openxmlformats.org/officeDocument/2006/relationships/image" Target="../media/image501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wmf"/><Relationship Id="rId3" Type="http://schemas.openxmlformats.org/officeDocument/2006/relationships/image" Target="../media/image505.wmf"/><Relationship Id="rId7" Type="http://schemas.openxmlformats.org/officeDocument/2006/relationships/image" Target="../media/image509.wmf"/><Relationship Id="rId2" Type="http://schemas.openxmlformats.org/officeDocument/2006/relationships/image" Target="../media/image504.wmf"/><Relationship Id="rId1" Type="http://schemas.openxmlformats.org/officeDocument/2006/relationships/image" Target="../media/image503.wmf"/><Relationship Id="rId6" Type="http://schemas.openxmlformats.org/officeDocument/2006/relationships/image" Target="../media/image508.wmf"/><Relationship Id="rId5" Type="http://schemas.openxmlformats.org/officeDocument/2006/relationships/image" Target="../media/image507.wmf"/><Relationship Id="rId10" Type="http://schemas.openxmlformats.org/officeDocument/2006/relationships/image" Target="../media/image512.wmf"/><Relationship Id="rId4" Type="http://schemas.openxmlformats.org/officeDocument/2006/relationships/image" Target="../media/image506.wmf"/><Relationship Id="rId9" Type="http://schemas.openxmlformats.org/officeDocument/2006/relationships/image" Target="../media/image511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8.wmf"/><Relationship Id="rId2" Type="http://schemas.openxmlformats.org/officeDocument/2006/relationships/image" Target="../media/image511.wmf"/><Relationship Id="rId1" Type="http://schemas.openxmlformats.org/officeDocument/2006/relationships/image" Target="../media/image508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wmf"/><Relationship Id="rId13" Type="http://schemas.openxmlformats.org/officeDocument/2006/relationships/image" Target="../media/image525.wmf"/><Relationship Id="rId3" Type="http://schemas.openxmlformats.org/officeDocument/2006/relationships/image" Target="../media/image515.wmf"/><Relationship Id="rId7" Type="http://schemas.openxmlformats.org/officeDocument/2006/relationships/image" Target="../media/image519.wmf"/><Relationship Id="rId12" Type="http://schemas.openxmlformats.org/officeDocument/2006/relationships/image" Target="../media/image524.wmf"/><Relationship Id="rId17" Type="http://schemas.openxmlformats.org/officeDocument/2006/relationships/image" Target="../media/image529.wmf"/><Relationship Id="rId2" Type="http://schemas.openxmlformats.org/officeDocument/2006/relationships/image" Target="../media/image514.wmf"/><Relationship Id="rId16" Type="http://schemas.openxmlformats.org/officeDocument/2006/relationships/image" Target="../media/image528.wmf"/><Relationship Id="rId1" Type="http://schemas.openxmlformats.org/officeDocument/2006/relationships/image" Target="../media/image513.wmf"/><Relationship Id="rId6" Type="http://schemas.openxmlformats.org/officeDocument/2006/relationships/image" Target="../media/image518.wmf"/><Relationship Id="rId11" Type="http://schemas.openxmlformats.org/officeDocument/2006/relationships/image" Target="../media/image523.wmf"/><Relationship Id="rId5" Type="http://schemas.openxmlformats.org/officeDocument/2006/relationships/image" Target="../media/image517.wmf"/><Relationship Id="rId15" Type="http://schemas.openxmlformats.org/officeDocument/2006/relationships/image" Target="../media/image527.wmf"/><Relationship Id="rId10" Type="http://schemas.openxmlformats.org/officeDocument/2006/relationships/image" Target="../media/image522.wmf"/><Relationship Id="rId4" Type="http://schemas.openxmlformats.org/officeDocument/2006/relationships/image" Target="../media/image516.wmf"/><Relationship Id="rId9" Type="http://schemas.openxmlformats.org/officeDocument/2006/relationships/image" Target="../media/image521.wmf"/><Relationship Id="rId14" Type="http://schemas.openxmlformats.org/officeDocument/2006/relationships/image" Target="../media/image526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2.wmf"/><Relationship Id="rId2" Type="http://schemas.openxmlformats.org/officeDocument/2006/relationships/image" Target="../media/image531.wmf"/><Relationship Id="rId1" Type="http://schemas.openxmlformats.org/officeDocument/2006/relationships/image" Target="../media/image530.wmf"/><Relationship Id="rId5" Type="http://schemas.openxmlformats.org/officeDocument/2006/relationships/image" Target="../media/image518.wmf"/><Relationship Id="rId4" Type="http://schemas.openxmlformats.org/officeDocument/2006/relationships/image" Target="../media/image533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5.wmf"/><Relationship Id="rId1" Type="http://schemas.openxmlformats.org/officeDocument/2006/relationships/image" Target="../media/image534.w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7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60" r:id="rId4"/>
    <p:sldLayoutId id="2147483661" r:id="rId5"/>
    <p:sldLayoutId id="2147483662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47" Type="http://schemas.openxmlformats.org/officeDocument/2006/relationships/oleObject" Target="../embeddings/oleObject23.bin"/><Relationship Id="rId50" Type="http://schemas.openxmlformats.org/officeDocument/2006/relationships/image" Target="../media/image24.w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7.wmf"/><Relationship Id="rId29" Type="http://schemas.openxmlformats.org/officeDocument/2006/relationships/oleObject" Target="../embeddings/oleObject14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45" Type="http://schemas.openxmlformats.org/officeDocument/2006/relationships/oleObject" Target="../embeddings/oleObject22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49" Type="http://schemas.openxmlformats.org/officeDocument/2006/relationships/oleObject" Target="../embeddings/oleObject24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1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48" Type="http://schemas.openxmlformats.org/officeDocument/2006/relationships/image" Target="../media/image23.wmf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46" Type="http://schemas.openxmlformats.org/officeDocument/2006/relationships/image" Target="../media/image22.wmf"/><Relationship Id="rId20" Type="http://schemas.openxmlformats.org/officeDocument/2006/relationships/image" Target="../media/image9.wmf"/><Relationship Id="rId41" Type="http://schemas.openxmlformats.org/officeDocument/2006/relationships/oleObject" Target="../embeddings/oleObject2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wmf"/><Relationship Id="rId18" Type="http://schemas.openxmlformats.org/officeDocument/2006/relationships/oleObject" Target="../embeddings/oleObject42.bin"/><Relationship Id="rId26" Type="http://schemas.openxmlformats.org/officeDocument/2006/relationships/oleObject" Target="../embeddings/oleObject46.bin"/><Relationship Id="rId39" Type="http://schemas.openxmlformats.org/officeDocument/2006/relationships/image" Target="../media/image50.wmf"/><Relationship Id="rId21" Type="http://schemas.openxmlformats.org/officeDocument/2006/relationships/image" Target="../media/image41.wmf"/><Relationship Id="rId34" Type="http://schemas.openxmlformats.org/officeDocument/2006/relationships/oleObject" Target="../embeddings/oleObject50.bin"/><Relationship Id="rId42" Type="http://schemas.openxmlformats.org/officeDocument/2006/relationships/oleObject" Target="../embeddings/oleObject5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29" Type="http://schemas.openxmlformats.org/officeDocument/2006/relationships/image" Target="../media/image45.wmf"/><Relationship Id="rId41" Type="http://schemas.openxmlformats.org/officeDocument/2006/relationships/image" Target="../media/image5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5.wmf"/><Relationship Id="rId11" Type="http://schemas.openxmlformats.org/officeDocument/2006/relationships/image" Target="../media/image36.wmf"/><Relationship Id="rId24" Type="http://schemas.openxmlformats.org/officeDocument/2006/relationships/oleObject" Target="../embeddings/oleObject45.bin"/><Relationship Id="rId32" Type="http://schemas.openxmlformats.org/officeDocument/2006/relationships/oleObject" Target="../embeddings/oleObject49.bin"/><Relationship Id="rId37" Type="http://schemas.openxmlformats.org/officeDocument/2006/relationships/image" Target="../media/image49.wmf"/><Relationship Id="rId40" Type="http://schemas.openxmlformats.org/officeDocument/2006/relationships/oleObject" Target="../embeddings/oleObject53.bin"/><Relationship Id="rId5" Type="http://schemas.openxmlformats.org/officeDocument/2006/relationships/oleObject" Target="../embeddings/oleObject35.bin"/><Relationship Id="rId15" Type="http://schemas.openxmlformats.org/officeDocument/2006/relationships/image" Target="../media/image38.wmf"/><Relationship Id="rId23" Type="http://schemas.openxmlformats.org/officeDocument/2006/relationships/image" Target="../media/image42.wmf"/><Relationship Id="rId28" Type="http://schemas.openxmlformats.org/officeDocument/2006/relationships/oleObject" Target="../embeddings/oleObject47.bin"/><Relationship Id="rId36" Type="http://schemas.openxmlformats.org/officeDocument/2006/relationships/oleObject" Target="../embeddings/oleObject51.bin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40.wmf"/><Relationship Id="rId31" Type="http://schemas.openxmlformats.org/officeDocument/2006/relationships/image" Target="../media/image46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7.bin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Relationship Id="rId27" Type="http://schemas.openxmlformats.org/officeDocument/2006/relationships/image" Target="../media/image44.wmf"/><Relationship Id="rId30" Type="http://schemas.openxmlformats.org/officeDocument/2006/relationships/oleObject" Target="../embeddings/oleObject48.bin"/><Relationship Id="rId35" Type="http://schemas.openxmlformats.org/officeDocument/2006/relationships/image" Target="../media/image48.wmf"/><Relationship Id="rId43" Type="http://schemas.openxmlformats.org/officeDocument/2006/relationships/image" Target="../media/image52.wmf"/><Relationship Id="rId8" Type="http://schemas.openxmlformats.org/officeDocument/2006/relationships/image" Target="../media/image31.wmf"/><Relationship Id="rId3" Type="http://schemas.openxmlformats.org/officeDocument/2006/relationships/oleObject" Target="../embeddings/oleObject34.bin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39.wmf"/><Relationship Id="rId25" Type="http://schemas.openxmlformats.org/officeDocument/2006/relationships/image" Target="../media/image43.wmf"/><Relationship Id="rId33" Type="http://schemas.openxmlformats.org/officeDocument/2006/relationships/image" Target="../media/image47.wmf"/><Relationship Id="rId38" Type="http://schemas.openxmlformats.org/officeDocument/2006/relationships/oleObject" Target="../embeddings/oleObject5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63.w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6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80.bin"/><Relationship Id="rId18" Type="http://schemas.openxmlformats.org/officeDocument/2006/relationships/oleObject" Target="../embeddings/oleObject83.bin"/><Relationship Id="rId3" Type="http://schemas.openxmlformats.org/officeDocument/2006/relationships/oleObject" Target="../embeddings/oleObject75.bin"/><Relationship Id="rId21" Type="http://schemas.openxmlformats.org/officeDocument/2006/relationships/oleObject" Target="../embeddings/oleObject8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2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0.wmf"/><Relationship Id="rId20" Type="http://schemas.openxmlformats.org/officeDocument/2006/relationships/image" Target="../media/image6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1.bin"/><Relationship Id="rId23" Type="http://schemas.openxmlformats.org/officeDocument/2006/relationships/oleObject" Target="../embeddings/oleObject87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77.wmf"/><Relationship Id="rId22" Type="http://schemas.openxmlformats.org/officeDocument/2006/relationships/oleObject" Target="../embeddings/oleObject8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85.wmf"/><Relationship Id="rId3" Type="http://schemas.openxmlformats.org/officeDocument/2006/relationships/oleObject" Target="../embeddings/oleObject88.bin"/><Relationship Id="rId21" Type="http://schemas.openxmlformats.org/officeDocument/2006/relationships/oleObject" Target="../embeddings/oleObject97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95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4.wmf"/><Relationship Id="rId20" Type="http://schemas.openxmlformats.org/officeDocument/2006/relationships/image" Target="../media/image8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81.wmf"/><Relationship Id="rId19" Type="http://schemas.openxmlformats.org/officeDocument/2006/relationships/oleObject" Target="../embeddings/oleObject96.bin"/><Relationship Id="rId4" Type="http://schemas.openxmlformats.org/officeDocument/2006/relationships/image" Target="../media/image78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83.wmf"/><Relationship Id="rId22" Type="http://schemas.openxmlformats.org/officeDocument/2006/relationships/image" Target="../media/image8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95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9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02.wmf"/><Relationship Id="rId26" Type="http://schemas.openxmlformats.org/officeDocument/2006/relationships/image" Target="../media/image106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01.wmf"/><Relationship Id="rId20" Type="http://schemas.openxmlformats.org/officeDocument/2006/relationships/image" Target="../media/image10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05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00.wmf"/><Relationship Id="rId22" Type="http://schemas.openxmlformats.org/officeDocument/2006/relationships/image" Target="../media/image10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11.wmf"/><Relationship Id="rId18" Type="http://schemas.openxmlformats.org/officeDocument/2006/relationships/image" Target="../media/image113.wmf"/><Relationship Id="rId3" Type="http://schemas.openxmlformats.org/officeDocument/2006/relationships/oleObject" Target="../embeddings/oleObject118.bin"/><Relationship Id="rId21" Type="http://schemas.openxmlformats.org/officeDocument/2006/relationships/oleObject" Target="../embeddings/oleObject128.bin"/><Relationship Id="rId7" Type="http://schemas.openxmlformats.org/officeDocument/2006/relationships/oleObject" Target="../embeddings/oleObject120.bin"/><Relationship Id="rId12" Type="http://schemas.openxmlformats.org/officeDocument/2006/relationships/oleObject" Target="../embeddings/oleObject123.bin"/><Relationship Id="rId17" Type="http://schemas.openxmlformats.org/officeDocument/2006/relationships/oleObject" Target="../embeddings/oleObject126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125.bin"/><Relationship Id="rId20" Type="http://schemas.openxmlformats.org/officeDocument/2006/relationships/image" Target="../media/image11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8.wmf"/><Relationship Id="rId11" Type="http://schemas.openxmlformats.org/officeDocument/2006/relationships/image" Target="../media/image110.wmf"/><Relationship Id="rId24" Type="http://schemas.openxmlformats.org/officeDocument/2006/relationships/image" Target="../media/image116.wmf"/><Relationship Id="rId5" Type="http://schemas.openxmlformats.org/officeDocument/2006/relationships/oleObject" Target="../embeddings/oleObject119.bin"/><Relationship Id="rId15" Type="http://schemas.openxmlformats.org/officeDocument/2006/relationships/image" Target="../media/image112.wmf"/><Relationship Id="rId23" Type="http://schemas.openxmlformats.org/officeDocument/2006/relationships/oleObject" Target="../embeddings/oleObject129.bin"/><Relationship Id="rId10" Type="http://schemas.openxmlformats.org/officeDocument/2006/relationships/oleObject" Target="../embeddings/oleObject122.bin"/><Relationship Id="rId19" Type="http://schemas.openxmlformats.org/officeDocument/2006/relationships/oleObject" Target="../embeddings/oleObject127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21.bin"/><Relationship Id="rId14" Type="http://schemas.openxmlformats.org/officeDocument/2006/relationships/oleObject" Target="../embeddings/oleObject124.bin"/><Relationship Id="rId22" Type="http://schemas.openxmlformats.org/officeDocument/2006/relationships/image" Target="../media/image115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5.bin"/><Relationship Id="rId18" Type="http://schemas.openxmlformats.org/officeDocument/2006/relationships/oleObject" Target="../embeddings/oleObject138.bin"/><Relationship Id="rId26" Type="http://schemas.openxmlformats.org/officeDocument/2006/relationships/oleObject" Target="../embeddings/oleObject142.bin"/><Relationship Id="rId21" Type="http://schemas.openxmlformats.org/officeDocument/2006/relationships/image" Target="../media/image125.wmf"/><Relationship Id="rId34" Type="http://schemas.openxmlformats.org/officeDocument/2006/relationships/oleObject" Target="../embeddings/oleObject146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37.bin"/><Relationship Id="rId25" Type="http://schemas.openxmlformats.org/officeDocument/2006/relationships/image" Target="../media/image127.wmf"/><Relationship Id="rId33" Type="http://schemas.openxmlformats.org/officeDocument/2006/relationships/image" Target="../media/image131.wmf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23.wmf"/><Relationship Id="rId20" Type="http://schemas.openxmlformats.org/officeDocument/2006/relationships/oleObject" Target="../embeddings/oleObject139.bin"/><Relationship Id="rId29" Type="http://schemas.openxmlformats.org/officeDocument/2006/relationships/image" Target="../media/image12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34.bin"/><Relationship Id="rId24" Type="http://schemas.openxmlformats.org/officeDocument/2006/relationships/oleObject" Target="../embeddings/oleObject141.bin"/><Relationship Id="rId32" Type="http://schemas.openxmlformats.org/officeDocument/2006/relationships/oleObject" Target="../embeddings/oleObject145.bin"/><Relationship Id="rId37" Type="http://schemas.openxmlformats.org/officeDocument/2006/relationships/image" Target="../media/image133.wmf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23" Type="http://schemas.openxmlformats.org/officeDocument/2006/relationships/image" Target="../media/image126.wmf"/><Relationship Id="rId28" Type="http://schemas.openxmlformats.org/officeDocument/2006/relationships/oleObject" Target="../embeddings/oleObject143.bin"/><Relationship Id="rId36" Type="http://schemas.openxmlformats.org/officeDocument/2006/relationships/oleObject" Target="../embeddings/oleObject147.bin"/><Relationship Id="rId10" Type="http://schemas.openxmlformats.org/officeDocument/2006/relationships/image" Target="../media/image120.wmf"/><Relationship Id="rId19" Type="http://schemas.openxmlformats.org/officeDocument/2006/relationships/image" Target="../media/image124.wmf"/><Relationship Id="rId31" Type="http://schemas.openxmlformats.org/officeDocument/2006/relationships/image" Target="../media/image13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22.wmf"/><Relationship Id="rId22" Type="http://schemas.openxmlformats.org/officeDocument/2006/relationships/oleObject" Target="../embeddings/oleObject140.bin"/><Relationship Id="rId27" Type="http://schemas.openxmlformats.org/officeDocument/2006/relationships/image" Target="../media/image128.wmf"/><Relationship Id="rId30" Type="http://schemas.openxmlformats.org/officeDocument/2006/relationships/oleObject" Target="../embeddings/oleObject144.bin"/><Relationship Id="rId35" Type="http://schemas.openxmlformats.org/officeDocument/2006/relationships/image" Target="../media/image132.wmf"/><Relationship Id="rId8" Type="http://schemas.openxmlformats.org/officeDocument/2006/relationships/image" Target="../media/image119.wmf"/><Relationship Id="rId3" Type="http://schemas.openxmlformats.org/officeDocument/2006/relationships/oleObject" Target="../embeddings/oleObject13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41.wmf"/><Relationship Id="rId26" Type="http://schemas.openxmlformats.org/officeDocument/2006/relationships/image" Target="../media/image145.wmf"/><Relationship Id="rId3" Type="http://schemas.openxmlformats.org/officeDocument/2006/relationships/oleObject" Target="../embeddings/oleObject148.bin"/><Relationship Id="rId21" Type="http://schemas.openxmlformats.org/officeDocument/2006/relationships/oleObject" Target="../embeddings/oleObject157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38.wmf"/><Relationship Id="rId17" Type="http://schemas.openxmlformats.org/officeDocument/2006/relationships/oleObject" Target="../embeddings/oleObject155.bin"/><Relationship Id="rId25" Type="http://schemas.openxmlformats.org/officeDocument/2006/relationships/oleObject" Target="../embeddings/oleObject15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40.wmf"/><Relationship Id="rId20" Type="http://schemas.openxmlformats.org/officeDocument/2006/relationships/image" Target="../media/image14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44.wmf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10" Type="http://schemas.openxmlformats.org/officeDocument/2006/relationships/image" Target="../media/image137.w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39.wmf"/><Relationship Id="rId22" Type="http://schemas.openxmlformats.org/officeDocument/2006/relationships/image" Target="../media/image14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52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49.wmf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51.wmf"/><Relationship Id="rId20" Type="http://schemas.openxmlformats.org/officeDocument/2006/relationships/image" Target="../media/image15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5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61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58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60.wmf"/><Relationship Id="rId20" Type="http://schemas.openxmlformats.org/officeDocument/2006/relationships/image" Target="../media/image16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10" Type="http://schemas.openxmlformats.org/officeDocument/2006/relationships/image" Target="../media/image157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59.wmf"/><Relationship Id="rId22" Type="http://schemas.openxmlformats.org/officeDocument/2006/relationships/image" Target="../media/image16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166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8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8.wmf"/><Relationship Id="rId5" Type="http://schemas.openxmlformats.org/officeDocument/2006/relationships/oleObject" Target="../embeddings/oleObject184.bin"/><Relationship Id="rId10" Type="http://schemas.openxmlformats.org/officeDocument/2006/relationships/image" Target="../media/image169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86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2.bin"/><Relationship Id="rId18" Type="http://schemas.openxmlformats.org/officeDocument/2006/relationships/image" Target="../media/image177.wmf"/><Relationship Id="rId26" Type="http://schemas.openxmlformats.org/officeDocument/2006/relationships/image" Target="../media/image181.wmf"/><Relationship Id="rId3" Type="http://schemas.openxmlformats.org/officeDocument/2006/relationships/oleObject" Target="../embeddings/oleObject187.bin"/><Relationship Id="rId21" Type="http://schemas.openxmlformats.org/officeDocument/2006/relationships/oleObject" Target="../embeddings/oleObject196.bin"/><Relationship Id="rId34" Type="http://schemas.openxmlformats.org/officeDocument/2006/relationships/oleObject" Target="../embeddings/oleObject203.bin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194.bin"/><Relationship Id="rId25" Type="http://schemas.openxmlformats.org/officeDocument/2006/relationships/oleObject" Target="../embeddings/oleObject198.bin"/><Relationship Id="rId33" Type="http://schemas.openxmlformats.org/officeDocument/2006/relationships/image" Target="../media/image184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76.wmf"/><Relationship Id="rId20" Type="http://schemas.openxmlformats.org/officeDocument/2006/relationships/image" Target="../media/image178.wmf"/><Relationship Id="rId29" Type="http://schemas.openxmlformats.org/officeDocument/2006/relationships/image" Target="../media/image18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91.bin"/><Relationship Id="rId24" Type="http://schemas.openxmlformats.org/officeDocument/2006/relationships/image" Target="../media/image180.wmf"/><Relationship Id="rId32" Type="http://schemas.openxmlformats.org/officeDocument/2006/relationships/oleObject" Target="../embeddings/oleObject202.bin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3.bin"/><Relationship Id="rId23" Type="http://schemas.openxmlformats.org/officeDocument/2006/relationships/oleObject" Target="../embeddings/oleObject197.bin"/><Relationship Id="rId28" Type="http://schemas.openxmlformats.org/officeDocument/2006/relationships/oleObject" Target="../embeddings/oleObject200.bin"/><Relationship Id="rId10" Type="http://schemas.openxmlformats.org/officeDocument/2006/relationships/image" Target="../media/image173.wmf"/><Relationship Id="rId19" Type="http://schemas.openxmlformats.org/officeDocument/2006/relationships/oleObject" Target="../embeddings/oleObject195.bin"/><Relationship Id="rId31" Type="http://schemas.openxmlformats.org/officeDocument/2006/relationships/image" Target="../media/image183.wmf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175.wmf"/><Relationship Id="rId22" Type="http://schemas.openxmlformats.org/officeDocument/2006/relationships/image" Target="../media/image179.wmf"/><Relationship Id="rId27" Type="http://schemas.openxmlformats.org/officeDocument/2006/relationships/oleObject" Target="../embeddings/oleObject199.bin"/><Relationship Id="rId30" Type="http://schemas.openxmlformats.org/officeDocument/2006/relationships/oleObject" Target="../embeddings/oleObject201.bin"/><Relationship Id="rId35" Type="http://schemas.openxmlformats.org/officeDocument/2006/relationships/image" Target="../media/image185.wmf"/><Relationship Id="rId8" Type="http://schemas.openxmlformats.org/officeDocument/2006/relationships/image" Target="../media/image172.w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9.bin"/><Relationship Id="rId18" Type="http://schemas.openxmlformats.org/officeDocument/2006/relationships/image" Target="../media/image193.wmf"/><Relationship Id="rId26" Type="http://schemas.openxmlformats.org/officeDocument/2006/relationships/image" Target="../media/image197.wmf"/><Relationship Id="rId21" Type="http://schemas.openxmlformats.org/officeDocument/2006/relationships/oleObject" Target="../embeddings/oleObject213.bin"/><Relationship Id="rId34" Type="http://schemas.openxmlformats.org/officeDocument/2006/relationships/image" Target="../media/image201.wmf"/><Relationship Id="rId7" Type="http://schemas.openxmlformats.org/officeDocument/2006/relationships/oleObject" Target="../embeddings/oleObject206.bin"/><Relationship Id="rId12" Type="http://schemas.openxmlformats.org/officeDocument/2006/relationships/image" Target="../media/image190.wmf"/><Relationship Id="rId17" Type="http://schemas.openxmlformats.org/officeDocument/2006/relationships/oleObject" Target="../embeddings/oleObject211.bin"/><Relationship Id="rId25" Type="http://schemas.openxmlformats.org/officeDocument/2006/relationships/oleObject" Target="../embeddings/oleObject215.bin"/><Relationship Id="rId33" Type="http://schemas.openxmlformats.org/officeDocument/2006/relationships/oleObject" Target="../embeddings/oleObject219.bin"/><Relationship Id="rId38" Type="http://schemas.openxmlformats.org/officeDocument/2006/relationships/image" Target="../media/image203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92.wmf"/><Relationship Id="rId20" Type="http://schemas.openxmlformats.org/officeDocument/2006/relationships/image" Target="../media/image194.wmf"/><Relationship Id="rId29" Type="http://schemas.openxmlformats.org/officeDocument/2006/relationships/oleObject" Target="../embeddings/oleObject217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208.bin"/><Relationship Id="rId24" Type="http://schemas.openxmlformats.org/officeDocument/2006/relationships/image" Target="../media/image196.wmf"/><Relationship Id="rId32" Type="http://schemas.openxmlformats.org/officeDocument/2006/relationships/image" Target="../media/image200.wmf"/><Relationship Id="rId37" Type="http://schemas.openxmlformats.org/officeDocument/2006/relationships/oleObject" Target="../embeddings/oleObject221.bin"/><Relationship Id="rId5" Type="http://schemas.openxmlformats.org/officeDocument/2006/relationships/oleObject" Target="../embeddings/oleObject205.bin"/><Relationship Id="rId15" Type="http://schemas.openxmlformats.org/officeDocument/2006/relationships/oleObject" Target="../embeddings/oleObject210.bin"/><Relationship Id="rId23" Type="http://schemas.openxmlformats.org/officeDocument/2006/relationships/oleObject" Target="../embeddings/oleObject214.bin"/><Relationship Id="rId28" Type="http://schemas.openxmlformats.org/officeDocument/2006/relationships/image" Target="../media/image198.wmf"/><Relationship Id="rId36" Type="http://schemas.openxmlformats.org/officeDocument/2006/relationships/image" Target="../media/image202.wmf"/><Relationship Id="rId10" Type="http://schemas.openxmlformats.org/officeDocument/2006/relationships/image" Target="../media/image189.wmf"/><Relationship Id="rId19" Type="http://schemas.openxmlformats.org/officeDocument/2006/relationships/oleObject" Target="../embeddings/oleObject212.bin"/><Relationship Id="rId31" Type="http://schemas.openxmlformats.org/officeDocument/2006/relationships/oleObject" Target="../embeddings/oleObject218.bin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207.bin"/><Relationship Id="rId14" Type="http://schemas.openxmlformats.org/officeDocument/2006/relationships/image" Target="../media/image191.wmf"/><Relationship Id="rId22" Type="http://schemas.openxmlformats.org/officeDocument/2006/relationships/image" Target="../media/image195.wmf"/><Relationship Id="rId27" Type="http://schemas.openxmlformats.org/officeDocument/2006/relationships/oleObject" Target="../embeddings/oleObject216.bin"/><Relationship Id="rId30" Type="http://schemas.openxmlformats.org/officeDocument/2006/relationships/image" Target="../media/image199.wmf"/><Relationship Id="rId35" Type="http://schemas.openxmlformats.org/officeDocument/2006/relationships/oleObject" Target="../embeddings/oleObject220.bin"/><Relationship Id="rId8" Type="http://schemas.openxmlformats.org/officeDocument/2006/relationships/image" Target="../media/image188.wmf"/><Relationship Id="rId3" Type="http://schemas.openxmlformats.org/officeDocument/2006/relationships/oleObject" Target="../embeddings/oleObject204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03.wmf"/><Relationship Id="rId26" Type="http://schemas.openxmlformats.org/officeDocument/2006/relationships/image" Target="../media/image209.wmf"/><Relationship Id="rId3" Type="http://schemas.openxmlformats.org/officeDocument/2006/relationships/oleObject" Target="../embeddings/oleObject222.bin"/><Relationship Id="rId21" Type="http://schemas.openxmlformats.org/officeDocument/2006/relationships/oleObject" Target="../embeddings/oleObject231.bin"/><Relationship Id="rId34" Type="http://schemas.openxmlformats.org/officeDocument/2006/relationships/image" Target="../media/image213.wmf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00.wmf"/><Relationship Id="rId17" Type="http://schemas.openxmlformats.org/officeDocument/2006/relationships/oleObject" Target="../embeddings/oleObject229.bin"/><Relationship Id="rId25" Type="http://schemas.openxmlformats.org/officeDocument/2006/relationships/oleObject" Target="../embeddings/oleObject233.bin"/><Relationship Id="rId33" Type="http://schemas.openxmlformats.org/officeDocument/2006/relationships/oleObject" Target="../embeddings/oleObject237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02.wmf"/><Relationship Id="rId20" Type="http://schemas.openxmlformats.org/officeDocument/2006/relationships/image" Target="../media/image206.wmf"/><Relationship Id="rId29" Type="http://schemas.openxmlformats.org/officeDocument/2006/relationships/oleObject" Target="../embeddings/oleObject235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226.bin"/><Relationship Id="rId24" Type="http://schemas.openxmlformats.org/officeDocument/2006/relationships/image" Target="../media/image208.wmf"/><Relationship Id="rId32" Type="http://schemas.openxmlformats.org/officeDocument/2006/relationships/image" Target="../media/image212.wmf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23" Type="http://schemas.openxmlformats.org/officeDocument/2006/relationships/oleObject" Target="../embeddings/oleObject232.bin"/><Relationship Id="rId28" Type="http://schemas.openxmlformats.org/officeDocument/2006/relationships/image" Target="../media/image210.wmf"/><Relationship Id="rId36" Type="http://schemas.openxmlformats.org/officeDocument/2006/relationships/image" Target="../media/image214.wmf"/><Relationship Id="rId10" Type="http://schemas.openxmlformats.org/officeDocument/2006/relationships/image" Target="../media/image199.wmf"/><Relationship Id="rId19" Type="http://schemas.openxmlformats.org/officeDocument/2006/relationships/oleObject" Target="../embeddings/oleObject230.bin"/><Relationship Id="rId31" Type="http://schemas.openxmlformats.org/officeDocument/2006/relationships/oleObject" Target="../embeddings/oleObject236.bin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01.wmf"/><Relationship Id="rId22" Type="http://schemas.openxmlformats.org/officeDocument/2006/relationships/image" Target="../media/image207.wmf"/><Relationship Id="rId27" Type="http://schemas.openxmlformats.org/officeDocument/2006/relationships/oleObject" Target="../embeddings/oleObject234.bin"/><Relationship Id="rId30" Type="http://schemas.openxmlformats.org/officeDocument/2006/relationships/image" Target="../media/image211.wmf"/><Relationship Id="rId35" Type="http://schemas.openxmlformats.org/officeDocument/2006/relationships/oleObject" Target="../embeddings/oleObject238.bin"/><Relationship Id="rId8" Type="http://schemas.openxmlformats.org/officeDocument/2006/relationships/image" Target="../media/image198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4.bin"/><Relationship Id="rId18" Type="http://schemas.openxmlformats.org/officeDocument/2006/relationships/image" Target="../media/image203.wmf"/><Relationship Id="rId26" Type="http://schemas.openxmlformats.org/officeDocument/2006/relationships/image" Target="../media/image219.wmf"/><Relationship Id="rId39" Type="http://schemas.openxmlformats.org/officeDocument/2006/relationships/oleObject" Target="../embeddings/oleObject257.bin"/><Relationship Id="rId21" Type="http://schemas.openxmlformats.org/officeDocument/2006/relationships/oleObject" Target="../embeddings/oleObject248.bin"/><Relationship Id="rId34" Type="http://schemas.openxmlformats.org/officeDocument/2006/relationships/image" Target="../media/image223.wmf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00.wmf"/><Relationship Id="rId17" Type="http://schemas.openxmlformats.org/officeDocument/2006/relationships/oleObject" Target="../embeddings/oleObject246.bin"/><Relationship Id="rId25" Type="http://schemas.openxmlformats.org/officeDocument/2006/relationships/oleObject" Target="../embeddings/oleObject250.bin"/><Relationship Id="rId33" Type="http://schemas.openxmlformats.org/officeDocument/2006/relationships/oleObject" Target="../embeddings/oleObject254.bin"/><Relationship Id="rId38" Type="http://schemas.openxmlformats.org/officeDocument/2006/relationships/image" Target="../media/image225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02.wmf"/><Relationship Id="rId20" Type="http://schemas.openxmlformats.org/officeDocument/2006/relationships/image" Target="../media/image216.wmf"/><Relationship Id="rId29" Type="http://schemas.openxmlformats.org/officeDocument/2006/relationships/oleObject" Target="../embeddings/oleObject25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43.bin"/><Relationship Id="rId24" Type="http://schemas.openxmlformats.org/officeDocument/2006/relationships/image" Target="../media/image218.wmf"/><Relationship Id="rId32" Type="http://schemas.openxmlformats.org/officeDocument/2006/relationships/image" Target="../media/image222.wmf"/><Relationship Id="rId37" Type="http://schemas.openxmlformats.org/officeDocument/2006/relationships/oleObject" Target="../embeddings/oleObject256.bin"/><Relationship Id="rId40" Type="http://schemas.openxmlformats.org/officeDocument/2006/relationships/image" Target="../media/image226.wmf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23" Type="http://schemas.openxmlformats.org/officeDocument/2006/relationships/oleObject" Target="../embeddings/oleObject249.bin"/><Relationship Id="rId28" Type="http://schemas.openxmlformats.org/officeDocument/2006/relationships/image" Target="../media/image220.wmf"/><Relationship Id="rId36" Type="http://schemas.openxmlformats.org/officeDocument/2006/relationships/image" Target="../media/image224.wmf"/><Relationship Id="rId10" Type="http://schemas.openxmlformats.org/officeDocument/2006/relationships/image" Target="../media/image199.wmf"/><Relationship Id="rId19" Type="http://schemas.openxmlformats.org/officeDocument/2006/relationships/oleObject" Target="../embeddings/oleObject247.bin"/><Relationship Id="rId31" Type="http://schemas.openxmlformats.org/officeDocument/2006/relationships/oleObject" Target="../embeddings/oleObject253.bin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201.wmf"/><Relationship Id="rId22" Type="http://schemas.openxmlformats.org/officeDocument/2006/relationships/image" Target="../media/image217.wmf"/><Relationship Id="rId27" Type="http://schemas.openxmlformats.org/officeDocument/2006/relationships/oleObject" Target="../embeddings/oleObject251.bin"/><Relationship Id="rId30" Type="http://schemas.openxmlformats.org/officeDocument/2006/relationships/image" Target="../media/image221.wmf"/><Relationship Id="rId35" Type="http://schemas.openxmlformats.org/officeDocument/2006/relationships/oleObject" Target="../embeddings/oleObject255.bin"/><Relationship Id="rId8" Type="http://schemas.openxmlformats.org/officeDocument/2006/relationships/image" Target="../media/image198.wmf"/><Relationship Id="rId3" Type="http://schemas.openxmlformats.org/officeDocument/2006/relationships/oleObject" Target="../embeddings/oleObject239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3.bin"/><Relationship Id="rId18" Type="http://schemas.openxmlformats.org/officeDocument/2006/relationships/image" Target="../media/image228.wmf"/><Relationship Id="rId26" Type="http://schemas.openxmlformats.org/officeDocument/2006/relationships/image" Target="../media/image232.wmf"/><Relationship Id="rId3" Type="http://schemas.openxmlformats.org/officeDocument/2006/relationships/oleObject" Target="../embeddings/oleObject258.bin"/><Relationship Id="rId21" Type="http://schemas.openxmlformats.org/officeDocument/2006/relationships/oleObject" Target="../embeddings/oleObject267.bin"/><Relationship Id="rId34" Type="http://schemas.openxmlformats.org/officeDocument/2006/relationships/image" Target="../media/image236.wmf"/><Relationship Id="rId7" Type="http://schemas.openxmlformats.org/officeDocument/2006/relationships/oleObject" Target="../embeddings/oleObject260.bin"/><Relationship Id="rId12" Type="http://schemas.openxmlformats.org/officeDocument/2006/relationships/image" Target="../media/image201.wmf"/><Relationship Id="rId17" Type="http://schemas.openxmlformats.org/officeDocument/2006/relationships/oleObject" Target="../embeddings/oleObject265.bin"/><Relationship Id="rId25" Type="http://schemas.openxmlformats.org/officeDocument/2006/relationships/oleObject" Target="../embeddings/oleObject269.bin"/><Relationship Id="rId33" Type="http://schemas.openxmlformats.org/officeDocument/2006/relationships/oleObject" Target="../embeddings/oleObject273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03.wmf"/><Relationship Id="rId20" Type="http://schemas.openxmlformats.org/officeDocument/2006/relationships/image" Target="../media/image229.wmf"/><Relationship Id="rId29" Type="http://schemas.openxmlformats.org/officeDocument/2006/relationships/oleObject" Target="../embeddings/oleObject271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8.wmf"/><Relationship Id="rId11" Type="http://schemas.openxmlformats.org/officeDocument/2006/relationships/oleObject" Target="../embeddings/oleObject262.bin"/><Relationship Id="rId24" Type="http://schemas.openxmlformats.org/officeDocument/2006/relationships/image" Target="../media/image231.wmf"/><Relationship Id="rId32" Type="http://schemas.openxmlformats.org/officeDocument/2006/relationships/image" Target="../media/image235.wmf"/><Relationship Id="rId5" Type="http://schemas.openxmlformats.org/officeDocument/2006/relationships/oleObject" Target="../embeddings/oleObject259.bin"/><Relationship Id="rId15" Type="http://schemas.openxmlformats.org/officeDocument/2006/relationships/oleObject" Target="../embeddings/oleObject264.bin"/><Relationship Id="rId23" Type="http://schemas.openxmlformats.org/officeDocument/2006/relationships/oleObject" Target="../embeddings/oleObject268.bin"/><Relationship Id="rId28" Type="http://schemas.openxmlformats.org/officeDocument/2006/relationships/image" Target="../media/image233.wmf"/><Relationship Id="rId10" Type="http://schemas.openxmlformats.org/officeDocument/2006/relationships/image" Target="../media/image200.wmf"/><Relationship Id="rId19" Type="http://schemas.openxmlformats.org/officeDocument/2006/relationships/oleObject" Target="../embeddings/oleObject266.bin"/><Relationship Id="rId31" Type="http://schemas.openxmlformats.org/officeDocument/2006/relationships/oleObject" Target="../embeddings/oleObject272.bin"/><Relationship Id="rId4" Type="http://schemas.openxmlformats.org/officeDocument/2006/relationships/image" Target="../media/image227.wmf"/><Relationship Id="rId9" Type="http://schemas.openxmlformats.org/officeDocument/2006/relationships/oleObject" Target="../embeddings/oleObject261.bin"/><Relationship Id="rId14" Type="http://schemas.openxmlformats.org/officeDocument/2006/relationships/image" Target="../media/image202.wmf"/><Relationship Id="rId22" Type="http://schemas.openxmlformats.org/officeDocument/2006/relationships/image" Target="../media/image230.wmf"/><Relationship Id="rId27" Type="http://schemas.openxmlformats.org/officeDocument/2006/relationships/oleObject" Target="../embeddings/oleObject270.bin"/><Relationship Id="rId30" Type="http://schemas.openxmlformats.org/officeDocument/2006/relationships/image" Target="../media/image234.wmf"/><Relationship Id="rId8" Type="http://schemas.openxmlformats.org/officeDocument/2006/relationships/image" Target="../media/image199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9.bin"/><Relationship Id="rId18" Type="http://schemas.openxmlformats.org/officeDocument/2006/relationships/image" Target="../media/image244.wmf"/><Relationship Id="rId26" Type="http://schemas.openxmlformats.org/officeDocument/2006/relationships/image" Target="../media/image248.wmf"/><Relationship Id="rId39" Type="http://schemas.openxmlformats.org/officeDocument/2006/relationships/oleObject" Target="../embeddings/oleObject292.bin"/><Relationship Id="rId21" Type="http://schemas.openxmlformats.org/officeDocument/2006/relationships/oleObject" Target="../embeddings/oleObject283.bin"/><Relationship Id="rId34" Type="http://schemas.openxmlformats.org/officeDocument/2006/relationships/image" Target="../media/image199.wmf"/><Relationship Id="rId42" Type="http://schemas.openxmlformats.org/officeDocument/2006/relationships/image" Target="../media/image252.wmf"/><Relationship Id="rId47" Type="http://schemas.openxmlformats.org/officeDocument/2006/relationships/oleObject" Target="../embeddings/oleObject296.bin"/><Relationship Id="rId50" Type="http://schemas.openxmlformats.org/officeDocument/2006/relationships/image" Target="../media/image254.wmf"/><Relationship Id="rId55" Type="http://schemas.openxmlformats.org/officeDocument/2006/relationships/oleObject" Target="../embeddings/oleObject300.bin"/><Relationship Id="rId7" Type="http://schemas.openxmlformats.org/officeDocument/2006/relationships/oleObject" Target="../embeddings/oleObject276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43.wmf"/><Relationship Id="rId29" Type="http://schemas.openxmlformats.org/officeDocument/2006/relationships/oleObject" Target="../embeddings/oleObject287.bin"/><Relationship Id="rId11" Type="http://schemas.openxmlformats.org/officeDocument/2006/relationships/oleObject" Target="../embeddings/oleObject278.bin"/><Relationship Id="rId24" Type="http://schemas.openxmlformats.org/officeDocument/2006/relationships/image" Target="../media/image247.wmf"/><Relationship Id="rId32" Type="http://schemas.openxmlformats.org/officeDocument/2006/relationships/image" Target="../media/image251.wmf"/><Relationship Id="rId37" Type="http://schemas.openxmlformats.org/officeDocument/2006/relationships/oleObject" Target="../embeddings/oleObject291.bin"/><Relationship Id="rId40" Type="http://schemas.openxmlformats.org/officeDocument/2006/relationships/image" Target="../media/image202.wmf"/><Relationship Id="rId45" Type="http://schemas.openxmlformats.org/officeDocument/2006/relationships/oleObject" Target="../embeddings/oleObject295.bin"/><Relationship Id="rId53" Type="http://schemas.openxmlformats.org/officeDocument/2006/relationships/oleObject" Target="../embeddings/oleObject299.bin"/><Relationship Id="rId58" Type="http://schemas.openxmlformats.org/officeDocument/2006/relationships/image" Target="../media/image258.wmf"/><Relationship Id="rId5" Type="http://schemas.openxmlformats.org/officeDocument/2006/relationships/oleObject" Target="../embeddings/oleObject275.bin"/><Relationship Id="rId61" Type="http://schemas.openxmlformats.org/officeDocument/2006/relationships/oleObject" Target="../embeddings/oleObject303.bin"/><Relationship Id="rId19" Type="http://schemas.openxmlformats.org/officeDocument/2006/relationships/oleObject" Target="../embeddings/oleObject282.bin"/><Relationship Id="rId14" Type="http://schemas.openxmlformats.org/officeDocument/2006/relationships/image" Target="../media/image242.wmf"/><Relationship Id="rId22" Type="http://schemas.openxmlformats.org/officeDocument/2006/relationships/image" Target="../media/image246.wmf"/><Relationship Id="rId27" Type="http://schemas.openxmlformats.org/officeDocument/2006/relationships/oleObject" Target="../embeddings/oleObject286.bin"/><Relationship Id="rId30" Type="http://schemas.openxmlformats.org/officeDocument/2006/relationships/image" Target="../media/image250.wmf"/><Relationship Id="rId35" Type="http://schemas.openxmlformats.org/officeDocument/2006/relationships/oleObject" Target="../embeddings/oleObject290.bin"/><Relationship Id="rId43" Type="http://schemas.openxmlformats.org/officeDocument/2006/relationships/oleObject" Target="../embeddings/oleObject294.bin"/><Relationship Id="rId48" Type="http://schemas.openxmlformats.org/officeDocument/2006/relationships/image" Target="../media/image253.wmf"/><Relationship Id="rId56" Type="http://schemas.openxmlformats.org/officeDocument/2006/relationships/image" Target="../media/image257.wmf"/><Relationship Id="rId8" Type="http://schemas.openxmlformats.org/officeDocument/2006/relationships/image" Target="../media/image239.wmf"/><Relationship Id="rId51" Type="http://schemas.openxmlformats.org/officeDocument/2006/relationships/oleObject" Target="../embeddings/oleObject298.bin"/><Relationship Id="rId3" Type="http://schemas.openxmlformats.org/officeDocument/2006/relationships/oleObject" Target="../embeddings/oleObject274.bin"/><Relationship Id="rId12" Type="http://schemas.openxmlformats.org/officeDocument/2006/relationships/image" Target="../media/image241.wmf"/><Relationship Id="rId17" Type="http://schemas.openxmlformats.org/officeDocument/2006/relationships/oleObject" Target="../embeddings/oleObject281.bin"/><Relationship Id="rId25" Type="http://schemas.openxmlformats.org/officeDocument/2006/relationships/oleObject" Target="../embeddings/oleObject285.bin"/><Relationship Id="rId33" Type="http://schemas.openxmlformats.org/officeDocument/2006/relationships/oleObject" Target="../embeddings/oleObject289.bin"/><Relationship Id="rId38" Type="http://schemas.openxmlformats.org/officeDocument/2006/relationships/image" Target="../media/image201.wmf"/><Relationship Id="rId46" Type="http://schemas.openxmlformats.org/officeDocument/2006/relationships/image" Target="../media/image209.wmf"/><Relationship Id="rId59" Type="http://schemas.openxmlformats.org/officeDocument/2006/relationships/oleObject" Target="../embeddings/oleObject302.bin"/><Relationship Id="rId20" Type="http://schemas.openxmlformats.org/officeDocument/2006/relationships/image" Target="../media/image245.wmf"/><Relationship Id="rId41" Type="http://schemas.openxmlformats.org/officeDocument/2006/relationships/oleObject" Target="../embeddings/oleObject293.bin"/><Relationship Id="rId54" Type="http://schemas.openxmlformats.org/officeDocument/2006/relationships/image" Target="../media/image256.wmf"/><Relationship Id="rId62" Type="http://schemas.openxmlformats.org/officeDocument/2006/relationships/image" Target="../media/image260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38.wmf"/><Relationship Id="rId15" Type="http://schemas.openxmlformats.org/officeDocument/2006/relationships/oleObject" Target="../embeddings/oleObject280.bin"/><Relationship Id="rId23" Type="http://schemas.openxmlformats.org/officeDocument/2006/relationships/oleObject" Target="../embeddings/oleObject284.bin"/><Relationship Id="rId28" Type="http://schemas.openxmlformats.org/officeDocument/2006/relationships/image" Target="../media/image249.wmf"/><Relationship Id="rId36" Type="http://schemas.openxmlformats.org/officeDocument/2006/relationships/image" Target="../media/image200.wmf"/><Relationship Id="rId49" Type="http://schemas.openxmlformats.org/officeDocument/2006/relationships/oleObject" Target="../embeddings/oleObject297.bin"/><Relationship Id="rId57" Type="http://schemas.openxmlformats.org/officeDocument/2006/relationships/oleObject" Target="../embeddings/oleObject301.bin"/><Relationship Id="rId10" Type="http://schemas.openxmlformats.org/officeDocument/2006/relationships/image" Target="../media/image240.wmf"/><Relationship Id="rId31" Type="http://schemas.openxmlformats.org/officeDocument/2006/relationships/oleObject" Target="../embeddings/oleObject288.bin"/><Relationship Id="rId44" Type="http://schemas.openxmlformats.org/officeDocument/2006/relationships/image" Target="../media/image208.wmf"/><Relationship Id="rId52" Type="http://schemas.openxmlformats.org/officeDocument/2006/relationships/image" Target="../media/image255.wmf"/><Relationship Id="rId60" Type="http://schemas.openxmlformats.org/officeDocument/2006/relationships/image" Target="../media/image259.wmf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7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62.wmf"/><Relationship Id="rId5" Type="http://schemas.openxmlformats.org/officeDocument/2006/relationships/oleObject" Target="../embeddings/oleObject305.bin"/><Relationship Id="rId4" Type="http://schemas.openxmlformats.org/officeDocument/2006/relationships/image" Target="../media/image26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13" Type="http://schemas.openxmlformats.org/officeDocument/2006/relationships/oleObject" Target="../embeddings/oleObject311.bin"/><Relationship Id="rId18" Type="http://schemas.openxmlformats.org/officeDocument/2006/relationships/image" Target="../media/image270.wmf"/><Relationship Id="rId3" Type="http://schemas.openxmlformats.org/officeDocument/2006/relationships/oleObject" Target="../embeddings/oleObject306.bin"/><Relationship Id="rId21" Type="http://schemas.openxmlformats.org/officeDocument/2006/relationships/oleObject" Target="../embeddings/oleObject315.bin"/><Relationship Id="rId7" Type="http://schemas.openxmlformats.org/officeDocument/2006/relationships/oleObject" Target="../embeddings/oleObject308.bin"/><Relationship Id="rId12" Type="http://schemas.openxmlformats.org/officeDocument/2006/relationships/image" Target="../media/image267.wmf"/><Relationship Id="rId17" Type="http://schemas.openxmlformats.org/officeDocument/2006/relationships/oleObject" Target="../embeddings/oleObject313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69.wmf"/><Relationship Id="rId20" Type="http://schemas.openxmlformats.org/officeDocument/2006/relationships/image" Target="../media/image271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64.wmf"/><Relationship Id="rId11" Type="http://schemas.openxmlformats.org/officeDocument/2006/relationships/oleObject" Target="../embeddings/oleObject310.bin"/><Relationship Id="rId24" Type="http://schemas.openxmlformats.org/officeDocument/2006/relationships/image" Target="../media/image273.wmf"/><Relationship Id="rId5" Type="http://schemas.openxmlformats.org/officeDocument/2006/relationships/oleObject" Target="../embeddings/oleObject307.bin"/><Relationship Id="rId15" Type="http://schemas.openxmlformats.org/officeDocument/2006/relationships/oleObject" Target="../embeddings/oleObject312.bin"/><Relationship Id="rId23" Type="http://schemas.openxmlformats.org/officeDocument/2006/relationships/oleObject" Target="../embeddings/oleObject316.bin"/><Relationship Id="rId10" Type="http://schemas.openxmlformats.org/officeDocument/2006/relationships/image" Target="../media/image266.wmf"/><Relationship Id="rId19" Type="http://schemas.openxmlformats.org/officeDocument/2006/relationships/oleObject" Target="../embeddings/oleObject314.bin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309.bin"/><Relationship Id="rId14" Type="http://schemas.openxmlformats.org/officeDocument/2006/relationships/image" Target="../media/image268.wmf"/><Relationship Id="rId22" Type="http://schemas.openxmlformats.org/officeDocument/2006/relationships/image" Target="../media/image27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wmf"/><Relationship Id="rId13" Type="http://schemas.openxmlformats.org/officeDocument/2006/relationships/oleObject" Target="../embeddings/oleObject322.bin"/><Relationship Id="rId18" Type="http://schemas.openxmlformats.org/officeDocument/2006/relationships/image" Target="../media/image281.wmf"/><Relationship Id="rId26" Type="http://schemas.openxmlformats.org/officeDocument/2006/relationships/image" Target="../media/image266.wmf"/><Relationship Id="rId3" Type="http://schemas.openxmlformats.org/officeDocument/2006/relationships/oleObject" Target="../embeddings/oleObject317.bin"/><Relationship Id="rId21" Type="http://schemas.openxmlformats.org/officeDocument/2006/relationships/oleObject" Target="../embeddings/oleObject307.bin"/><Relationship Id="rId7" Type="http://schemas.openxmlformats.org/officeDocument/2006/relationships/oleObject" Target="../embeddings/oleObject319.bin"/><Relationship Id="rId12" Type="http://schemas.openxmlformats.org/officeDocument/2006/relationships/image" Target="../media/image278.wmf"/><Relationship Id="rId17" Type="http://schemas.openxmlformats.org/officeDocument/2006/relationships/oleObject" Target="../embeddings/oleObject324.bin"/><Relationship Id="rId25" Type="http://schemas.openxmlformats.org/officeDocument/2006/relationships/oleObject" Target="../embeddings/oleObject309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80.wmf"/><Relationship Id="rId20" Type="http://schemas.openxmlformats.org/officeDocument/2006/relationships/image" Target="../media/image263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75.wmf"/><Relationship Id="rId11" Type="http://schemas.openxmlformats.org/officeDocument/2006/relationships/oleObject" Target="../embeddings/oleObject321.bin"/><Relationship Id="rId24" Type="http://schemas.openxmlformats.org/officeDocument/2006/relationships/image" Target="../media/image265.wmf"/><Relationship Id="rId5" Type="http://schemas.openxmlformats.org/officeDocument/2006/relationships/oleObject" Target="../embeddings/oleObject318.bin"/><Relationship Id="rId15" Type="http://schemas.openxmlformats.org/officeDocument/2006/relationships/oleObject" Target="../embeddings/oleObject323.bin"/><Relationship Id="rId23" Type="http://schemas.openxmlformats.org/officeDocument/2006/relationships/oleObject" Target="../embeddings/oleObject308.bin"/><Relationship Id="rId28" Type="http://schemas.openxmlformats.org/officeDocument/2006/relationships/image" Target="../media/image267.wmf"/><Relationship Id="rId10" Type="http://schemas.openxmlformats.org/officeDocument/2006/relationships/image" Target="../media/image277.wmf"/><Relationship Id="rId19" Type="http://schemas.openxmlformats.org/officeDocument/2006/relationships/oleObject" Target="../embeddings/oleObject306.bin"/><Relationship Id="rId4" Type="http://schemas.openxmlformats.org/officeDocument/2006/relationships/image" Target="../media/image274.wmf"/><Relationship Id="rId9" Type="http://schemas.openxmlformats.org/officeDocument/2006/relationships/oleObject" Target="../embeddings/oleObject320.bin"/><Relationship Id="rId14" Type="http://schemas.openxmlformats.org/officeDocument/2006/relationships/image" Target="../media/image279.wmf"/><Relationship Id="rId22" Type="http://schemas.openxmlformats.org/officeDocument/2006/relationships/image" Target="../media/image264.wmf"/><Relationship Id="rId27" Type="http://schemas.openxmlformats.org/officeDocument/2006/relationships/oleObject" Target="../embeddings/oleObject31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3" Type="http://schemas.openxmlformats.org/officeDocument/2006/relationships/oleObject" Target="../embeddings/oleObject325.bin"/><Relationship Id="rId7" Type="http://schemas.openxmlformats.org/officeDocument/2006/relationships/oleObject" Target="../embeddings/oleObject32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82.wmf"/><Relationship Id="rId5" Type="http://schemas.openxmlformats.org/officeDocument/2006/relationships/oleObject" Target="../embeddings/oleObject326.bin"/><Relationship Id="rId10" Type="http://schemas.openxmlformats.org/officeDocument/2006/relationships/image" Target="../media/image284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32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13" Type="http://schemas.openxmlformats.org/officeDocument/2006/relationships/oleObject" Target="../embeddings/oleObject334.bin"/><Relationship Id="rId18" Type="http://schemas.openxmlformats.org/officeDocument/2006/relationships/image" Target="../media/image292.wmf"/><Relationship Id="rId3" Type="http://schemas.openxmlformats.org/officeDocument/2006/relationships/oleObject" Target="../embeddings/oleObject329.bin"/><Relationship Id="rId21" Type="http://schemas.openxmlformats.org/officeDocument/2006/relationships/oleObject" Target="../embeddings/oleObject338.bin"/><Relationship Id="rId7" Type="http://schemas.openxmlformats.org/officeDocument/2006/relationships/oleObject" Target="../embeddings/oleObject331.bin"/><Relationship Id="rId12" Type="http://schemas.openxmlformats.org/officeDocument/2006/relationships/image" Target="../media/image289.wmf"/><Relationship Id="rId17" Type="http://schemas.openxmlformats.org/officeDocument/2006/relationships/oleObject" Target="../embeddings/oleObject336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91.wmf"/><Relationship Id="rId20" Type="http://schemas.openxmlformats.org/officeDocument/2006/relationships/image" Target="../media/image293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86.wmf"/><Relationship Id="rId11" Type="http://schemas.openxmlformats.org/officeDocument/2006/relationships/oleObject" Target="../embeddings/oleObject333.bin"/><Relationship Id="rId5" Type="http://schemas.openxmlformats.org/officeDocument/2006/relationships/oleObject" Target="../embeddings/oleObject330.bin"/><Relationship Id="rId15" Type="http://schemas.openxmlformats.org/officeDocument/2006/relationships/oleObject" Target="../embeddings/oleObject335.bin"/><Relationship Id="rId10" Type="http://schemas.openxmlformats.org/officeDocument/2006/relationships/image" Target="../media/image288.wmf"/><Relationship Id="rId19" Type="http://schemas.openxmlformats.org/officeDocument/2006/relationships/oleObject" Target="../embeddings/oleObject337.bin"/><Relationship Id="rId4" Type="http://schemas.openxmlformats.org/officeDocument/2006/relationships/image" Target="../media/image285.wmf"/><Relationship Id="rId9" Type="http://schemas.openxmlformats.org/officeDocument/2006/relationships/oleObject" Target="../embeddings/oleObject332.bin"/><Relationship Id="rId14" Type="http://schemas.openxmlformats.org/officeDocument/2006/relationships/image" Target="../media/image29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13" Type="http://schemas.openxmlformats.org/officeDocument/2006/relationships/oleObject" Target="../embeddings/oleObject344.bin"/><Relationship Id="rId18" Type="http://schemas.openxmlformats.org/officeDocument/2006/relationships/image" Target="../media/image300.wmf"/><Relationship Id="rId3" Type="http://schemas.openxmlformats.org/officeDocument/2006/relationships/oleObject" Target="../embeddings/oleObject339.bin"/><Relationship Id="rId7" Type="http://schemas.openxmlformats.org/officeDocument/2006/relationships/oleObject" Target="../embeddings/oleObject341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46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99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95.wmf"/><Relationship Id="rId11" Type="http://schemas.openxmlformats.org/officeDocument/2006/relationships/oleObject" Target="../embeddings/oleObject343.bin"/><Relationship Id="rId5" Type="http://schemas.openxmlformats.org/officeDocument/2006/relationships/oleObject" Target="../embeddings/oleObject340.bin"/><Relationship Id="rId15" Type="http://schemas.openxmlformats.org/officeDocument/2006/relationships/oleObject" Target="../embeddings/oleObject345.bin"/><Relationship Id="rId10" Type="http://schemas.openxmlformats.org/officeDocument/2006/relationships/image" Target="../media/image297.wmf"/><Relationship Id="rId4" Type="http://schemas.openxmlformats.org/officeDocument/2006/relationships/image" Target="../media/image294.wmf"/><Relationship Id="rId9" Type="http://schemas.openxmlformats.org/officeDocument/2006/relationships/oleObject" Target="../embeddings/oleObject342.bin"/><Relationship Id="rId14" Type="http://schemas.openxmlformats.org/officeDocument/2006/relationships/image" Target="../media/image29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13" Type="http://schemas.openxmlformats.org/officeDocument/2006/relationships/oleObject" Target="../embeddings/oleObject338.bin"/><Relationship Id="rId3" Type="http://schemas.openxmlformats.org/officeDocument/2006/relationships/oleObject" Target="../embeddings/oleObject347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02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3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87.wmf"/><Relationship Id="rId11" Type="http://schemas.openxmlformats.org/officeDocument/2006/relationships/oleObject" Target="../embeddings/oleObject351.bin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2.bin"/><Relationship Id="rId10" Type="http://schemas.openxmlformats.org/officeDocument/2006/relationships/image" Target="../media/image289.wmf"/><Relationship Id="rId4" Type="http://schemas.openxmlformats.org/officeDocument/2006/relationships/image" Target="../media/image301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28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13" Type="http://schemas.openxmlformats.org/officeDocument/2006/relationships/oleObject" Target="../embeddings/oleObject358.bin"/><Relationship Id="rId18" Type="http://schemas.openxmlformats.org/officeDocument/2006/relationships/image" Target="../media/image309.wmf"/><Relationship Id="rId3" Type="http://schemas.openxmlformats.org/officeDocument/2006/relationships/oleObject" Target="../embeddings/oleObject353.bin"/><Relationship Id="rId21" Type="http://schemas.openxmlformats.org/officeDocument/2006/relationships/oleObject" Target="../embeddings/oleObject362.bin"/><Relationship Id="rId7" Type="http://schemas.openxmlformats.org/officeDocument/2006/relationships/oleObject" Target="../embeddings/oleObject355.bin"/><Relationship Id="rId12" Type="http://schemas.openxmlformats.org/officeDocument/2006/relationships/image" Target="../media/image306.wmf"/><Relationship Id="rId17" Type="http://schemas.openxmlformats.org/officeDocument/2006/relationships/oleObject" Target="../embeddings/oleObject360.bin"/><Relationship Id="rId25" Type="http://schemas.openxmlformats.org/officeDocument/2006/relationships/oleObject" Target="../embeddings/oleObject36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8.wmf"/><Relationship Id="rId20" Type="http://schemas.openxmlformats.org/officeDocument/2006/relationships/image" Target="../media/image310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357.bin"/><Relationship Id="rId24" Type="http://schemas.openxmlformats.org/officeDocument/2006/relationships/image" Target="../media/image312.wmf"/><Relationship Id="rId5" Type="http://schemas.openxmlformats.org/officeDocument/2006/relationships/oleObject" Target="../embeddings/oleObject354.bin"/><Relationship Id="rId15" Type="http://schemas.openxmlformats.org/officeDocument/2006/relationships/oleObject" Target="../embeddings/oleObject359.bin"/><Relationship Id="rId23" Type="http://schemas.openxmlformats.org/officeDocument/2006/relationships/oleObject" Target="../embeddings/oleObject363.bin"/><Relationship Id="rId10" Type="http://schemas.openxmlformats.org/officeDocument/2006/relationships/image" Target="../media/image305.wmf"/><Relationship Id="rId19" Type="http://schemas.openxmlformats.org/officeDocument/2006/relationships/oleObject" Target="../embeddings/oleObject361.bin"/><Relationship Id="rId4" Type="http://schemas.openxmlformats.org/officeDocument/2006/relationships/image" Target="../media/image304.wmf"/><Relationship Id="rId9" Type="http://schemas.openxmlformats.org/officeDocument/2006/relationships/oleObject" Target="../embeddings/oleObject356.bin"/><Relationship Id="rId14" Type="http://schemas.openxmlformats.org/officeDocument/2006/relationships/image" Target="../media/image307.wmf"/><Relationship Id="rId22" Type="http://schemas.openxmlformats.org/officeDocument/2006/relationships/image" Target="../media/image31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85.wmf"/><Relationship Id="rId5" Type="http://schemas.openxmlformats.org/officeDocument/2006/relationships/oleObject" Target="../embeddings/oleObject338.bin"/><Relationship Id="rId4" Type="http://schemas.openxmlformats.org/officeDocument/2006/relationships/image" Target="../media/image31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3" Type="http://schemas.openxmlformats.org/officeDocument/2006/relationships/oleObject" Target="../embeddings/oleObject366.bin"/><Relationship Id="rId7" Type="http://schemas.openxmlformats.org/officeDocument/2006/relationships/oleObject" Target="../embeddings/oleObject36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15.wmf"/><Relationship Id="rId5" Type="http://schemas.openxmlformats.org/officeDocument/2006/relationships/oleObject" Target="../embeddings/oleObject367.bin"/><Relationship Id="rId10" Type="http://schemas.openxmlformats.org/officeDocument/2006/relationships/image" Target="../media/image317.wmf"/><Relationship Id="rId4" Type="http://schemas.openxmlformats.org/officeDocument/2006/relationships/image" Target="../media/image314.wmf"/><Relationship Id="rId9" Type="http://schemas.openxmlformats.org/officeDocument/2006/relationships/oleObject" Target="../embeddings/oleObject36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19.wmf"/><Relationship Id="rId5" Type="http://schemas.openxmlformats.org/officeDocument/2006/relationships/oleObject" Target="../embeddings/oleObject371.bin"/><Relationship Id="rId4" Type="http://schemas.openxmlformats.org/officeDocument/2006/relationships/image" Target="../media/image31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wmf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4.bin"/><Relationship Id="rId12" Type="http://schemas.openxmlformats.org/officeDocument/2006/relationships/image" Target="../media/image32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21.wmf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3.bin"/><Relationship Id="rId10" Type="http://schemas.openxmlformats.org/officeDocument/2006/relationships/image" Target="../media/image323.wmf"/><Relationship Id="rId4" Type="http://schemas.openxmlformats.org/officeDocument/2006/relationships/image" Target="../media/image320.wmf"/><Relationship Id="rId9" Type="http://schemas.openxmlformats.org/officeDocument/2006/relationships/oleObject" Target="../embeddings/oleObject37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3" Type="http://schemas.openxmlformats.org/officeDocument/2006/relationships/oleObject" Target="../embeddings/oleObject377.bin"/><Relationship Id="rId7" Type="http://schemas.openxmlformats.org/officeDocument/2006/relationships/oleObject" Target="../embeddings/oleObject379.bin"/><Relationship Id="rId12" Type="http://schemas.openxmlformats.org/officeDocument/2006/relationships/image" Target="../media/image32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381.bin"/><Relationship Id="rId5" Type="http://schemas.openxmlformats.org/officeDocument/2006/relationships/oleObject" Target="../embeddings/oleObject378.bin"/><Relationship Id="rId10" Type="http://schemas.openxmlformats.org/officeDocument/2006/relationships/image" Target="../media/image328.wmf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38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13" Type="http://schemas.openxmlformats.org/officeDocument/2006/relationships/oleObject" Target="../embeddings/oleObject387.bin"/><Relationship Id="rId18" Type="http://schemas.openxmlformats.org/officeDocument/2006/relationships/image" Target="../media/image303.wmf"/><Relationship Id="rId3" Type="http://schemas.openxmlformats.org/officeDocument/2006/relationships/oleObject" Target="../embeddings/oleObject382.bin"/><Relationship Id="rId7" Type="http://schemas.openxmlformats.org/officeDocument/2006/relationships/oleObject" Target="../embeddings/oleObject384.bin"/><Relationship Id="rId12" Type="http://schemas.openxmlformats.org/officeDocument/2006/relationships/image" Target="../media/image333.wmf"/><Relationship Id="rId17" Type="http://schemas.openxmlformats.org/officeDocument/2006/relationships/oleObject" Target="../embeddings/oleObject38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35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30.wmf"/><Relationship Id="rId11" Type="http://schemas.openxmlformats.org/officeDocument/2006/relationships/oleObject" Target="../embeddings/oleObject386.bin"/><Relationship Id="rId5" Type="http://schemas.openxmlformats.org/officeDocument/2006/relationships/oleObject" Target="../embeddings/oleObject383.bin"/><Relationship Id="rId15" Type="http://schemas.openxmlformats.org/officeDocument/2006/relationships/oleObject" Target="../embeddings/oleObject388.bin"/><Relationship Id="rId10" Type="http://schemas.openxmlformats.org/officeDocument/2006/relationships/image" Target="../media/image332.wmf"/><Relationship Id="rId19" Type="http://schemas.openxmlformats.org/officeDocument/2006/relationships/oleObject" Target="../embeddings/oleObject390.bin"/><Relationship Id="rId4" Type="http://schemas.openxmlformats.org/officeDocument/2006/relationships/image" Target="../media/image285.wmf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3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wmf"/><Relationship Id="rId13" Type="http://schemas.openxmlformats.org/officeDocument/2006/relationships/oleObject" Target="../embeddings/oleObject396.bin"/><Relationship Id="rId18" Type="http://schemas.openxmlformats.org/officeDocument/2006/relationships/image" Target="../media/image343.wmf"/><Relationship Id="rId3" Type="http://schemas.openxmlformats.org/officeDocument/2006/relationships/oleObject" Target="../embeddings/oleObject391.bin"/><Relationship Id="rId7" Type="http://schemas.openxmlformats.org/officeDocument/2006/relationships/oleObject" Target="../embeddings/oleObject393.bin"/><Relationship Id="rId12" Type="http://schemas.openxmlformats.org/officeDocument/2006/relationships/image" Target="../media/image340.wmf"/><Relationship Id="rId17" Type="http://schemas.openxmlformats.org/officeDocument/2006/relationships/oleObject" Target="../embeddings/oleObject39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42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37.wmf"/><Relationship Id="rId11" Type="http://schemas.openxmlformats.org/officeDocument/2006/relationships/oleObject" Target="../embeddings/oleObject395.bin"/><Relationship Id="rId5" Type="http://schemas.openxmlformats.org/officeDocument/2006/relationships/oleObject" Target="../embeddings/oleObject392.bin"/><Relationship Id="rId15" Type="http://schemas.openxmlformats.org/officeDocument/2006/relationships/oleObject" Target="../embeddings/oleObject397.bin"/><Relationship Id="rId10" Type="http://schemas.openxmlformats.org/officeDocument/2006/relationships/image" Target="../media/image339.wmf"/><Relationship Id="rId4" Type="http://schemas.openxmlformats.org/officeDocument/2006/relationships/image" Target="../media/image336.wmf"/><Relationship Id="rId9" Type="http://schemas.openxmlformats.org/officeDocument/2006/relationships/oleObject" Target="../embeddings/oleObject394.bin"/><Relationship Id="rId14" Type="http://schemas.openxmlformats.org/officeDocument/2006/relationships/image" Target="../media/image34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13" Type="http://schemas.openxmlformats.org/officeDocument/2006/relationships/oleObject" Target="../embeddings/oleObject404.bin"/><Relationship Id="rId18" Type="http://schemas.openxmlformats.org/officeDocument/2006/relationships/image" Target="../media/image351.wmf"/><Relationship Id="rId26" Type="http://schemas.openxmlformats.org/officeDocument/2006/relationships/image" Target="../media/image355.wmf"/><Relationship Id="rId3" Type="http://schemas.openxmlformats.org/officeDocument/2006/relationships/oleObject" Target="../embeddings/oleObject399.bin"/><Relationship Id="rId21" Type="http://schemas.openxmlformats.org/officeDocument/2006/relationships/oleObject" Target="../embeddings/oleObject408.bin"/><Relationship Id="rId7" Type="http://schemas.openxmlformats.org/officeDocument/2006/relationships/oleObject" Target="../embeddings/oleObject401.bin"/><Relationship Id="rId12" Type="http://schemas.openxmlformats.org/officeDocument/2006/relationships/image" Target="../media/image348.wmf"/><Relationship Id="rId17" Type="http://schemas.openxmlformats.org/officeDocument/2006/relationships/oleObject" Target="../embeddings/oleObject406.bin"/><Relationship Id="rId25" Type="http://schemas.openxmlformats.org/officeDocument/2006/relationships/oleObject" Target="../embeddings/oleObject41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50.wmf"/><Relationship Id="rId20" Type="http://schemas.openxmlformats.org/officeDocument/2006/relationships/image" Target="../media/image352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45.wmf"/><Relationship Id="rId11" Type="http://schemas.openxmlformats.org/officeDocument/2006/relationships/oleObject" Target="../embeddings/oleObject403.bin"/><Relationship Id="rId24" Type="http://schemas.openxmlformats.org/officeDocument/2006/relationships/image" Target="../media/image354.wmf"/><Relationship Id="rId5" Type="http://schemas.openxmlformats.org/officeDocument/2006/relationships/oleObject" Target="../embeddings/oleObject400.bin"/><Relationship Id="rId15" Type="http://schemas.openxmlformats.org/officeDocument/2006/relationships/oleObject" Target="../embeddings/oleObject405.bin"/><Relationship Id="rId23" Type="http://schemas.openxmlformats.org/officeDocument/2006/relationships/oleObject" Target="../embeddings/oleObject409.bin"/><Relationship Id="rId10" Type="http://schemas.openxmlformats.org/officeDocument/2006/relationships/image" Target="../media/image347.wmf"/><Relationship Id="rId19" Type="http://schemas.openxmlformats.org/officeDocument/2006/relationships/oleObject" Target="../embeddings/oleObject407.bin"/><Relationship Id="rId4" Type="http://schemas.openxmlformats.org/officeDocument/2006/relationships/image" Target="../media/image344.wmf"/><Relationship Id="rId9" Type="http://schemas.openxmlformats.org/officeDocument/2006/relationships/oleObject" Target="../embeddings/oleObject402.bin"/><Relationship Id="rId14" Type="http://schemas.openxmlformats.org/officeDocument/2006/relationships/image" Target="../media/image349.wmf"/><Relationship Id="rId22" Type="http://schemas.openxmlformats.org/officeDocument/2006/relationships/image" Target="../media/image353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13" Type="http://schemas.openxmlformats.org/officeDocument/2006/relationships/oleObject" Target="../embeddings/oleObject416.bin"/><Relationship Id="rId3" Type="http://schemas.openxmlformats.org/officeDocument/2006/relationships/oleObject" Target="../embeddings/oleObject411.bin"/><Relationship Id="rId7" Type="http://schemas.openxmlformats.org/officeDocument/2006/relationships/oleObject" Target="../embeddings/oleObject413.bin"/><Relationship Id="rId12" Type="http://schemas.openxmlformats.org/officeDocument/2006/relationships/image" Target="../media/image36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57.wmf"/><Relationship Id="rId11" Type="http://schemas.openxmlformats.org/officeDocument/2006/relationships/oleObject" Target="../embeddings/oleObject415.bin"/><Relationship Id="rId5" Type="http://schemas.openxmlformats.org/officeDocument/2006/relationships/oleObject" Target="../embeddings/oleObject412.bin"/><Relationship Id="rId10" Type="http://schemas.openxmlformats.org/officeDocument/2006/relationships/image" Target="../media/image359.wmf"/><Relationship Id="rId4" Type="http://schemas.openxmlformats.org/officeDocument/2006/relationships/image" Target="../media/image356.wmf"/><Relationship Id="rId9" Type="http://schemas.openxmlformats.org/officeDocument/2006/relationships/oleObject" Target="../embeddings/oleObject414.bin"/><Relationship Id="rId14" Type="http://schemas.openxmlformats.org/officeDocument/2006/relationships/image" Target="../media/image361.w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2.bin"/><Relationship Id="rId18" Type="http://schemas.openxmlformats.org/officeDocument/2006/relationships/image" Target="../media/image369.wmf"/><Relationship Id="rId26" Type="http://schemas.openxmlformats.org/officeDocument/2006/relationships/oleObject" Target="../embeddings/oleObject429.bin"/><Relationship Id="rId3" Type="http://schemas.openxmlformats.org/officeDocument/2006/relationships/oleObject" Target="../embeddings/oleObject417.bin"/><Relationship Id="rId21" Type="http://schemas.openxmlformats.org/officeDocument/2006/relationships/image" Target="../media/image370.wmf"/><Relationship Id="rId7" Type="http://schemas.openxmlformats.org/officeDocument/2006/relationships/oleObject" Target="../embeddings/oleObject419.bin"/><Relationship Id="rId12" Type="http://schemas.openxmlformats.org/officeDocument/2006/relationships/image" Target="../media/image366.wmf"/><Relationship Id="rId17" Type="http://schemas.openxmlformats.org/officeDocument/2006/relationships/oleObject" Target="../embeddings/oleObject424.bin"/><Relationship Id="rId25" Type="http://schemas.openxmlformats.org/officeDocument/2006/relationships/image" Target="../media/image372.wmf"/><Relationship Id="rId33" Type="http://schemas.openxmlformats.org/officeDocument/2006/relationships/image" Target="../media/image376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68.wmf"/><Relationship Id="rId20" Type="http://schemas.openxmlformats.org/officeDocument/2006/relationships/oleObject" Target="../embeddings/oleObject426.bin"/><Relationship Id="rId29" Type="http://schemas.openxmlformats.org/officeDocument/2006/relationships/image" Target="../media/image374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63.wmf"/><Relationship Id="rId11" Type="http://schemas.openxmlformats.org/officeDocument/2006/relationships/oleObject" Target="../embeddings/oleObject421.bin"/><Relationship Id="rId24" Type="http://schemas.openxmlformats.org/officeDocument/2006/relationships/oleObject" Target="../embeddings/oleObject428.bin"/><Relationship Id="rId32" Type="http://schemas.openxmlformats.org/officeDocument/2006/relationships/oleObject" Target="../embeddings/oleObject432.bin"/><Relationship Id="rId5" Type="http://schemas.openxmlformats.org/officeDocument/2006/relationships/oleObject" Target="../embeddings/oleObject418.bin"/><Relationship Id="rId15" Type="http://schemas.openxmlformats.org/officeDocument/2006/relationships/oleObject" Target="../embeddings/oleObject423.bin"/><Relationship Id="rId23" Type="http://schemas.openxmlformats.org/officeDocument/2006/relationships/image" Target="../media/image371.wmf"/><Relationship Id="rId28" Type="http://schemas.openxmlformats.org/officeDocument/2006/relationships/oleObject" Target="../embeddings/oleObject430.bin"/><Relationship Id="rId10" Type="http://schemas.openxmlformats.org/officeDocument/2006/relationships/image" Target="../media/image365.wmf"/><Relationship Id="rId19" Type="http://schemas.openxmlformats.org/officeDocument/2006/relationships/oleObject" Target="../embeddings/oleObject425.bin"/><Relationship Id="rId31" Type="http://schemas.openxmlformats.org/officeDocument/2006/relationships/image" Target="../media/image375.wmf"/><Relationship Id="rId4" Type="http://schemas.openxmlformats.org/officeDocument/2006/relationships/image" Target="../media/image362.wmf"/><Relationship Id="rId9" Type="http://schemas.openxmlformats.org/officeDocument/2006/relationships/oleObject" Target="../embeddings/oleObject420.bin"/><Relationship Id="rId14" Type="http://schemas.openxmlformats.org/officeDocument/2006/relationships/image" Target="../media/image367.wmf"/><Relationship Id="rId22" Type="http://schemas.openxmlformats.org/officeDocument/2006/relationships/oleObject" Target="../embeddings/oleObject427.bin"/><Relationship Id="rId27" Type="http://schemas.openxmlformats.org/officeDocument/2006/relationships/image" Target="../media/image373.wmf"/><Relationship Id="rId30" Type="http://schemas.openxmlformats.org/officeDocument/2006/relationships/oleObject" Target="../embeddings/oleObject431.bin"/><Relationship Id="rId8" Type="http://schemas.openxmlformats.org/officeDocument/2006/relationships/image" Target="../media/image364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wmf"/><Relationship Id="rId13" Type="http://schemas.openxmlformats.org/officeDocument/2006/relationships/oleObject" Target="../embeddings/oleObject438.bin"/><Relationship Id="rId18" Type="http://schemas.openxmlformats.org/officeDocument/2006/relationships/image" Target="../media/image381.wmf"/><Relationship Id="rId3" Type="http://schemas.openxmlformats.org/officeDocument/2006/relationships/oleObject" Target="../embeddings/oleObject433.bin"/><Relationship Id="rId7" Type="http://schemas.openxmlformats.org/officeDocument/2006/relationships/oleObject" Target="../embeddings/oleObject435.bin"/><Relationship Id="rId12" Type="http://schemas.openxmlformats.org/officeDocument/2006/relationships/image" Target="../media/image378.wmf"/><Relationship Id="rId17" Type="http://schemas.openxmlformats.org/officeDocument/2006/relationships/oleObject" Target="../embeddings/oleObject440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80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77.wmf"/><Relationship Id="rId11" Type="http://schemas.openxmlformats.org/officeDocument/2006/relationships/oleObject" Target="../embeddings/oleObject437.bin"/><Relationship Id="rId5" Type="http://schemas.openxmlformats.org/officeDocument/2006/relationships/oleObject" Target="../embeddings/oleObject434.bin"/><Relationship Id="rId15" Type="http://schemas.openxmlformats.org/officeDocument/2006/relationships/oleObject" Target="../embeddings/oleObject439.bin"/><Relationship Id="rId10" Type="http://schemas.openxmlformats.org/officeDocument/2006/relationships/image" Target="../media/image376.wmf"/><Relationship Id="rId4" Type="http://schemas.openxmlformats.org/officeDocument/2006/relationships/image" Target="../media/image373.wmf"/><Relationship Id="rId9" Type="http://schemas.openxmlformats.org/officeDocument/2006/relationships/oleObject" Target="../embeddings/oleObject436.bin"/><Relationship Id="rId14" Type="http://schemas.openxmlformats.org/officeDocument/2006/relationships/image" Target="../media/image379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wmf"/><Relationship Id="rId13" Type="http://schemas.openxmlformats.org/officeDocument/2006/relationships/oleObject" Target="../embeddings/oleObject446.bin"/><Relationship Id="rId18" Type="http://schemas.openxmlformats.org/officeDocument/2006/relationships/image" Target="../media/image389.wmf"/><Relationship Id="rId3" Type="http://schemas.openxmlformats.org/officeDocument/2006/relationships/oleObject" Target="../embeddings/oleObject441.bin"/><Relationship Id="rId21" Type="http://schemas.openxmlformats.org/officeDocument/2006/relationships/oleObject" Target="../embeddings/oleObject450.bin"/><Relationship Id="rId7" Type="http://schemas.openxmlformats.org/officeDocument/2006/relationships/oleObject" Target="../embeddings/oleObject443.bin"/><Relationship Id="rId12" Type="http://schemas.openxmlformats.org/officeDocument/2006/relationships/image" Target="../media/image386.wmf"/><Relationship Id="rId17" Type="http://schemas.openxmlformats.org/officeDocument/2006/relationships/oleObject" Target="../embeddings/oleObject44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88.wmf"/><Relationship Id="rId20" Type="http://schemas.openxmlformats.org/officeDocument/2006/relationships/image" Target="../media/image390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83.wmf"/><Relationship Id="rId11" Type="http://schemas.openxmlformats.org/officeDocument/2006/relationships/oleObject" Target="../embeddings/oleObject445.bin"/><Relationship Id="rId24" Type="http://schemas.openxmlformats.org/officeDocument/2006/relationships/image" Target="../media/image392.wmf"/><Relationship Id="rId5" Type="http://schemas.openxmlformats.org/officeDocument/2006/relationships/oleObject" Target="../embeddings/oleObject442.bin"/><Relationship Id="rId15" Type="http://schemas.openxmlformats.org/officeDocument/2006/relationships/oleObject" Target="../embeddings/oleObject447.bin"/><Relationship Id="rId23" Type="http://schemas.openxmlformats.org/officeDocument/2006/relationships/oleObject" Target="../embeddings/oleObject451.bin"/><Relationship Id="rId10" Type="http://schemas.openxmlformats.org/officeDocument/2006/relationships/image" Target="../media/image385.wmf"/><Relationship Id="rId19" Type="http://schemas.openxmlformats.org/officeDocument/2006/relationships/oleObject" Target="../embeddings/oleObject449.bin"/><Relationship Id="rId4" Type="http://schemas.openxmlformats.org/officeDocument/2006/relationships/image" Target="../media/image382.wmf"/><Relationship Id="rId9" Type="http://schemas.openxmlformats.org/officeDocument/2006/relationships/oleObject" Target="../embeddings/oleObject444.bin"/><Relationship Id="rId14" Type="http://schemas.openxmlformats.org/officeDocument/2006/relationships/image" Target="../media/image387.wmf"/><Relationship Id="rId22" Type="http://schemas.openxmlformats.org/officeDocument/2006/relationships/image" Target="../media/image391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13" Type="http://schemas.openxmlformats.org/officeDocument/2006/relationships/oleObject" Target="../embeddings/oleObject457.bin"/><Relationship Id="rId3" Type="http://schemas.openxmlformats.org/officeDocument/2006/relationships/oleObject" Target="../embeddings/oleObject452.bin"/><Relationship Id="rId7" Type="http://schemas.openxmlformats.org/officeDocument/2006/relationships/oleObject" Target="../embeddings/oleObject454.bin"/><Relationship Id="rId12" Type="http://schemas.openxmlformats.org/officeDocument/2006/relationships/image" Target="../media/image397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99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94.wmf"/><Relationship Id="rId11" Type="http://schemas.openxmlformats.org/officeDocument/2006/relationships/oleObject" Target="../embeddings/oleObject456.bin"/><Relationship Id="rId5" Type="http://schemas.openxmlformats.org/officeDocument/2006/relationships/oleObject" Target="../embeddings/oleObject453.bin"/><Relationship Id="rId15" Type="http://schemas.openxmlformats.org/officeDocument/2006/relationships/oleObject" Target="../embeddings/oleObject458.bin"/><Relationship Id="rId10" Type="http://schemas.openxmlformats.org/officeDocument/2006/relationships/image" Target="../media/image396.wmf"/><Relationship Id="rId4" Type="http://schemas.openxmlformats.org/officeDocument/2006/relationships/image" Target="../media/image393.wmf"/><Relationship Id="rId9" Type="http://schemas.openxmlformats.org/officeDocument/2006/relationships/oleObject" Target="../embeddings/oleObject455.bin"/><Relationship Id="rId14" Type="http://schemas.openxmlformats.org/officeDocument/2006/relationships/image" Target="../media/image398.wmf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64.bin"/><Relationship Id="rId18" Type="http://schemas.openxmlformats.org/officeDocument/2006/relationships/image" Target="../media/image402.wmf"/><Relationship Id="rId26" Type="http://schemas.openxmlformats.org/officeDocument/2006/relationships/image" Target="../media/image406.wmf"/><Relationship Id="rId3" Type="http://schemas.openxmlformats.org/officeDocument/2006/relationships/oleObject" Target="../embeddings/oleObject459.bin"/><Relationship Id="rId21" Type="http://schemas.openxmlformats.org/officeDocument/2006/relationships/oleObject" Target="../embeddings/oleObject468.bin"/><Relationship Id="rId34" Type="http://schemas.openxmlformats.org/officeDocument/2006/relationships/image" Target="../media/image410.wmf"/><Relationship Id="rId7" Type="http://schemas.openxmlformats.org/officeDocument/2006/relationships/oleObject" Target="../embeddings/oleObject461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466.bin"/><Relationship Id="rId25" Type="http://schemas.openxmlformats.org/officeDocument/2006/relationships/oleObject" Target="../embeddings/oleObject470.bin"/><Relationship Id="rId33" Type="http://schemas.openxmlformats.org/officeDocument/2006/relationships/oleObject" Target="../embeddings/oleObject474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01.wmf"/><Relationship Id="rId20" Type="http://schemas.openxmlformats.org/officeDocument/2006/relationships/image" Target="../media/image403.wmf"/><Relationship Id="rId29" Type="http://schemas.openxmlformats.org/officeDocument/2006/relationships/oleObject" Target="../embeddings/oleObject472.bin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463.bin"/><Relationship Id="rId24" Type="http://schemas.openxmlformats.org/officeDocument/2006/relationships/image" Target="../media/image405.wmf"/><Relationship Id="rId32" Type="http://schemas.openxmlformats.org/officeDocument/2006/relationships/image" Target="../media/image409.wmf"/><Relationship Id="rId5" Type="http://schemas.openxmlformats.org/officeDocument/2006/relationships/oleObject" Target="../embeddings/oleObject460.bin"/><Relationship Id="rId15" Type="http://schemas.openxmlformats.org/officeDocument/2006/relationships/oleObject" Target="../embeddings/oleObject465.bin"/><Relationship Id="rId23" Type="http://schemas.openxmlformats.org/officeDocument/2006/relationships/oleObject" Target="../embeddings/oleObject469.bin"/><Relationship Id="rId28" Type="http://schemas.openxmlformats.org/officeDocument/2006/relationships/image" Target="../media/image407.wmf"/><Relationship Id="rId10" Type="http://schemas.openxmlformats.org/officeDocument/2006/relationships/image" Target="../media/image9.wmf"/><Relationship Id="rId19" Type="http://schemas.openxmlformats.org/officeDocument/2006/relationships/oleObject" Target="../embeddings/oleObject467.bin"/><Relationship Id="rId31" Type="http://schemas.openxmlformats.org/officeDocument/2006/relationships/oleObject" Target="../embeddings/oleObject473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462.bin"/><Relationship Id="rId14" Type="http://schemas.openxmlformats.org/officeDocument/2006/relationships/image" Target="../media/image400.wmf"/><Relationship Id="rId22" Type="http://schemas.openxmlformats.org/officeDocument/2006/relationships/image" Target="../media/image404.wmf"/><Relationship Id="rId27" Type="http://schemas.openxmlformats.org/officeDocument/2006/relationships/oleObject" Target="../embeddings/oleObject471.bin"/><Relationship Id="rId30" Type="http://schemas.openxmlformats.org/officeDocument/2006/relationships/image" Target="../media/image408.wmf"/><Relationship Id="rId8" Type="http://schemas.openxmlformats.org/officeDocument/2006/relationships/image" Target="../media/image8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13" Type="http://schemas.openxmlformats.org/officeDocument/2006/relationships/oleObject" Target="../embeddings/oleObject480.bin"/><Relationship Id="rId18" Type="http://schemas.openxmlformats.org/officeDocument/2006/relationships/image" Target="../media/image416.wmf"/><Relationship Id="rId3" Type="http://schemas.openxmlformats.org/officeDocument/2006/relationships/oleObject" Target="../embeddings/oleObject475.bin"/><Relationship Id="rId7" Type="http://schemas.openxmlformats.org/officeDocument/2006/relationships/oleObject" Target="../embeddings/oleObject477.bin"/><Relationship Id="rId12" Type="http://schemas.openxmlformats.org/officeDocument/2006/relationships/image" Target="../media/image413.wmf"/><Relationship Id="rId17" Type="http://schemas.openxmlformats.org/officeDocument/2006/relationships/oleObject" Target="../embeddings/oleObject48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15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6.wmf"/><Relationship Id="rId11" Type="http://schemas.openxmlformats.org/officeDocument/2006/relationships/oleObject" Target="../embeddings/oleObject479.bin"/><Relationship Id="rId5" Type="http://schemas.openxmlformats.org/officeDocument/2006/relationships/oleObject" Target="../embeddings/oleObject476.bin"/><Relationship Id="rId15" Type="http://schemas.openxmlformats.org/officeDocument/2006/relationships/oleObject" Target="../embeddings/oleObject481.bin"/><Relationship Id="rId10" Type="http://schemas.openxmlformats.org/officeDocument/2006/relationships/image" Target="../media/image412.wmf"/><Relationship Id="rId4" Type="http://schemas.openxmlformats.org/officeDocument/2006/relationships/image" Target="../media/image411.wmf"/><Relationship Id="rId9" Type="http://schemas.openxmlformats.org/officeDocument/2006/relationships/oleObject" Target="../embeddings/oleObject478.bin"/><Relationship Id="rId14" Type="http://schemas.openxmlformats.org/officeDocument/2006/relationships/image" Target="../media/image414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wmf"/><Relationship Id="rId3" Type="http://schemas.openxmlformats.org/officeDocument/2006/relationships/oleObject" Target="../embeddings/oleObject483.bin"/><Relationship Id="rId7" Type="http://schemas.openxmlformats.org/officeDocument/2006/relationships/oleObject" Target="../embeddings/oleObject485.bin"/><Relationship Id="rId12" Type="http://schemas.openxmlformats.org/officeDocument/2006/relationships/image" Target="../media/image42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418.wmf"/><Relationship Id="rId11" Type="http://schemas.openxmlformats.org/officeDocument/2006/relationships/oleObject" Target="../embeddings/oleObject487.bin"/><Relationship Id="rId5" Type="http://schemas.openxmlformats.org/officeDocument/2006/relationships/oleObject" Target="../embeddings/oleObject484.bin"/><Relationship Id="rId10" Type="http://schemas.openxmlformats.org/officeDocument/2006/relationships/image" Target="../media/image288.wmf"/><Relationship Id="rId4" Type="http://schemas.openxmlformats.org/officeDocument/2006/relationships/image" Target="../media/image417.wmf"/><Relationship Id="rId9" Type="http://schemas.openxmlformats.org/officeDocument/2006/relationships/oleObject" Target="../embeddings/oleObject486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wmf"/><Relationship Id="rId13" Type="http://schemas.openxmlformats.org/officeDocument/2006/relationships/oleObject" Target="../embeddings/oleObject493.bin"/><Relationship Id="rId18" Type="http://schemas.openxmlformats.org/officeDocument/2006/relationships/image" Target="../media/image426.wmf"/><Relationship Id="rId3" Type="http://schemas.openxmlformats.org/officeDocument/2006/relationships/oleObject" Target="../embeddings/oleObject488.bin"/><Relationship Id="rId21" Type="http://schemas.openxmlformats.org/officeDocument/2006/relationships/oleObject" Target="../embeddings/oleObject497.bin"/><Relationship Id="rId7" Type="http://schemas.openxmlformats.org/officeDocument/2006/relationships/oleObject" Target="../embeddings/oleObject490.bin"/><Relationship Id="rId12" Type="http://schemas.openxmlformats.org/officeDocument/2006/relationships/image" Target="../media/image287.wmf"/><Relationship Id="rId17" Type="http://schemas.openxmlformats.org/officeDocument/2006/relationships/oleObject" Target="../embeddings/oleObject49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25.wmf"/><Relationship Id="rId20" Type="http://schemas.openxmlformats.org/officeDocument/2006/relationships/image" Target="../media/image427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422.wmf"/><Relationship Id="rId11" Type="http://schemas.openxmlformats.org/officeDocument/2006/relationships/oleObject" Target="../embeddings/oleObject492.bin"/><Relationship Id="rId5" Type="http://schemas.openxmlformats.org/officeDocument/2006/relationships/oleObject" Target="../embeddings/oleObject489.bin"/><Relationship Id="rId15" Type="http://schemas.openxmlformats.org/officeDocument/2006/relationships/oleObject" Target="../embeddings/oleObject494.bin"/><Relationship Id="rId10" Type="http://schemas.openxmlformats.org/officeDocument/2006/relationships/image" Target="../media/image286.wmf"/><Relationship Id="rId19" Type="http://schemas.openxmlformats.org/officeDocument/2006/relationships/oleObject" Target="../embeddings/oleObject496.bin"/><Relationship Id="rId4" Type="http://schemas.openxmlformats.org/officeDocument/2006/relationships/image" Target="../media/image421.wmf"/><Relationship Id="rId9" Type="http://schemas.openxmlformats.org/officeDocument/2006/relationships/oleObject" Target="../embeddings/oleObject491.bin"/><Relationship Id="rId14" Type="http://schemas.openxmlformats.org/officeDocument/2006/relationships/image" Target="../media/image424.wmf"/><Relationship Id="rId22" Type="http://schemas.openxmlformats.org/officeDocument/2006/relationships/image" Target="../media/image428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wmf"/><Relationship Id="rId13" Type="http://schemas.openxmlformats.org/officeDocument/2006/relationships/oleObject" Target="../embeddings/oleObject503.bin"/><Relationship Id="rId18" Type="http://schemas.openxmlformats.org/officeDocument/2006/relationships/image" Target="../media/image434.wmf"/><Relationship Id="rId3" Type="http://schemas.openxmlformats.org/officeDocument/2006/relationships/oleObject" Target="../embeddings/oleObject498.bin"/><Relationship Id="rId7" Type="http://schemas.openxmlformats.org/officeDocument/2006/relationships/oleObject" Target="../embeddings/oleObject500.bin"/><Relationship Id="rId12" Type="http://schemas.openxmlformats.org/officeDocument/2006/relationships/image" Target="../media/image431.wmf"/><Relationship Id="rId17" Type="http://schemas.openxmlformats.org/officeDocument/2006/relationships/oleObject" Target="../embeddings/oleObject50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33.wmf"/><Relationship Id="rId20" Type="http://schemas.openxmlformats.org/officeDocument/2006/relationships/image" Target="../media/image411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414.wmf"/><Relationship Id="rId11" Type="http://schemas.openxmlformats.org/officeDocument/2006/relationships/oleObject" Target="../embeddings/oleObject502.bin"/><Relationship Id="rId5" Type="http://schemas.openxmlformats.org/officeDocument/2006/relationships/oleObject" Target="../embeddings/oleObject499.bin"/><Relationship Id="rId15" Type="http://schemas.openxmlformats.org/officeDocument/2006/relationships/oleObject" Target="../embeddings/oleObject504.bin"/><Relationship Id="rId10" Type="http://schemas.openxmlformats.org/officeDocument/2006/relationships/image" Target="../media/image430.wmf"/><Relationship Id="rId19" Type="http://schemas.openxmlformats.org/officeDocument/2006/relationships/oleObject" Target="../embeddings/oleObject506.bin"/><Relationship Id="rId4" Type="http://schemas.openxmlformats.org/officeDocument/2006/relationships/image" Target="../media/image287.wmf"/><Relationship Id="rId9" Type="http://schemas.openxmlformats.org/officeDocument/2006/relationships/oleObject" Target="../embeddings/oleObject501.bin"/><Relationship Id="rId14" Type="http://schemas.openxmlformats.org/officeDocument/2006/relationships/image" Target="../media/image43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wmf"/><Relationship Id="rId13" Type="http://schemas.openxmlformats.org/officeDocument/2006/relationships/oleObject" Target="../embeddings/oleObject512.bin"/><Relationship Id="rId3" Type="http://schemas.openxmlformats.org/officeDocument/2006/relationships/oleObject" Target="../embeddings/oleObject507.bin"/><Relationship Id="rId7" Type="http://schemas.openxmlformats.org/officeDocument/2006/relationships/oleObject" Target="../embeddings/oleObject509.bin"/><Relationship Id="rId12" Type="http://schemas.openxmlformats.org/officeDocument/2006/relationships/image" Target="../media/image439.wmf"/><Relationship Id="rId17" Type="http://schemas.openxmlformats.org/officeDocument/2006/relationships/image" Target="../media/image441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514.bin"/><Relationship Id="rId1" Type="http://schemas.openxmlformats.org/officeDocument/2006/relationships/vmlDrawing" Target="../drawings/vmlDrawing49.vml"/><Relationship Id="rId6" Type="http://schemas.openxmlformats.org/officeDocument/2006/relationships/image" Target="../media/image436.wmf"/><Relationship Id="rId11" Type="http://schemas.openxmlformats.org/officeDocument/2006/relationships/oleObject" Target="../embeddings/oleObject511.bin"/><Relationship Id="rId5" Type="http://schemas.openxmlformats.org/officeDocument/2006/relationships/oleObject" Target="../embeddings/oleObject508.bin"/><Relationship Id="rId15" Type="http://schemas.openxmlformats.org/officeDocument/2006/relationships/oleObject" Target="../embeddings/oleObject513.bin"/><Relationship Id="rId10" Type="http://schemas.openxmlformats.org/officeDocument/2006/relationships/image" Target="../media/image438.wmf"/><Relationship Id="rId4" Type="http://schemas.openxmlformats.org/officeDocument/2006/relationships/image" Target="../media/image435.wmf"/><Relationship Id="rId9" Type="http://schemas.openxmlformats.org/officeDocument/2006/relationships/oleObject" Target="../embeddings/oleObject510.bin"/><Relationship Id="rId14" Type="http://schemas.openxmlformats.org/officeDocument/2006/relationships/image" Target="../media/image440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image" Target="../media/image444.wmf"/><Relationship Id="rId18" Type="http://schemas.openxmlformats.org/officeDocument/2006/relationships/oleObject" Target="../embeddings/oleObject523.bin"/><Relationship Id="rId26" Type="http://schemas.openxmlformats.org/officeDocument/2006/relationships/oleObject" Target="../embeddings/oleObject527.bin"/><Relationship Id="rId3" Type="http://schemas.openxmlformats.org/officeDocument/2006/relationships/oleObject" Target="../embeddings/oleObject515.bin"/><Relationship Id="rId21" Type="http://schemas.openxmlformats.org/officeDocument/2006/relationships/image" Target="../media/image448.wmf"/><Relationship Id="rId7" Type="http://schemas.openxmlformats.org/officeDocument/2006/relationships/oleObject" Target="../embeddings/oleObject517.bin"/><Relationship Id="rId12" Type="http://schemas.openxmlformats.org/officeDocument/2006/relationships/oleObject" Target="../embeddings/oleObject520.bin"/><Relationship Id="rId17" Type="http://schemas.openxmlformats.org/officeDocument/2006/relationships/image" Target="../media/image446.wmf"/><Relationship Id="rId25" Type="http://schemas.openxmlformats.org/officeDocument/2006/relationships/image" Target="../media/image450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522.bin"/><Relationship Id="rId20" Type="http://schemas.openxmlformats.org/officeDocument/2006/relationships/oleObject" Target="../embeddings/oleObject524.bin"/><Relationship Id="rId1" Type="http://schemas.openxmlformats.org/officeDocument/2006/relationships/vmlDrawing" Target="../drawings/vmlDrawing50.vml"/><Relationship Id="rId6" Type="http://schemas.openxmlformats.org/officeDocument/2006/relationships/image" Target="../media/image443.wmf"/><Relationship Id="rId11" Type="http://schemas.openxmlformats.org/officeDocument/2006/relationships/oleObject" Target="../embeddings/oleObject519.bin"/><Relationship Id="rId24" Type="http://schemas.openxmlformats.org/officeDocument/2006/relationships/oleObject" Target="../embeddings/oleObject526.bin"/><Relationship Id="rId5" Type="http://schemas.openxmlformats.org/officeDocument/2006/relationships/oleObject" Target="../embeddings/oleObject516.bin"/><Relationship Id="rId15" Type="http://schemas.openxmlformats.org/officeDocument/2006/relationships/image" Target="../media/image445.wmf"/><Relationship Id="rId23" Type="http://schemas.openxmlformats.org/officeDocument/2006/relationships/image" Target="../media/image449.wmf"/><Relationship Id="rId10" Type="http://schemas.openxmlformats.org/officeDocument/2006/relationships/image" Target="../media/image288.wmf"/><Relationship Id="rId19" Type="http://schemas.openxmlformats.org/officeDocument/2006/relationships/image" Target="../media/image447.wmf"/><Relationship Id="rId4" Type="http://schemas.openxmlformats.org/officeDocument/2006/relationships/image" Target="../media/image442.wmf"/><Relationship Id="rId9" Type="http://schemas.openxmlformats.org/officeDocument/2006/relationships/oleObject" Target="../embeddings/oleObject518.bin"/><Relationship Id="rId14" Type="http://schemas.openxmlformats.org/officeDocument/2006/relationships/oleObject" Target="../embeddings/oleObject521.bin"/><Relationship Id="rId22" Type="http://schemas.openxmlformats.org/officeDocument/2006/relationships/oleObject" Target="../embeddings/oleObject525.bin"/><Relationship Id="rId27" Type="http://schemas.openxmlformats.org/officeDocument/2006/relationships/image" Target="../media/image451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wmf"/><Relationship Id="rId13" Type="http://schemas.openxmlformats.org/officeDocument/2006/relationships/oleObject" Target="../embeddings/oleObject533.bin"/><Relationship Id="rId3" Type="http://schemas.openxmlformats.org/officeDocument/2006/relationships/oleObject" Target="../embeddings/oleObject528.bin"/><Relationship Id="rId7" Type="http://schemas.openxmlformats.org/officeDocument/2006/relationships/oleObject" Target="../embeddings/oleObject530.bin"/><Relationship Id="rId12" Type="http://schemas.openxmlformats.org/officeDocument/2006/relationships/image" Target="../media/image456.wmf"/><Relationship Id="rId17" Type="http://schemas.openxmlformats.org/officeDocument/2006/relationships/image" Target="../media/image458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535.bin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53.wmf"/><Relationship Id="rId11" Type="http://schemas.openxmlformats.org/officeDocument/2006/relationships/oleObject" Target="../embeddings/oleObject532.bin"/><Relationship Id="rId5" Type="http://schemas.openxmlformats.org/officeDocument/2006/relationships/oleObject" Target="../embeddings/oleObject529.bin"/><Relationship Id="rId15" Type="http://schemas.openxmlformats.org/officeDocument/2006/relationships/oleObject" Target="../embeddings/oleObject534.bin"/><Relationship Id="rId10" Type="http://schemas.openxmlformats.org/officeDocument/2006/relationships/image" Target="../media/image455.wmf"/><Relationship Id="rId4" Type="http://schemas.openxmlformats.org/officeDocument/2006/relationships/image" Target="../media/image452.wmf"/><Relationship Id="rId9" Type="http://schemas.openxmlformats.org/officeDocument/2006/relationships/oleObject" Target="../embeddings/oleObject531.bin"/><Relationship Id="rId14" Type="http://schemas.openxmlformats.org/officeDocument/2006/relationships/image" Target="../media/image457.wmf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41.bin"/><Relationship Id="rId18" Type="http://schemas.openxmlformats.org/officeDocument/2006/relationships/image" Target="../media/image466.wmf"/><Relationship Id="rId26" Type="http://schemas.openxmlformats.org/officeDocument/2006/relationships/image" Target="../media/image470.wmf"/><Relationship Id="rId39" Type="http://schemas.openxmlformats.org/officeDocument/2006/relationships/oleObject" Target="../embeddings/oleObject554.bin"/><Relationship Id="rId21" Type="http://schemas.openxmlformats.org/officeDocument/2006/relationships/oleObject" Target="../embeddings/oleObject545.bin"/><Relationship Id="rId34" Type="http://schemas.openxmlformats.org/officeDocument/2006/relationships/image" Target="../media/image474.wmf"/><Relationship Id="rId42" Type="http://schemas.openxmlformats.org/officeDocument/2006/relationships/image" Target="../media/image478.wmf"/><Relationship Id="rId7" Type="http://schemas.openxmlformats.org/officeDocument/2006/relationships/oleObject" Target="../embeddings/oleObject538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65.wmf"/><Relationship Id="rId20" Type="http://schemas.openxmlformats.org/officeDocument/2006/relationships/image" Target="../media/image467.wmf"/><Relationship Id="rId29" Type="http://schemas.openxmlformats.org/officeDocument/2006/relationships/oleObject" Target="../embeddings/oleObject549.bin"/><Relationship Id="rId41" Type="http://schemas.openxmlformats.org/officeDocument/2006/relationships/oleObject" Target="../embeddings/oleObject555.bin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60.wmf"/><Relationship Id="rId11" Type="http://schemas.openxmlformats.org/officeDocument/2006/relationships/oleObject" Target="../embeddings/oleObject540.bin"/><Relationship Id="rId24" Type="http://schemas.openxmlformats.org/officeDocument/2006/relationships/image" Target="../media/image469.wmf"/><Relationship Id="rId32" Type="http://schemas.openxmlformats.org/officeDocument/2006/relationships/image" Target="../media/image473.wmf"/><Relationship Id="rId37" Type="http://schemas.openxmlformats.org/officeDocument/2006/relationships/oleObject" Target="../embeddings/oleObject553.bin"/><Relationship Id="rId40" Type="http://schemas.openxmlformats.org/officeDocument/2006/relationships/image" Target="../media/image477.wmf"/><Relationship Id="rId5" Type="http://schemas.openxmlformats.org/officeDocument/2006/relationships/oleObject" Target="../embeddings/oleObject537.bin"/><Relationship Id="rId15" Type="http://schemas.openxmlformats.org/officeDocument/2006/relationships/oleObject" Target="../embeddings/oleObject542.bin"/><Relationship Id="rId23" Type="http://schemas.openxmlformats.org/officeDocument/2006/relationships/oleObject" Target="../embeddings/oleObject546.bin"/><Relationship Id="rId28" Type="http://schemas.openxmlformats.org/officeDocument/2006/relationships/image" Target="../media/image471.wmf"/><Relationship Id="rId36" Type="http://schemas.openxmlformats.org/officeDocument/2006/relationships/image" Target="../media/image475.wmf"/><Relationship Id="rId10" Type="http://schemas.openxmlformats.org/officeDocument/2006/relationships/image" Target="../media/image462.wmf"/><Relationship Id="rId19" Type="http://schemas.openxmlformats.org/officeDocument/2006/relationships/oleObject" Target="../embeddings/oleObject544.bin"/><Relationship Id="rId31" Type="http://schemas.openxmlformats.org/officeDocument/2006/relationships/oleObject" Target="../embeddings/oleObject550.bin"/><Relationship Id="rId4" Type="http://schemas.openxmlformats.org/officeDocument/2006/relationships/image" Target="../media/image459.wmf"/><Relationship Id="rId9" Type="http://schemas.openxmlformats.org/officeDocument/2006/relationships/oleObject" Target="../embeddings/oleObject539.bin"/><Relationship Id="rId14" Type="http://schemas.openxmlformats.org/officeDocument/2006/relationships/image" Target="../media/image464.wmf"/><Relationship Id="rId22" Type="http://schemas.openxmlformats.org/officeDocument/2006/relationships/image" Target="../media/image468.wmf"/><Relationship Id="rId27" Type="http://schemas.openxmlformats.org/officeDocument/2006/relationships/oleObject" Target="../embeddings/oleObject548.bin"/><Relationship Id="rId30" Type="http://schemas.openxmlformats.org/officeDocument/2006/relationships/image" Target="../media/image472.wmf"/><Relationship Id="rId35" Type="http://schemas.openxmlformats.org/officeDocument/2006/relationships/oleObject" Target="../embeddings/oleObject552.bin"/><Relationship Id="rId8" Type="http://schemas.openxmlformats.org/officeDocument/2006/relationships/image" Target="../media/image461.wmf"/><Relationship Id="rId3" Type="http://schemas.openxmlformats.org/officeDocument/2006/relationships/oleObject" Target="../embeddings/oleObject536.bin"/><Relationship Id="rId12" Type="http://schemas.openxmlformats.org/officeDocument/2006/relationships/image" Target="../media/image463.wmf"/><Relationship Id="rId17" Type="http://schemas.openxmlformats.org/officeDocument/2006/relationships/oleObject" Target="../embeddings/oleObject543.bin"/><Relationship Id="rId25" Type="http://schemas.openxmlformats.org/officeDocument/2006/relationships/oleObject" Target="../embeddings/oleObject547.bin"/><Relationship Id="rId33" Type="http://schemas.openxmlformats.org/officeDocument/2006/relationships/oleObject" Target="../embeddings/oleObject551.bin"/><Relationship Id="rId38" Type="http://schemas.openxmlformats.org/officeDocument/2006/relationships/image" Target="../media/image476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1.wmf"/><Relationship Id="rId13" Type="http://schemas.openxmlformats.org/officeDocument/2006/relationships/oleObject" Target="../embeddings/oleObject561.bin"/><Relationship Id="rId18" Type="http://schemas.openxmlformats.org/officeDocument/2006/relationships/image" Target="../media/image486.wmf"/><Relationship Id="rId3" Type="http://schemas.openxmlformats.org/officeDocument/2006/relationships/oleObject" Target="../embeddings/oleObject556.bin"/><Relationship Id="rId7" Type="http://schemas.openxmlformats.org/officeDocument/2006/relationships/oleObject" Target="../embeddings/oleObject558.bin"/><Relationship Id="rId12" Type="http://schemas.openxmlformats.org/officeDocument/2006/relationships/image" Target="../media/image483.wmf"/><Relationship Id="rId17" Type="http://schemas.openxmlformats.org/officeDocument/2006/relationships/oleObject" Target="../embeddings/oleObject56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85.wmf"/><Relationship Id="rId20" Type="http://schemas.openxmlformats.org/officeDocument/2006/relationships/image" Target="../media/image487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480.wmf"/><Relationship Id="rId11" Type="http://schemas.openxmlformats.org/officeDocument/2006/relationships/oleObject" Target="../embeddings/oleObject560.bin"/><Relationship Id="rId5" Type="http://schemas.openxmlformats.org/officeDocument/2006/relationships/oleObject" Target="../embeddings/oleObject557.bin"/><Relationship Id="rId15" Type="http://schemas.openxmlformats.org/officeDocument/2006/relationships/oleObject" Target="../embeddings/oleObject562.bin"/><Relationship Id="rId10" Type="http://schemas.openxmlformats.org/officeDocument/2006/relationships/image" Target="../media/image482.wmf"/><Relationship Id="rId19" Type="http://schemas.openxmlformats.org/officeDocument/2006/relationships/oleObject" Target="../embeddings/oleObject564.bin"/><Relationship Id="rId4" Type="http://schemas.openxmlformats.org/officeDocument/2006/relationships/image" Target="../media/image479.wmf"/><Relationship Id="rId9" Type="http://schemas.openxmlformats.org/officeDocument/2006/relationships/oleObject" Target="../embeddings/oleObject559.bin"/><Relationship Id="rId14" Type="http://schemas.openxmlformats.org/officeDocument/2006/relationships/image" Target="../media/image484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wmf"/><Relationship Id="rId3" Type="http://schemas.openxmlformats.org/officeDocument/2006/relationships/oleObject" Target="../embeddings/oleObject565.bin"/><Relationship Id="rId7" Type="http://schemas.openxmlformats.org/officeDocument/2006/relationships/oleObject" Target="../embeddings/oleObject567.bin"/><Relationship Id="rId12" Type="http://schemas.openxmlformats.org/officeDocument/2006/relationships/image" Target="../media/image49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89.wmf"/><Relationship Id="rId11" Type="http://schemas.openxmlformats.org/officeDocument/2006/relationships/oleObject" Target="../embeddings/oleObject569.bin"/><Relationship Id="rId5" Type="http://schemas.openxmlformats.org/officeDocument/2006/relationships/oleObject" Target="../embeddings/oleObject566.bin"/><Relationship Id="rId10" Type="http://schemas.openxmlformats.org/officeDocument/2006/relationships/image" Target="../media/image491.wmf"/><Relationship Id="rId4" Type="http://schemas.openxmlformats.org/officeDocument/2006/relationships/image" Target="../media/image488.wmf"/><Relationship Id="rId9" Type="http://schemas.openxmlformats.org/officeDocument/2006/relationships/oleObject" Target="../embeddings/oleObject568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5.wmf"/><Relationship Id="rId13" Type="http://schemas.openxmlformats.org/officeDocument/2006/relationships/oleObject" Target="../embeddings/oleObject575.bin"/><Relationship Id="rId18" Type="http://schemas.openxmlformats.org/officeDocument/2006/relationships/image" Target="../media/image500.wmf"/><Relationship Id="rId3" Type="http://schemas.openxmlformats.org/officeDocument/2006/relationships/oleObject" Target="../embeddings/oleObject570.bin"/><Relationship Id="rId21" Type="http://schemas.openxmlformats.org/officeDocument/2006/relationships/oleObject" Target="../embeddings/oleObject579.bin"/><Relationship Id="rId7" Type="http://schemas.openxmlformats.org/officeDocument/2006/relationships/oleObject" Target="../embeddings/oleObject572.bin"/><Relationship Id="rId12" Type="http://schemas.openxmlformats.org/officeDocument/2006/relationships/image" Target="../media/image497.wmf"/><Relationship Id="rId17" Type="http://schemas.openxmlformats.org/officeDocument/2006/relationships/oleObject" Target="../embeddings/oleObject577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99.wmf"/><Relationship Id="rId20" Type="http://schemas.openxmlformats.org/officeDocument/2006/relationships/image" Target="../media/image501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94.wmf"/><Relationship Id="rId11" Type="http://schemas.openxmlformats.org/officeDocument/2006/relationships/oleObject" Target="../embeddings/oleObject574.bin"/><Relationship Id="rId5" Type="http://schemas.openxmlformats.org/officeDocument/2006/relationships/oleObject" Target="../embeddings/oleObject571.bin"/><Relationship Id="rId15" Type="http://schemas.openxmlformats.org/officeDocument/2006/relationships/oleObject" Target="../embeddings/oleObject576.bin"/><Relationship Id="rId10" Type="http://schemas.openxmlformats.org/officeDocument/2006/relationships/image" Target="../media/image496.wmf"/><Relationship Id="rId19" Type="http://schemas.openxmlformats.org/officeDocument/2006/relationships/oleObject" Target="../embeddings/oleObject578.bin"/><Relationship Id="rId4" Type="http://schemas.openxmlformats.org/officeDocument/2006/relationships/image" Target="../media/image493.wmf"/><Relationship Id="rId9" Type="http://schemas.openxmlformats.org/officeDocument/2006/relationships/oleObject" Target="../embeddings/oleObject573.bin"/><Relationship Id="rId14" Type="http://schemas.openxmlformats.org/officeDocument/2006/relationships/image" Target="../media/image498.wmf"/><Relationship Id="rId22" Type="http://schemas.openxmlformats.org/officeDocument/2006/relationships/image" Target="../media/image502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wmf"/><Relationship Id="rId13" Type="http://schemas.openxmlformats.org/officeDocument/2006/relationships/oleObject" Target="../embeddings/oleObject585.bin"/><Relationship Id="rId18" Type="http://schemas.openxmlformats.org/officeDocument/2006/relationships/image" Target="../media/image510.wmf"/><Relationship Id="rId3" Type="http://schemas.openxmlformats.org/officeDocument/2006/relationships/oleObject" Target="../embeddings/oleObject580.bin"/><Relationship Id="rId21" Type="http://schemas.openxmlformats.org/officeDocument/2006/relationships/oleObject" Target="../embeddings/oleObject589.bin"/><Relationship Id="rId7" Type="http://schemas.openxmlformats.org/officeDocument/2006/relationships/oleObject" Target="../embeddings/oleObject582.bin"/><Relationship Id="rId12" Type="http://schemas.openxmlformats.org/officeDocument/2006/relationships/image" Target="../media/image507.wmf"/><Relationship Id="rId17" Type="http://schemas.openxmlformats.org/officeDocument/2006/relationships/oleObject" Target="../embeddings/oleObject587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509.wmf"/><Relationship Id="rId20" Type="http://schemas.openxmlformats.org/officeDocument/2006/relationships/image" Target="../media/image511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504.wmf"/><Relationship Id="rId11" Type="http://schemas.openxmlformats.org/officeDocument/2006/relationships/oleObject" Target="../embeddings/oleObject584.bin"/><Relationship Id="rId5" Type="http://schemas.openxmlformats.org/officeDocument/2006/relationships/oleObject" Target="../embeddings/oleObject581.bin"/><Relationship Id="rId15" Type="http://schemas.openxmlformats.org/officeDocument/2006/relationships/oleObject" Target="../embeddings/oleObject586.bin"/><Relationship Id="rId10" Type="http://schemas.openxmlformats.org/officeDocument/2006/relationships/image" Target="../media/image506.wmf"/><Relationship Id="rId19" Type="http://schemas.openxmlformats.org/officeDocument/2006/relationships/oleObject" Target="../embeddings/oleObject588.bin"/><Relationship Id="rId4" Type="http://schemas.openxmlformats.org/officeDocument/2006/relationships/image" Target="../media/image503.wmf"/><Relationship Id="rId9" Type="http://schemas.openxmlformats.org/officeDocument/2006/relationships/oleObject" Target="../embeddings/oleObject583.bin"/><Relationship Id="rId14" Type="http://schemas.openxmlformats.org/officeDocument/2006/relationships/image" Target="../media/image508.wmf"/><Relationship Id="rId22" Type="http://schemas.openxmlformats.org/officeDocument/2006/relationships/image" Target="../media/image512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wmf"/><Relationship Id="rId3" Type="http://schemas.openxmlformats.org/officeDocument/2006/relationships/oleObject" Target="../embeddings/oleObject590.bin"/><Relationship Id="rId7" Type="http://schemas.openxmlformats.org/officeDocument/2006/relationships/oleObject" Target="../embeddings/oleObject59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511.wmf"/><Relationship Id="rId5" Type="http://schemas.openxmlformats.org/officeDocument/2006/relationships/oleObject" Target="../embeddings/oleObject591.bin"/><Relationship Id="rId4" Type="http://schemas.openxmlformats.org/officeDocument/2006/relationships/image" Target="../media/image508.wmf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98.bin"/><Relationship Id="rId18" Type="http://schemas.openxmlformats.org/officeDocument/2006/relationships/image" Target="../media/image520.wmf"/><Relationship Id="rId26" Type="http://schemas.openxmlformats.org/officeDocument/2006/relationships/image" Target="../media/image524.wmf"/><Relationship Id="rId3" Type="http://schemas.openxmlformats.org/officeDocument/2006/relationships/oleObject" Target="../embeddings/oleObject593.bin"/><Relationship Id="rId21" Type="http://schemas.openxmlformats.org/officeDocument/2006/relationships/oleObject" Target="../embeddings/oleObject602.bin"/><Relationship Id="rId34" Type="http://schemas.openxmlformats.org/officeDocument/2006/relationships/image" Target="../media/image528.wmf"/><Relationship Id="rId7" Type="http://schemas.openxmlformats.org/officeDocument/2006/relationships/oleObject" Target="../embeddings/oleObject595.bin"/><Relationship Id="rId12" Type="http://schemas.openxmlformats.org/officeDocument/2006/relationships/image" Target="../media/image517.wmf"/><Relationship Id="rId17" Type="http://schemas.openxmlformats.org/officeDocument/2006/relationships/oleObject" Target="../embeddings/oleObject600.bin"/><Relationship Id="rId25" Type="http://schemas.openxmlformats.org/officeDocument/2006/relationships/oleObject" Target="../embeddings/oleObject604.bin"/><Relationship Id="rId33" Type="http://schemas.openxmlformats.org/officeDocument/2006/relationships/oleObject" Target="../embeddings/oleObject608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519.wmf"/><Relationship Id="rId20" Type="http://schemas.openxmlformats.org/officeDocument/2006/relationships/image" Target="../media/image521.wmf"/><Relationship Id="rId29" Type="http://schemas.openxmlformats.org/officeDocument/2006/relationships/oleObject" Target="../embeddings/oleObject606.bin"/><Relationship Id="rId1" Type="http://schemas.openxmlformats.org/officeDocument/2006/relationships/vmlDrawing" Target="../drawings/vmlDrawing58.vml"/><Relationship Id="rId6" Type="http://schemas.openxmlformats.org/officeDocument/2006/relationships/image" Target="../media/image514.wmf"/><Relationship Id="rId11" Type="http://schemas.openxmlformats.org/officeDocument/2006/relationships/oleObject" Target="../embeddings/oleObject597.bin"/><Relationship Id="rId24" Type="http://schemas.openxmlformats.org/officeDocument/2006/relationships/image" Target="../media/image523.wmf"/><Relationship Id="rId32" Type="http://schemas.openxmlformats.org/officeDocument/2006/relationships/image" Target="../media/image527.wmf"/><Relationship Id="rId5" Type="http://schemas.openxmlformats.org/officeDocument/2006/relationships/oleObject" Target="../embeddings/oleObject594.bin"/><Relationship Id="rId15" Type="http://schemas.openxmlformats.org/officeDocument/2006/relationships/oleObject" Target="../embeddings/oleObject599.bin"/><Relationship Id="rId23" Type="http://schemas.openxmlformats.org/officeDocument/2006/relationships/oleObject" Target="../embeddings/oleObject603.bin"/><Relationship Id="rId28" Type="http://schemas.openxmlformats.org/officeDocument/2006/relationships/image" Target="../media/image525.wmf"/><Relationship Id="rId36" Type="http://schemas.openxmlformats.org/officeDocument/2006/relationships/image" Target="../media/image529.wmf"/><Relationship Id="rId10" Type="http://schemas.openxmlformats.org/officeDocument/2006/relationships/image" Target="../media/image516.wmf"/><Relationship Id="rId19" Type="http://schemas.openxmlformats.org/officeDocument/2006/relationships/oleObject" Target="../embeddings/oleObject601.bin"/><Relationship Id="rId31" Type="http://schemas.openxmlformats.org/officeDocument/2006/relationships/oleObject" Target="../embeddings/oleObject607.bin"/><Relationship Id="rId4" Type="http://schemas.openxmlformats.org/officeDocument/2006/relationships/image" Target="../media/image513.wmf"/><Relationship Id="rId9" Type="http://schemas.openxmlformats.org/officeDocument/2006/relationships/oleObject" Target="../embeddings/oleObject596.bin"/><Relationship Id="rId14" Type="http://schemas.openxmlformats.org/officeDocument/2006/relationships/image" Target="../media/image518.wmf"/><Relationship Id="rId22" Type="http://schemas.openxmlformats.org/officeDocument/2006/relationships/image" Target="../media/image522.wmf"/><Relationship Id="rId27" Type="http://schemas.openxmlformats.org/officeDocument/2006/relationships/oleObject" Target="../embeddings/oleObject605.bin"/><Relationship Id="rId30" Type="http://schemas.openxmlformats.org/officeDocument/2006/relationships/image" Target="../media/image526.wmf"/><Relationship Id="rId35" Type="http://schemas.openxmlformats.org/officeDocument/2006/relationships/oleObject" Target="../embeddings/oleObject609.bin"/><Relationship Id="rId8" Type="http://schemas.openxmlformats.org/officeDocument/2006/relationships/image" Target="../media/image515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wmf"/><Relationship Id="rId3" Type="http://schemas.openxmlformats.org/officeDocument/2006/relationships/oleObject" Target="../embeddings/oleObject610.bin"/><Relationship Id="rId7" Type="http://schemas.openxmlformats.org/officeDocument/2006/relationships/oleObject" Target="../embeddings/oleObject612.bin"/><Relationship Id="rId12" Type="http://schemas.openxmlformats.org/officeDocument/2006/relationships/image" Target="../media/image51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531.wmf"/><Relationship Id="rId11" Type="http://schemas.openxmlformats.org/officeDocument/2006/relationships/oleObject" Target="../embeddings/oleObject614.bin"/><Relationship Id="rId5" Type="http://schemas.openxmlformats.org/officeDocument/2006/relationships/oleObject" Target="../embeddings/oleObject611.bin"/><Relationship Id="rId10" Type="http://schemas.openxmlformats.org/officeDocument/2006/relationships/image" Target="../media/image533.wmf"/><Relationship Id="rId4" Type="http://schemas.openxmlformats.org/officeDocument/2006/relationships/image" Target="../media/image530.wmf"/><Relationship Id="rId9" Type="http://schemas.openxmlformats.org/officeDocument/2006/relationships/oleObject" Target="../embeddings/oleObject613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535.wmf"/><Relationship Id="rId5" Type="http://schemas.openxmlformats.org/officeDocument/2006/relationships/oleObject" Target="../embeddings/oleObject616.bin"/><Relationship Id="rId4" Type="http://schemas.openxmlformats.org/officeDocument/2006/relationships/image" Target="../media/image534.w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4" Type="http://schemas.openxmlformats.org/officeDocument/2006/relationships/image" Target="../media/image53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44" y="699542"/>
            <a:ext cx="8424936" cy="1208708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 微分中值定理及导数的应用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371600" y="2067694"/>
            <a:ext cx="64008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微分中值定理及其应用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A08AAB-1FF8-4CB6-987B-DD2089FD94A5}"/>
              </a:ext>
            </a:extLst>
          </p:cNvPr>
          <p:cNvSpPr/>
          <p:nvPr/>
        </p:nvSpPr>
        <p:spPr>
          <a:xfrm>
            <a:off x="2556322" y="3405485"/>
            <a:ext cx="43199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郭晓峰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597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Line 13"/>
          <p:cNvSpPr>
            <a:spLocks noChangeAspect="1" noChangeShapeType="1"/>
          </p:cNvSpPr>
          <p:nvPr/>
        </p:nvSpPr>
        <p:spPr bwMode="auto">
          <a:xfrm rot="20043356">
            <a:off x="5348823" y="2673299"/>
            <a:ext cx="3272343" cy="67388"/>
          </a:xfrm>
          <a:prstGeom prst="line">
            <a:avLst/>
          </a:prstGeom>
          <a:noFill/>
          <a:ln w="22225">
            <a:solidFill>
              <a:srgbClr val="0064FF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36195" name="Object 3"/>
          <p:cNvGraphicFramePr>
            <a:graphicFrameLocks noChangeAspect="1"/>
          </p:cNvGraphicFramePr>
          <p:nvPr/>
        </p:nvGraphicFramePr>
        <p:xfrm>
          <a:off x="2818706" y="2287588"/>
          <a:ext cx="1504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17" name="Equation" r:id="rId3" imgW="1511280" imgH="342720" progId="Equation.DSMT4">
                  <p:embed/>
                </p:oleObj>
              </mc:Choice>
              <mc:Fallback>
                <p:oleObj name="Equation" r:id="rId3" imgW="1511280" imgH="342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8706" y="2287588"/>
                        <a:ext cx="150495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3" name="Object 11"/>
          <p:cNvGraphicFramePr>
            <a:graphicFrameLocks noChangeAspect="1"/>
          </p:cNvGraphicFramePr>
          <p:nvPr/>
        </p:nvGraphicFramePr>
        <p:xfrm>
          <a:off x="1280139" y="3983801"/>
          <a:ext cx="2032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18" name="Equation" r:id="rId5" imgW="203040" imgH="330120" progId="Equation.DSMT4">
                  <p:embed/>
                </p:oleObj>
              </mc:Choice>
              <mc:Fallback>
                <p:oleObj name="Equation" r:id="rId5" imgW="203040" imgH="33012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139" y="3983801"/>
                        <a:ext cx="203200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Line 10"/>
          <p:cNvSpPr>
            <a:spLocks noChangeAspect="1" noChangeShapeType="1"/>
          </p:cNvSpPr>
          <p:nvPr/>
        </p:nvSpPr>
        <p:spPr bwMode="auto">
          <a:xfrm>
            <a:off x="548965" y="3188951"/>
            <a:ext cx="3244298" cy="0"/>
          </a:xfrm>
          <a:prstGeom prst="line">
            <a:avLst/>
          </a:prstGeom>
          <a:noFill/>
          <a:ln w="22225">
            <a:solidFill>
              <a:srgbClr val="0064FF"/>
            </a:solidFill>
            <a:prstDash val="dash"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" name="Line 21"/>
          <p:cNvSpPr>
            <a:spLocks noChangeAspect="1" noChangeShapeType="1"/>
          </p:cNvSpPr>
          <p:nvPr/>
        </p:nvSpPr>
        <p:spPr bwMode="auto">
          <a:xfrm>
            <a:off x="1381739" y="2453092"/>
            <a:ext cx="0" cy="1389957"/>
          </a:xfrm>
          <a:prstGeom prst="line">
            <a:avLst/>
          </a:prstGeom>
          <a:noFill/>
          <a:ln w="222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79512" y="1448951"/>
            <a:ext cx="3984501" cy="2953658"/>
            <a:chOff x="179512" y="1448951"/>
            <a:chExt cx="3984501" cy="2953658"/>
          </a:xfrm>
        </p:grpSpPr>
        <p:sp>
          <p:nvSpPr>
            <p:cNvPr id="65" name="Line 11"/>
            <p:cNvSpPr>
              <a:spLocks noChangeAspect="1" noChangeShapeType="1"/>
            </p:cNvSpPr>
            <p:nvPr/>
          </p:nvSpPr>
          <p:spPr bwMode="auto">
            <a:xfrm>
              <a:off x="931338" y="3210217"/>
              <a:ext cx="0" cy="63876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Line 12"/>
            <p:cNvSpPr>
              <a:spLocks noChangeAspect="1" noChangeShapeType="1"/>
            </p:cNvSpPr>
            <p:nvPr/>
          </p:nvSpPr>
          <p:spPr bwMode="auto">
            <a:xfrm>
              <a:off x="3779912" y="3210217"/>
              <a:ext cx="0" cy="63876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79512" y="1448951"/>
              <a:ext cx="3984501" cy="2953658"/>
              <a:chOff x="179512" y="1448951"/>
              <a:chExt cx="3984501" cy="2953658"/>
            </a:xfrm>
          </p:grpSpPr>
          <p:sp>
            <p:nvSpPr>
              <p:cNvPr id="63" name="Freeform 9"/>
              <p:cNvSpPr>
                <a:spLocks noChangeAspect="1"/>
              </p:cNvSpPr>
              <p:nvPr/>
            </p:nvSpPr>
            <p:spPr bwMode="auto">
              <a:xfrm>
                <a:off x="924299" y="2343225"/>
                <a:ext cx="2855613" cy="2026168"/>
              </a:xfrm>
              <a:custGeom>
                <a:avLst/>
                <a:gdLst>
                  <a:gd name="T0" fmla="*/ 0 w 2403"/>
                  <a:gd name="T1" fmla="*/ 2147483647 h 1588"/>
                  <a:gd name="T2" fmla="*/ 2147483647 w 2403"/>
                  <a:gd name="T3" fmla="*/ 2147483647 h 1588"/>
                  <a:gd name="T4" fmla="*/ 2147483647 w 2403"/>
                  <a:gd name="T5" fmla="*/ 2147483647 h 1588"/>
                  <a:gd name="T6" fmla="*/ 2147483647 w 2403"/>
                  <a:gd name="T7" fmla="*/ 2147483647 h 15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3"/>
                  <a:gd name="T13" fmla="*/ 0 h 1588"/>
                  <a:gd name="T14" fmla="*/ 2403 w 2403"/>
                  <a:gd name="T15" fmla="*/ 1588 h 15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3" h="1588">
                    <a:moveTo>
                      <a:pt x="0" y="680"/>
                    </a:moveTo>
                    <a:cubicBezTo>
                      <a:pt x="125" y="340"/>
                      <a:pt x="251" y="0"/>
                      <a:pt x="522" y="136"/>
                    </a:cubicBezTo>
                    <a:cubicBezTo>
                      <a:pt x="793" y="272"/>
                      <a:pt x="1311" y="1406"/>
                      <a:pt x="1624" y="1497"/>
                    </a:cubicBezTo>
                    <a:cubicBezTo>
                      <a:pt x="1937" y="1588"/>
                      <a:pt x="2241" y="850"/>
                      <a:pt x="2403" y="680"/>
                    </a:cubicBezTo>
                  </a:path>
                </a:pathLst>
              </a:custGeom>
              <a:noFill/>
              <a:ln w="2222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179512" y="1448951"/>
                <a:ext cx="3984501" cy="2953658"/>
                <a:chOff x="179512" y="1448951"/>
                <a:chExt cx="3984501" cy="2953658"/>
              </a:xfrm>
            </p:grpSpPr>
            <p:graphicFrame>
              <p:nvGraphicFramePr>
                <p:cNvPr id="136198" name="Object 6"/>
                <p:cNvGraphicFramePr>
                  <a:graphicFrameLocks noChangeAspect="1"/>
                </p:cNvGraphicFramePr>
                <p:nvPr/>
              </p:nvGraphicFramePr>
              <p:xfrm>
                <a:off x="3673872" y="2910032"/>
                <a:ext cx="241300" cy="2619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19" name="Equation" r:id="rId7" imgW="241200" imgH="266400" progId="Equation.DSMT4">
                        <p:embed/>
                      </p:oleObj>
                    </mc:Choice>
                    <mc:Fallback>
                      <p:oleObj name="Equation" r:id="rId7" imgW="241200" imgH="266400" progId="Equation.DSMT4">
                        <p:embed/>
                        <p:pic>
                          <p:nvPicPr>
                            <p:cNvPr id="0" name="Picture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73872" y="2910032"/>
                              <a:ext cx="241300" cy="2619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62" name="Group 8"/>
                <p:cNvGrpSpPr>
                  <a:grpSpLocks noChangeAspect="1"/>
                </p:cNvGrpSpPr>
                <p:nvPr/>
              </p:nvGrpSpPr>
              <p:grpSpPr bwMode="auto">
                <a:xfrm>
                  <a:off x="190052" y="1448951"/>
                  <a:ext cx="3973854" cy="2953658"/>
                  <a:chOff x="142" y="45"/>
                  <a:chExt cx="1694" cy="1156"/>
                </a:xfrm>
              </p:grpSpPr>
              <p:sp>
                <p:nvSpPr>
                  <p:cNvPr id="79" name="Line 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2" y="997"/>
                    <a:ext cx="1694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0" name="Line 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2" y="45"/>
                    <a:ext cx="0" cy="1156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aphicFrame>
              <p:nvGraphicFramePr>
                <p:cNvPr id="136193" name="Object 1"/>
                <p:cNvGraphicFramePr>
                  <a:graphicFrameLocks noChangeAspect="1"/>
                </p:cNvGraphicFramePr>
                <p:nvPr/>
              </p:nvGraphicFramePr>
              <p:xfrm>
                <a:off x="1914244" y="2710352"/>
                <a:ext cx="619125" cy="3381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0" name="Equation" r:id="rId9" imgW="622080" imgH="342720" progId="Equation.DSMT4">
                        <p:embed/>
                      </p:oleObj>
                    </mc:Choice>
                    <mc:Fallback>
                      <p:oleObj name="Equation" r:id="rId9" imgW="622080" imgH="342720" progId="Equation.DSMT4">
                        <p:embed/>
                        <p:pic>
                          <p:nvPicPr>
                            <p:cNvPr id="0" name="Picture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14244" y="2710352"/>
                              <a:ext cx="619125" cy="33813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197" name="Object 5"/>
                <p:cNvGraphicFramePr>
                  <a:graphicFrameLocks noChangeAspect="1"/>
                </p:cNvGraphicFramePr>
                <p:nvPr/>
              </p:nvGraphicFramePr>
              <p:xfrm>
                <a:off x="683518" y="2859088"/>
                <a:ext cx="241300" cy="2619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1" name="Equation" r:id="rId11" imgW="241200" imgH="266400" progId="Equation.DSMT4">
                        <p:embed/>
                      </p:oleObj>
                    </mc:Choice>
                    <mc:Fallback>
                      <p:oleObj name="Equation" r:id="rId11" imgW="241200" imgH="266400" progId="Equation.DSMT4">
                        <p:embed/>
                        <p:pic>
                          <p:nvPicPr>
                            <p:cNvPr id="0" name="Picture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83518" y="2859088"/>
                              <a:ext cx="241300" cy="2619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00" name="Object 8"/>
                <p:cNvGraphicFramePr>
                  <a:graphicFrameLocks noChangeAspect="1"/>
                </p:cNvGraphicFramePr>
                <p:nvPr/>
              </p:nvGraphicFramePr>
              <p:xfrm>
                <a:off x="793056" y="4027488"/>
                <a:ext cx="203200" cy="200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2" name="Equation" r:id="rId13" imgW="203040" imgH="203040" progId="Equation.DSMT4">
                        <p:embed/>
                      </p:oleObj>
                    </mc:Choice>
                    <mc:Fallback>
                      <p:oleObj name="Equation" r:id="rId13" imgW="203040" imgH="203040" progId="Equation.DSMT4">
                        <p:embed/>
                        <p:pic>
                          <p:nvPicPr>
                            <p:cNvPr id="0" name="Picture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93056" y="4027488"/>
                              <a:ext cx="203200" cy="2000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01" name="Object 9"/>
                <p:cNvGraphicFramePr>
                  <a:graphicFrameLocks noChangeAspect="1"/>
                </p:cNvGraphicFramePr>
                <p:nvPr/>
              </p:nvGraphicFramePr>
              <p:xfrm>
                <a:off x="3698875" y="4011613"/>
                <a:ext cx="190500" cy="2746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3" name="Equation" r:id="rId15" imgW="190440" imgH="279360" progId="Equation.DSMT4">
                        <p:embed/>
                      </p:oleObj>
                    </mc:Choice>
                    <mc:Fallback>
                      <p:oleObj name="Equation" r:id="rId15" imgW="190440" imgH="279360" progId="Equation.DSMT4">
                        <p:embed/>
                        <p:pic>
                          <p:nvPicPr>
                            <p:cNvPr id="0" name="Picture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98875" y="4011613"/>
                              <a:ext cx="190500" cy="2746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02" name="Object 10"/>
                <p:cNvGraphicFramePr>
                  <a:graphicFrameLocks noChangeAspect="1"/>
                </p:cNvGraphicFramePr>
                <p:nvPr/>
              </p:nvGraphicFramePr>
              <p:xfrm>
                <a:off x="3973513" y="4084638"/>
                <a:ext cx="190500" cy="200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4" name="Equation" r:id="rId17" imgW="190440" imgH="203040" progId="Equation.DSMT4">
                        <p:embed/>
                      </p:oleObj>
                    </mc:Choice>
                    <mc:Fallback>
                      <p:oleObj name="Equation" r:id="rId17" imgW="190440" imgH="203040" progId="Equation.DSMT4">
                        <p:embed/>
                        <p:pic>
                          <p:nvPicPr>
                            <p:cNvPr id="0" name="Picture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73513" y="4084638"/>
                              <a:ext cx="190500" cy="2000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05" name="Object 13"/>
                <p:cNvGraphicFramePr>
                  <a:graphicFrameLocks noChangeAspect="1"/>
                </p:cNvGraphicFramePr>
                <p:nvPr/>
              </p:nvGraphicFramePr>
              <p:xfrm>
                <a:off x="217488" y="1492250"/>
                <a:ext cx="215900" cy="2635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5" name="Equation" r:id="rId19" imgW="215640" imgH="266400" progId="Equation.DSMT4">
                        <p:embed/>
                      </p:oleObj>
                    </mc:Choice>
                    <mc:Fallback>
                      <p:oleObj name="Equation" r:id="rId19" imgW="215640" imgH="266400" progId="Equation.DSMT4">
                        <p:embed/>
                        <p:pic>
                          <p:nvPicPr>
                            <p:cNvPr id="0" name="Picture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7488" y="1492250"/>
                              <a:ext cx="215900" cy="2635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06" name="Object 14"/>
                <p:cNvGraphicFramePr>
                  <a:graphicFrameLocks noChangeAspect="1"/>
                </p:cNvGraphicFramePr>
                <p:nvPr/>
              </p:nvGraphicFramePr>
              <p:xfrm>
                <a:off x="179512" y="3965888"/>
                <a:ext cx="254000" cy="276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6" name="Equation" r:id="rId21" imgW="253800" imgH="279360" progId="Equation.DSMT4">
                        <p:embed/>
                      </p:oleObj>
                    </mc:Choice>
                    <mc:Fallback>
                      <p:oleObj name="Equation" r:id="rId21" imgW="253800" imgH="279360" progId="Equation.DSMT4">
                        <p:embed/>
                        <p:pic>
                          <p:nvPicPr>
                            <p:cNvPr id="0" name="Picture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9512" y="3965888"/>
                              <a:ext cx="254000" cy="2762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74" name="组合 73"/>
          <p:cNvGrpSpPr/>
          <p:nvPr/>
        </p:nvGrpSpPr>
        <p:grpSpPr>
          <a:xfrm>
            <a:off x="4444231" y="1397496"/>
            <a:ext cx="4637643" cy="3118183"/>
            <a:chOff x="4444231" y="1397496"/>
            <a:chExt cx="4637643" cy="3118183"/>
          </a:xfrm>
        </p:grpSpPr>
        <p:sp>
          <p:nvSpPr>
            <p:cNvPr id="54" name="Line 32"/>
            <p:cNvSpPr>
              <a:spLocks noChangeShapeType="1"/>
            </p:cNvSpPr>
            <p:nvPr/>
          </p:nvSpPr>
          <p:spPr bwMode="auto">
            <a:xfrm flipH="1">
              <a:off x="5116429" y="3387629"/>
              <a:ext cx="365822" cy="5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Line 34"/>
            <p:cNvSpPr>
              <a:spLocks noChangeShapeType="1"/>
            </p:cNvSpPr>
            <p:nvPr/>
          </p:nvSpPr>
          <p:spPr bwMode="auto">
            <a:xfrm flipH="1" flipV="1">
              <a:off x="5102654" y="2009675"/>
              <a:ext cx="3331174" cy="1187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4444231" y="1397496"/>
              <a:ext cx="4637643" cy="3118183"/>
              <a:chOff x="4444231" y="1397496"/>
              <a:chExt cx="4637643" cy="3118183"/>
            </a:xfrm>
          </p:grpSpPr>
          <p:graphicFrame>
            <p:nvGraphicFramePr>
              <p:cNvPr id="136213" name="Object 21"/>
              <p:cNvGraphicFramePr>
                <a:graphicFrameLocks noChangeAspect="1"/>
              </p:cNvGraphicFramePr>
              <p:nvPr/>
            </p:nvGraphicFramePr>
            <p:xfrm>
              <a:off x="6666359" y="3291830"/>
              <a:ext cx="619125" cy="338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927" name="Equation" r:id="rId23" imgW="622080" imgH="342720" progId="Equation.DSMT4">
                      <p:embed/>
                    </p:oleObj>
                  </mc:Choice>
                  <mc:Fallback>
                    <p:oleObj name="Equation" r:id="rId23" imgW="622080" imgH="342720" progId="Equation.DSMT4">
                      <p:embed/>
                      <p:pic>
                        <p:nvPicPr>
                          <p:cNvPr id="0" name="Picture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66359" y="3291830"/>
                            <a:ext cx="619125" cy="3381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68" name="组合 67"/>
              <p:cNvGrpSpPr/>
              <p:nvPr/>
            </p:nvGrpSpPr>
            <p:grpSpPr>
              <a:xfrm>
                <a:off x="4618974" y="1397496"/>
                <a:ext cx="4462900" cy="3118183"/>
                <a:chOff x="4618974" y="1397496"/>
                <a:chExt cx="4462900" cy="3118183"/>
              </a:xfrm>
            </p:grpSpPr>
            <p:sp>
              <p:nvSpPr>
                <p:cNvPr id="41" name="Line 5"/>
                <p:cNvSpPr>
                  <a:spLocks noChangeShapeType="1"/>
                </p:cNvSpPr>
                <p:nvPr/>
              </p:nvSpPr>
              <p:spPr bwMode="auto">
                <a:xfrm>
                  <a:off x="5516635" y="3416095"/>
                  <a:ext cx="498" cy="610700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" name="Line 6"/>
                <p:cNvSpPr>
                  <a:spLocks noChangeShapeType="1"/>
                </p:cNvSpPr>
                <p:nvPr/>
              </p:nvSpPr>
              <p:spPr bwMode="auto">
                <a:xfrm>
                  <a:off x="8444246" y="2008735"/>
                  <a:ext cx="498" cy="1955535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Line 3"/>
                <p:cNvSpPr>
                  <a:spLocks noChangeShapeType="1"/>
                </p:cNvSpPr>
                <p:nvPr/>
              </p:nvSpPr>
              <p:spPr bwMode="auto">
                <a:xfrm>
                  <a:off x="4618974" y="3965348"/>
                  <a:ext cx="4462900" cy="0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5128080" y="1397496"/>
                  <a:ext cx="0" cy="3118183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曲线 88"/>
                <p:cNvSpPr>
                  <a:spLocks/>
                </p:cNvSpPr>
                <p:nvPr/>
              </p:nvSpPr>
              <p:spPr bwMode="auto">
                <a:xfrm>
                  <a:off x="5507170" y="2009274"/>
                  <a:ext cx="2937574" cy="1425147"/>
                </a:xfrm>
                <a:custGeom>
                  <a:avLst/>
                  <a:gdLst>
                    <a:gd name="T0" fmla="*/ 1 w 21600"/>
                    <a:gd name="T1" fmla="*/ 0 h 21600"/>
                    <a:gd name="T2" fmla="*/ 1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600"/>
                    <a:gd name="T13" fmla="*/ 0 h 21600"/>
                    <a:gd name="T14" fmla="*/ 21600 w 21600"/>
                    <a:gd name="T15" fmla="*/ 2160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21600" y="0"/>
                      </a:moveTo>
                      <a:cubicBezTo>
                        <a:pt x="20473" y="4501"/>
                        <a:pt x="18315" y="20047"/>
                        <a:pt x="14959" y="20823"/>
                      </a:cubicBezTo>
                      <a:cubicBezTo>
                        <a:pt x="11604" y="21600"/>
                        <a:pt x="7818" y="3880"/>
                        <a:pt x="4824" y="3880"/>
                      </a:cubicBezTo>
                      <a:cubicBezTo>
                        <a:pt x="1831" y="3880"/>
                        <a:pt x="763" y="17098"/>
                        <a:pt x="0" y="20823"/>
                      </a:cubicBezTo>
                    </a:path>
                  </a:pathLst>
                </a:custGeom>
                <a:noFill/>
                <a:ln w="222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aphicFrame>
              <p:nvGraphicFramePr>
                <p:cNvPr id="136207" name="Object 15"/>
                <p:cNvGraphicFramePr>
                  <a:graphicFrameLocks noChangeAspect="1"/>
                </p:cNvGraphicFramePr>
                <p:nvPr/>
              </p:nvGraphicFramePr>
              <p:xfrm>
                <a:off x="4831683" y="1491630"/>
                <a:ext cx="215900" cy="2635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8" name="Equation" r:id="rId25" imgW="215640" imgH="266400" progId="Equation.DSMT4">
                        <p:embed/>
                      </p:oleObj>
                    </mc:Choice>
                    <mc:Fallback>
                      <p:oleObj name="Equation" r:id="rId25" imgW="215640" imgH="266400" progId="Equation.DSMT4">
                        <p:embed/>
                        <p:pic>
                          <p:nvPicPr>
                            <p:cNvPr id="0" name="Picture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31683" y="1491630"/>
                              <a:ext cx="215900" cy="2635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08" name="Object 16"/>
                <p:cNvGraphicFramePr>
                  <a:graphicFrameLocks noChangeAspect="1"/>
                </p:cNvGraphicFramePr>
                <p:nvPr/>
              </p:nvGraphicFramePr>
              <p:xfrm>
                <a:off x="4793583" y="4066277"/>
                <a:ext cx="254000" cy="276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29" name="Equation" r:id="rId27" imgW="253800" imgH="279360" progId="Equation.DSMT4">
                        <p:embed/>
                      </p:oleObj>
                    </mc:Choice>
                    <mc:Fallback>
                      <p:oleObj name="Equation" r:id="rId27" imgW="253800" imgH="279360" progId="Equation.DSMT4">
                        <p:embed/>
                        <p:pic>
                          <p:nvPicPr>
                            <p:cNvPr id="0" name="Picture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93583" y="4066277"/>
                              <a:ext cx="254000" cy="2762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09" name="Object 17"/>
                <p:cNvGraphicFramePr>
                  <a:graphicFrameLocks noChangeAspect="1"/>
                </p:cNvGraphicFramePr>
                <p:nvPr/>
              </p:nvGraphicFramePr>
              <p:xfrm>
                <a:off x="8748464" y="4109214"/>
                <a:ext cx="190500" cy="200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30" name="Equation" r:id="rId29" imgW="190440" imgH="203040" progId="Equation.DSMT4">
                        <p:embed/>
                      </p:oleObj>
                    </mc:Choice>
                    <mc:Fallback>
                      <p:oleObj name="Equation" r:id="rId29" imgW="190440" imgH="203040" progId="Equation.DSMT4">
                        <p:embed/>
                        <p:pic>
                          <p:nvPicPr>
                            <p:cNvPr id="0" name="Picture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748464" y="4109214"/>
                              <a:ext cx="190500" cy="2000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10" name="Object 18"/>
                <p:cNvGraphicFramePr>
                  <a:graphicFrameLocks noChangeAspect="1"/>
                </p:cNvGraphicFramePr>
                <p:nvPr/>
              </p:nvGraphicFramePr>
              <p:xfrm>
                <a:off x="5376912" y="4099917"/>
                <a:ext cx="203200" cy="200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31" name="Equation" r:id="rId31" imgW="203040" imgH="203040" progId="Equation.DSMT4">
                        <p:embed/>
                      </p:oleObj>
                    </mc:Choice>
                    <mc:Fallback>
                      <p:oleObj name="Equation" r:id="rId31" imgW="203040" imgH="203040" progId="Equation.DSMT4">
                        <p:embed/>
                        <p:pic>
                          <p:nvPicPr>
                            <p:cNvPr id="0" name="Picture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376912" y="4099917"/>
                              <a:ext cx="203200" cy="2000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11" name="Object 19"/>
                <p:cNvGraphicFramePr>
                  <a:graphicFrameLocks noChangeAspect="1"/>
                </p:cNvGraphicFramePr>
                <p:nvPr/>
              </p:nvGraphicFramePr>
              <p:xfrm>
                <a:off x="8341940" y="4066277"/>
                <a:ext cx="190500" cy="2746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32" name="Equation" r:id="rId33" imgW="190440" imgH="279360" progId="Equation.DSMT4">
                        <p:embed/>
                      </p:oleObj>
                    </mc:Choice>
                    <mc:Fallback>
                      <p:oleObj name="Equation" r:id="rId33" imgW="190440" imgH="279360" progId="Equation.DSMT4">
                        <p:embed/>
                        <p:pic>
                          <p:nvPicPr>
                            <p:cNvPr id="0" name="Picture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341940" y="4066277"/>
                              <a:ext cx="190500" cy="2746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14" name="Object 22"/>
                <p:cNvGraphicFramePr>
                  <a:graphicFrameLocks noChangeAspect="1"/>
                </p:cNvGraphicFramePr>
                <p:nvPr/>
              </p:nvGraphicFramePr>
              <p:xfrm>
                <a:off x="5266804" y="3101901"/>
                <a:ext cx="241300" cy="2619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33" name="Equation" r:id="rId35" imgW="241200" imgH="266400" progId="Equation.DSMT4">
                        <p:embed/>
                      </p:oleObj>
                    </mc:Choice>
                    <mc:Fallback>
                      <p:oleObj name="Equation" r:id="rId35" imgW="241200" imgH="266400" progId="Equation.DSMT4">
                        <p:embed/>
                        <p:pic>
                          <p:nvPicPr>
                            <p:cNvPr id="0" name="Picture 2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66804" y="3101901"/>
                              <a:ext cx="241300" cy="2619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215" name="Object 23"/>
                <p:cNvGraphicFramePr>
                  <a:graphicFrameLocks noChangeAspect="1"/>
                </p:cNvGraphicFramePr>
                <p:nvPr/>
              </p:nvGraphicFramePr>
              <p:xfrm>
                <a:off x="8460432" y="1851670"/>
                <a:ext cx="241300" cy="2619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934" name="Equation" r:id="rId37" imgW="241200" imgH="266400" progId="Equation.DSMT4">
                        <p:embed/>
                      </p:oleObj>
                    </mc:Choice>
                    <mc:Fallback>
                      <p:oleObj name="Equation" r:id="rId37" imgW="241200" imgH="266400" progId="Equation.DSMT4">
                        <p:embed/>
                        <p:pic>
                          <p:nvPicPr>
                            <p:cNvPr id="0" name="Picture 2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460432" y="1851670"/>
                              <a:ext cx="241300" cy="2619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36216" name="Object 24"/>
              <p:cNvGraphicFramePr>
                <a:graphicFrameLocks noChangeAspect="1"/>
              </p:cNvGraphicFramePr>
              <p:nvPr/>
            </p:nvGraphicFramePr>
            <p:xfrm>
              <a:off x="4490370" y="1851670"/>
              <a:ext cx="606425" cy="336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935" name="Equation" r:id="rId39" imgW="609480" imgH="342720" progId="Equation.DSMT4">
                      <p:embed/>
                    </p:oleObj>
                  </mc:Choice>
                  <mc:Fallback>
                    <p:oleObj name="Equation" r:id="rId39" imgW="609480" imgH="342720" progId="Equation.DSMT4">
                      <p:embed/>
                      <p:pic>
                        <p:nvPicPr>
                          <p:cNvPr id="0" name="Picture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0370" y="1851670"/>
                            <a:ext cx="606425" cy="3365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6217" name="Object 25"/>
              <p:cNvGraphicFramePr>
                <a:graphicFrameLocks noChangeAspect="1"/>
              </p:cNvGraphicFramePr>
              <p:nvPr/>
            </p:nvGraphicFramePr>
            <p:xfrm>
              <a:off x="4444231" y="3247820"/>
              <a:ext cx="631825" cy="336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936" name="Equation" r:id="rId41" imgW="634680" imgH="342720" progId="Equation.DSMT4">
                      <p:embed/>
                    </p:oleObj>
                  </mc:Choice>
                  <mc:Fallback>
                    <p:oleObj name="Equation" r:id="rId41" imgW="634680" imgH="342720" progId="Equation.DSMT4">
                      <p:embed/>
                      <p:pic>
                        <p:nvPicPr>
                          <p:cNvPr id="0" name="Picture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4231" y="3247820"/>
                            <a:ext cx="631825" cy="3365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3" name="组合 72"/>
          <p:cNvGrpSpPr/>
          <p:nvPr/>
        </p:nvGrpSpPr>
        <p:grpSpPr>
          <a:xfrm>
            <a:off x="5165529" y="2009081"/>
            <a:ext cx="1741296" cy="2381150"/>
            <a:chOff x="5165529" y="2009081"/>
            <a:chExt cx="1741296" cy="2381150"/>
          </a:xfrm>
        </p:grpSpPr>
        <p:sp>
          <p:nvSpPr>
            <p:cNvPr id="60" name="Line 18"/>
            <p:cNvSpPr>
              <a:spLocks noChangeAspect="1" noChangeShapeType="1"/>
            </p:cNvSpPr>
            <p:nvPr/>
          </p:nvSpPr>
          <p:spPr bwMode="auto">
            <a:xfrm>
              <a:off x="6051002" y="2287842"/>
              <a:ext cx="29651" cy="167660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Line 13"/>
            <p:cNvSpPr>
              <a:spLocks noChangeAspect="1" noChangeShapeType="1"/>
            </p:cNvSpPr>
            <p:nvPr/>
          </p:nvSpPr>
          <p:spPr bwMode="auto">
            <a:xfrm rot="20040000">
              <a:off x="5165529" y="2266278"/>
              <a:ext cx="1741296" cy="5525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aphicFrame>
          <p:nvGraphicFramePr>
            <p:cNvPr id="136212" name="Object 20"/>
            <p:cNvGraphicFramePr>
              <a:graphicFrameLocks noChangeAspect="1"/>
            </p:cNvGraphicFramePr>
            <p:nvPr/>
          </p:nvGraphicFramePr>
          <p:xfrm>
            <a:off x="5940152" y="4064794"/>
            <a:ext cx="203200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37" name="Equation" r:id="rId43" imgW="203040" imgH="330120" progId="Equation.DSMT4">
                    <p:embed/>
                  </p:oleObj>
                </mc:Choice>
                <mc:Fallback>
                  <p:oleObj name="Equation" r:id="rId43" imgW="203040" imgH="330120" progId="Equation.DSMT4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152" y="4064794"/>
                          <a:ext cx="203200" cy="325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18" name="Object 26"/>
            <p:cNvGraphicFramePr>
              <a:graphicFrameLocks noChangeAspect="1"/>
            </p:cNvGraphicFramePr>
            <p:nvPr/>
          </p:nvGraphicFramePr>
          <p:xfrm>
            <a:off x="5889352" y="2009081"/>
            <a:ext cx="254000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38" name="Equation" r:id="rId45" imgW="253800" imgH="279360" progId="Equation.DSMT4">
                    <p:embed/>
                  </p:oleObj>
                </mc:Choice>
                <mc:Fallback>
                  <p:oleObj name="Equation" r:id="rId45" imgW="253800" imgH="279360" progId="Equation.DSMT4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9352" y="2009081"/>
                          <a:ext cx="254000" cy="274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" name="组合 66"/>
          <p:cNvGrpSpPr/>
          <p:nvPr/>
        </p:nvGrpSpPr>
        <p:grpSpPr>
          <a:xfrm>
            <a:off x="957141" y="2106613"/>
            <a:ext cx="2430291" cy="2462212"/>
            <a:chOff x="957141" y="2106613"/>
            <a:chExt cx="2430291" cy="2462212"/>
          </a:xfrm>
        </p:grpSpPr>
        <p:sp>
          <p:nvSpPr>
            <p:cNvPr id="70" name="Line 19"/>
            <p:cNvSpPr>
              <a:spLocks noChangeAspect="1" noChangeShapeType="1"/>
            </p:cNvSpPr>
            <p:nvPr/>
          </p:nvSpPr>
          <p:spPr bwMode="auto">
            <a:xfrm>
              <a:off x="2430329" y="4287630"/>
              <a:ext cx="957103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Line 20"/>
            <p:cNvSpPr>
              <a:spLocks noChangeAspect="1" noChangeShapeType="1"/>
            </p:cNvSpPr>
            <p:nvPr/>
          </p:nvSpPr>
          <p:spPr bwMode="auto">
            <a:xfrm>
              <a:off x="957141" y="2453092"/>
              <a:ext cx="957103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aphicFrame>
          <p:nvGraphicFramePr>
            <p:cNvPr id="58" name="Object 5"/>
            <p:cNvGraphicFramePr>
              <a:graphicFrameLocks noChangeAspect="1"/>
            </p:cNvGraphicFramePr>
            <p:nvPr/>
          </p:nvGraphicFramePr>
          <p:xfrm>
            <a:off x="1293664" y="2106613"/>
            <a:ext cx="254000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39" name="Equation" r:id="rId47" imgW="253800" imgH="279360" progId="Equation.DSMT4">
                    <p:embed/>
                  </p:oleObj>
                </mc:Choice>
                <mc:Fallback>
                  <p:oleObj name="Equation" r:id="rId47" imgW="253800" imgH="279360" progId="Equation.DSMT4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3664" y="2106613"/>
                          <a:ext cx="254000" cy="274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20" name="Object 28"/>
            <p:cNvGraphicFramePr>
              <a:graphicFrameLocks noChangeAspect="1"/>
            </p:cNvGraphicFramePr>
            <p:nvPr/>
          </p:nvGraphicFramePr>
          <p:xfrm>
            <a:off x="2806700" y="4306888"/>
            <a:ext cx="279400" cy="261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40" name="Equation" r:id="rId49" imgW="279360" imgH="266400" progId="Equation.DSMT4">
                    <p:embed/>
                  </p:oleObj>
                </mc:Choice>
                <mc:Fallback>
                  <p:oleObj name="Equation" r:id="rId49" imgW="279360" imgH="266400" progId="Equation.DSMT4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6700" y="4306888"/>
                          <a:ext cx="279400" cy="2619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CD3CC733-DBC3-4ABC-A44A-A33C18671239}"/>
              </a:ext>
            </a:extLst>
          </p:cNvPr>
          <p:cNvSpPr/>
          <p:nvPr/>
        </p:nvSpPr>
        <p:spPr>
          <a:xfrm>
            <a:off x="548965" y="199427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一、微分中值定理的引入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3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64" grpId="0" animBg="1"/>
      <p:bldP spid="7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70"/>
          <p:cNvSpPr txBox="1">
            <a:spLocks noChangeArrowheads="1"/>
          </p:cNvSpPr>
          <p:nvPr/>
        </p:nvSpPr>
        <p:spPr bwMode="auto">
          <a:xfrm>
            <a:off x="899593" y="1059582"/>
            <a:ext cx="2520280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微软雅黑" panose="020B0503020204020204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  <a:cs typeface="微软雅黑" panose="020B0503020204020204" charset="-122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微软雅黑" panose="020B0503020204020204" charset="-122"/>
              </a:rPr>
              <a:t>罗尔定理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  <a:cs typeface="微软雅黑" panose="020B0503020204020204" charset="-122"/>
              </a:rPr>
              <a:t>  </a:t>
            </a:r>
            <a:endParaRPr lang="zh-CN" altLang="en-US" sz="2400" b="1" dirty="0">
              <a:latin typeface="+mj-ea"/>
              <a:ea typeface="+mj-ea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864393" y="1584256"/>
            <a:ext cx="4321175" cy="490712"/>
            <a:chOff x="827584" y="1618824"/>
            <a:chExt cx="4321175" cy="490712"/>
          </a:xfrm>
        </p:grpSpPr>
        <p:sp>
          <p:nvSpPr>
            <p:cNvPr id="4" name="TextBox 69"/>
            <p:cNvSpPr txBox="1">
              <a:spLocks noChangeArrowheads="1"/>
            </p:cNvSpPr>
            <p:nvPr/>
          </p:nvSpPr>
          <p:spPr bwMode="auto">
            <a:xfrm>
              <a:off x="827584" y="1618824"/>
              <a:ext cx="4321175" cy="490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500" dirty="0">
                  <a:ea typeface="宋体" pitchFamily="2" charset="-122"/>
                  <a:sym typeface="+mn-ea"/>
                </a:rPr>
                <a:t> </a:t>
              </a:r>
              <a:r>
                <a:rPr lang="en-US" altLang="zh-CN" sz="250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  <a:sym typeface="+mn-ea"/>
                </a:rPr>
                <a:t>(1)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在闭区间</a:t>
              </a:r>
              <a:r>
                <a:rPr kumimoji="0" lang="zh-CN" altLang="en-US" sz="2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itchFamily="2" charset="-122"/>
                </a:rPr>
                <a:t> </a:t>
              </a:r>
              <a:r>
                <a:rPr kumimoji="0" lang="zh-CN" altLang="en-US" sz="25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itchFamily="2" charset="-122"/>
                </a:rPr>
                <a:t>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上连续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;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56674" name="Object 2"/>
            <p:cNvGraphicFramePr>
              <a:graphicFrameLocks noChangeAspect="1"/>
            </p:cNvGraphicFramePr>
            <p:nvPr/>
          </p:nvGraphicFramePr>
          <p:xfrm>
            <a:off x="2701925" y="1679575"/>
            <a:ext cx="646113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409" name="Equation" r:id="rId3" imgW="647640" imgH="431640" progId="Equation.DSMT4">
                    <p:embed/>
                  </p:oleObj>
                </mc:Choice>
                <mc:Fallback>
                  <p:oleObj name="Equation" r:id="rId3" imgW="647640" imgH="43164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1925" y="1679575"/>
                          <a:ext cx="646113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/>
          <p:cNvGrpSpPr/>
          <p:nvPr/>
        </p:nvGrpSpPr>
        <p:grpSpPr>
          <a:xfrm>
            <a:off x="827584" y="2134761"/>
            <a:ext cx="4321175" cy="490712"/>
            <a:chOff x="827584" y="2134761"/>
            <a:chExt cx="4321175" cy="490712"/>
          </a:xfrm>
        </p:grpSpPr>
        <p:sp>
          <p:nvSpPr>
            <p:cNvPr id="9" name="TextBox 75"/>
            <p:cNvSpPr txBox="1">
              <a:spLocks noChangeArrowheads="1"/>
            </p:cNvSpPr>
            <p:nvPr/>
          </p:nvSpPr>
          <p:spPr bwMode="auto">
            <a:xfrm>
              <a:off x="827584" y="2134761"/>
              <a:ext cx="4321175" cy="490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2500" dirty="0">
                  <a:ea typeface="宋体" pitchFamily="2" charset="-122"/>
                  <a:sym typeface="+mn-ea"/>
                </a:rPr>
                <a:t> </a:t>
              </a:r>
              <a:r>
                <a:rPr lang="en-US" altLang="zh-CN" sz="250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  <a:sym typeface="+mn-ea"/>
                </a:rPr>
                <a:t>(2)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在开区间</a:t>
              </a:r>
              <a:r>
                <a:rPr lang="zh-CN" altLang="en-US" sz="2500" i="1" dirty="0">
                  <a:solidFill>
                    <a:srgbClr val="000000"/>
                  </a:solidFill>
                  <a:ea typeface="宋体" pitchFamily="2" charset="-122"/>
                </a:rPr>
                <a:t> </a:t>
              </a:r>
              <a:r>
                <a:rPr lang="en-US" altLang="zh-CN" sz="2500" dirty="0">
                  <a:solidFill>
                    <a:srgbClr val="000000"/>
                  </a:solidFill>
                  <a:ea typeface="宋体" pitchFamily="2" charset="-122"/>
                </a:rPr>
                <a:t>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内可导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;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56675" name="Object 3"/>
            <p:cNvGraphicFramePr>
              <a:graphicFrameLocks noChangeAspect="1"/>
            </p:cNvGraphicFramePr>
            <p:nvPr/>
          </p:nvGraphicFramePr>
          <p:xfrm>
            <a:off x="2676525" y="2232984"/>
            <a:ext cx="6588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410" name="Equation" r:id="rId5" imgW="660240" imgH="342720" progId="Equation.DSMT4">
                    <p:embed/>
                  </p:oleObj>
                </mc:Choice>
                <mc:Fallback>
                  <p:oleObj name="Equation" r:id="rId5" imgW="660240" imgH="3427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525" y="2232984"/>
                          <a:ext cx="6588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899914" y="2626886"/>
            <a:ext cx="4319588" cy="488147"/>
            <a:chOff x="899914" y="2626886"/>
            <a:chExt cx="4319588" cy="488147"/>
          </a:xfrm>
        </p:grpSpPr>
        <p:sp>
          <p:nvSpPr>
            <p:cNvPr id="2" name="TextBox 74"/>
            <p:cNvSpPr txBox="1">
              <a:spLocks noChangeArrowheads="1"/>
            </p:cNvSpPr>
            <p:nvPr/>
          </p:nvSpPr>
          <p:spPr bwMode="auto">
            <a:xfrm>
              <a:off x="899914" y="2626886"/>
              <a:ext cx="4319588" cy="488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zh-CN" sz="25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(3)                       </a:t>
              </a:r>
              <a:r>
                <a:rPr lang="zh-CN" altLang="en-US" sz="2500" dirty="0">
                  <a:solidFill>
                    <a:srgbClr val="000000"/>
                  </a:solidFill>
                  <a:ea typeface="宋体" pitchFamily="2" charset="-122"/>
                </a:rPr>
                <a:t>，</a:t>
              </a:r>
              <a:r>
                <a:rPr lang="en-US" altLang="zh-CN" sz="2500" dirty="0">
                  <a:solidFill>
                    <a:srgbClr val="000000"/>
                  </a:solidFill>
                  <a:ea typeface="宋体" pitchFamily="2" charset="-122"/>
                </a:rPr>
                <a:t>  </a:t>
              </a:r>
              <a:endParaRPr lang="zh-CN" altLang="en-US" sz="2500" i="1" dirty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graphicFrame>
          <p:nvGraphicFramePr>
            <p:cNvPr id="156678" name="Object 6"/>
            <p:cNvGraphicFramePr>
              <a:graphicFrameLocks noChangeAspect="1"/>
            </p:cNvGraphicFramePr>
            <p:nvPr/>
          </p:nvGraphicFramePr>
          <p:xfrm>
            <a:off x="1441450" y="2740025"/>
            <a:ext cx="15081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411" name="Equation" r:id="rId7" imgW="1511280" imgH="342720" progId="Equation.DSMT4">
                    <p:embed/>
                  </p:oleObj>
                </mc:Choice>
                <mc:Fallback>
                  <p:oleObj name="Equation" r:id="rId7" imgW="1511280" imgH="34272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450" y="2740025"/>
                          <a:ext cx="15081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/>
          <p:cNvGrpSpPr/>
          <p:nvPr/>
        </p:nvGrpSpPr>
        <p:grpSpPr>
          <a:xfrm>
            <a:off x="639514" y="3264619"/>
            <a:ext cx="6594476" cy="721860"/>
            <a:chOff x="611560" y="3219822"/>
            <a:chExt cx="6594476" cy="721860"/>
          </a:xfrm>
        </p:grpSpPr>
        <p:grpSp>
          <p:nvGrpSpPr>
            <p:cNvPr id="31" name="组合 30"/>
            <p:cNvGrpSpPr/>
            <p:nvPr/>
          </p:nvGrpSpPr>
          <p:grpSpPr>
            <a:xfrm>
              <a:off x="611560" y="3219822"/>
              <a:ext cx="6594476" cy="721860"/>
              <a:chOff x="611560" y="3219822"/>
              <a:chExt cx="6594476" cy="721860"/>
            </a:xfrm>
          </p:grpSpPr>
          <p:sp>
            <p:nvSpPr>
              <p:cNvPr id="8" name="TextBox 73"/>
              <p:cNvSpPr txBox="1">
                <a:spLocks noChangeArrowheads="1"/>
              </p:cNvSpPr>
              <p:nvPr/>
            </p:nvSpPr>
            <p:spPr bwMode="auto">
              <a:xfrm>
                <a:off x="899394" y="3219822"/>
                <a:ext cx="6306642" cy="4638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zh-CN" altLang="en-US" sz="2400" b="1" dirty="0">
                    <a:latin typeface="+mn-ea"/>
                    <a:cs typeface="宋体" panose="02010600030101010101" pitchFamily="2" charset="-122"/>
                    <a:sym typeface="+mn-ea"/>
                  </a:rPr>
                  <a:t>则在    </a:t>
                </a:r>
                <a:r>
                  <a:rPr lang="en-US" altLang="zh-CN" sz="2500" i="1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zh-CN" altLang="en-US" sz="2400" b="1" dirty="0">
                    <a:latin typeface="+mn-ea"/>
                    <a:cs typeface="宋体" panose="02010600030101010101" pitchFamily="2" charset="-122"/>
                    <a:sym typeface="+mn-ea"/>
                  </a:rPr>
                  <a:t>内至少存在一点  </a:t>
                </a:r>
                <a:r>
                  <a:rPr lang="zh-CN" altLang="en-US" sz="2500" dirty="0">
                    <a:solidFill>
                      <a:srgbClr val="000000"/>
                    </a:solidFill>
                    <a:latin typeface="+mn-ea"/>
                    <a:sym typeface="+mn-ea"/>
                  </a:rPr>
                  <a:t>，</a:t>
                </a:r>
                <a:r>
                  <a:rPr lang="zh-CN" altLang="en-US" sz="2400" b="1" dirty="0">
                    <a:latin typeface="+mn-ea"/>
                    <a:cs typeface="宋体" panose="02010600030101010101" pitchFamily="2" charset="-122"/>
                    <a:sym typeface="+mn-ea"/>
                  </a:rPr>
                  <a:t>使得</a:t>
                </a:r>
                <a:r>
                  <a:rPr lang="zh-CN" altLang="en-US" sz="2500" dirty="0">
                    <a:solidFill>
                      <a:srgbClr val="000000"/>
                    </a:solidFill>
                    <a:latin typeface="+mn-ea"/>
                  </a:rPr>
                  <a:t>        </a:t>
                </a:r>
                <a:r>
                  <a:rPr lang="en-US" altLang="zh-CN" sz="2500" dirty="0">
                    <a:solidFill>
                      <a:srgbClr val="000000"/>
                    </a:solidFill>
                    <a:latin typeface="+mn-ea"/>
                  </a:rPr>
                  <a:t>.</a:t>
                </a:r>
                <a:endParaRPr lang="zh-CN" altLang="en-US" sz="2500" i="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0" name="TextBox 76"/>
              <p:cNvSpPr txBox="1">
                <a:spLocks noChangeArrowheads="1"/>
              </p:cNvSpPr>
              <p:nvPr/>
            </p:nvSpPr>
            <p:spPr bwMode="auto">
              <a:xfrm>
                <a:off x="611560" y="3447316"/>
                <a:ext cx="4321175" cy="494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zh-CN" altLang="en-US" sz="2500" dirty="0">
                    <a:solidFill>
                      <a:srgbClr val="000000"/>
                    </a:solidFill>
                    <a:ea typeface="宋体" pitchFamily="2" charset="-122"/>
                  </a:rPr>
                  <a:t>                </a:t>
                </a:r>
              </a:p>
            </p:txBody>
          </p:sp>
          <p:graphicFrame>
            <p:nvGraphicFramePr>
              <p:cNvPr id="156682" name="Object 10"/>
              <p:cNvGraphicFramePr>
                <a:graphicFrameLocks noChangeAspect="1"/>
              </p:cNvGraphicFramePr>
              <p:nvPr/>
            </p:nvGraphicFramePr>
            <p:xfrm>
              <a:off x="4584824" y="3322857"/>
              <a:ext cx="203200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7412" name="Equation" r:id="rId9" imgW="203040" imgH="330120" progId="Equation.DSMT4">
                      <p:embed/>
                    </p:oleObj>
                  </mc:Choice>
                  <mc:Fallback>
                    <p:oleObj name="Equation" r:id="rId9" imgW="203040" imgH="330120" progId="Equation.DSMT4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4824" y="3322857"/>
                            <a:ext cx="203200" cy="323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6683" name="Object 11"/>
              <p:cNvGraphicFramePr>
                <a:graphicFrameLocks noChangeAspect="1"/>
              </p:cNvGraphicFramePr>
              <p:nvPr/>
            </p:nvGraphicFramePr>
            <p:xfrm>
              <a:off x="5792564" y="3307933"/>
              <a:ext cx="1155700" cy="349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7413" name="Equation" r:id="rId11" imgW="1155600" imgH="355320" progId="Equation.DSMT4">
                      <p:embed/>
                    </p:oleObj>
                  </mc:Choice>
                  <mc:Fallback>
                    <p:oleObj name="Equation" r:id="rId11" imgW="1155600" imgH="355320" progId="Equation.DSMT4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2564" y="3307933"/>
                            <a:ext cx="1155700" cy="349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9687585"/>
                </p:ext>
              </p:extLst>
            </p:nvPr>
          </p:nvGraphicFramePr>
          <p:xfrm>
            <a:off x="1689506" y="3306739"/>
            <a:ext cx="6588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414" name="Equation" r:id="rId13" imgW="660240" imgH="342720" progId="Equation.DSMT4">
                    <p:embed/>
                  </p:oleObj>
                </mc:Choice>
                <mc:Fallback>
                  <p:oleObj name="Equation" r:id="rId13" imgW="660240" imgH="342720" progId="Equation.DSMT4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9506" y="3306739"/>
                          <a:ext cx="6588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/>
          <p:cNvGrpSpPr/>
          <p:nvPr/>
        </p:nvGrpSpPr>
        <p:grpSpPr>
          <a:xfrm>
            <a:off x="3148974" y="1059609"/>
            <a:ext cx="3079210" cy="472309"/>
            <a:chOff x="2102427" y="1059180"/>
            <a:chExt cx="3079210" cy="472309"/>
          </a:xfrm>
        </p:grpSpPr>
        <p:sp>
          <p:nvSpPr>
            <p:cNvPr id="44" name="TextBox 70"/>
            <p:cNvSpPr txBox="1">
              <a:spLocks noChangeArrowheads="1"/>
            </p:cNvSpPr>
            <p:nvPr/>
          </p:nvSpPr>
          <p:spPr bwMode="auto">
            <a:xfrm>
              <a:off x="2102427" y="1059180"/>
              <a:ext cx="3079210" cy="472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rgbClr val="0064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如果函数</a:t>
              </a:r>
              <a:r>
                <a:rPr lang="en-US" altLang="zh-CN" sz="2400" i="1" dirty="0">
                  <a:solidFill>
                    <a:srgbClr val="000000"/>
                  </a:solidFill>
                  <a:ea typeface="宋体" pitchFamily="2" charset="-122"/>
                  <a:sym typeface="+mn-ea"/>
                </a:rPr>
                <a:t> 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满足</a:t>
              </a:r>
            </a:p>
          </p:txBody>
        </p:sp>
        <p:graphicFrame>
          <p:nvGraphicFramePr>
            <p:cNvPr id="45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8779867"/>
                </p:ext>
              </p:extLst>
            </p:nvPr>
          </p:nvGraphicFramePr>
          <p:xfrm>
            <a:off x="3556271" y="1139987"/>
            <a:ext cx="620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415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6271" y="1139987"/>
                          <a:ext cx="620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17E7433-7610-4718-B863-054F47855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300329"/>
              </p:ext>
            </p:extLst>
          </p:nvPr>
        </p:nvGraphicFramePr>
        <p:xfrm>
          <a:off x="4537075" y="1692275"/>
          <a:ext cx="194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16" name="Equation" r:id="rId17" imgW="1942920" imgH="342720" progId="Equation.DSMT4">
                  <p:embed/>
                </p:oleObj>
              </mc:Choice>
              <mc:Fallback>
                <p:oleObj name="Equation" r:id="rId17" imgW="1942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37075" y="1692275"/>
                        <a:ext cx="1943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2ED25CDE-A436-4B85-9530-8EBA5D666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294822"/>
              </p:ext>
            </p:extLst>
          </p:nvPr>
        </p:nvGraphicFramePr>
        <p:xfrm>
          <a:off x="4564063" y="2239963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17" name="Equation" r:id="rId19" imgW="1993680" imgH="342720" progId="Equation.DSMT4">
                  <p:embed/>
                </p:oleObj>
              </mc:Choice>
              <mc:Fallback>
                <p:oleObj name="Equation" r:id="rId19" imgW="19936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17E7433-7610-4718-B863-054F47855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64063" y="2239963"/>
                        <a:ext cx="1993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3CF62773-2E6F-4ECD-9097-D8F4C49B6DC0}"/>
              </a:ext>
            </a:extLst>
          </p:cNvPr>
          <p:cNvGrpSpPr/>
          <p:nvPr/>
        </p:nvGrpSpPr>
        <p:grpSpPr>
          <a:xfrm>
            <a:off x="965768" y="3688086"/>
            <a:ext cx="2735239" cy="672275"/>
            <a:chOff x="289742" y="3688086"/>
            <a:chExt cx="2735239" cy="67227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3BEFD08-202A-4A2E-A7A6-1A6670ED3C0B}"/>
                </a:ext>
              </a:extLst>
            </p:cNvPr>
            <p:cNvSpPr/>
            <p:nvPr/>
          </p:nvSpPr>
          <p:spPr>
            <a:xfrm>
              <a:off x="289742" y="3898696"/>
              <a:ext cx="2735239" cy="46166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宋体" panose="02010600030101010101" pitchFamily="2" charset="-122"/>
                  <a:sym typeface="+mn-ea"/>
                </a:rPr>
                <a:t>记住：是开区间！</a:t>
              </a:r>
              <a:endPara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6B533C1-1E0D-4E02-A806-AA42088C5D8B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V="1">
              <a:off x="2046866" y="3688086"/>
              <a:ext cx="0" cy="17897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7EBBD62F-1C01-46C2-9F53-5DEB7C57DC59}"/>
              </a:ext>
            </a:extLst>
          </p:cNvPr>
          <p:cNvSpPr/>
          <p:nvPr/>
        </p:nvSpPr>
        <p:spPr>
          <a:xfrm>
            <a:off x="707502" y="271384"/>
            <a:ext cx="4801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罗尔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(Rolle)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定理及其证明</a:t>
            </a:r>
          </a:p>
        </p:txBody>
      </p: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1EAB946-0248-41C1-8DD8-C217F232B7EA}"/>
              </a:ext>
            </a:extLst>
          </p:cNvPr>
          <p:cNvGrpSpPr/>
          <p:nvPr/>
        </p:nvGrpSpPr>
        <p:grpSpPr>
          <a:xfrm>
            <a:off x="830729" y="197798"/>
            <a:ext cx="7760650" cy="542584"/>
            <a:chOff x="899394" y="3939902"/>
            <a:chExt cx="7760650" cy="542584"/>
          </a:xfrm>
        </p:grpSpPr>
        <p:sp>
          <p:nvSpPr>
            <p:cNvPr id="3" name="TextBox 73">
              <a:extLst>
                <a:ext uri="{FF2B5EF4-FFF2-40B4-BE49-F238E27FC236}">
                  <a16:creationId xmlns:a16="http://schemas.microsoft.com/office/drawing/2014/main" id="{AD7652BE-C2E9-48D1-9179-7799C1476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394" y="3939902"/>
              <a:ext cx="7760650" cy="5425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证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由于</a:t>
              </a:r>
              <a:r>
                <a:rPr lang="en-US" altLang="zh-CN" sz="2400" i="1" dirty="0">
                  <a:solidFill>
                    <a:srgbClr val="000000"/>
                  </a:solidFill>
                  <a:ea typeface="宋体" pitchFamily="2" charset="-122"/>
                  <a:sym typeface="+mn-ea"/>
                </a:rPr>
                <a:t>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</a:t>
              </a:r>
              <a:r>
                <a:rPr lang="en-US" altLang="zh-CN" sz="2500" kern="0" dirty="0">
                  <a:solidFill>
                    <a:srgbClr val="000000"/>
                  </a:solidFill>
                  <a:ea typeface="宋体" pitchFamily="2" charset="-122"/>
                  <a:sym typeface="+mn-ea"/>
                </a:rPr>
                <a:t>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上连续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ea typeface="宋体" pitchFamily="2" charset="-122"/>
                </a:rPr>
                <a:t>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</a:t>
              </a:r>
              <a:r>
                <a:rPr lang="en-US" altLang="zh-CN" sz="2500" kern="0" dirty="0">
                  <a:solidFill>
                    <a:srgbClr val="000000"/>
                  </a:solidFill>
                  <a:ea typeface="宋体" pitchFamily="2" charset="-122"/>
                  <a:sym typeface="+mn-ea"/>
                </a:rPr>
                <a:t>   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上一定取得最</a:t>
              </a:r>
              <a:endParaRPr lang="zh-CN" altLang="en-US" sz="2500" i="1" kern="0" dirty="0">
                <a:solidFill>
                  <a:srgbClr val="000000"/>
                </a:solidFill>
                <a:ea typeface="宋体" pitchFamily="2" charset="-122"/>
                <a:sym typeface="+mn-ea"/>
              </a:endParaRPr>
            </a:p>
          </p:txBody>
        </p:sp>
        <p:graphicFrame>
          <p:nvGraphicFramePr>
            <p:cNvPr id="4" name="Object 12">
              <a:extLst>
                <a:ext uri="{FF2B5EF4-FFF2-40B4-BE49-F238E27FC236}">
                  <a16:creationId xmlns:a16="http://schemas.microsoft.com/office/drawing/2014/main" id="{AC2DFC25-4F82-4728-8EE4-848D143719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82986" y="4067532"/>
            <a:ext cx="620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1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15668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2986" y="4067532"/>
                          <a:ext cx="620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13">
              <a:extLst>
                <a:ext uri="{FF2B5EF4-FFF2-40B4-BE49-F238E27FC236}">
                  <a16:creationId xmlns:a16="http://schemas.microsoft.com/office/drawing/2014/main" id="{DC733436-2BCE-4132-BAC7-4DC463823F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1840" y="4020095"/>
            <a:ext cx="646113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2" name="Equation" r:id="rId5" imgW="647640" imgH="431640" progId="Equation.DSMT4">
                    <p:embed/>
                  </p:oleObj>
                </mc:Choice>
                <mc:Fallback>
                  <p:oleObj name="Equation" r:id="rId5" imgW="647640" imgH="431640" progId="Equation.DSMT4">
                    <p:embed/>
                    <p:pic>
                      <p:nvPicPr>
                        <p:cNvPr id="15668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840" y="4020095"/>
                          <a:ext cx="646113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4">
              <a:extLst>
                <a:ext uri="{FF2B5EF4-FFF2-40B4-BE49-F238E27FC236}">
                  <a16:creationId xmlns:a16="http://schemas.microsoft.com/office/drawing/2014/main" id="{9F489781-5FE0-4F23-8CA3-B7AE288F0B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87391" y="4080613"/>
            <a:ext cx="620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3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15668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7391" y="4080613"/>
                          <a:ext cx="620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5">
              <a:extLst>
                <a:ext uri="{FF2B5EF4-FFF2-40B4-BE49-F238E27FC236}">
                  <a16:creationId xmlns:a16="http://schemas.microsoft.com/office/drawing/2014/main" id="{9C90EA33-BDB3-4956-BA70-ADBE04CB29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42111" y="4011910"/>
            <a:ext cx="646113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4" name="Equation" r:id="rId9" imgW="647640" imgH="431640" progId="Equation.DSMT4">
                    <p:embed/>
                  </p:oleObj>
                </mc:Choice>
                <mc:Fallback>
                  <p:oleObj name="Equation" r:id="rId9" imgW="647640" imgH="431640" progId="Equation.DSMT4">
                    <p:embed/>
                    <p:pic>
                      <p:nvPicPr>
                        <p:cNvPr id="15668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2111" y="4011910"/>
                          <a:ext cx="646113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D47EDB2-385A-4AE1-9F6E-619728685864}"/>
              </a:ext>
            </a:extLst>
          </p:cNvPr>
          <p:cNvGrpSpPr/>
          <p:nvPr/>
        </p:nvGrpSpPr>
        <p:grpSpPr>
          <a:xfrm>
            <a:off x="195228" y="802976"/>
            <a:ext cx="2901613" cy="490712"/>
            <a:chOff x="582957" y="4036624"/>
            <a:chExt cx="2901613" cy="490712"/>
          </a:xfrm>
        </p:grpSpPr>
        <p:sp>
          <p:nvSpPr>
            <p:cNvPr id="9" name="TextBox 73">
              <a:extLst>
                <a:ext uri="{FF2B5EF4-FFF2-40B4-BE49-F238E27FC236}">
                  <a16:creationId xmlns:a16="http://schemas.microsoft.com/office/drawing/2014/main" id="{7970381E-9958-47A9-88F6-FF6656C39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957" y="4036624"/>
              <a:ext cx="2901613" cy="490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大值</a:t>
              </a:r>
              <a:r>
                <a:rPr lang="en-US" altLang="zh-CN" sz="2500" i="1" kern="0" dirty="0">
                  <a:solidFill>
                    <a:srgbClr val="000000"/>
                  </a:solidFill>
                  <a:ea typeface="宋体" pitchFamily="2" charset="-122"/>
                  <a:sym typeface="+mn-ea"/>
                </a:rPr>
                <a:t>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和最小值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500" i="1" kern="0" dirty="0">
                <a:solidFill>
                  <a:srgbClr val="000000"/>
                </a:solidFill>
                <a:ea typeface="宋体" pitchFamily="2" charset="-122"/>
                <a:sym typeface="+mn-ea"/>
              </a:endParaRPr>
            </a:p>
          </p:txBody>
        </p:sp>
        <p:graphicFrame>
          <p:nvGraphicFramePr>
            <p:cNvPr id="10" name="Object 16">
              <a:extLst>
                <a:ext uri="{FF2B5EF4-FFF2-40B4-BE49-F238E27FC236}">
                  <a16:creationId xmlns:a16="http://schemas.microsoft.com/office/drawing/2014/main" id="{4E63E600-51C2-4BEC-8AC9-5FCB9F7F4E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8170350"/>
                </p:ext>
              </p:extLst>
            </p:nvPr>
          </p:nvGraphicFramePr>
          <p:xfrm>
            <a:off x="1465362" y="4155370"/>
            <a:ext cx="342900" cy="261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5" name="Equation" r:id="rId10" imgW="342720" imgH="266400" progId="Equation.DSMT4">
                    <p:embed/>
                  </p:oleObj>
                </mc:Choice>
                <mc:Fallback>
                  <p:oleObj name="Equation" r:id="rId10" imgW="342720" imgH="266400" progId="Equation.DSMT4">
                    <p:embed/>
                    <p:pic>
                      <p:nvPicPr>
                        <p:cNvPr id="15668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5362" y="4155370"/>
                          <a:ext cx="342900" cy="2619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7">
              <a:extLst>
                <a:ext uri="{FF2B5EF4-FFF2-40B4-BE49-F238E27FC236}">
                  <a16:creationId xmlns:a16="http://schemas.microsoft.com/office/drawing/2014/main" id="{8DD6B732-542F-467A-8FAB-E2359B1FEE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641926"/>
                </p:ext>
              </p:extLst>
            </p:nvPr>
          </p:nvGraphicFramePr>
          <p:xfrm>
            <a:off x="2990592" y="4218869"/>
            <a:ext cx="266700" cy="198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6" name="Equation" r:id="rId12" imgW="266400" imgH="203040" progId="Equation.DSMT4">
                    <p:embed/>
                  </p:oleObj>
                </mc:Choice>
                <mc:Fallback>
                  <p:oleObj name="Equation" r:id="rId12" imgW="266400" imgH="203040" progId="Equation.DSMT4">
                    <p:embed/>
                    <p:pic>
                      <p:nvPicPr>
                        <p:cNvPr id="15668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0592" y="4218869"/>
                          <a:ext cx="266700" cy="198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677F514-8DBC-4CEE-8764-AE5A3D1F04B1}"/>
              </a:ext>
            </a:extLst>
          </p:cNvPr>
          <p:cNvGrpSpPr/>
          <p:nvPr/>
        </p:nvGrpSpPr>
        <p:grpSpPr>
          <a:xfrm>
            <a:off x="917177" y="1415720"/>
            <a:ext cx="2637482" cy="477054"/>
            <a:chOff x="792244" y="1477973"/>
            <a:chExt cx="2637482" cy="477054"/>
          </a:xfrm>
        </p:grpSpPr>
        <p:sp>
          <p:nvSpPr>
            <p:cNvPr id="12" name="文本框 2">
              <a:extLst>
                <a:ext uri="{FF2B5EF4-FFF2-40B4-BE49-F238E27FC236}">
                  <a16:creationId xmlns:a16="http://schemas.microsoft.com/office/drawing/2014/main" id="{5DC0F94E-6BA5-474C-93A6-5DC8EBEE14CA}"/>
                </a:ext>
              </a:extLst>
            </p:cNvPr>
            <p:cNvSpPr txBox="1"/>
            <p:nvPr/>
          </p:nvSpPr>
          <p:spPr>
            <a:xfrm>
              <a:off x="792244" y="1477973"/>
              <a:ext cx="263748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50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  <a:sym typeface="+mn-ea"/>
                </a:rPr>
                <a:t>(1)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如果</a:t>
              </a:r>
              <a:r>
                <a:rPr lang="en-US" altLang="zh-CN" sz="2500" i="1" dirty="0">
                  <a:solidFill>
                    <a:srgbClr val="000000"/>
                  </a:solidFill>
                  <a:ea typeface="宋体" pitchFamily="2" charset="-122"/>
                  <a:sym typeface="+mn-ea"/>
                </a:rPr>
                <a:t>             </a:t>
              </a:r>
              <a:r>
                <a:rPr lang="zh-CN" altLang="en-US" sz="2500" dirty="0">
                  <a:solidFill>
                    <a:srgbClr val="FF0000"/>
                  </a:solidFill>
                  <a:ea typeface="宋体" pitchFamily="2" charset="-122"/>
                  <a:sym typeface="+mn-ea"/>
                </a:rPr>
                <a:t>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3" name="Object 6">
              <a:extLst>
                <a:ext uri="{FF2B5EF4-FFF2-40B4-BE49-F238E27FC236}">
                  <a16:creationId xmlns:a16="http://schemas.microsoft.com/office/drawing/2014/main" id="{EDFA4835-0BC8-41CB-9587-98584C73A6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3467713"/>
                </p:ext>
              </p:extLst>
            </p:nvPr>
          </p:nvGraphicFramePr>
          <p:xfrm>
            <a:off x="1944372" y="1570906"/>
            <a:ext cx="871538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7" name="Equation" r:id="rId14" imgW="876240" imgH="279360" progId="Equation.DSMT4">
                    <p:embed/>
                  </p:oleObj>
                </mc:Choice>
                <mc:Fallback>
                  <p:oleObj name="Equation" r:id="rId14" imgW="876240" imgH="279360" progId="Equation.DSMT4">
                    <p:embed/>
                    <p:pic>
                      <p:nvPicPr>
                        <p:cNvPr id="13517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4372" y="1570906"/>
                          <a:ext cx="871538" cy="274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136A77E-D007-410A-B27B-7A21B87D7FC1}"/>
              </a:ext>
            </a:extLst>
          </p:cNvPr>
          <p:cNvGrpSpPr/>
          <p:nvPr/>
        </p:nvGrpSpPr>
        <p:grpSpPr>
          <a:xfrm>
            <a:off x="326648" y="1998826"/>
            <a:ext cx="3888432" cy="461665"/>
            <a:chOff x="142844" y="1357304"/>
            <a:chExt cx="3888432" cy="461665"/>
          </a:xfrm>
        </p:grpSpPr>
        <p:sp>
          <p:nvSpPr>
            <p:cNvPr id="15" name="文本框 2">
              <a:extLst>
                <a:ext uri="{FF2B5EF4-FFF2-40B4-BE49-F238E27FC236}">
                  <a16:creationId xmlns:a16="http://schemas.microsoft.com/office/drawing/2014/main" id="{BBB42CD7-509C-4C25-95EA-0EA1E25F6F1A}"/>
                </a:ext>
              </a:extLst>
            </p:cNvPr>
            <p:cNvSpPr txBox="1"/>
            <p:nvPr/>
          </p:nvSpPr>
          <p:spPr>
            <a:xfrm>
              <a:off x="142844" y="1357304"/>
              <a:ext cx="3888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都有                 ，结论成立</a:t>
              </a:r>
              <a:r>
                <a:rPr lang="en-US" altLang="zh-CN" sz="2400" b="1" dirty="0"/>
                <a:t>.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16" name="Object 4">
              <a:extLst>
                <a:ext uri="{FF2B5EF4-FFF2-40B4-BE49-F238E27FC236}">
                  <a16:creationId xmlns:a16="http://schemas.microsoft.com/office/drawing/2014/main" id="{1A2E7B69-61C2-4A9D-9000-98A28F415B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1949" y="1429312"/>
            <a:ext cx="1147763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8" name="Equation" r:id="rId16" imgW="1155600" imgH="355320" progId="Equation.DSMT4">
                    <p:embed/>
                  </p:oleObj>
                </mc:Choice>
                <mc:Fallback>
                  <p:oleObj name="Equation" r:id="rId16" imgW="1155600" imgH="355320" progId="Equation.DSMT4">
                    <p:embed/>
                    <p:pic>
                      <p:nvPicPr>
                        <p:cNvPr id="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949" y="1429312"/>
                          <a:ext cx="1147763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C41039F-21C9-4372-ACEE-A2A969CD0E5D}"/>
              </a:ext>
            </a:extLst>
          </p:cNvPr>
          <p:cNvGrpSpPr/>
          <p:nvPr/>
        </p:nvGrpSpPr>
        <p:grpSpPr>
          <a:xfrm>
            <a:off x="3190267" y="1422515"/>
            <a:ext cx="5270165" cy="477054"/>
            <a:chOff x="3158263" y="648711"/>
            <a:chExt cx="5270165" cy="477054"/>
          </a:xfrm>
        </p:grpSpPr>
        <p:graphicFrame>
          <p:nvGraphicFramePr>
            <p:cNvPr id="18" name="Object 3">
              <a:extLst>
                <a:ext uri="{FF2B5EF4-FFF2-40B4-BE49-F238E27FC236}">
                  <a16:creationId xmlns:a16="http://schemas.microsoft.com/office/drawing/2014/main" id="{8BF83113-87A2-4C94-AD68-62E9D7A947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5876329"/>
                </p:ext>
              </p:extLst>
            </p:nvPr>
          </p:nvGraphicFramePr>
          <p:xfrm>
            <a:off x="7107177" y="746701"/>
            <a:ext cx="11239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9" name="Equation" r:id="rId18" imgW="1130040" imgH="342720" progId="Equation.DSMT4">
                    <p:embed/>
                  </p:oleObj>
                </mc:Choice>
                <mc:Fallback>
                  <p:oleObj name="Equation" r:id="rId18" imgW="1130040" imgH="342720" progId="Equation.DSMT4">
                    <p:embed/>
                    <p:pic>
                      <p:nvPicPr>
                        <p:cNvPr id="13517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7177" y="746701"/>
                          <a:ext cx="11239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4">
              <a:extLst>
                <a:ext uri="{FF2B5EF4-FFF2-40B4-BE49-F238E27FC236}">
                  <a16:creationId xmlns:a16="http://schemas.microsoft.com/office/drawing/2014/main" id="{5A2458B0-A98A-4637-971A-7F669C7A43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3282072"/>
                </p:ext>
              </p:extLst>
            </p:nvPr>
          </p:nvGraphicFramePr>
          <p:xfrm>
            <a:off x="3597424" y="725274"/>
            <a:ext cx="123666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0" name="Equation" r:id="rId20" imgW="1244520" imgH="342720" progId="Equation.DSMT4">
                    <p:embed/>
                  </p:oleObj>
                </mc:Choice>
                <mc:Fallback>
                  <p:oleObj name="Equation" r:id="rId20" imgW="1244520" imgH="342720" progId="Equation.DSMT4">
                    <p:embed/>
                    <p:pic>
                      <p:nvPicPr>
                        <p:cNvPr id="13517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7424" y="725274"/>
                          <a:ext cx="123666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文本框 2">
              <a:extLst>
                <a:ext uri="{FF2B5EF4-FFF2-40B4-BE49-F238E27FC236}">
                  <a16:creationId xmlns:a16="http://schemas.microsoft.com/office/drawing/2014/main" id="{2B8CA084-F22B-4596-8345-C44B37EFB956}"/>
                </a:ext>
              </a:extLst>
            </p:cNvPr>
            <p:cNvSpPr txBox="1"/>
            <p:nvPr/>
          </p:nvSpPr>
          <p:spPr>
            <a:xfrm>
              <a:off x="3158263" y="648711"/>
              <a:ext cx="5270165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则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(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常数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),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因此任取 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6E1E0C6-C776-4E85-8940-343837869DF7}"/>
              </a:ext>
            </a:extLst>
          </p:cNvPr>
          <p:cNvGrpSpPr/>
          <p:nvPr/>
        </p:nvGrpSpPr>
        <p:grpSpPr>
          <a:xfrm>
            <a:off x="208266" y="2459661"/>
            <a:ext cx="3024000" cy="545855"/>
            <a:chOff x="83333" y="1660367"/>
            <a:chExt cx="3024000" cy="545855"/>
          </a:xfrm>
        </p:grpSpPr>
        <p:sp>
          <p:nvSpPr>
            <p:cNvPr id="40" name="文本框 2">
              <a:extLst>
                <a:ext uri="{FF2B5EF4-FFF2-40B4-BE49-F238E27FC236}">
                  <a16:creationId xmlns:a16="http://schemas.microsoft.com/office/drawing/2014/main" id="{E54DADD0-EEDA-42A1-A5DD-A827B5EE22AA}"/>
                </a:ext>
              </a:extLst>
            </p:cNvPr>
            <p:cNvSpPr txBox="1"/>
            <p:nvPr/>
          </p:nvSpPr>
          <p:spPr>
            <a:xfrm>
              <a:off x="83333" y="1660367"/>
              <a:ext cx="3024000" cy="545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720000">
                <a:lnSpc>
                  <a:spcPct val="130000"/>
                </a:lnSpc>
                <a:defRPr/>
              </a:pPr>
              <a:r>
                <a:rPr lang="en-US" altLang="zh-CN" sz="250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  <a:sym typeface="+mn-ea"/>
                </a:rPr>
                <a:t>(2)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如果</a:t>
              </a:r>
              <a:r>
                <a:rPr lang="en-US" altLang="zh-CN" sz="2500" i="1" dirty="0">
                  <a:solidFill>
                    <a:srgbClr val="000000"/>
                  </a:solidFill>
                  <a:ea typeface="宋体" pitchFamily="2" charset="-122"/>
                  <a:sym typeface="+mn-ea"/>
                </a:rPr>
                <a:t>            </a:t>
              </a:r>
              <a:r>
                <a:rPr lang="zh-CN" altLang="en-US" sz="2500" dirty="0">
                  <a:solidFill>
                    <a:srgbClr val="FF0000"/>
                  </a:solidFill>
                  <a:ea typeface="宋体" pitchFamily="2" charset="-122"/>
                  <a:sym typeface="+mn-ea"/>
                </a:rPr>
                <a:t>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1" name="Object 9">
              <a:extLst>
                <a:ext uri="{FF2B5EF4-FFF2-40B4-BE49-F238E27FC236}">
                  <a16:creationId xmlns:a16="http://schemas.microsoft.com/office/drawing/2014/main" id="{2BA548E2-4AAC-4967-815F-B788A315C2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6149151"/>
                </p:ext>
              </p:extLst>
            </p:nvPr>
          </p:nvGraphicFramePr>
          <p:xfrm>
            <a:off x="1979712" y="1828081"/>
            <a:ext cx="871538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1" name="Equation" r:id="rId22" imgW="876240" imgH="279360" progId="Equation.DSMT4">
                    <p:embed/>
                  </p:oleObj>
                </mc:Choice>
                <mc:Fallback>
                  <p:oleObj name="Equation" r:id="rId22" imgW="876240" imgH="279360" progId="Equation.DSMT4">
                    <p:embed/>
                    <p:pic>
                      <p:nvPicPr>
                        <p:cNvPr id="13517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1828081"/>
                          <a:ext cx="871538" cy="274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1FDD4969-7CE6-4CCA-8725-D1B5311812B7}"/>
              </a:ext>
            </a:extLst>
          </p:cNvPr>
          <p:cNvGrpSpPr/>
          <p:nvPr/>
        </p:nvGrpSpPr>
        <p:grpSpPr>
          <a:xfrm>
            <a:off x="2340163" y="2443961"/>
            <a:ext cx="6264696" cy="505302"/>
            <a:chOff x="2339752" y="2513153"/>
            <a:chExt cx="6264696" cy="505302"/>
          </a:xfrm>
        </p:grpSpPr>
        <p:sp>
          <p:nvSpPr>
            <p:cNvPr id="46" name="文本框 2">
              <a:extLst>
                <a:ext uri="{FF2B5EF4-FFF2-40B4-BE49-F238E27FC236}">
                  <a16:creationId xmlns:a16="http://schemas.microsoft.com/office/drawing/2014/main" id="{37EC6B7D-578C-495F-92F9-6BE3BAF424D6}"/>
                </a:ext>
              </a:extLst>
            </p:cNvPr>
            <p:cNvSpPr txBox="1"/>
            <p:nvPr/>
          </p:nvSpPr>
          <p:spPr>
            <a:xfrm>
              <a:off x="2339752" y="2513153"/>
              <a:ext cx="6264696" cy="504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720000">
                <a:lnSpc>
                  <a:spcPct val="13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则  和  至少有一个不等于    和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47" name="Object 10">
              <a:extLst>
                <a:ext uri="{FF2B5EF4-FFF2-40B4-BE49-F238E27FC236}">
                  <a16:creationId xmlns:a16="http://schemas.microsoft.com/office/drawing/2014/main" id="{090F7D42-54E3-43CE-A31E-0D8D50401E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3513333"/>
                </p:ext>
              </p:extLst>
            </p:nvPr>
          </p:nvGraphicFramePr>
          <p:xfrm>
            <a:off x="3446983" y="2694605"/>
            <a:ext cx="341313" cy="261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2" name="Equation" r:id="rId24" imgW="342720" imgH="266400" progId="Equation.DSMT4">
                    <p:embed/>
                  </p:oleObj>
                </mc:Choice>
                <mc:Fallback>
                  <p:oleObj name="Equation" r:id="rId24" imgW="342720" imgH="266400" progId="Equation.DSMT4">
                    <p:embed/>
                    <p:pic>
                      <p:nvPicPr>
                        <p:cNvPr id="6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6983" y="2694605"/>
                          <a:ext cx="341313" cy="2619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11">
              <a:extLst>
                <a:ext uri="{FF2B5EF4-FFF2-40B4-BE49-F238E27FC236}">
                  <a16:creationId xmlns:a16="http://schemas.microsoft.com/office/drawing/2014/main" id="{CCE78C2E-CD14-4475-BFE8-75EB02256B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7247032"/>
                </p:ext>
              </p:extLst>
            </p:nvPr>
          </p:nvGraphicFramePr>
          <p:xfrm>
            <a:off x="4148336" y="2756517"/>
            <a:ext cx="266700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3" name="Equation" r:id="rId26" imgW="266400" imgH="203040" progId="Equation.DSMT4">
                    <p:embed/>
                  </p:oleObj>
                </mc:Choice>
                <mc:Fallback>
                  <p:oleObj name="Equation" r:id="rId26" imgW="266400" imgH="203040" progId="Equation.DSMT4">
                    <p:embed/>
                    <p:pic>
                      <p:nvPicPr>
                        <p:cNvPr id="6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8336" y="2756517"/>
                          <a:ext cx="266700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12">
              <a:extLst>
                <a:ext uri="{FF2B5EF4-FFF2-40B4-BE49-F238E27FC236}">
                  <a16:creationId xmlns:a16="http://schemas.microsoft.com/office/drawing/2014/main" id="{07D65BD8-8809-4CA3-B247-544EBFFC32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2581674"/>
                </p:ext>
              </p:extLst>
            </p:nvPr>
          </p:nvGraphicFramePr>
          <p:xfrm>
            <a:off x="6812632" y="2681905"/>
            <a:ext cx="630238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4" name="Equation" r:id="rId28" imgW="634680" imgH="342720" progId="Equation.DSMT4">
                    <p:embed/>
                  </p:oleObj>
                </mc:Choice>
                <mc:Fallback>
                  <p:oleObj name="Equation" r:id="rId28" imgW="634680" imgH="342720" progId="Equation.DSMT4">
                    <p:embed/>
                    <p:pic>
                      <p:nvPicPr>
                        <p:cNvPr id="6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2632" y="2681905"/>
                          <a:ext cx="630238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3">
              <a:extLst>
                <a:ext uri="{FF2B5EF4-FFF2-40B4-BE49-F238E27FC236}">
                  <a16:creationId xmlns:a16="http://schemas.microsoft.com/office/drawing/2014/main" id="{2CD2687B-D1AA-41EA-846D-2FECB1E68A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265186"/>
                </p:ext>
              </p:extLst>
            </p:nvPr>
          </p:nvGraphicFramePr>
          <p:xfrm>
            <a:off x="7719962" y="2681905"/>
            <a:ext cx="604838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5" name="Equation" r:id="rId30" imgW="609480" imgH="342720" progId="Equation.DSMT4">
                    <p:embed/>
                  </p:oleObj>
                </mc:Choice>
                <mc:Fallback>
                  <p:oleObj name="Equation" r:id="rId30" imgW="609480" imgH="342720" progId="Equation.DSMT4">
                    <p:embed/>
                    <p:pic>
                      <p:nvPicPr>
                        <p:cNvPr id="6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9962" y="2681905"/>
                          <a:ext cx="604838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EA9436A6-C0E1-4D0F-933F-A2F8B947F46A}"/>
              </a:ext>
            </a:extLst>
          </p:cNvPr>
          <p:cNvGrpSpPr/>
          <p:nvPr/>
        </p:nvGrpSpPr>
        <p:grpSpPr>
          <a:xfrm>
            <a:off x="1733738" y="2963190"/>
            <a:ext cx="5771507" cy="504369"/>
            <a:chOff x="1608805" y="3025443"/>
            <a:chExt cx="5771507" cy="504369"/>
          </a:xfrm>
        </p:grpSpPr>
        <p:sp>
          <p:nvSpPr>
            <p:cNvPr id="52" name="文本框 2">
              <a:extLst>
                <a:ext uri="{FF2B5EF4-FFF2-40B4-BE49-F238E27FC236}">
                  <a16:creationId xmlns:a16="http://schemas.microsoft.com/office/drawing/2014/main" id="{8F354D21-D91C-40C6-8BDE-8F01885D1388}"/>
                </a:ext>
              </a:extLst>
            </p:cNvPr>
            <p:cNvSpPr txBox="1"/>
            <p:nvPr/>
          </p:nvSpPr>
          <p:spPr>
            <a:xfrm>
              <a:off x="1608805" y="3025443"/>
              <a:ext cx="5771507" cy="504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720000">
                <a:lnSpc>
                  <a:spcPct val="13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则存在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使得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</a:p>
          </p:txBody>
        </p:sp>
        <p:graphicFrame>
          <p:nvGraphicFramePr>
            <p:cNvPr id="53" name="Object 15">
              <a:extLst>
                <a:ext uri="{FF2B5EF4-FFF2-40B4-BE49-F238E27FC236}">
                  <a16:creationId xmlns:a16="http://schemas.microsoft.com/office/drawing/2014/main" id="{2A17E89B-294D-4E06-A212-CE0648A0A0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1612002"/>
                </p:ext>
              </p:extLst>
            </p:nvPr>
          </p:nvGraphicFramePr>
          <p:xfrm>
            <a:off x="3640833" y="3153588"/>
            <a:ext cx="11239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6" name="Equation" r:id="rId32" imgW="1130040" imgH="342720" progId="Equation.DSMT4">
                    <p:embed/>
                  </p:oleObj>
                </mc:Choice>
                <mc:Fallback>
                  <p:oleObj name="Equation" r:id="rId32" imgW="1130040" imgH="342720" progId="Equation.DSMT4">
                    <p:embed/>
                    <p:pic>
                      <p:nvPicPr>
                        <p:cNvPr id="135183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0833" y="3153588"/>
                          <a:ext cx="11239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17">
              <a:extLst>
                <a:ext uri="{FF2B5EF4-FFF2-40B4-BE49-F238E27FC236}">
                  <a16:creationId xmlns:a16="http://schemas.microsoft.com/office/drawing/2014/main" id="{00883379-F179-4908-9378-0BE1DD392D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254621"/>
                </p:ext>
              </p:extLst>
            </p:nvPr>
          </p:nvGraphicFramePr>
          <p:xfrm>
            <a:off x="5652120" y="3169010"/>
            <a:ext cx="12509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7" name="Equation" r:id="rId34" imgW="1257120" imgH="342720" progId="Equation.DSMT4">
                    <p:embed/>
                  </p:oleObj>
                </mc:Choice>
                <mc:Fallback>
                  <p:oleObj name="Equation" r:id="rId34" imgW="1257120" imgH="342720" progId="Equation.DSMT4">
                    <p:embed/>
                    <p:pic>
                      <p:nvPicPr>
                        <p:cNvPr id="13518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2120" y="3169010"/>
                          <a:ext cx="12509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D594F061-3FCD-4FA7-A3E4-B06FF0A0E021}"/>
              </a:ext>
            </a:extLst>
          </p:cNvPr>
          <p:cNvGrpSpPr/>
          <p:nvPr/>
        </p:nvGrpSpPr>
        <p:grpSpPr>
          <a:xfrm>
            <a:off x="1040739" y="3563414"/>
            <a:ext cx="1905849" cy="461665"/>
            <a:chOff x="915806" y="3625667"/>
            <a:chExt cx="1905849" cy="461665"/>
          </a:xfrm>
        </p:grpSpPr>
        <p:graphicFrame>
          <p:nvGraphicFramePr>
            <p:cNvPr id="55" name="Object 18">
              <a:extLst>
                <a:ext uri="{FF2B5EF4-FFF2-40B4-BE49-F238E27FC236}">
                  <a16:creationId xmlns:a16="http://schemas.microsoft.com/office/drawing/2014/main" id="{53424F31-98CB-4C3D-B044-CE8E8DA33D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2791906"/>
                </p:ext>
              </p:extLst>
            </p:nvPr>
          </p:nvGraphicFramePr>
          <p:xfrm>
            <a:off x="1608805" y="3695696"/>
            <a:ext cx="1212850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8" name="Equation" r:id="rId36" imgW="1218960" imgH="355320" progId="Equation.DSMT4">
                    <p:embed/>
                  </p:oleObj>
                </mc:Choice>
                <mc:Fallback>
                  <p:oleObj name="Equation" r:id="rId36" imgW="1218960" imgH="355320" progId="Equation.DSMT4">
                    <p:embed/>
                    <p:pic>
                      <p:nvPicPr>
                        <p:cNvPr id="13518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8805" y="3695696"/>
                          <a:ext cx="1212850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B5B886C5-93FE-4A24-AF68-81A7FFBE2520}"/>
                </a:ext>
              </a:extLst>
            </p:cNvPr>
            <p:cNvSpPr/>
            <p:nvPr/>
          </p:nvSpPr>
          <p:spPr>
            <a:xfrm>
              <a:off x="915806" y="3625667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下证</a:t>
              </a:r>
              <a:endParaRPr lang="zh-CN" altLang="en-US" sz="2400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E9EDF21-DA80-49DB-A244-45C194E47D5B}"/>
              </a:ext>
            </a:extLst>
          </p:cNvPr>
          <p:cNvGrpSpPr/>
          <p:nvPr/>
        </p:nvGrpSpPr>
        <p:grpSpPr>
          <a:xfrm>
            <a:off x="124933" y="4112575"/>
            <a:ext cx="6479704" cy="504369"/>
            <a:chOff x="-180528" y="286537"/>
            <a:chExt cx="6479704" cy="504369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B93CC79-CBE7-4C07-9F45-8A185D61B22E}"/>
                </a:ext>
              </a:extLst>
            </p:cNvPr>
            <p:cNvSpPr txBox="1"/>
            <p:nvPr/>
          </p:nvSpPr>
          <p:spPr>
            <a:xfrm>
              <a:off x="-180528" y="286537"/>
              <a:ext cx="6479704" cy="504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720000">
                <a:lnSpc>
                  <a:spcPct val="13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由于       ，由假设知     存在，即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60" name="Object 19">
              <a:extLst>
                <a:ext uri="{FF2B5EF4-FFF2-40B4-BE49-F238E27FC236}">
                  <a16:creationId xmlns:a16="http://schemas.microsoft.com/office/drawing/2014/main" id="{C29BAEE2-F7A2-43EB-BB8F-A35D98C3B6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3449983"/>
                </p:ext>
              </p:extLst>
            </p:nvPr>
          </p:nvGraphicFramePr>
          <p:xfrm>
            <a:off x="1340574" y="426668"/>
            <a:ext cx="11239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49" name="Equation" r:id="rId38" imgW="1130040" imgH="342720" progId="Equation.DSMT4">
                    <p:embed/>
                  </p:oleObj>
                </mc:Choice>
                <mc:Fallback>
                  <p:oleObj name="Equation" r:id="rId38" imgW="1130040" imgH="342720" progId="Equation.DSMT4">
                    <p:embed/>
                    <p:pic>
                      <p:nvPicPr>
                        <p:cNvPr id="4" name="Object 19">
                          <a:extLst>
                            <a:ext uri="{FF2B5EF4-FFF2-40B4-BE49-F238E27FC236}">
                              <a16:creationId xmlns:a16="http://schemas.microsoft.com/office/drawing/2014/main" id="{7C4616DC-225E-4DF9-AC98-1AB8EED294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0574" y="426668"/>
                          <a:ext cx="11239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20">
              <a:extLst>
                <a:ext uri="{FF2B5EF4-FFF2-40B4-BE49-F238E27FC236}">
                  <a16:creationId xmlns:a16="http://schemas.microsoft.com/office/drawing/2014/main" id="{EBF0192F-3C14-4DE2-B40E-85534E5E3D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1553175"/>
                </p:ext>
              </p:extLst>
            </p:nvPr>
          </p:nvGraphicFramePr>
          <p:xfrm>
            <a:off x="4092407" y="441656"/>
            <a:ext cx="70802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50" name="Equation" r:id="rId40" imgW="711000" imgH="355320" progId="Equation.DSMT4">
                    <p:embed/>
                  </p:oleObj>
                </mc:Choice>
                <mc:Fallback>
                  <p:oleObj name="Equation" r:id="rId40" imgW="711000" imgH="355320" progId="Equation.DSMT4">
                    <p:embed/>
                    <p:pic>
                      <p:nvPicPr>
                        <p:cNvPr id="5" name="Object 20">
                          <a:extLst>
                            <a:ext uri="{FF2B5EF4-FFF2-40B4-BE49-F238E27FC236}">
                              <a16:creationId xmlns:a16="http://schemas.microsoft.com/office/drawing/2014/main" id="{A45F3E77-89D0-4656-8BB9-7E59DE26E1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2407" y="441656"/>
                          <a:ext cx="708025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7ED503E-A575-4254-B8C4-77A34DC911E5}"/>
              </a:ext>
            </a:extLst>
          </p:cNvPr>
          <p:cNvGrpSpPr/>
          <p:nvPr/>
        </p:nvGrpSpPr>
        <p:grpSpPr>
          <a:xfrm>
            <a:off x="274327" y="3014253"/>
            <a:ext cx="2352506" cy="461665"/>
            <a:chOff x="149394" y="3076506"/>
            <a:chExt cx="2352506" cy="461665"/>
          </a:xfrm>
        </p:grpSpPr>
        <p:graphicFrame>
          <p:nvGraphicFramePr>
            <p:cNvPr id="44" name="Object 14">
              <a:extLst>
                <a:ext uri="{FF2B5EF4-FFF2-40B4-BE49-F238E27FC236}">
                  <a16:creationId xmlns:a16="http://schemas.microsoft.com/office/drawing/2014/main" id="{786EFC71-35AB-469B-A3F5-F9099EF51C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3854377"/>
                </p:ext>
              </p:extLst>
            </p:nvPr>
          </p:nvGraphicFramePr>
          <p:xfrm>
            <a:off x="1187450" y="3184525"/>
            <a:ext cx="13144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51" name="Equation" r:id="rId42" imgW="1320480" imgH="342720" progId="Equation.DSMT4">
                    <p:embed/>
                  </p:oleObj>
                </mc:Choice>
                <mc:Fallback>
                  <p:oleObj name="Equation" r:id="rId42" imgW="1320480" imgH="342720" progId="Equation.DSMT4">
                    <p:embed/>
                    <p:pic>
                      <p:nvPicPr>
                        <p:cNvPr id="35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3184525"/>
                          <a:ext cx="1314450" cy="33655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5AC1FE6-E2F7-4FEA-9A55-EE121BBE2751}"/>
                </a:ext>
              </a:extLst>
            </p:cNvPr>
            <p:cNvSpPr/>
            <p:nvPr/>
          </p:nvSpPr>
          <p:spPr>
            <a:xfrm>
              <a:off x="149394" y="3076506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不妨设</a:t>
              </a:r>
              <a:endParaRPr lang="zh-CN" altLang="en-US" sz="2400" dirty="0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EC3AB3D7-CE00-4F4C-AE4E-13FE25B58532}"/>
              </a:ext>
            </a:extLst>
          </p:cNvPr>
          <p:cNvSpPr/>
          <p:nvPr/>
        </p:nvSpPr>
        <p:spPr>
          <a:xfrm>
            <a:off x="3400789" y="3599889"/>
            <a:ext cx="16403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费马引理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96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9AEC99A-0FF2-4A82-B091-8238996B7EAC}"/>
              </a:ext>
            </a:extLst>
          </p:cNvPr>
          <p:cNvGrpSpPr/>
          <p:nvPr/>
        </p:nvGrpSpPr>
        <p:grpSpPr>
          <a:xfrm>
            <a:off x="2221273" y="156717"/>
            <a:ext cx="4103638" cy="880502"/>
            <a:chOff x="2124546" y="3651870"/>
            <a:chExt cx="4103638" cy="880502"/>
          </a:xfrm>
        </p:grpSpPr>
        <p:graphicFrame>
          <p:nvGraphicFramePr>
            <p:cNvPr id="3" name="Object 21">
              <a:extLst>
                <a:ext uri="{FF2B5EF4-FFF2-40B4-BE49-F238E27FC236}">
                  <a16:creationId xmlns:a16="http://schemas.microsoft.com/office/drawing/2014/main" id="{399737C8-4D11-463A-A981-8CF421492C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4546" y="3651870"/>
            <a:ext cx="3527425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56" name="Equation" r:id="rId3" imgW="3543120" imgH="736560" progId="Equation.DSMT4">
                    <p:embed/>
                  </p:oleObj>
                </mc:Choice>
                <mc:Fallback>
                  <p:oleObj name="Equation" r:id="rId3" imgW="3543120" imgH="736560" progId="Equation.DSMT4">
                    <p:embed/>
                    <p:pic>
                      <p:nvPicPr>
                        <p:cNvPr id="7" name="Object 21">
                          <a:extLst>
                            <a:ext uri="{FF2B5EF4-FFF2-40B4-BE49-F238E27FC236}">
                              <a16:creationId xmlns:a16="http://schemas.microsoft.com/office/drawing/2014/main" id="{D530BFAF-78CB-4548-ACB7-55483A3138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546" y="3651870"/>
                          <a:ext cx="3527425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2">
              <a:extLst>
                <a:ext uri="{FF2B5EF4-FFF2-40B4-BE49-F238E27FC236}">
                  <a16:creationId xmlns:a16="http://schemas.microsoft.com/office/drawing/2014/main" id="{B1EFD735-8B11-4082-B5A0-221AE8257647}"/>
                </a:ext>
              </a:extLst>
            </p:cNvPr>
            <p:cNvSpPr txBox="1"/>
            <p:nvPr/>
          </p:nvSpPr>
          <p:spPr>
            <a:xfrm>
              <a:off x="4367512" y="3939902"/>
              <a:ext cx="1860672" cy="59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720000">
                <a:lnSpc>
                  <a:spcPct val="13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E446C48-1625-4B88-B755-BA1961B812ED}"/>
              </a:ext>
            </a:extLst>
          </p:cNvPr>
          <p:cNvGrpSpPr/>
          <p:nvPr/>
        </p:nvGrpSpPr>
        <p:grpSpPr>
          <a:xfrm>
            <a:off x="206258" y="945591"/>
            <a:ext cx="8731483" cy="504369"/>
            <a:chOff x="144000" y="4371637"/>
            <a:chExt cx="7903663" cy="504369"/>
          </a:xfrm>
        </p:grpSpPr>
        <p:sp>
          <p:nvSpPr>
            <p:cNvPr id="6" name="文本框 2">
              <a:extLst>
                <a:ext uri="{FF2B5EF4-FFF2-40B4-BE49-F238E27FC236}">
                  <a16:creationId xmlns:a16="http://schemas.microsoft.com/office/drawing/2014/main" id="{3B4A707E-3DAF-4D38-B717-D96899730D08}"/>
                </a:ext>
              </a:extLst>
            </p:cNvPr>
            <p:cNvSpPr txBox="1"/>
            <p:nvPr/>
          </p:nvSpPr>
          <p:spPr>
            <a:xfrm>
              <a:off x="144000" y="4371637"/>
              <a:ext cx="5996653" cy="504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720000">
                <a:lnSpc>
                  <a:spcPct val="13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由于    在     处取得最大值，从而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  <p:graphicFrame>
          <p:nvGraphicFramePr>
            <p:cNvPr id="7" name="Object 22">
              <a:extLst>
                <a:ext uri="{FF2B5EF4-FFF2-40B4-BE49-F238E27FC236}">
                  <a16:creationId xmlns:a16="http://schemas.microsoft.com/office/drawing/2014/main" id="{5975F1B2-F301-4251-A2DA-66979497BC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4261" y="4515966"/>
            <a:ext cx="620712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57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11" name="Object 22">
                          <a:extLst>
                            <a:ext uri="{FF2B5EF4-FFF2-40B4-BE49-F238E27FC236}">
                              <a16:creationId xmlns:a16="http://schemas.microsoft.com/office/drawing/2014/main" id="{CA2346FD-BE4B-4C28-AB46-FF9652E1C6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4261" y="4515966"/>
                          <a:ext cx="620712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23">
              <a:extLst>
                <a:ext uri="{FF2B5EF4-FFF2-40B4-BE49-F238E27FC236}">
                  <a16:creationId xmlns:a16="http://schemas.microsoft.com/office/drawing/2014/main" id="{56F6CDBF-8E79-4706-AC25-60C6435FCE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5698" y="4515966"/>
            <a:ext cx="669925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58" name="Equation" r:id="rId7" imgW="672840" imgH="330120" progId="Equation.DSMT4">
                    <p:embed/>
                  </p:oleObj>
                </mc:Choice>
                <mc:Fallback>
                  <p:oleObj name="Equation" r:id="rId7" imgW="672840" imgH="330120" progId="Equation.DSMT4">
                    <p:embed/>
                    <p:pic>
                      <p:nvPicPr>
                        <p:cNvPr id="12" name="Object 23">
                          <a:extLst>
                            <a:ext uri="{FF2B5EF4-FFF2-40B4-BE49-F238E27FC236}">
                              <a16:creationId xmlns:a16="http://schemas.microsoft.com/office/drawing/2014/main" id="{760C3BA9-13A4-49E0-8093-FFCA92F446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698" y="4515966"/>
                          <a:ext cx="669925" cy="325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B2D15174-7C84-41CD-90BC-21196E834A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4906933"/>
                </p:ext>
              </p:extLst>
            </p:nvPr>
          </p:nvGraphicFramePr>
          <p:xfrm>
            <a:off x="5847629" y="4501709"/>
            <a:ext cx="2200034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59" name="Equation" r:id="rId9" imgW="2209680" imgH="342720" progId="Equation.DSMT4">
                    <p:embed/>
                  </p:oleObj>
                </mc:Choice>
                <mc:Fallback>
                  <p:oleObj name="Equation" r:id="rId9" imgW="2209680" imgH="34272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4B8E3919-9CDF-4EA0-B6AC-3CC13926DA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7629" y="4501709"/>
                          <a:ext cx="2200034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0B0CEB2-987F-49B0-9049-104028CDD271}"/>
              </a:ext>
            </a:extLst>
          </p:cNvPr>
          <p:cNvGrpSpPr/>
          <p:nvPr/>
        </p:nvGrpSpPr>
        <p:grpSpPr>
          <a:xfrm>
            <a:off x="1043608" y="1593552"/>
            <a:ext cx="6405105" cy="723900"/>
            <a:chOff x="471845" y="1672781"/>
            <a:chExt cx="6405105" cy="723900"/>
          </a:xfrm>
        </p:grpSpPr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42FA4C2A-8D1F-4520-AFC1-B1CE99E32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845" y="1728211"/>
              <a:ext cx="6405105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因此，当      时，                 得到</a:t>
              </a:r>
            </a:p>
          </p:txBody>
        </p:sp>
        <p:graphicFrame>
          <p:nvGraphicFramePr>
            <p:cNvPr id="12" name="Object 1">
              <a:extLst>
                <a:ext uri="{FF2B5EF4-FFF2-40B4-BE49-F238E27FC236}">
                  <a16:creationId xmlns:a16="http://schemas.microsoft.com/office/drawing/2014/main" id="{DC96C43A-3698-4D65-8F89-52A679477C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5888800"/>
                </p:ext>
              </p:extLst>
            </p:nvPr>
          </p:nvGraphicFramePr>
          <p:xfrm>
            <a:off x="2025883" y="1888805"/>
            <a:ext cx="808038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60" name="Equation" r:id="rId11" imgW="812520" imgH="279360" progId="Equation.DSMT4">
                    <p:embed/>
                  </p:oleObj>
                </mc:Choice>
                <mc:Fallback>
                  <p:oleObj name="Equation" r:id="rId11" imgW="812520" imgH="279360" progId="Equation.DSMT4">
                    <p:embed/>
                    <p:pic>
                      <p:nvPicPr>
                        <p:cNvPr id="15" name="Object 1">
                          <a:extLst>
                            <a:ext uri="{FF2B5EF4-FFF2-40B4-BE49-F238E27FC236}">
                              <a16:creationId xmlns:a16="http://schemas.microsoft.com/office/drawing/2014/main" id="{CE7E9D67-C9D6-4C59-9601-40CCB73E79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5883" y="1888805"/>
                          <a:ext cx="808038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">
              <a:extLst>
                <a:ext uri="{FF2B5EF4-FFF2-40B4-BE49-F238E27FC236}">
                  <a16:creationId xmlns:a16="http://schemas.microsoft.com/office/drawing/2014/main" id="{516AAF6F-8BD2-42A0-A075-277B18683D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4895592"/>
                </p:ext>
              </p:extLst>
            </p:nvPr>
          </p:nvGraphicFramePr>
          <p:xfrm>
            <a:off x="3424073" y="1672781"/>
            <a:ext cx="2592388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61" name="Equation" r:id="rId13" imgW="2603160" imgH="736560" progId="Equation.DSMT4">
                    <p:embed/>
                  </p:oleObj>
                </mc:Choice>
                <mc:Fallback>
                  <p:oleObj name="Equation" r:id="rId13" imgW="2603160" imgH="736560" progId="Equation.DSMT4">
                    <p:embed/>
                    <p:pic>
                      <p:nvPicPr>
                        <p:cNvPr id="16" name="Object 2">
                          <a:extLst>
                            <a:ext uri="{FF2B5EF4-FFF2-40B4-BE49-F238E27FC236}">
                              <a16:creationId xmlns:a16="http://schemas.microsoft.com/office/drawing/2014/main" id="{69BAFEDB-0D4E-4CB2-A43B-B5B7C8A6A4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073" y="1672781"/>
                          <a:ext cx="2592388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AB52EDC6-8AEF-4745-ADB2-70CEA36D1D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770976"/>
              </p:ext>
            </p:extLst>
          </p:nvPr>
        </p:nvGraphicFramePr>
        <p:xfrm>
          <a:off x="1388369" y="2388617"/>
          <a:ext cx="51831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62" name="Equation" r:id="rId15" imgW="5206680" imgH="736560" progId="Equation.DSMT4">
                  <p:embed/>
                </p:oleObj>
              </mc:Choice>
              <mc:Fallback>
                <p:oleObj name="Equation" r:id="rId15" imgW="5206680" imgH="736560" progId="Equation.DSMT4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1CCBAB57-EBB9-4A72-9532-0CEB3A09E6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8369" y="2388617"/>
                        <a:ext cx="5183187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AF358356-A24F-43D9-B3AB-05D8BD129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448038"/>
              </p:ext>
            </p:extLst>
          </p:nvPr>
        </p:nvGraphicFramePr>
        <p:xfrm>
          <a:off x="1382713" y="3902075"/>
          <a:ext cx="51958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63" name="Equation" r:id="rId17" imgW="5219640" imgH="736560" progId="Equation.DSMT4">
                  <p:embed/>
                </p:oleObj>
              </mc:Choice>
              <mc:Fallback>
                <p:oleObj name="Equation" r:id="rId17" imgW="5219640" imgH="736560" progId="Equation.DSMT4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A5C02F91-00EC-46B5-B415-0340629F12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713" y="3902075"/>
                        <a:ext cx="5195887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D43BB006-D5A6-4F68-9849-D1091D905B71}"/>
              </a:ext>
            </a:extLst>
          </p:cNvPr>
          <p:cNvGrpSpPr/>
          <p:nvPr/>
        </p:nvGrpSpPr>
        <p:grpSpPr>
          <a:xfrm>
            <a:off x="471151" y="3181129"/>
            <a:ext cx="6405105" cy="723900"/>
            <a:chOff x="755576" y="2567930"/>
            <a:chExt cx="6405105" cy="723900"/>
          </a:xfrm>
        </p:grpSpPr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D1E94E4D-E1AE-4511-BCEC-022EC1A42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576" y="2721224"/>
              <a:ext cx="6405105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当      时，                 得到</a:t>
              </a:r>
            </a:p>
          </p:txBody>
        </p:sp>
        <p:graphicFrame>
          <p:nvGraphicFramePr>
            <p:cNvPr id="18" name="Object 4">
              <a:extLst>
                <a:ext uri="{FF2B5EF4-FFF2-40B4-BE49-F238E27FC236}">
                  <a16:creationId xmlns:a16="http://schemas.microsoft.com/office/drawing/2014/main" id="{794CE18A-DE05-48E1-8A6A-8A20DD3707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7804" y="2567930"/>
            <a:ext cx="2592387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64" name="Equation" r:id="rId19" imgW="2603160" imgH="736560" progId="Equation.DSMT4">
                    <p:embed/>
                  </p:oleObj>
                </mc:Choice>
                <mc:Fallback>
                  <p:oleObj name="Equation" r:id="rId19" imgW="2603160" imgH="736560" progId="Equation.DSMT4">
                    <p:embed/>
                    <p:pic>
                      <p:nvPicPr>
                        <p:cNvPr id="21" name="Object 4">
                          <a:extLst>
                            <a:ext uri="{FF2B5EF4-FFF2-40B4-BE49-F238E27FC236}">
                              <a16:creationId xmlns:a16="http://schemas.microsoft.com/office/drawing/2014/main" id="{45003F92-C5F2-4150-9776-63FB6ADB9B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804" y="2567930"/>
                          <a:ext cx="2592387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3">
              <a:extLst>
                <a:ext uri="{FF2B5EF4-FFF2-40B4-BE49-F238E27FC236}">
                  <a16:creationId xmlns:a16="http://schemas.microsoft.com/office/drawing/2014/main" id="{426E5F77-C2CA-4DAD-8D79-BEB59A306C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7744" y="2787774"/>
            <a:ext cx="808038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765" name="Equation" r:id="rId21" imgW="812520" imgH="279360" progId="Equation.DSMT4">
                    <p:embed/>
                  </p:oleObj>
                </mc:Choice>
                <mc:Fallback>
                  <p:oleObj name="Equation" r:id="rId21" imgW="812520" imgH="279360" progId="Equation.DSMT4">
                    <p:embed/>
                    <p:pic>
                      <p:nvPicPr>
                        <p:cNvPr id="22" name="Object 3">
                          <a:extLst>
                            <a:ext uri="{FF2B5EF4-FFF2-40B4-BE49-F238E27FC236}">
                              <a16:creationId xmlns:a16="http://schemas.microsoft.com/office/drawing/2014/main" id="{11E7DBC5-1083-4113-8439-896F1C6D13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2787774"/>
                          <a:ext cx="808038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46E4E0F-EAA8-43BA-B27F-EE8ADA2A21C4}"/>
              </a:ext>
            </a:extLst>
          </p:cNvPr>
          <p:cNvGrpSpPr/>
          <p:nvPr/>
        </p:nvGrpSpPr>
        <p:grpSpPr>
          <a:xfrm>
            <a:off x="1158396" y="4541861"/>
            <a:ext cx="2725671" cy="526748"/>
            <a:chOff x="595807" y="4549596"/>
            <a:chExt cx="2725671" cy="526748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60DF7CA-22E8-446D-B253-215911090B8F}"/>
                </a:ext>
              </a:extLst>
            </p:cNvPr>
            <p:cNvGrpSpPr/>
            <p:nvPr/>
          </p:nvGrpSpPr>
          <p:grpSpPr>
            <a:xfrm>
              <a:off x="595807" y="4627375"/>
              <a:ext cx="2238114" cy="448969"/>
              <a:chOff x="899592" y="3924000"/>
              <a:chExt cx="2238114" cy="448969"/>
            </a:xfrm>
          </p:grpSpPr>
          <p:sp>
            <p:nvSpPr>
              <p:cNvPr id="23" name="TextBox 69">
                <a:extLst>
                  <a:ext uri="{FF2B5EF4-FFF2-40B4-BE49-F238E27FC236}">
                    <a16:creationId xmlns:a16="http://schemas.microsoft.com/office/drawing/2014/main" id="{DAC5DE73-5ECF-480F-9CBE-5D6C7AC8A7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9592" y="3924000"/>
                <a:ext cx="2238114" cy="4489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综上得       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. </a:t>
                </a:r>
                <a:endPara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  <p:graphicFrame>
            <p:nvGraphicFramePr>
              <p:cNvPr id="24" name="Object 7">
                <a:extLst>
                  <a:ext uri="{FF2B5EF4-FFF2-40B4-BE49-F238E27FC236}">
                    <a16:creationId xmlns:a16="http://schemas.microsoft.com/office/drawing/2014/main" id="{24320351-53BD-432D-84A6-1EE41364E88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40553" y="4001277"/>
              <a:ext cx="1036638" cy="349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2766" name="Equation" r:id="rId23" imgW="1041120" imgH="355320" progId="Equation.DSMT4">
                      <p:embed/>
                    </p:oleObj>
                  </mc:Choice>
                  <mc:Fallback>
                    <p:oleObj name="Equation" r:id="rId23" imgW="1041120" imgH="355320" progId="Equation.DSMT4">
                      <p:embed/>
                      <p:pic>
                        <p:nvPicPr>
                          <p:cNvPr id="25" name="Object 7">
                            <a:extLst>
                              <a:ext uri="{FF2B5EF4-FFF2-40B4-BE49-F238E27FC236}">
                                <a16:creationId xmlns:a16="http://schemas.microsoft.com/office/drawing/2014/main" id="{DC7DA699-CB88-4C47-B093-D406D99A902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40553" y="4001277"/>
                            <a:ext cx="1036638" cy="349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" name="文本框 2">
              <a:extLst>
                <a:ext uri="{FF2B5EF4-FFF2-40B4-BE49-F238E27FC236}">
                  <a16:creationId xmlns:a16="http://schemas.microsoft.com/office/drawing/2014/main" id="{9E1B084A-D722-45AD-AD84-A2F311A32CDB}"/>
                </a:ext>
              </a:extLst>
            </p:cNvPr>
            <p:cNvSpPr txBox="1"/>
            <p:nvPr/>
          </p:nvSpPr>
          <p:spPr>
            <a:xfrm>
              <a:off x="1460806" y="4549596"/>
              <a:ext cx="1860672" cy="504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720000">
                <a:lnSpc>
                  <a:spcPct val="13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endParaRPr>
            </a:p>
          </p:txBody>
        </p:sp>
      </p:grpSp>
      <p:sp>
        <p:nvSpPr>
          <p:cNvPr id="25" name="文本框 2">
            <a:extLst>
              <a:ext uri="{FF2B5EF4-FFF2-40B4-BE49-F238E27FC236}">
                <a16:creationId xmlns:a16="http://schemas.microsoft.com/office/drawing/2014/main" id="{E7B54028-0EFA-4845-A018-C092AEBAA028}"/>
              </a:ext>
            </a:extLst>
          </p:cNvPr>
          <p:cNvSpPr txBox="1"/>
          <p:nvPr/>
        </p:nvSpPr>
        <p:spPr>
          <a:xfrm>
            <a:off x="5151671" y="2464556"/>
            <a:ext cx="1860672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720000">
              <a:lnSpc>
                <a:spcPct val="130000"/>
              </a:lnSpc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883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69">
            <a:extLst>
              <a:ext uri="{FF2B5EF4-FFF2-40B4-BE49-F238E27FC236}">
                <a16:creationId xmlns:a16="http://schemas.microsoft.com/office/drawing/2014/main" id="{C86E6FA9-5694-400D-B4E8-3C368F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19" y="411510"/>
            <a:ext cx="8352925" cy="472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注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罗尔定理的三个条件是结论成立的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充分而非必要条件，</a:t>
            </a:r>
          </a:p>
        </p:txBody>
      </p:sp>
      <p:graphicFrame>
        <p:nvGraphicFramePr>
          <p:cNvPr id="44" name="Object 1">
            <a:extLst>
              <a:ext uri="{FF2B5EF4-FFF2-40B4-BE49-F238E27FC236}">
                <a16:creationId xmlns:a16="http://schemas.microsoft.com/office/drawing/2014/main" id="{286E207F-E4A5-4DBD-8238-31A835C4F1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860088"/>
              </p:ext>
            </p:extLst>
          </p:nvPr>
        </p:nvGraphicFramePr>
        <p:xfrm>
          <a:off x="827584" y="1635646"/>
          <a:ext cx="24161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09" name="Equation" r:id="rId3" imgW="2425680" imgH="863280" progId="Equation.DSMT4">
                  <p:embed/>
                </p:oleObj>
              </mc:Choice>
              <mc:Fallback>
                <p:oleObj name="Equation" r:id="rId3" imgW="2425680" imgH="863280" progId="Equation.DSMT4">
                  <p:embed/>
                  <p:pic>
                    <p:nvPicPr>
                      <p:cNvPr id="15155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635646"/>
                        <a:ext cx="2416175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">
            <a:extLst>
              <a:ext uri="{FF2B5EF4-FFF2-40B4-BE49-F238E27FC236}">
                <a16:creationId xmlns:a16="http://schemas.microsoft.com/office/drawing/2014/main" id="{F8639647-244F-4D96-9608-423E6EAAF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37732"/>
              </p:ext>
            </p:extLst>
          </p:nvPr>
        </p:nvGraphicFramePr>
        <p:xfrm>
          <a:off x="5361037" y="1737976"/>
          <a:ext cx="25050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10" name="Equation" r:id="rId5" imgW="2514600" imgH="431640" progId="Equation.DSMT4">
                  <p:embed/>
                </p:oleObj>
              </mc:Choice>
              <mc:Fallback>
                <p:oleObj name="Equation" r:id="rId5" imgW="2514600" imgH="431640" progId="Equation.DSMT4">
                  <p:embed/>
                  <p:pic>
                    <p:nvPicPr>
                      <p:cNvPr id="1515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1037" y="1737976"/>
                        <a:ext cx="2505075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69119C0-24C2-4C2E-A9AB-356DEAE3EDEC}"/>
              </a:ext>
            </a:extLst>
          </p:cNvPr>
          <p:cNvCxnSpPr>
            <a:cxnSpLocks/>
          </p:cNvCxnSpPr>
          <p:nvPr/>
        </p:nvCxnSpPr>
        <p:spPr>
          <a:xfrm>
            <a:off x="4511418" y="1356696"/>
            <a:ext cx="0" cy="3507854"/>
          </a:xfrm>
          <a:prstGeom prst="line">
            <a:avLst/>
          </a:prstGeom>
          <a:ln w="317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380040C-8D35-4ED6-A3DA-EC9B607E8635}"/>
              </a:ext>
            </a:extLst>
          </p:cNvPr>
          <p:cNvGrpSpPr/>
          <p:nvPr/>
        </p:nvGrpSpPr>
        <p:grpSpPr>
          <a:xfrm>
            <a:off x="1442219" y="2533016"/>
            <a:ext cx="1494687" cy="1552307"/>
            <a:chOff x="1442219" y="2533016"/>
            <a:chExt cx="1494687" cy="1552307"/>
          </a:xfrm>
        </p:grpSpPr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16CF26C9-D9A2-44D9-AA32-C753DFA6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496906" y="3721237"/>
              <a:ext cx="1440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7424FC3-99E3-469D-8082-88DB135CE84F}"/>
                </a:ext>
              </a:extLst>
            </p:cNvPr>
            <p:cNvCxnSpPr/>
            <p:nvPr/>
          </p:nvCxnSpPr>
          <p:spPr>
            <a:xfrm rot="16200000">
              <a:off x="1118426" y="3307101"/>
              <a:ext cx="12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70BFD71D-D03D-46E5-A4B1-FE64A36C0716}"/>
                </a:ext>
              </a:extLst>
            </p:cNvPr>
            <p:cNvCxnSpPr>
              <a:cxnSpLocks/>
              <a:endCxn id="53" idx="3"/>
            </p:cNvCxnSpPr>
            <p:nvPr/>
          </p:nvCxnSpPr>
          <p:spPr>
            <a:xfrm flipV="1">
              <a:off x="1754599" y="3136079"/>
              <a:ext cx="616787" cy="593766"/>
            </a:xfrm>
            <a:prstGeom prst="line">
              <a:avLst/>
            </a:prstGeom>
            <a:ln w="127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AF30F1FE-9C41-47EB-9E3B-4CB424DF3973}"/>
                </a:ext>
              </a:extLst>
            </p:cNvPr>
            <p:cNvCxnSpPr>
              <a:cxnSpLocks/>
            </p:cNvCxnSpPr>
            <p:nvPr/>
          </p:nvCxnSpPr>
          <p:spPr>
            <a:xfrm>
              <a:off x="2390669" y="3078994"/>
              <a:ext cx="0" cy="642243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3D9CF972-1034-4808-9A0E-BA3CF27554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60842" y="3074623"/>
              <a:ext cx="72000" cy="72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C53E3E3-593F-4521-B0DC-B3031B4258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52268" y="3673929"/>
              <a:ext cx="72000" cy="72000"/>
            </a:xfrm>
            <a:prstGeom prst="ellipse">
              <a:avLst/>
            </a:prstGeom>
            <a:solidFill>
              <a:srgbClr val="0064FF"/>
            </a:solidFill>
            <a:ln w="9525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TextBox 17">
              <a:extLst>
                <a:ext uri="{FF2B5EF4-FFF2-40B4-BE49-F238E27FC236}">
                  <a16:creationId xmlns:a16="http://schemas.microsoft.com/office/drawing/2014/main" id="{30778446-F523-480C-82DF-E04375E37FA5}"/>
                </a:ext>
              </a:extLst>
            </p:cNvPr>
            <p:cNvSpPr txBox="1"/>
            <p:nvPr/>
          </p:nvSpPr>
          <p:spPr>
            <a:xfrm>
              <a:off x="1442219" y="2533016"/>
              <a:ext cx="216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y</a:t>
              </a: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19">
              <a:extLst>
                <a:ext uri="{FF2B5EF4-FFF2-40B4-BE49-F238E27FC236}">
                  <a16:creationId xmlns:a16="http://schemas.microsoft.com/office/drawing/2014/main" id="{3D48CD6A-CE0E-46CF-9AA1-15C45EB53316}"/>
                </a:ext>
              </a:extLst>
            </p:cNvPr>
            <p:cNvSpPr txBox="1"/>
            <p:nvPr/>
          </p:nvSpPr>
          <p:spPr>
            <a:xfrm>
              <a:off x="1445477" y="3640207"/>
              <a:ext cx="216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O</a:t>
              </a: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20">
              <a:extLst>
                <a:ext uri="{FF2B5EF4-FFF2-40B4-BE49-F238E27FC236}">
                  <a16:creationId xmlns:a16="http://schemas.microsoft.com/office/drawing/2014/main" id="{1FBC9310-BEE7-43E2-9774-5F337E82AD55}"/>
                </a:ext>
              </a:extLst>
            </p:cNvPr>
            <p:cNvSpPr txBox="1"/>
            <p:nvPr/>
          </p:nvSpPr>
          <p:spPr>
            <a:xfrm>
              <a:off x="2244256" y="3747845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1</a:t>
              </a:r>
              <a:endPara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21">
              <a:extLst>
                <a:ext uri="{FF2B5EF4-FFF2-40B4-BE49-F238E27FC236}">
                  <a16:creationId xmlns:a16="http://schemas.microsoft.com/office/drawing/2014/main" id="{ED236FA7-2745-4417-9D82-CA3DC800492C}"/>
                </a:ext>
              </a:extLst>
            </p:cNvPr>
            <p:cNvSpPr txBox="1"/>
            <p:nvPr/>
          </p:nvSpPr>
          <p:spPr>
            <a:xfrm>
              <a:off x="2648874" y="3685213"/>
              <a:ext cx="216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x</a:t>
              </a: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749E3BA-CD0C-4DD8-8AE4-102A816C133F}"/>
              </a:ext>
            </a:extLst>
          </p:cNvPr>
          <p:cNvGrpSpPr/>
          <p:nvPr/>
        </p:nvGrpSpPr>
        <p:grpSpPr>
          <a:xfrm>
            <a:off x="5551645" y="2598446"/>
            <a:ext cx="2314467" cy="1338655"/>
            <a:chOff x="5561856" y="2762513"/>
            <a:chExt cx="2314467" cy="1338655"/>
          </a:xfrm>
        </p:grpSpPr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6EAB4B82-D06B-4770-A7C2-B1815A3C14C6}"/>
                </a:ext>
              </a:extLst>
            </p:cNvPr>
            <p:cNvCxnSpPr/>
            <p:nvPr/>
          </p:nvCxnSpPr>
          <p:spPr>
            <a:xfrm>
              <a:off x="5561856" y="3806649"/>
              <a:ext cx="230425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5FF33FF7-B275-48EC-8173-F26391179A96}"/>
                </a:ext>
              </a:extLst>
            </p:cNvPr>
            <p:cNvCxnSpPr/>
            <p:nvPr/>
          </p:nvCxnSpPr>
          <p:spPr>
            <a:xfrm rot="16200000">
              <a:off x="6047632" y="3392513"/>
              <a:ext cx="1260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49CEA167-95EE-4005-BA8A-2011551C0FCE}"/>
                </a:ext>
              </a:extLst>
            </p:cNvPr>
            <p:cNvCxnSpPr/>
            <p:nvPr/>
          </p:nvCxnSpPr>
          <p:spPr>
            <a:xfrm flipV="1">
              <a:off x="6677632" y="3164406"/>
              <a:ext cx="642243" cy="642243"/>
            </a:xfrm>
            <a:prstGeom prst="line">
              <a:avLst/>
            </a:prstGeom>
            <a:ln w="127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76DF7B68-19A7-4CB6-ACD8-333F952FB248}"/>
                </a:ext>
              </a:extLst>
            </p:cNvPr>
            <p:cNvCxnSpPr/>
            <p:nvPr/>
          </p:nvCxnSpPr>
          <p:spPr>
            <a:xfrm>
              <a:off x="7319875" y="3164406"/>
              <a:ext cx="0" cy="642243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99E8BB58-1BC7-4210-9CEA-7BFFE41E8C40}"/>
                </a:ext>
              </a:extLst>
            </p:cNvPr>
            <p:cNvCxnSpPr/>
            <p:nvPr/>
          </p:nvCxnSpPr>
          <p:spPr>
            <a:xfrm rot="5400000" flipV="1">
              <a:off x="6029744" y="3162580"/>
              <a:ext cx="642243" cy="642243"/>
            </a:xfrm>
            <a:prstGeom prst="line">
              <a:avLst/>
            </a:prstGeom>
            <a:ln w="127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19B03502-E2F9-44E7-9EC2-32BF4162BD4F}"/>
                </a:ext>
              </a:extLst>
            </p:cNvPr>
            <p:cNvCxnSpPr/>
            <p:nvPr/>
          </p:nvCxnSpPr>
          <p:spPr>
            <a:xfrm>
              <a:off x="6029744" y="3162580"/>
              <a:ext cx="0" cy="642243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3281F57-970F-4C28-9278-A2AFA9FB38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7038617"/>
                </p:ext>
              </p:extLst>
            </p:nvPr>
          </p:nvGraphicFramePr>
          <p:xfrm>
            <a:off x="6343037" y="2799717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11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43037" y="2799717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对象 79">
              <a:extLst>
                <a:ext uri="{FF2B5EF4-FFF2-40B4-BE49-F238E27FC236}">
                  <a16:creationId xmlns:a16="http://schemas.microsoft.com/office/drawing/2014/main" id="{05CAED8B-32ED-43B6-80FC-2DE24430AD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6421872"/>
                </p:ext>
              </p:extLst>
            </p:nvPr>
          </p:nvGraphicFramePr>
          <p:xfrm>
            <a:off x="7698523" y="3885268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12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33281F57-970F-4C28-9278-A2AFA9FB38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698523" y="3885268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355DC33-8231-40C6-8C65-50DAA1A5E3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5020266"/>
                </p:ext>
              </p:extLst>
            </p:nvPr>
          </p:nvGraphicFramePr>
          <p:xfrm>
            <a:off x="6383564" y="3859868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13" name="Equation" r:id="rId11" imgW="228600" imgH="241200" progId="Equation.DSMT4">
                    <p:embed/>
                  </p:oleObj>
                </mc:Choice>
                <mc:Fallback>
                  <p:oleObj name="Equation" r:id="rId11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383564" y="3859868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3DC9AB2-0EB3-4CA6-9A8B-88186BAFB1AE}"/>
              </a:ext>
            </a:extLst>
          </p:cNvPr>
          <p:cNvGrpSpPr/>
          <p:nvPr/>
        </p:nvGrpSpPr>
        <p:grpSpPr>
          <a:xfrm>
            <a:off x="349250" y="4192004"/>
            <a:ext cx="3523589" cy="461665"/>
            <a:chOff x="349250" y="4192004"/>
            <a:chExt cx="3523589" cy="46166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1736B5A-F853-4848-B631-8931C8D0DB21}"/>
                </a:ext>
              </a:extLst>
            </p:cNvPr>
            <p:cNvSpPr/>
            <p:nvPr/>
          </p:nvSpPr>
          <p:spPr>
            <a:xfrm>
              <a:off x="2432842" y="4192004"/>
              <a:ext cx="1439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sym typeface="+mn-ea"/>
                </a:rPr>
                <a:t>不存在</a:t>
              </a:r>
              <a:r>
                <a:rPr lang="en-US" altLang="zh-CN" sz="2400" b="1" dirty="0">
                  <a:solidFill>
                    <a:srgbClr val="FF0000"/>
                  </a:solidFill>
                  <a:sym typeface="+mn-ea"/>
                </a:rPr>
                <a:t>.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916430E-F6BA-44EC-BE2D-D20A7EE1B2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4499382"/>
                </p:ext>
              </p:extLst>
            </p:nvPr>
          </p:nvGraphicFramePr>
          <p:xfrm>
            <a:off x="349250" y="4249738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14" name="Equation" r:id="rId13" imgW="1815840" imgH="342720" progId="Equation.DSMT4">
                    <p:embed/>
                  </p:oleObj>
                </mc:Choice>
                <mc:Fallback>
                  <p:oleObj name="Equation" r:id="rId13" imgW="1815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49250" y="4249738"/>
                          <a:ext cx="1816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086090D-D939-486E-818B-9DE57F64DD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8911713"/>
                </p:ext>
              </p:extLst>
            </p:nvPr>
          </p:nvGraphicFramePr>
          <p:xfrm>
            <a:off x="2189163" y="4264025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15" name="Equation" r:id="rId15" imgW="203040" imgH="330120" progId="Equation.DSMT4">
                    <p:embed/>
                  </p:oleObj>
                </mc:Choice>
                <mc:Fallback>
                  <p:oleObj name="Equation" r:id="rId15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189163" y="4264025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" name="矩形 86">
            <a:extLst>
              <a:ext uri="{FF2B5EF4-FFF2-40B4-BE49-F238E27FC236}">
                <a16:creationId xmlns:a16="http://schemas.microsoft.com/office/drawing/2014/main" id="{63E4C1C2-0A44-496E-AD90-F45DED77AF6C}"/>
              </a:ext>
            </a:extLst>
          </p:cNvPr>
          <p:cNvSpPr/>
          <p:nvPr/>
        </p:nvSpPr>
        <p:spPr>
          <a:xfrm>
            <a:off x="899206" y="124648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例如</a:t>
            </a:r>
            <a:endParaRPr lang="zh-CN" altLang="en-US" sz="24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5EC9C6C-3365-4769-80E3-E8A2604AF1A1}"/>
              </a:ext>
            </a:extLst>
          </p:cNvPr>
          <p:cNvGrpSpPr/>
          <p:nvPr/>
        </p:nvGrpSpPr>
        <p:grpSpPr>
          <a:xfrm>
            <a:off x="5106988" y="4185592"/>
            <a:ext cx="3642673" cy="461665"/>
            <a:chOff x="5106988" y="4185592"/>
            <a:chExt cx="3642673" cy="461665"/>
          </a:xfrm>
        </p:grpSpPr>
        <p:graphicFrame>
          <p:nvGraphicFramePr>
            <p:cNvPr id="84" name="对象 83">
              <a:extLst>
                <a:ext uri="{FF2B5EF4-FFF2-40B4-BE49-F238E27FC236}">
                  <a16:creationId xmlns:a16="http://schemas.microsoft.com/office/drawing/2014/main" id="{00A53D57-2A78-4048-8649-670113167A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7838720"/>
                </p:ext>
              </p:extLst>
            </p:nvPr>
          </p:nvGraphicFramePr>
          <p:xfrm>
            <a:off x="5106988" y="4268788"/>
            <a:ext cx="1854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16" name="Equation" r:id="rId17" imgW="1854000" imgH="342720" progId="Equation.DSMT4">
                    <p:embed/>
                  </p:oleObj>
                </mc:Choice>
                <mc:Fallback>
                  <p:oleObj name="Equation" r:id="rId17" imgW="185400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C916430E-F6BA-44EC-BE2D-D20A7EE1B2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106988" y="4268788"/>
                          <a:ext cx="1854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E440AE61-C2C7-4B57-AAA6-23939AA24282}"/>
                </a:ext>
              </a:extLst>
            </p:cNvPr>
            <p:cNvSpPr/>
            <p:nvPr/>
          </p:nvSpPr>
          <p:spPr>
            <a:xfrm>
              <a:off x="7309664" y="4185592"/>
              <a:ext cx="1439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sym typeface="+mn-ea"/>
                </a:rPr>
                <a:t>不存在</a:t>
              </a:r>
              <a:r>
                <a:rPr lang="en-US" altLang="zh-CN" sz="2400" b="1" dirty="0">
                  <a:solidFill>
                    <a:srgbClr val="FF0000"/>
                  </a:solidFill>
                  <a:sym typeface="+mn-ea"/>
                </a:rPr>
                <a:t>.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89" name="对象 88">
              <a:extLst>
                <a:ext uri="{FF2B5EF4-FFF2-40B4-BE49-F238E27FC236}">
                  <a16:creationId xmlns:a16="http://schemas.microsoft.com/office/drawing/2014/main" id="{38A3E1C1-8024-4E68-ACBA-2DAA606723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0503337"/>
                </p:ext>
              </p:extLst>
            </p:nvPr>
          </p:nvGraphicFramePr>
          <p:xfrm>
            <a:off x="7065985" y="4257613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17" name="Equation" r:id="rId19" imgW="203040" imgH="330120" progId="Equation.DSMT4">
                    <p:embed/>
                  </p:oleObj>
                </mc:Choice>
                <mc:Fallback>
                  <p:oleObj name="Equation" r:id="rId19" imgW="203040" imgH="3301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086090D-D939-486E-818B-9DE57F64DD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065985" y="4257613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267639"/>
              </p:ext>
            </p:extLst>
          </p:nvPr>
        </p:nvGraphicFramePr>
        <p:xfrm>
          <a:off x="920981" y="819425"/>
          <a:ext cx="22272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204" name="Equation" r:id="rId3" imgW="2234880" imgH="342720" progId="Equation.DSMT4">
                  <p:embed/>
                </p:oleObj>
              </mc:Choice>
              <mc:Fallback>
                <p:oleObj name="Equation" r:id="rId3" imgW="2234880" imgH="342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981" y="819425"/>
                        <a:ext cx="222726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889425"/>
              </p:ext>
            </p:extLst>
          </p:nvPr>
        </p:nvGraphicFramePr>
        <p:xfrm>
          <a:off x="5239404" y="563837"/>
          <a:ext cx="28717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205" name="Equation" r:id="rId5" imgW="2882880" imgH="863280" progId="Equation.DSMT4">
                  <p:embed/>
                </p:oleObj>
              </mc:Choice>
              <mc:Fallback>
                <p:oleObj name="Equation" r:id="rId5" imgW="2882880" imgH="8632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404" y="563837"/>
                        <a:ext cx="2871787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89B2EF4E-46FC-4C44-A555-A9C670F66760}"/>
              </a:ext>
            </a:extLst>
          </p:cNvPr>
          <p:cNvGrpSpPr/>
          <p:nvPr/>
        </p:nvGrpSpPr>
        <p:grpSpPr>
          <a:xfrm>
            <a:off x="1312471" y="1837830"/>
            <a:ext cx="1495333" cy="1302012"/>
            <a:chOff x="1312471" y="1837830"/>
            <a:chExt cx="1495333" cy="1302012"/>
          </a:xfrm>
        </p:grpSpPr>
        <p:cxnSp>
          <p:nvCxnSpPr>
            <p:cNvPr id="23" name="直接箭头连接符 22"/>
            <p:cNvCxnSpPr/>
            <p:nvPr/>
          </p:nvCxnSpPr>
          <p:spPr>
            <a:xfrm>
              <a:off x="1367804" y="2881966"/>
              <a:ext cx="1440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rot="16200000">
              <a:off x="989324" y="2467830"/>
              <a:ext cx="1260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1619324" y="2239723"/>
              <a:ext cx="642243" cy="642243"/>
            </a:xfrm>
            <a:prstGeom prst="line">
              <a:avLst/>
            </a:prstGeom>
            <a:ln w="22225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2261567" y="2239723"/>
              <a:ext cx="0" cy="64224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D7B35BC-F3F9-4672-A709-067D8725B3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9619588"/>
                </p:ext>
              </p:extLst>
            </p:nvPr>
          </p:nvGraphicFramePr>
          <p:xfrm>
            <a:off x="1350571" y="1898320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206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50571" y="1898320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F1970F1-9C3D-4146-AC93-FC576EEF4A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5882450"/>
                </p:ext>
              </p:extLst>
            </p:nvPr>
          </p:nvGraphicFramePr>
          <p:xfrm>
            <a:off x="2603244" y="294934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207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03244" y="294934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0E82DBE-E18B-4AD6-BB96-B94697BD9A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2052736"/>
                </p:ext>
              </p:extLst>
            </p:nvPr>
          </p:nvGraphicFramePr>
          <p:xfrm>
            <a:off x="1312471" y="2896298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208" name="Equation" r:id="rId11" imgW="228600" imgH="241200" progId="Equation.DSMT4">
                    <p:embed/>
                  </p:oleObj>
                </mc:Choice>
                <mc:Fallback>
                  <p:oleObj name="Equation" r:id="rId11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12471" y="2896298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D0676D6-0976-407B-8A8E-FD249098D5D1}"/>
              </a:ext>
            </a:extLst>
          </p:cNvPr>
          <p:cNvGrpSpPr/>
          <p:nvPr/>
        </p:nvGrpSpPr>
        <p:grpSpPr>
          <a:xfrm>
            <a:off x="574054" y="3690962"/>
            <a:ext cx="3376082" cy="461665"/>
            <a:chOff x="574054" y="3690962"/>
            <a:chExt cx="3376082" cy="461665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4F2D4C2-8CBA-4B73-A767-27860C17CA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8971285"/>
                </p:ext>
              </p:extLst>
            </p:nvPr>
          </p:nvGraphicFramePr>
          <p:xfrm>
            <a:off x="574054" y="3750204"/>
            <a:ext cx="1587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209" name="Equation" r:id="rId13" imgW="1587240" imgH="342720" progId="Equation.DSMT4">
                    <p:embed/>
                  </p:oleObj>
                </mc:Choice>
                <mc:Fallback>
                  <p:oleObj name="Equation" r:id="rId13" imgW="1587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74054" y="3750204"/>
                          <a:ext cx="1587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56D0E6AA-A4E7-42E4-98A6-5B2207204031}"/>
                </a:ext>
              </a:extLst>
            </p:cNvPr>
            <p:cNvSpPr/>
            <p:nvPr/>
          </p:nvSpPr>
          <p:spPr>
            <a:xfrm>
              <a:off x="2510139" y="3690962"/>
              <a:ext cx="1439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sym typeface="+mn-ea"/>
                </a:rPr>
                <a:t>不存在</a:t>
              </a:r>
              <a:r>
                <a:rPr lang="en-US" altLang="zh-CN" sz="2400" b="1" dirty="0">
                  <a:solidFill>
                    <a:srgbClr val="FF0000"/>
                  </a:solidFill>
                  <a:sym typeface="+mn-ea"/>
                </a:rPr>
                <a:t>.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60" name="对象 59">
              <a:extLst>
                <a:ext uri="{FF2B5EF4-FFF2-40B4-BE49-F238E27FC236}">
                  <a16:creationId xmlns:a16="http://schemas.microsoft.com/office/drawing/2014/main" id="{DD3F154B-02E7-475C-9A44-B955E1782D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1200117"/>
                </p:ext>
              </p:extLst>
            </p:nvPr>
          </p:nvGraphicFramePr>
          <p:xfrm>
            <a:off x="2266460" y="3762983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210" name="Equation" r:id="rId15" imgW="203040" imgH="330120" progId="Equation.DSMT4">
                    <p:embed/>
                  </p:oleObj>
                </mc:Choice>
                <mc:Fallback>
                  <p:oleObj name="Equation" r:id="rId15" imgW="203040" imgH="3301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086090D-D939-486E-818B-9DE57F64DD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66460" y="3762983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0D60D75-E51C-472E-A975-FE7059099083}"/>
              </a:ext>
            </a:extLst>
          </p:cNvPr>
          <p:cNvGrpSpPr/>
          <p:nvPr/>
        </p:nvGrpSpPr>
        <p:grpSpPr>
          <a:xfrm>
            <a:off x="5656359" y="4323725"/>
            <a:ext cx="1683676" cy="461665"/>
            <a:chOff x="7432515" y="3613987"/>
            <a:chExt cx="1683676" cy="461665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FC717E4-34F0-4AC8-AEB2-B003EB9B847A}"/>
                </a:ext>
              </a:extLst>
            </p:cNvPr>
            <p:cNvSpPr/>
            <p:nvPr/>
          </p:nvSpPr>
          <p:spPr>
            <a:xfrm>
              <a:off x="7676194" y="3613987"/>
              <a:ext cx="1439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sym typeface="+mn-ea"/>
                </a:rPr>
                <a:t>存在</a:t>
              </a:r>
              <a:r>
                <a:rPr lang="en-US" altLang="zh-CN" sz="2400" b="1" dirty="0">
                  <a:solidFill>
                    <a:srgbClr val="FF0000"/>
                  </a:solidFill>
                  <a:sym typeface="+mn-ea"/>
                </a:rPr>
                <a:t>.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62" name="对象 61">
              <a:extLst>
                <a:ext uri="{FF2B5EF4-FFF2-40B4-BE49-F238E27FC236}">
                  <a16:creationId xmlns:a16="http://schemas.microsoft.com/office/drawing/2014/main" id="{E0BB0DB9-8575-40F4-B94A-927AE0CA20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0747030"/>
                </p:ext>
              </p:extLst>
            </p:nvPr>
          </p:nvGraphicFramePr>
          <p:xfrm>
            <a:off x="7432515" y="3686008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211" name="Equation" r:id="rId17" imgW="203040" imgH="330120" progId="Equation.DSMT4">
                    <p:embed/>
                  </p:oleObj>
                </mc:Choice>
                <mc:Fallback>
                  <p:oleObj name="Equation" r:id="rId17" imgW="203040" imgH="3301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086090D-D939-486E-818B-9DE57F64DD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432515" y="3686008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3EA30F23-470B-4DB6-ABCD-360219DA55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222009"/>
              </p:ext>
            </p:extLst>
          </p:nvPr>
        </p:nvGraphicFramePr>
        <p:xfrm>
          <a:off x="5598806" y="3849043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212" name="Equation" r:id="rId18" imgW="1587240" imgH="342720" progId="Equation.DSMT4">
                  <p:embed/>
                </p:oleObj>
              </mc:Choice>
              <mc:Fallback>
                <p:oleObj name="Equation" r:id="rId18" imgW="158724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4F2D4C2-8CBA-4B73-A767-27860C17CA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98806" y="3849043"/>
                        <a:ext cx="158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FB3FC8CC-E086-4CCB-B077-264B5DCBA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837378"/>
              </p:ext>
            </p:extLst>
          </p:nvPr>
        </p:nvGraphicFramePr>
        <p:xfrm>
          <a:off x="5579299" y="3374361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213" name="Equation" r:id="rId19" imgW="1815840" imgH="342720" progId="Equation.DSMT4">
                  <p:embed/>
                </p:oleObj>
              </mc:Choice>
              <mc:Fallback>
                <p:oleObj name="Equation" r:id="rId19" imgW="181584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916430E-F6BA-44EC-BE2D-D20A7EE1B2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79299" y="3374361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494FF0E-7CCF-4FD1-96F9-6B6E5919D438}"/>
              </a:ext>
            </a:extLst>
          </p:cNvPr>
          <p:cNvCxnSpPr>
            <a:cxnSpLocks/>
          </p:cNvCxnSpPr>
          <p:nvPr/>
        </p:nvCxnSpPr>
        <p:spPr>
          <a:xfrm>
            <a:off x="4511418" y="267494"/>
            <a:ext cx="0" cy="4876006"/>
          </a:xfrm>
          <a:prstGeom prst="line">
            <a:avLst/>
          </a:prstGeom>
          <a:ln w="317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40C4BE7F-5892-4D6A-8373-6B7DCD4197A4}"/>
              </a:ext>
            </a:extLst>
          </p:cNvPr>
          <p:cNvGrpSpPr/>
          <p:nvPr/>
        </p:nvGrpSpPr>
        <p:grpSpPr>
          <a:xfrm>
            <a:off x="5598806" y="1707654"/>
            <a:ext cx="2304256" cy="1415612"/>
            <a:chOff x="5598806" y="1707654"/>
            <a:chExt cx="2304256" cy="1415612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FA63414F-6210-48FE-997F-64EC6798F9AB}"/>
                </a:ext>
              </a:extLst>
            </p:cNvPr>
            <p:cNvGrpSpPr/>
            <p:nvPr/>
          </p:nvGrpSpPr>
          <p:grpSpPr>
            <a:xfrm>
              <a:off x="5598806" y="1707654"/>
              <a:ext cx="2304256" cy="1415612"/>
              <a:chOff x="5598806" y="1707654"/>
              <a:chExt cx="2304256" cy="1415612"/>
            </a:xfrm>
          </p:grpSpPr>
          <p:cxnSp>
            <p:nvCxnSpPr>
              <p:cNvPr id="49" name="直接箭头连接符 48"/>
              <p:cNvCxnSpPr/>
              <p:nvPr/>
            </p:nvCxnSpPr>
            <p:spPr>
              <a:xfrm>
                <a:off x="5598806" y="2855265"/>
                <a:ext cx="23042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cxnSpLocks/>
              </p:cNvCxnSpPr>
              <p:nvPr/>
            </p:nvCxnSpPr>
            <p:spPr>
              <a:xfrm flipV="1">
                <a:off x="6030854" y="1707654"/>
                <a:ext cx="0" cy="136347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7356825" y="2213022"/>
                <a:ext cx="0" cy="64224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椭圆 62"/>
              <p:cNvSpPr>
                <a:spLocks noChangeAspect="1"/>
              </p:cNvSpPr>
              <p:nvPr/>
            </p:nvSpPr>
            <p:spPr>
              <a:xfrm>
                <a:off x="7326998" y="2187432"/>
                <a:ext cx="72000" cy="72000"/>
              </a:xfrm>
              <a:prstGeom prst="ellipse">
                <a:avLst/>
              </a:prstGeom>
              <a:solidFill>
                <a:srgbClr val="0064FF"/>
              </a:solidFill>
              <a:ln w="9525"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任意多边形 68"/>
              <p:cNvSpPr/>
              <p:nvPr/>
            </p:nvSpPr>
            <p:spPr>
              <a:xfrm>
                <a:off x="6030919" y="2209224"/>
                <a:ext cx="1326147" cy="643467"/>
              </a:xfrm>
              <a:custGeom>
                <a:avLst/>
                <a:gdLst>
                  <a:gd name="connsiteX0" fmla="*/ 0 w 1326147"/>
                  <a:gd name="connsiteY0" fmla="*/ 643467 h 643467"/>
                  <a:gd name="connsiteX1" fmla="*/ 668421 w 1326147"/>
                  <a:gd name="connsiteY1" fmla="*/ 0 h 643467"/>
                  <a:gd name="connsiteX2" fmla="*/ 1326147 w 1326147"/>
                  <a:gd name="connsiteY2" fmla="*/ 643467 h 643467"/>
                  <a:gd name="connsiteX3" fmla="*/ 1326147 w 1326147"/>
                  <a:gd name="connsiteY3" fmla="*/ 643467 h 643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6147" h="643467">
                    <a:moveTo>
                      <a:pt x="0" y="643467"/>
                    </a:moveTo>
                    <a:cubicBezTo>
                      <a:pt x="223698" y="321733"/>
                      <a:pt x="447397" y="0"/>
                      <a:pt x="668421" y="0"/>
                    </a:cubicBezTo>
                    <a:cubicBezTo>
                      <a:pt x="889445" y="0"/>
                      <a:pt x="1326147" y="643467"/>
                      <a:pt x="1326147" y="643467"/>
                    </a:cubicBezTo>
                    <a:lnTo>
                      <a:pt x="1326147" y="643467"/>
                    </a:lnTo>
                  </a:path>
                </a:pathLst>
              </a:custGeom>
              <a:ln w="22225">
                <a:solidFill>
                  <a:srgbClr val="0064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B8E908FB-3748-439B-87DF-B44131FFEC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23399" y="2823063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55" name="对象 54">
                <a:extLst>
                  <a:ext uri="{FF2B5EF4-FFF2-40B4-BE49-F238E27FC236}">
                    <a16:creationId xmlns:a16="http://schemas.microsoft.com/office/drawing/2014/main" id="{7B90CCC8-A152-467B-BE04-B6803D7427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3614585"/>
                  </p:ext>
                </p:extLst>
              </p:nvPr>
            </p:nvGraphicFramePr>
            <p:xfrm>
              <a:off x="5724000" y="2881966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214" name="Equation" r:id="rId21" imgW="228600" imgH="241200" progId="Equation.DSMT4">
                      <p:embed/>
                    </p:oleObj>
                  </mc:Choice>
                  <mc:Fallback>
                    <p:oleObj name="Equation" r:id="rId21" imgW="228600" imgH="241200" progId="Equation.DSMT4">
                      <p:embed/>
                      <p:pic>
                        <p:nvPicPr>
                          <p:cNvPr id="14" name="对象 13">
                            <a:extLst>
                              <a:ext uri="{FF2B5EF4-FFF2-40B4-BE49-F238E27FC236}">
                                <a16:creationId xmlns:a16="http://schemas.microsoft.com/office/drawing/2014/main" id="{40E82DBE-E18B-4AD6-BB96-B94697BD9A6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724000" y="2881966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对象 56">
                <a:extLst>
                  <a:ext uri="{FF2B5EF4-FFF2-40B4-BE49-F238E27FC236}">
                    <a16:creationId xmlns:a16="http://schemas.microsoft.com/office/drawing/2014/main" id="{8F3DF2F5-1184-40BA-81A3-6A0743475B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7596050"/>
                  </p:ext>
                </p:extLst>
              </p:nvPr>
            </p:nvGraphicFramePr>
            <p:xfrm>
              <a:off x="5719580" y="171718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215" name="Equation" r:id="rId22" imgW="190440" imgH="241200" progId="Equation.DSMT4">
                      <p:embed/>
                    </p:oleObj>
                  </mc:Choice>
                  <mc:Fallback>
                    <p:oleObj name="Equation" r:id="rId22" imgW="190440" imgH="24120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AD7B35BC-F3F9-4672-A709-067D8725B3C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719580" y="171718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" name="对象 57">
                <a:extLst>
                  <a:ext uri="{FF2B5EF4-FFF2-40B4-BE49-F238E27FC236}">
                    <a16:creationId xmlns:a16="http://schemas.microsoft.com/office/drawing/2014/main" id="{770F8480-381C-40D4-BB4A-756E6E0BC1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2095713"/>
                  </p:ext>
                </p:extLst>
              </p:nvPr>
            </p:nvGraphicFramePr>
            <p:xfrm>
              <a:off x="7710610" y="2921698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216" name="Equation" r:id="rId23" imgW="177480" imgH="190440" progId="Equation.DSMT4">
                      <p:embed/>
                    </p:oleObj>
                  </mc:Choice>
                  <mc:Fallback>
                    <p:oleObj name="Equation" r:id="rId23" imgW="177480" imgH="190440" progId="Equation.DSMT4">
                      <p:embed/>
                      <p:pic>
                        <p:nvPicPr>
                          <p:cNvPr id="12" name="对象 11">
                            <a:extLst>
                              <a:ext uri="{FF2B5EF4-FFF2-40B4-BE49-F238E27FC236}">
                                <a16:creationId xmlns:a16="http://schemas.microsoft.com/office/drawing/2014/main" id="{AF1970F1-9C3D-4146-AC93-FC576EEF4AD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7710610" y="2921698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5EF5742-23FA-4ACA-B61A-3B9B7B1B7A95}"/>
                </a:ext>
              </a:extLst>
            </p:cNvPr>
            <p:cNvCxnSpPr>
              <a:cxnSpLocks/>
            </p:cNvCxnSpPr>
            <p:nvPr/>
          </p:nvCxnSpPr>
          <p:spPr>
            <a:xfrm>
              <a:off x="6156176" y="2187432"/>
              <a:ext cx="103013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725563A-11C3-4974-97E7-1E43D8B77345}"/>
              </a:ext>
            </a:extLst>
          </p:cNvPr>
          <p:cNvGrpSpPr/>
          <p:nvPr/>
        </p:nvGrpSpPr>
        <p:grpSpPr>
          <a:xfrm>
            <a:off x="395535" y="113040"/>
            <a:ext cx="8212489" cy="666208"/>
            <a:chOff x="457962" y="930776"/>
            <a:chExt cx="8212489" cy="666208"/>
          </a:xfrm>
        </p:grpSpPr>
        <p:sp>
          <p:nvSpPr>
            <p:cNvPr id="3" name="TextBox 69">
              <a:extLst>
                <a:ext uri="{FF2B5EF4-FFF2-40B4-BE49-F238E27FC236}">
                  <a16:creationId xmlns:a16="http://schemas.microsoft.com/office/drawing/2014/main" id="{988C41DD-7484-4099-9ADE-5D8A27D1D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962" y="930776"/>
              <a:ext cx="8212489" cy="666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1</a:t>
              </a:r>
              <a:r>
                <a:rPr lang="en-US" altLang="zh-CN" sz="2400" b="1" dirty="0">
                  <a:solidFill>
                    <a:srgbClr val="0064FF"/>
                  </a:solidFill>
                  <a:sym typeface="+mn-ea"/>
                </a:rPr>
                <a:t>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验证函数        在     上满足罗尔定理的条件，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4" name="Object 1">
              <a:extLst>
                <a:ext uri="{FF2B5EF4-FFF2-40B4-BE49-F238E27FC236}">
                  <a16:creationId xmlns:a16="http://schemas.microsoft.com/office/drawing/2014/main" id="{D577344C-F779-453C-A4E8-996328EB7A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9843256"/>
                </p:ext>
              </p:extLst>
            </p:nvPr>
          </p:nvGraphicFramePr>
          <p:xfrm>
            <a:off x="3198566" y="1202071"/>
            <a:ext cx="1062037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616" name="Equation" r:id="rId3" imgW="1066680" imgH="342720" progId="Equation.DSMT4">
                    <p:embed/>
                  </p:oleObj>
                </mc:Choice>
                <mc:Fallback>
                  <p:oleObj name="Equation" r:id="rId3" imgW="1066680" imgH="342720" progId="Equation.DSMT4">
                    <p:embed/>
                    <p:pic>
                      <p:nvPicPr>
                        <p:cNvPr id="150529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566" y="1202071"/>
                          <a:ext cx="1062037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3">
              <a:extLst>
                <a:ext uri="{FF2B5EF4-FFF2-40B4-BE49-F238E27FC236}">
                  <a16:creationId xmlns:a16="http://schemas.microsoft.com/office/drawing/2014/main" id="{1C4180FC-7A3E-402F-86EA-B30E3F09B8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6140891"/>
                </p:ext>
              </p:extLst>
            </p:nvPr>
          </p:nvGraphicFramePr>
          <p:xfrm>
            <a:off x="4640773" y="1194135"/>
            <a:ext cx="631825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617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15053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0773" y="1194135"/>
                          <a:ext cx="631825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F70FD244-C42A-4C0E-906E-4FD575E8F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935059"/>
              </p:ext>
            </p:extLst>
          </p:nvPr>
        </p:nvGraphicFramePr>
        <p:xfrm>
          <a:off x="2897188" y="955675"/>
          <a:ext cx="2524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18" name="Equation" r:id="rId7" imgW="253800" imgH="330120" progId="Equation.DSMT4">
                  <p:embed/>
                </p:oleObj>
              </mc:Choice>
              <mc:Fallback>
                <p:oleObj name="Equation" r:id="rId7" imgW="253800" imgH="330120" progId="Equation.DSMT4">
                  <p:embed/>
                  <p:pic>
                    <p:nvPicPr>
                      <p:cNvPr id="150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955675"/>
                        <a:ext cx="252412" cy="3238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D828877-363A-4762-9B6F-5281BFE93611}"/>
              </a:ext>
            </a:extLst>
          </p:cNvPr>
          <p:cNvSpPr/>
          <p:nvPr/>
        </p:nvSpPr>
        <p:spPr>
          <a:xfrm>
            <a:off x="1046034" y="142155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解</a:t>
            </a:r>
            <a:endParaRPr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1E39A1-716F-452E-AE36-59717EFEF7DD}"/>
              </a:ext>
            </a:extLst>
          </p:cNvPr>
          <p:cNvSpPr/>
          <p:nvPr/>
        </p:nvSpPr>
        <p:spPr>
          <a:xfrm>
            <a:off x="1486823" y="142155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由于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AF6625E-3057-45A7-BA6E-978C819D1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190110"/>
              </p:ext>
            </p:extLst>
          </p:nvPr>
        </p:nvGraphicFramePr>
        <p:xfrm>
          <a:off x="2205317" y="1516051"/>
          <a:ext cx="223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19" name="Equation" r:id="rId9" imgW="2234880" imgH="342720" progId="Equation.DSMT4">
                  <p:embed/>
                </p:oleObj>
              </mc:Choice>
              <mc:Fallback>
                <p:oleObj name="Equation" r:id="rId9" imgW="2234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05317" y="1516051"/>
                        <a:ext cx="223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154F82D-93E4-4328-9A53-8ED03EE3C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705685"/>
              </p:ext>
            </p:extLst>
          </p:nvPr>
        </p:nvGraphicFramePr>
        <p:xfrm>
          <a:off x="2205317" y="2027212"/>
          <a:ext cx="232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20" name="Equation" r:id="rId11" imgW="2323800" imgH="342720" progId="Equation.DSMT4">
                  <p:embed/>
                </p:oleObj>
              </mc:Choice>
              <mc:Fallback>
                <p:oleObj name="Equation" r:id="rId11" imgW="232380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AF6625E-3057-45A7-BA6E-978C819D1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05317" y="2027212"/>
                        <a:ext cx="2324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E99052A-2C96-4317-B894-EC3BF961B3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136831"/>
              </p:ext>
            </p:extLst>
          </p:nvPr>
        </p:nvGraphicFramePr>
        <p:xfrm>
          <a:off x="2175470" y="2514103"/>
          <a:ext cx="233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21" name="Equation" r:id="rId13" imgW="2336760" imgH="342720" progId="Equation.DSMT4">
                  <p:embed/>
                </p:oleObj>
              </mc:Choice>
              <mc:Fallback>
                <p:oleObj name="Equation" r:id="rId13" imgW="233676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154F82D-93E4-4328-9A53-8ED03EE3C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75470" y="2514103"/>
                        <a:ext cx="233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BA92264D-B5AE-4EFC-BD12-7F2811B3D277}"/>
              </a:ext>
            </a:extLst>
          </p:cNvPr>
          <p:cNvGrpSpPr/>
          <p:nvPr/>
        </p:nvGrpSpPr>
        <p:grpSpPr>
          <a:xfrm>
            <a:off x="1040031" y="3005412"/>
            <a:ext cx="6340282" cy="461665"/>
            <a:chOff x="1102458" y="3463108"/>
            <a:chExt cx="6340282" cy="461665"/>
          </a:xfrm>
        </p:grpSpPr>
        <p:graphicFrame>
          <p:nvGraphicFramePr>
            <p:cNvPr id="14" name="Object 8">
              <a:extLst>
                <a:ext uri="{FF2B5EF4-FFF2-40B4-BE49-F238E27FC236}">
                  <a16:creationId xmlns:a16="http://schemas.microsoft.com/office/drawing/2014/main" id="{D4AF9A60-9F29-4112-9FDA-D2EBE8B492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3428985"/>
                </p:ext>
              </p:extLst>
            </p:nvPr>
          </p:nvGraphicFramePr>
          <p:xfrm>
            <a:off x="1882634" y="3528772"/>
            <a:ext cx="1062038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622" name="Equation" r:id="rId15" imgW="1066680" imgH="342720" progId="Equation.DSMT4">
                    <p:embed/>
                  </p:oleObj>
                </mc:Choice>
                <mc:Fallback>
                  <p:oleObj name="Equation" r:id="rId15" imgW="1066680" imgH="342720" progId="Equation.DSMT4">
                    <p:embed/>
                    <p:pic>
                      <p:nvPicPr>
                        <p:cNvPr id="15053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634" y="3528772"/>
                          <a:ext cx="1062038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C739E23-0E3A-4063-A264-0B4E73E1FA2A}"/>
                </a:ext>
              </a:extLst>
            </p:cNvPr>
            <p:cNvSpPr/>
            <p:nvPr/>
          </p:nvSpPr>
          <p:spPr>
            <a:xfrm>
              <a:off x="1102458" y="3463108"/>
              <a:ext cx="63402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所以        在     上满足罗尔定理的条件</a:t>
              </a:r>
              <a:r>
                <a:rPr lang="en-US" altLang="zh-CN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17DA80C-BFE4-499B-8519-278148428F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3303905"/>
                </p:ext>
              </p:extLst>
            </p:nvPr>
          </p:nvGraphicFramePr>
          <p:xfrm>
            <a:off x="3412085" y="352884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623" name="Equation" r:id="rId17" imgW="634680" imgH="330120" progId="Equation.DSMT4">
                    <p:embed/>
                  </p:oleObj>
                </mc:Choice>
                <mc:Fallback>
                  <p:oleObj name="Equation" r:id="rId17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412085" y="3528840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FA7DA2A-1CAA-4C95-8E4C-87619B3C546E}"/>
              </a:ext>
            </a:extLst>
          </p:cNvPr>
          <p:cNvGrpSpPr/>
          <p:nvPr/>
        </p:nvGrpSpPr>
        <p:grpSpPr>
          <a:xfrm>
            <a:off x="395536" y="3700456"/>
            <a:ext cx="5688632" cy="706438"/>
            <a:chOff x="864000" y="4227190"/>
            <a:chExt cx="5688632" cy="706438"/>
          </a:xfrm>
        </p:grpSpPr>
        <p:sp>
          <p:nvSpPr>
            <p:cNvPr id="18" name="TextBox 69">
              <a:extLst>
                <a:ext uri="{FF2B5EF4-FFF2-40B4-BE49-F238E27FC236}">
                  <a16:creationId xmlns:a16="http://schemas.microsoft.com/office/drawing/2014/main" id="{820337BF-0D43-4B7B-A677-D04B2FF90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000" y="4371950"/>
              <a:ext cx="5688632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                 ，解得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9" name="Object 10">
              <a:extLst>
                <a:ext uri="{FF2B5EF4-FFF2-40B4-BE49-F238E27FC236}">
                  <a16:creationId xmlns:a16="http://schemas.microsoft.com/office/drawing/2014/main" id="{299D846D-4C2D-41AE-AC27-F5E2EB1085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9712" y="4404518"/>
            <a:ext cx="2541587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624" name="Equation" r:id="rId19" imgW="2552400" imgH="482400" progId="Equation.DSMT4">
                    <p:embed/>
                  </p:oleObj>
                </mc:Choice>
                <mc:Fallback>
                  <p:oleObj name="Equation" r:id="rId19" imgW="2552400" imgH="482400" progId="Equation.DSMT4">
                    <p:embed/>
                    <p:pic>
                      <p:nvPicPr>
                        <p:cNvPr id="15053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4404518"/>
                          <a:ext cx="2541587" cy="471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1">
              <a:extLst>
                <a:ext uri="{FF2B5EF4-FFF2-40B4-BE49-F238E27FC236}">
                  <a16:creationId xmlns:a16="http://schemas.microsoft.com/office/drawing/2014/main" id="{1E25ADBB-02D2-4DEB-A60E-E46F6E7833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0995112"/>
                </p:ext>
              </p:extLst>
            </p:nvPr>
          </p:nvGraphicFramePr>
          <p:xfrm>
            <a:off x="5559425" y="4227190"/>
            <a:ext cx="722313" cy="706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625" name="Equation" r:id="rId21" imgW="723600" imgH="723600" progId="Equation.DSMT4">
                    <p:embed/>
                  </p:oleObj>
                </mc:Choice>
                <mc:Fallback>
                  <p:oleObj name="Equation" r:id="rId21" imgW="723600" imgH="723600" progId="Equation.DSMT4">
                    <p:embed/>
                    <p:pic>
                      <p:nvPicPr>
                        <p:cNvPr id="15053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9425" y="4227190"/>
                          <a:ext cx="722313" cy="706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E3B7EFDE-66D0-48D1-89BA-6988B4C66540}"/>
              </a:ext>
            </a:extLst>
          </p:cNvPr>
          <p:cNvSpPr/>
          <p:nvPr/>
        </p:nvSpPr>
        <p:spPr>
          <a:xfrm>
            <a:off x="323528" y="873074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并求出相应的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600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9F9B13-C2F6-4FAB-B795-74A2A6D2FF2F}"/>
              </a:ext>
            </a:extLst>
          </p:cNvPr>
          <p:cNvSpPr/>
          <p:nvPr/>
        </p:nvSpPr>
        <p:spPr>
          <a:xfrm>
            <a:off x="717128" y="224799"/>
            <a:ext cx="5920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2  </a:t>
            </a:r>
            <a:r>
              <a:rPr lang="zh-CN" altLang="en-US" sz="2400" b="1" dirty="0">
                <a:latin typeface="+mj-ea"/>
                <a:ea typeface="+mj-ea"/>
              </a:rPr>
              <a:t>证明方程           只有一个正根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9B33492D-5984-4CE5-8CBA-2F43165E8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321906"/>
              </p:ext>
            </p:extLst>
          </p:nvPr>
        </p:nvGraphicFramePr>
        <p:xfrm>
          <a:off x="2877368" y="287356"/>
          <a:ext cx="15557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00" name="Equation" r:id="rId3" imgW="1562040" imgH="342720" progId="Equation.DSMT4">
                  <p:embed/>
                </p:oleObj>
              </mc:Choice>
              <mc:Fallback>
                <p:oleObj name="Equation" r:id="rId3" imgW="1562040" imgH="342720" progId="Equation.DSMT4">
                  <p:embed/>
                  <p:pic>
                    <p:nvPicPr>
                      <p:cNvPr id="14950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7368" y="287356"/>
                        <a:ext cx="155575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8D29F0F-B1A0-4242-A25B-2499B0781DB6}"/>
              </a:ext>
            </a:extLst>
          </p:cNvPr>
          <p:cNvSpPr/>
          <p:nvPr/>
        </p:nvSpPr>
        <p:spPr>
          <a:xfrm>
            <a:off x="705391" y="963216"/>
            <a:ext cx="1888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sym typeface="+mn-ea"/>
              </a:rPr>
              <a:t>证 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存在性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)</a:t>
            </a:r>
            <a:endParaRPr lang="zh-CN" altLang="en-US" sz="24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6D99B7D-0476-40F8-A7BE-2C136D892785}"/>
              </a:ext>
            </a:extLst>
          </p:cNvPr>
          <p:cNvGrpSpPr/>
          <p:nvPr/>
        </p:nvGrpSpPr>
        <p:grpSpPr>
          <a:xfrm>
            <a:off x="2517328" y="969762"/>
            <a:ext cx="2427844" cy="461665"/>
            <a:chOff x="2517328" y="969762"/>
            <a:chExt cx="2427844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3581B8A-61AB-4923-89E3-B0C87C6294CE}"/>
                </a:ext>
              </a:extLst>
            </p:cNvPr>
            <p:cNvSpPr/>
            <p:nvPr/>
          </p:nvSpPr>
          <p:spPr>
            <a:xfrm>
              <a:off x="2517328" y="96976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设</a:t>
              </a:r>
              <a:endParaRPr lang="zh-CN" altLang="en-US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E928CA1-BF61-4CB5-B327-097C31D611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64331"/>
                </p:ext>
              </p:extLst>
            </p:nvPr>
          </p:nvGraphicFramePr>
          <p:xfrm>
            <a:off x="2875072" y="969762"/>
            <a:ext cx="2070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801" name="Equation" r:id="rId5" imgW="2070000" imgH="406080" progId="Equation.DSMT4">
                    <p:embed/>
                  </p:oleObj>
                </mc:Choice>
                <mc:Fallback>
                  <p:oleObj name="Equation" r:id="rId5" imgW="20700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75072" y="969762"/>
                          <a:ext cx="2070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AE9FE42-253A-4E6E-B02C-67EA33AD1D13}"/>
              </a:ext>
            </a:extLst>
          </p:cNvPr>
          <p:cNvGrpSpPr/>
          <p:nvPr/>
        </p:nvGrpSpPr>
        <p:grpSpPr>
          <a:xfrm>
            <a:off x="4992914" y="960319"/>
            <a:ext cx="3933126" cy="461665"/>
            <a:chOff x="4992914" y="960319"/>
            <a:chExt cx="3933126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0217E3D-B9B0-4A7B-8968-FAE15545F7AC}"/>
                </a:ext>
              </a:extLst>
            </p:cNvPr>
            <p:cNvSpPr/>
            <p:nvPr/>
          </p:nvSpPr>
          <p:spPr>
            <a:xfrm>
              <a:off x="4992914" y="960319"/>
              <a:ext cx="393312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则     在     上连续，且</a:t>
              </a:r>
              <a:endParaRPr lang="zh-CN" altLang="en-US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3085934-4F84-407C-9EF1-009FE9E0D3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5277507"/>
                </p:ext>
              </p:extLst>
            </p:nvPr>
          </p:nvGraphicFramePr>
          <p:xfrm>
            <a:off x="5469656" y="102727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802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469656" y="102727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3621B49-A863-4080-8AF1-C5CD85623B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4701810"/>
                </p:ext>
              </p:extLst>
            </p:nvPr>
          </p:nvGraphicFramePr>
          <p:xfrm>
            <a:off x="6493544" y="1033627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803" name="Equation" r:id="rId9" imgW="634680" imgH="330120" progId="Equation.DSMT4">
                    <p:embed/>
                  </p:oleObj>
                </mc:Choice>
                <mc:Fallback>
                  <p:oleObj name="Equation" r:id="rId9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93544" y="1033627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8C58E2A0-9144-4986-B66E-1E59E58C5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550494"/>
              </p:ext>
            </p:extLst>
          </p:nvPr>
        </p:nvGraphicFramePr>
        <p:xfrm>
          <a:off x="433900" y="1711181"/>
          <a:ext cx="2330451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04" name="Equation" r:id="rId11" imgW="2336760" imgH="342720" progId="Equation.DSMT4">
                  <p:embed/>
                </p:oleObj>
              </mc:Choice>
              <mc:Fallback>
                <p:oleObj name="Equation" r:id="rId11" imgW="2336760" imgH="342720" progId="Equation.DSMT4">
                  <p:embed/>
                  <p:pic>
                    <p:nvPicPr>
                      <p:cNvPr id="1495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900" y="1711181"/>
                        <a:ext cx="2330451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C9D90B6D-BF66-448A-BA32-FDD047565B24}"/>
              </a:ext>
            </a:extLst>
          </p:cNvPr>
          <p:cNvGrpSpPr/>
          <p:nvPr/>
        </p:nvGrpSpPr>
        <p:grpSpPr>
          <a:xfrm>
            <a:off x="2764351" y="1593417"/>
            <a:ext cx="4865546" cy="461665"/>
            <a:chOff x="2764351" y="1593417"/>
            <a:chExt cx="4865546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FF7E632-F26C-491C-BB8B-EA85355C38D9}"/>
                </a:ext>
              </a:extLst>
            </p:cNvPr>
            <p:cNvSpPr/>
            <p:nvPr/>
          </p:nvSpPr>
          <p:spPr>
            <a:xfrm>
              <a:off x="2764351" y="1593417"/>
              <a:ext cx="48655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sym typeface="+mn-ea"/>
                </a:rPr>
                <a:t>零点定理</a:t>
              </a:r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得，存在        使得</a:t>
              </a:r>
              <a:endParaRPr lang="zh-CN" altLang="en-US" dirty="0"/>
            </a:p>
          </p:txBody>
        </p:sp>
        <p:graphicFrame>
          <p:nvGraphicFramePr>
            <p:cNvPr id="12" name="Object 8">
              <a:extLst>
                <a:ext uri="{FF2B5EF4-FFF2-40B4-BE49-F238E27FC236}">
                  <a16:creationId xmlns:a16="http://schemas.microsoft.com/office/drawing/2014/main" id="{E7C3ACC9-277B-4EFA-90AF-0EDF40E954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0064902"/>
                </p:ext>
              </p:extLst>
            </p:nvPr>
          </p:nvGraphicFramePr>
          <p:xfrm>
            <a:off x="5595714" y="1636311"/>
            <a:ext cx="12192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805" name="Equation" r:id="rId13" imgW="1218960" imgH="380880" progId="Equation.DSMT4">
                    <p:embed/>
                  </p:oleObj>
                </mc:Choice>
                <mc:Fallback>
                  <p:oleObj name="Equation" r:id="rId13" imgW="1218960" imgH="380880" progId="Equation.DSMT4">
                    <p:embed/>
                    <p:pic>
                      <p:nvPicPr>
                        <p:cNvPr id="2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5714" y="1636311"/>
                          <a:ext cx="12192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16">
            <a:extLst>
              <a:ext uri="{FF2B5EF4-FFF2-40B4-BE49-F238E27FC236}">
                <a16:creationId xmlns:a16="http://schemas.microsoft.com/office/drawing/2014/main" id="{EE17E70B-DD34-4795-BAE2-C172C600A6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588155"/>
              </p:ext>
            </p:extLst>
          </p:nvPr>
        </p:nvGraphicFramePr>
        <p:xfrm>
          <a:off x="3509180" y="2287186"/>
          <a:ext cx="12541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06" name="Equation" r:id="rId15" imgW="1257120" imgH="380880" progId="Equation.DSMT4">
                  <p:embed/>
                </p:oleObj>
              </mc:Choice>
              <mc:Fallback>
                <p:oleObj name="Equation" r:id="rId15" imgW="1257120" imgH="380880" progId="Equation.DSMT4">
                  <p:embed/>
                  <p:pic>
                    <p:nvPicPr>
                      <p:cNvPr id="2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180" y="2287186"/>
                        <a:ext cx="1254125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AF80D4F2-5D72-4807-891E-B2EFF68FE62A}"/>
              </a:ext>
            </a:extLst>
          </p:cNvPr>
          <p:cNvGrpSpPr/>
          <p:nvPr/>
        </p:nvGrpSpPr>
        <p:grpSpPr>
          <a:xfrm>
            <a:off x="573112" y="2841615"/>
            <a:ext cx="6480720" cy="461665"/>
            <a:chOff x="573112" y="2841615"/>
            <a:chExt cx="6480720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0638948-EB35-45DA-BEA5-B4AAD7A5BED9}"/>
                </a:ext>
              </a:extLst>
            </p:cNvPr>
            <p:cNvSpPr/>
            <p:nvPr/>
          </p:nvSpPr>
          <p:spPr>
            <a:xfrm>
              <a:off x="573112" y="2841615"/>
              <a:ext cx="64807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sym typeface="+mn-ea"/>
                </a:rPr>
                <a:t>即方程           在       内至少有一个根</a:t>
              </a:r>
              <a:r>
                <a:rPr lang="en-US" altLang="zh-CN" sz="2400" b="1" dirty="0">
                  <a:latin typeface="宋体" panose="02010600030101010101" pitchFamily="2" charset="-122"/>
                  <a:sym typeface="+mn-ea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5" name="Object 1">
              <a:extLst>
                <a:ext uri="{FF2B5EF4-FFF2-40B4-BE49-F238E27FC236}">
                  <a16:creationId xmlns:a16="http://schemas.microsoft.com/office/drawing/2014/main" id="{75C43CB2-8187-486A-84F9-51CD19C725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0783709"/>
                </p:ext>
              </p:extLst>
            </p:nvPr>
          </p:nvGraphicFramePr>
          <p:xfrm>
            <a:off x="1599125" y="2868694"/>
            <a:ext cx="15557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807" name="Equation" r:id="rId3" imgW="1562040" imgH="342720" progId="Equation.DSMT4">
                    <p:embed/>
                  </p:oleObj>
                </mc:Choice>
                <mc:Fallback>
                  <p:oleObj name="Equation" r:id="rId3" imgW="1562040" imgH="342720" progId="Equation.DSMT4">
                    <p:embed/>
                    <p:pic>
                      <p:nvPicPr>
                        <p:cNvPr id="3" name="Object 1">
                          <a:extLst>
                            <a:ext uri="{FF2B5EF4-FFF2-40B4-BE49-F238E27FC236}">
                              <a16:creationId xmlns:a16="http://schemas.microsoft.com/office/drawing/2014/main" id="{9B33492D-5984-4CE5-8CBA-2F43165E8C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9125" y="2868694"/>
                          <a:ext cx="15557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8">
              <a:extLst>
                <a:ext uri="{FF2B5EF4-FFF2-40B4-BE49-F238E27FC236}">
                  <a16:creationId xmlns:a16="http://schemas.microsoft.com/office/drawing/2014/main" id="{FB31244A-B863-412E-AA67-1DC8208256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6502625"/>
                </p:ext>
              </p:extLst>
            </p:nvPr>
          </p:nvGraphicFramePr>
          <p:xfrm>
            <a:off x="3655243" y="2921202"/>
            <a:ext cx="8890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808" name="Equation" r:id="rId17" imgW="888840" imgH="342720" progId="Equation.DSMT4">
                    <p:embed/>
                  </p:oleObj>
                </mc:Choice>
                <mc:Fallback>
                  <p:oleObj name="Equation" r:id="rId17" imgW="888840" imgH="342720" progId="Equation.DSMT4">
                    <p:embed/>
                    <p:pic>
                      <p:nvPicPr>
                        <p:cNvPr id="2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5243" y="2921202"/>
                          <a:ext cx="8890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0835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9"/>
          <p:cNvSpPr txBox="1">
            <a:spLocks noChangeArrowheads="1"/>
          </p:cNvSpPr>
          <p:nvPr/>
        </p:nvSpPr>
        <p:spPr bwMode="auto">
          <a:xfrm>
            <a:off x="323528" y="411510"/>
            <a:ext cx="8640960" cy="527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证明方程           只有一个正根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149505" name="Object 1"/>
          <p:cNvGraphicFramePr>
            <a:graphicFrameLocks noChangeAspect="1"/>
          </p:cNvGraphicFramePr>
          <p:nvPr/>
        </p:nvGraphicFramePr>
        <p:xfrm>
          <a:off x="3016250" y="483518"/>
          <a:ext cx="15557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66" name="Equation" r:id="rId3" imgW="1562040" imgH="342720" progId="Equation.DSMT4">
                  <p:embed/>
                </p:oleObj>
              </mc:Choice>
              <mc:Fallback>
                <p:oleObj name="Equation" r:id="rId3" imgW="1562040" imgH="342720" progId="Equation.DSMT4">
                  <p:embed/>
                  <p:pic>
                    <p:nvPicPr>
                      <p:cNvPr id="14950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483518"/>
                        <a:ext cx="155575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508A7898-E337-4EBB-A5CF-523A134D6882}"/>
              </a:ext>
            </a:extLst>
          </p:cNvPr>
          <p:cNvGrpSpPr/>
          <p:nvPr/>
        </p:nvGrpSpPr>
        <p:grpSpPr>
          <a:xfrm>
            <a:off x="306964" y="1676789"/>
            <a:ext cx="8657523" cy="642868"/>
            <a:chOff x="306964" y="1676789"/>
            <a:chExt cx="8657523" cy="642868"/>
          </a:xfrm>
        </p:grpSpPr>
        <p:sp>
          <p:nvSpPr>
            <p:cNvPr id="18" name="矩形 17"/>
            <p:cNvSpPr/>
            <p:nvPr/>
          </p:nvSpPr>
          <p:spPr>
            <a:xfrm>
              <a:off x="306964" y="1676789"/>
              <a:ext cx="8657523" cy="642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180000"/>
                </a:lnSpc>
                <a:defRPr/>
              </a:pPr>
              <a:r>
                <a:rPr lang="zh-CN" altLang="en-US" sz="2400" b="1" dirty="0">
                  <a:latin typeface="+mn-ea"/>
                  <a:cs typeface="宋体" panose="02010600030101010101" pitchFamily="2" charset="-122"/>
                  <a:sym typeface="+mn-ea"/>
                </a:rPr>
                <a:t>因为    在以  ， 为端点的区间满足罗尔定理条件，所以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14951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6791091"/>
                </p:ext>
              </p:extLst>
            </p:nvPr>
          </p:nvGraphicFramePr>
          <p:xfrm>
            <a:off x="1675117" y="1944891"/>
            <a:ext cx="620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67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14951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5117" y="1944891"/>
                          <a:ext cx="620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16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6180714"/>
                </p:ext>
              </p:extLst>
            </p:nvPr>
          </p:nvGraphicFramePr>
          <p:xfrm>
            <a:off x="2899253" y="1875868"/>
            <a:ext cx="2794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68" name="Equation" r:id="rId7" imgW="279360" imgH="380880" progId="Equation.DSMT4">
                    <p:embed/>
                  </p:oleObj>
                </mc:Choice>
                <mc:Fallback>
                  <p:oleObj name="Equation" r:id="rId7" imgW="279360" imgH="380880" progId="Equation.DSMT4">
                    <p:embed/>
                    <p:pic>
                      <p:nvPicPr>
                        <p:cNvPr id="15361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9253" y="1875868"/>
                          <a:ext cx="2794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0241124"/>
                </p:ext>
              </p:extLst>
            </p:nvPr>
          </p:nvGraphicFramePr>
          <p:xfrm>
            <a:off x="3331301" y="1875868"/>
            <a:ext cx="2413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69" name="Equation" r:id="rId9" imgW="241200" imgH="380880" progId="Equation.DSMT4">
                    <p:embed/>
                  </p:oleObj>
                </mc:Choice>
                <mc:Fallback>
                  <p:oleObj name="Equation" r:id="rId9" imgW="241200" imgH="380880" progId="Equation.DSMT4">
                    <p:embed/>
                    <p:pic>
                      <p:nvPicPr>
                        <p:cNvPr id="17102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1301" y="1875868"/>
                          <a:ext cx="2413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/>
          <p:cNvGrpSpPr/>
          <p:nvPr/>
        </p:nvGrpSpPr>
        <p:grpSpPr>
          <a:xfrm>
            <a:off x="306965" y="3762484"/>
            <a:ext cx="5129131" cy="642868"/>
            <a:chOff x="323528" y="4305146"/>
            <a:chExt cx="5129131" cy="642868"/>
          </a:xfrm>
        </p:grpSpPr>
        <p:sp>
          <p:nvSpPr>
            <p:cNvPr id="19" name="矩形 18"/>
            <p:cNvSpPr/>
            <p:nvPr/>
          </p:nvSpPr>
          <p:spPr>
            <a:xfrm>
              <a:off x="323528" y="4305146"/>
              <a:ext cx="5129131" cy="642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180000"/>
                </a:lnSpc>
                <a:defRPr/>
              </a:pPr>
              <a:r>
                <a:rPr lang="zh-CN" altLang="en-US" sz="2400" b="1" dirty="0">
                  <a:latin typeface="+mn-ea"/>
                  <a:sym typeface="+mn-ea"/>
                </a:rPr>
                <a:t>综上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sym typeface="+mn-ea"/>
                </a:rPr>
                <a:t> </a:t>
              </a:r>
              <a:r>
                <a:rPr lang="zh-CN" altLang="en-US" sz="2400" b="1" dirty="0">
                  <a:latin typeface="+mn-ea"/>
                  <a:cs typeface="宋体" panose="02010600030101010101" pitchFamily="2" charset="-122"/>
                  <a:sym typeface="+mn-ea"/>
                </a:rPr>
                <a:t>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cs typeface="宋体" panose="02010600030101010101" pitchFamily="2" charset="-122"/>
                  <a:sym typeface="+mn-ea"/>
                </a:rPr>
                <a:t>只有一个正根</a:t>
              </a:r>
              <a:r>
                <a:rPr lang="en-US" altLang="zh-CN" sz="2400" b="1" dirty="0">
                  <a:solidFill>
                    <a:srgbClr val="FF0000"/>
                  </a:solidFill>
                  <a:latin typeface="+mn-ea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dirty="0">
                <a:solidFill>
                  <a:srgbClr val="FF0000"/>
                </a:solidFill>
                <a:latin typeface="+mn-ea"/>
              </a:endParaRPr>
            </a:p>
          </p:txBody>
        </p:sp>
        <p:graphicFrame>
          <p:nvGraphicFramePr>
            <p:cNvPr id="171022" name="Object 14"/>
            <p:cNvGraphicFramePr>
              <a:graphicFrameLocks noChangeAspect="1"/>
            </p:cNvGraphicFramePr>
            <p:nvPr/>
          </p:nvGraphicFramePr>
          <p:xfrm>
            <a:off x="1763688" y="4544660"/>
            <a:ext cx="15557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0" name="Equation" r:id="rId11" imgW="1562040" imgH="342720" progId="Equation.DSMT4">
                    <p:embed/>
                  </p:oleObj>
                </mc:Choice>
                <mc:Fallback>
                  <p:oleObj name="Equation" r:id="rId11" imgW="1562040" imgH="342720" progId="Equation.DSMT4">
                    <p:embed/>
                    <p:pic>
                      <p:nvPicPr>
                        <p:cNvPr id="17102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4544660"/>
                          <a:ext cx="15557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BD6460EF-D6F8-466F-8E3F-E60008DCFE44}"/>
              </a:ext>
            </a:extLst>
          </p:cNvPr>
          <p:cNvGrpSpPr/>
          <p:nvPr/>
        </p:nvGrpSpPr>
        <p:grpSpPr>
          <a:xfrm>
            <a:off x="-468560" y="2430878"/>
            <a:ext cx="8362393" cy="642868"/>
            <a:chOff x="-468560" y="2430878"/>
            <a:chExt cx="8362393" cy="642868"/>
          </a:xfrm>
        </p:grpSpPr>
        <p:sp>
          <p:nvSpPr>
            <p:cNvPr id="21" name="矩形 20"/>
            <p:cNvSpPr/>
            <p:nvPr/>
          </p:nvSpPr>
          <p:spPr>
            <a:xfrm>
              <a:off x="-468560" y="2430878"/>
              <a:ext cx="8362393" cy="642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180000"/>
                </a:lnSpc>
                <a:defRPr/>
              </a:pPr>
              <a:r>
                <a:rPr lang="zh-CN" altLang="en-US" sz="2400" b="1" dirty="0">
                  <a:latin typeface="+mn-ea"/>
                  <a:cs typeface="宋体" panose="02010600030101010101" pitchFamily="2" charset="-122"/>
                  <a:sym typeface="+mn-ea"/>
                </a:rPr>
                <a:t> 在   与  之间至少存在一点  ，使                 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2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5121659"/>
                </p:ext>
              </p:extLst>
            </p:nvPr>
          </p:nvGraphicFramePr>
          <p:xfrm>
            <a:off x="4368800" y="2682123"/>
            <a:ext cx="203200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1" name="Equation" r:id="rId13" imgW="203040" imgH="330120" progId="Equation.DSMT4">
                    <p:embed/>
                  </p:oleObj>
                </mc:Choice>
                <mc:Fallback>
                  <p:oleObj name="Equation" r:id="rId13" imgW="203040" imgH="330120" progId="Equation.DSMT4">
                    <p:embed/>
                    <p:pic>
                      <p:nvPicPr>
                        <p:cNvPr id="2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800" y="2682123"/>
                          <a:ext cx="203200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5917344"/>
                </p:ext>
              </p:extLst>
            </p:nvPr>
          </p:nvGraphicFramePr>
          <p:xfrm>
            <a:off x="5175250" y="2706688"/>
            <a:ext cx="1212850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2" name="Equation" r:id="rId15" imgW="1218960" imgH="355320" progId="Equation.DSMT4">
                    <p:embed/>
                  </p:oleObj>
                </mc:Choice>
                <mc:Fallback>
                  <p:oleObj name="Equation" r:id="rId15" imgW="1218960" imgH="355320" progId="Equation.DSMT4">
                    <p:embed/>
                    <p:pic>
                      <p:nvPicPr>
                        <p:cNvPr id="2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5250" y="2706688"/>
                          <a:ext cx="1212850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7526097"/>
                </p:ext>
              </p:extLst>
            </p:nvPr>
          </p:nvGraphicFramePr>
          <p:xfrm>
            <a:off x="827584" y="2655470"/>
            <a:ext cx="2794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3" name="Equation" r:id="rId17" imgW="279360" imgH="380880" progId="Equation.DSMT4">
                    <p:embed/>
                  </p:oleObj>
                </mc:Choice>
                <mc:Fallback>
                  <p:oleObj name="Equation" r:id="rId17" imgW="279360" imgH="380880" progId="Equation.DSMT4">
                    <p:embed/>
                    <p:pic>
                      <p:nvPicPr>
                        <p:cNvPr id="171023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584" y="2655470"/>
                          <a:ext cx="2794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4234999"/>
                </p:ext>
              </p:extLst>
            </p:nvPr>
          </p:nvGraphicFramePr>
          <p:xfrm>
            <a:off x="1512551" y="2655470"/>
            <a:ext cx="2413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4" name="Equation" r:id="rId19" imgW="241200" imgH="380880" progId="Equation.DSMT4">
                    <p:embed/>
                  </p:oleObj>
                </mc:Choice>
                <mc:Fallback>
                  <p:oleObj name="Equation" r:id="rId19" imgW="241200" imgH="380880" progId="Equation.DSMT4">
                    <p:embed/>
                    <p:pic>
                      <p:nvPicPr>
                        <p:cNvPr id="17102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551" y="2655470"/>
                          <a:ext cx="2413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矩形 32"/>
          <p:cNvSpPr/>
          <p:nvPr/>
        </p:nvSpPr>
        <p:spPr>
          <a:xfrm>
            <a:off x="323528" y="1059582"/>
            <a:ext cx="252482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sym typeface="+mn-ea"/>
              </a:rPr>
              <a:t>证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唯一性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)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sym typeface="+mn-ea"/>
              </a:rPr>
              <a:t> 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039274" y="1038316"/>
            <a:ext cx="6777135" cy="757130"/>
            <a:chOff x="2043336" y="1032688"/>
            <a:chExt cx="6777135" cy="757130"/>
          </a:xfrm>
        </p:grpSpPr>
        <p:sp>
          <p:nvSpPr>
            <p:cNvPr id="45" name="矩形 44"/>
            <p:cNvSpPr/>
            <p:nvPr/>
          </p:nvSpPr>
          <p:spPr>
            <a:xfrm>
              <a:off x="2043336" y="1032688"/>
              <a:ext cx="6777135" cy="757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180000"/>
                </a:lnSpc>
                <a:defRPr/>
              </a:pPr>
              <a:r>
                <a:rPr lang="zh-CN" altLang="en-US" sz="2400" b="1" dirty="0">
                  <a:latin typeface="+mn-ea"/>
                  <a:cs typeface="宋体" panose="02010600030101010101" pitchFamily="2" charset="-122"/>
                  <a:sym typeface="+mn-ea"/>
                </a:rPr>
                <a:t>假设另有          使              </a:t>
              </a:r>
              <a:r>
                <a:rPr lang="en-US" altLang="zh-CN" sz="2400" b="1" dirty="0">
                  <a:latin typeface="+mn-ea"/>
                  <a:cs typeface="宋体" panose="02010600030101010101" pitchFamily="2" charset="-122"/>
                  <a:sym typeface="+mn-ea"/>
                </a:rPr>
                <a:t>,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46" name="Object 14"/>
            <p:cNvGraphicFramePr>
              <a:graphicFrameLocks noChangeAspect="1"/>
            </p:cNvGraphicFramePr>
            <p:nvPr/>
          </p:nvGraphicFramePr>
          <p:xfrm>
            <a:off x="4067944" y="1260475"/>
            <a:ext cx="1417638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5" name="Equation" r:id="rId21" imgW="1422360" imgH="380880" progId="Equation.DSMT4">
                    <p:embed/>
                  </p:oleObj>
                </mc:Choice>
                <mc:Fallback>
                  <p:oleObj name="Equation" r:id="rId21" imgW="1422360" imgH="380880" progId="Equation.DSMT4">
                    <p:embed/>
                    <p:pic>
                      <p:nvPicPr>
                        <p:cNvPr id="4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1260475"/>
                          <a:ext cx="1417638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15"/>
            <p:cNvGraphicFramePr>
              <a:graphicFrameLocks noChangeAspect="1"/>
            </p:cNvGraphicFramePr>
            <p:nvPr/>
          </p:nvGraphicFramePr>
          <p:xfrm>
            <a:off x="5796136" y="1281113"/>
            <a:ext cx="2152650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6" name="Equation" r:id="rId23" imgW="2158920" imgH="380880" progId="Equation.DSMT4">
                    <p:embed/>
                  </p:oleObj>
                </mc:Choice>
                <mc:Fallback>
                  <p:oleObj name="Equation" r:id="rId23" imgW="2158920" imgH="380880" progId="Equation.DSMT4">
                    <p:embed/>
                    <p:pic>
                      <p:nvPicPr>
                        <p:cNvPr id="4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6136" y="1281113"/>
                          <a:ext cx="2152650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F36779C-2914-4DDD-94B6-A87C6593CF94}"/>
              </a:ext>
            </a:extLst>
          </p:cNvPr>
          <p:cNvGrpSpPr/>
          <p:nvPr/>
        </p:nvGrpSpPr>
        <p:grpSpPr>
          <a:xfrm>
            <a:off x="329667" y="3042170"/>
            <a:ext cx="6850286" cy="648363"/>
            <a:chOff x="329667" y="3042170"/>
            <a:chExt cx="6850286" cy="648363"/>
          </a:xfrm>
        </p:grpSpPr>
        <p:sp>
          <p:nvSpPr>
            <p:cNvPr id="24" name="矩形 23"/>
            <p:cNvSpPr/>
            <p:nvPr/>
          </p:nvSpPr>
          <p:spPr>
            <a:xfrm>
              <a:off x="4083609" y="3047665"/>
              <a:ext cx="3096344" cy="642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180000"/>
                </a:lnSpc>
                <a:defRPr/>
              </a:pPr>
              <a:r>
                <a:rPr lang="zh-CN" altLang="en-US" sz="2400" b="1" dirty="0">
                  <a:latin typeface="+mn-ea"/>
                  <a:cs typeface="宋体" panose="02010600030101010101" pitchFamily="2" charset="-122"/>
                  <a:sym typeface="+mn-ea"/>
                </a:rPr>
                <a:t>故假设不真</a:t>
              </a:r>
              <a:r>
                <a:rPr lang="en-US" altLang="zh-CN" sz="2400" b="1" dirty="0">
                  <a:latin typeface="+mn-ea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171021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1441669"/>
                </p:ext>
              </p:extLst>
            </p:nvPr>
          </p:nvGraphicFramePr>
          <p:xfrm>
            <a:off x="1470690" y="3269634"/>
            <a:ext cx="2311400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7" name="Equation" r:id="rId25" imgW="2323800" imgH="406080" progId="Equation.DSMT4">
                    <p:embed/>
                  </p:oleObj>
                </mc:Choice>
                <mc:Fallback>
                  <p:oleObj name="Equation" r:id="rId25" imgW="2323800" imgH="406080" progId="Equation.DSMT4">
                    <p:embed/>
                    <p:pic>
                      <p:nvPicPr>
                        <p:cNvPr id="171021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0690" y="3269634"/>
                          <a:ext cx="2311400" cy="398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026F3ED-42BB-4113-A57C-61AF7ADA385E}"/>
                </a:ext>
              </a:extLst>
            </p:cNvPr>
            <p:cNvSpPr/>
            <p:nvPr/>
          </p:nvSpPr>
          <p:spPr>
            <a:xfrm>
              <a:off x="329667" y="3042170"/>
              <a:ext cx="5178437" cy="642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180000"/>
                </a:lnSpc>
                <a:defRPr/>
              </a:pPr>
              <a:r>
                <a:rPr lang="zh-CN" altLang="en-US" sz="2400" b="1" dirty="0">
                  <a:latin typeface="+mn-ea"/>
                </a:rPr>
                <a:t>又                 矛盾，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581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22A3AE-33B9-4EE3-BEF4-4C92E88D2B97}"/>
              </a:ext>
            </a:extLst>
          </p:cNvPr>
          <p:cNvSpPr/>
          <p:nvPr/>
        </p:nvSpPr>
        <p:spPr>
          <a:xfrm>
            <a:off x="17748" y="39282"/>
            <a:ext cx="9108504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         为多项式函数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证明：若               没有实根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则方程          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7D222110-4E0B-45DF-9ADF-6A05F2C06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151770"/>
              </p:ext>
            </p:extLst>
          </p:nvPr>
        </p:nvGraphicFramePr>
        <p:xfrm>
          <a:off x="1745940" y="330037"/>
          <a:ext cx="6080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336" name="Equation" r:id="rId3" imgW="609480" imgH="342720" progId="Equation.DSMT4">
                  <p:embed/>
                </p:oleObj>
              </mc:Choice>
              <mc:Fallback>
                <p:oleObj name="Equation" r:id="rId3" imgW="609480" imgH="342720" progId="Equation.DSMT4">
                  <p:embed/>
                  <p:pic>
                    <p:nvPicPr>
                      <p:cNvPr id="15052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940" y="330037"/>
                        <a:ext cx="6080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F0572C68-A667-4504-A758-A04FBB052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963820"/>
              </p:ext>
            </p:extLst>
          </p:nvPr>
        </p:nvGraphicFramePr>
        <p:xfrm>
          <a:off x="5627429" y="338652"/>
          <a:ext cx="11271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337" name="Equation" r:id="rId5" imgW="1130040" imgH="355320" progId="Equation.DSMT4">
                  <p:embed/>
                </p:oleObj>
              </mc:Choice>
              <mc:Fallback>
                <p:oleObj name="Equation" r:id="rId5" imgW="1130040" imgH="35532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7D222110-4E0B-45DF-9ADF-6A05F2C06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7429" y="338652"/>
                        <a:ext cx="1127125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86C4BDE-1CE6-445D-81EE-235C7DC42F62}"/>
              </a:ext>
            </a:extLst>
          </p:cNvPr>
          <p:cNvSpPr/>
          <p:nvPr/>
        </p:nvSpPr>
        <p:spPr>
          <a:xfrm>
            <a:off x="-342292" y="683139"/>
            <a:ext cx="9108504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至多有一个实根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7037F8C6-8B53-43BE-8FBA-E196B6C32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557215"/>
              </p:ext>
            </p:extLst>
          </p:nvPr>
        </p:nvGraphicFramePr>
        <p:xfrm>
          <a:off x="161764" y="995368"/>
          <a:ext cx="10652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338" name="Equation" r:id="rId7" imgW="1066680" imgH="342720" progId="Equation.DSMT4">
                  <p:embed/>
                </p:oleObj>
              </mc:Choice>
              <mc:Fallback>
                <p:oleObj name="Equation" r:id="rId7" imgW="1066680" imgH="34272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7D222110-4E0B-45DF-9ADF-6A05F2C06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4" y="995368"/>
                        <a:ext cx="10652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87A029B5-F606-4A0F-ADE4-AC10B412C9AA}"/>
              </a:ext>
            </a:extLst>
          </p:cNvPr>
          <p:cNvSpPr/>
          <p:nvPr/>
        </p:nvSpPr>
        <p:spPr>
          <a:xfrm>
            <a:off x="731443" y="181415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证</a:t>
            </a:r>
            <a:endParaRPr lang="zh-CN" altLang="en-US" sz="24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6DA7FFE-1700-4D77-81E8-17FB0BF5A5AA}"/>
              </a:ext>
            </a:extLst>
          </p:cNvPr>
          <p:cNvGrpSpPr/>
          <p:nvPr/>
        </p:nvGrpSpPr>
        <p:grpSpPr>
          <a:xfrm>
            <a:off x="1331640" y="1822007"/>
            <a:ext cx="7452320" cy="461665"/>
            <a:chOff x="1331640" y="1822007"/>
            <a:chExt cx="7452320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BBB21B1-FCB7-4789-856A-88A75C845E6E}"/>
                </a:ext>
              </a:extLst>
            </p:cNvPr>
            <p:cNvSpPr/>
            <p:nvPr/>
          </p:nvSpPr>
          <p:spPr>
            <a:xfrm>
              <a:off x="1331640" y="1822007"/>
              <a:ext cx="74523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反设               有两个实根，设为            不妨设</a:t>
              </a:r>
              <a:endParaRPr lang="zh-CN" altLang="en-US" sz="2400" dirty="0"/>
            </a:p>
          </p:txBody>
        </p:sp>
        <p:graphicFrame>
          <p:nvGraphicFramePr>
            <p:cNvPr id="11" name="Object 1">
              <a:extLst>
                <a:ext uri="{FF2B5EF4-FFF2-40B4-BE49-F238E27FC236}">
                  <a16:creationId xmlns:a16="http://schemas.microsoft.com/office/drawing/2014/main" id="{9031DAA5-4FE9-4D8C-85D4-2A16C60F79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5854164"/>
                </p:ext>
              </p:extLst>
            </p:nvPr>
          </p:nvGraphicFramePr>
          <p:xfrm>
            <a:off x="2063299" y="1884564"/>
            <a:ext cx="10652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39" name="Equation" r:id="rId9" imgW="1066680" imgH="342720" progId="Equation.DSMT4">
                    <p:embed/>
                  </p:oleObj>
                </mc:Choice>
                <mc:Fallback>
                  <p:oleObj name="Equation" r:id="rId9" imgW="1066680" imgH="342720" progId="Equation.DSMT4">
                    <p:embed/>
                    <p:pic>
                      <p:nvPicPr>
                        <p:cNvPr id="6" name="Object 1">
                          <a:extLst>
                            <a:ext uri="{FF2B5EF4-FFF2-40B4-BE49-F238E27FC236}">
                              <a16:creationId xmlns:a16="http://schemas.microsoft.com/office/drawing/2014/main" id="{7037F8C6-8B53-43BE-8FBA-E196B6C324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3299" y="1884564"/>
                          <a:ext cx="10652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">
              <a:extLst>
                <a:ext uri="{FF2B5EF4-FFF2-40B4-BE49-F238E27FC236}">
                  <a16:creationId xmlns:a16="http://schemas.microsoft.com/office/drawing/2014/main" id="{2F25BEE1-475F-4B07-A944-9F0284AC8F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1411248"/>
                </p:ext>
              </p:extLst>
            </p:nvPr>
          </p:nvGraphicFramePr>
          <p:xfrm>
            <a:off x="5724128" y="1858452"/>
            <a:ext cx="723900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0" name="Equation" r:id="rId10" imgW="723600" imgH="380880" progId="Equation.DSMT4">
                    <p:embed/>
                  </p:oleObj>
                </mc:Choice>
                <mc:Fallback>
                  <p:oleObj name="Equation" r:id="rId10" imgW="723600" imgH="380880" progId="Equation.DSMT4">
                    <p:embed/>
                    <p:pic>
                      <p:nvPicPr>
                        <p:cNvPr id="11" name="Object 1">
                          <a:extLst>
                            <a:ext uri="{FF2B5EF4-FFF2-40B4-BE49-F238E27FC236}">
                              <a16:creationId xmlns:a16="http://schemas.microsoft.com/office/drawing/2014/main" id="{9031DAA5-4FE9-4D8C-85D4-2A16C60F79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4128" y="1858452"/>
                          <a:ext cx="723900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">
              <a:extLst>
                <a:ext uri="{FF2B5EF4-FFF2-40B4-BE49-F238E27FC236}">
                  <a16:creationId xmlns:a16="http://schemas.microsoft.com/office/drawing/2014/main" id="{DDD10057-48BF-49BC-8555-39609FBFF5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9797839"/>
                </p:ext>
              </p:extLst>
            </p:nvPr>
          </p:nvGraphicFramePr>
          <p:xfrm>
            <a:off x="7520999" y="1858452"/>
            <a:ext cx="914400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1" name="Equation" r:id="rId12" imgW="914400" imgH="380880" progId="Equation.DSMT4">
                    <p:embed/>
                  </p:oleObj>
                </mc:Choice>
                <mc:Fallback>
                  <p:oleObj name="Equation" r:id="rId12" imgW="914400" imgH="380880" progId="Equation.DSMT4">
                    <p:embed/>
                    <p:pic>
                      <p:nvPicPr>
                        <p:cNvPr id="12" name="Object 1">
                          <a:extLst>
                            <a:ext uri="{FF2B5EF4-FFF2-40B4-BE49-F238E27FC236}">
                              <a16:creationId xmlns:a16="http://schemas.microsoft.com/office/drawing/2014/main" id="{2F25BEE1-475F-4B07-A944-9F0284AC8F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0999" y="1858452"/>
                          <a:ext cx="914400" cy="373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">
            <a:extLst>
              <a:ext uri="{FF2B5EF4-FFF2-40B4-BE49-F238E27FC236}">
                <a16:creationId xmlns:a16="http://schemas.microsoft.com/office/drawing/2014/main" id="{B72D0AC7-F0C4-4A59-8444-EDBF5262E5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736269"/>
              </p:ext>
            </p:extLst>
          </p:nvPr>
        </p:nvGraphicFramePr>
        <p:xfrm>
          <a:off x="141411" y="2565098"/>
          <a:ext cx="220662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342" name="Equation" r:id="rId14" imgW="2209680" imgH="380880" progId="Equation.DSMT4">
                  <p:embed/>
                </p:oleObj>
              </mc:Choice>
              <mc:Fallback>
                <p:oleObj name="Equation" r:id="rId14" imgW="2209680" imgH="380880" progId="Equation.DSMT4">
                  <p:embed/>
                  <p:pic>
                    <p:nvPicPr>
                      <p:cNvPr id="11" name="Object 1">
                        <a:extLst>
                          <a:ext uri="{FF2B5EF4-FFF2-40B4-BE49-F238E27FC236}">
                            <a16:creationId xmlns:a16="http://schemas.microsoft.com/office/drawing/2014/main" id="{9031DAA5-4FE9-4D8C-85D4-2A16C60F79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11" y="2565098"/>
                        <a:ext cx="2206625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C58C13FB-6015-4C03-B329-C89006B2DA78}"/>
              </a:ext>
            </a:extLst>
          </p:cNvPr>
          <p:cNvGrpSpPr/>
          <p:nvPr/>
        </p:nvGrpSpPr>
        <p:grpSpPr>
          <a:xfrm>
            <a:off x="2406336" y="2476496"/>
            <a:ext cx="6377624" cy="461665"/>
            <a:chOff x="2406336" y="2476496"/>
            <a:chExt cx="6377624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3A60A62-7136-476D-9E5D-8BC9FF010112}"/>
                </a:ext>
              </a:extLst>
            </p:cNvPr>
            <p:cNvSpPr/>
            <p:nvPr/>
          </p:nvSpPr>
          <p:spPr>
            <a:xfrm>
              <a:off x="2406336" y="2476496"/>
              <a:ext cx="63776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则         在            上连续，在            内可导，由</a:t>
              </a:r>
              <a:endParaRPr lang="zh-CN" altLang="en-US" sz="2400" dirty="0"/>
            </a:p>
          </p:txBody>
        </p:sp>
        <p:graphicFrame>
          <p:nvGraphicFramePr>
            <p:cNvPr id="16" name="Object 1">
              <a:extLst>
                <a:ext uri="{FF2B5EF4-FFF2-40B4-BE49-F238E27FC236}">
                  <a16:creationId xmlns:a16="http://schemas.microsoft.com/office/drawing/2014/main" id="{82AB0269-BA7D-4583-BA5A-C47A46775C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1058879"/>
                </p:ext>
              </p:extLst>
            </p:nvPr>
          </p:nvGraphicFramePr>
          <p:xfrm>
            <a:off x="2824505" y="2565098"/>
            <a:ext cx="6080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3" name="Equation" r:id="rId16" imgW="609480" imgH="342720" progId="Equation.DSMT4">
                    <p:embed/>
                  </p:oleObj>
                </mc:Choice>
                <mc:Fallback>
                  <p:oleObj name="Equation" r:id="rId16" imgW="609480" imgH="342720" progId="Equation.DSMT4">
                    <p:embed/>
                    <p:pic>
                      <p:nvPicPr>
                        <p:cNvPr id="3" name="Object 1">
                          <a:extLst>
                            <a:ext uri="{FF2B5EF4-FFF2-40B4-BE49-F238E27FC236}">
                              <a16:creationId xmlns:a16="http://schemas.microsoft.com/office/drawing/2014/main" id="{7D222110-4E0B-45DF-9ADF-6A05F2C06E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4505" y="2565098"/>
                          <a:ext cx="6080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">
              <a:extLst>
                <a:ext uri="{FF2B5EF4-FFF2-40B4-BE49-F238E27FC236}">
                  <a16:creationId xmlns:a16="http://schemas.microsoft.com/office/drawing/2014/main" id="{4AC5E436-920C-4DAD-9536-D9A57371D0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151368"/>
                </p:ext>
              </p:extLst>
            </p:nvPr>
          </p:nvGraphicFramePr>
          <p:xfrm>
            <a:off x="3850686" y="2526998"/>
            <a:ext cx="823912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4" name="Equation" r:id="rId17" imgW="825480" imgH="380880" progId="Equation.DSMT4">
                    <p:embed/>
                  </p:oleObj>
                </mc:Choice>
                <mc:Fallback>
                  <p:oleObj name="Equation" r:id="rId17" imgW="825480" imgH="380880" progId="Equation.DSMT4">
                    <p:embed/>
                    <p:pic>
                      <p:nvPicPr>
                        <p:cNvPr id="16" name="Object 1">
                          <a:extLst>
                            <a:ext uri="{FF2B5EF4-FFF2-40B4-BE49-F238E27FC236}">
                              <a16:creationId xmlns:a16="http://schemas.microsoft.com/office/drawing/2014/main" id="{82AB0269-BA7D-4583-BA5A-C47A46775C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0686" y="2526998"/>
                          <a:ext cx="823912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">
              <a:extLst>
                <a:ext uri="{FF2B5EF4-FFF2-40B4-BE49-F238E27FC236}">
                  <a16:creationId xmlns:a16="http://schemas.microsoft.com/office/drawing/2014/main" id="{149E0971-19F9-4F67-BAE7-41F47F9852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1012128"/>
                </p:ext>
              </p:extLst>
            </p:nvPr>
          </p:nvGraphicFramePr>
          <p:xfrm>
            <a:off x="6311900" y="2497138"/>
            <a:ext cx="862013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5" name="Equation" r:id="rId19" imgW="863280" imgH="380880" progId="Equation.DSMT4">
                    <p:embed/>
                  </p:oleObj>
                </mc:Choice>
                <mc:Fallback>
                  <p:oleObj name="Equation" r:id="rId19" imgW="863280" imgH="380880" progId="Equation.DSMT4">
                    <p:embed/>
                    <p:pic>
                      <p:nvPicPr>
                        <p:cNvPr id="17" name="Object 1">
                          <a:extLst>
                            <a:ext uri="{FF2B5EF4-FFF2-40B4-BE49-F238E27FC236}">
                              <a16:creationId xmlns:a16="http://schemas.microsoft.com/office/drawing/2014/main" id="{4AC5E436-920C-4DAD-9536-D9A57371D0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1900" y="2497138"/>
                          <a:ext cx="862013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078EFAA-20FD-4548-9E25-264234E863F5}"/>
              </a:ext>
            </a:extLst>
          </p:cNvPr>
          <p:cNvGrpSpPr/>
          <p:nvPr/>
        </p:nvGrpSpPr>
        <p:grpSpPr>
          <a:xfrm>
            <a:off x="68678" y="3190930"/>
            <a:ext cx="8967817" cy="461665"/>
            <a:chOff x="68678" y="3190930"/>
            <a:chExt cx="8967817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C372749-559B-4111-A6F7-F769565025F0}"/>
                </a:ext>
              </a:extLst>
            </p:cNvPr>
            <p:cNvSpPr/>
            <p:nvPr/>
          </p:nvSpPr>
          <p:spPr>
            <a:xfrm>
              <a:off x="68678" y="3190930"/>
              <a:ext cx="89678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Rolle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定理知，存在                    使得                  与已知条件矛盾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Object 1">
              <a:extLst>
                <a:ext uri="{FF2B5EF4-FFF2-40B4-BE49-F238E27FC236}">
                  <a16:creationId xmlns:a16="http://schemas.microsoft.com/office/drawing/2014/main" id="{4D67E1F7-E2C8-4501-AC72-2FCA56E7F4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8381230"/>
                </p:ext>
              </p:extLst>
            </p:nvPr>
          </p:nvGraphicFramePr>
          <p:xfrm>
            <a:off x="2734811" y="3258761"/>
            <a:ext cx="1395412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6" name="Equation" r:id="rId21" imgW="1396800" imgH="380880" progId="Equation.DSMT4">
                    <p:embed/>
                  </p:oleObj>
                </mc:Choice>
                <mc:Fallback>
                  <p:oleObj name="Equation" r:id="rId21" imgW="1396800" imgH="380880" progId="Equation.DSMT4">
                    <p:embed/>
                    <p:pic>
                      <p:nvPicPr>
                        <p:cNvPr id="11" name="Object 1">
                          <a:extLst>
                            <a:ext uri="{FF2B5EF4-FFF2-40B4-BE49-F238E27FC236}">
                              <a16:creationId xmlns:a16="http://schemas.microsoft.com/office/drawing/2014/main" id="{9031DAA5-4FE9-4D8C-85D4-2A16C60F79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4811" y="3258761"/>
                          <a:ext cx="1395412" cy="373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">
              <a:extLst>
                <a:ext uri="{FF2B5EF4-FFF2-40B4-BE49-F238E27FC236}">
                  <a16:creationId xmlns:a16="http://schemas.microsoft.com/office/drawing/2014/main" id="{8F4A06E2-64CB-45AB-9B45-4709250147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5190461"/>
                </p:ext>
              </p:extLst>
            </p:nvPr>
          </p:nvGraphicFramePr>
          <p:xfrm>
            <a:off x="4919663" y="3246438"/>
            <a:ext cx="121602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47" name="Equation" r:id="rId23" imgW="1218960" imgH="355320" progId="Equation.DSMT4">
                    <p:embed/>
                  </p:oleObj>
                </mc:Choice>
                <mc:Fallback>
                  <p:oleObj name="Equation" r:id="rId23" imgW="1218960" imgH="355320" progId="Equation.DSMT4">
                    <p:embed/>
                    <p:pic>
                      <p:nvPicPr>
                        <p:cNvPr id="4" name="Object 1">
                          <a:extLst>
                            <a:ext uri="{FF2B5EF4-FFF2-40B4-BE49-F238E27FC236}">
                              <a16:creationId xmlns:a16="http://schemas.microsoft.com/office/drawing/2014/main" id="{F0572C68-A667-4504-A758-A04FBB0521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9663" y="3246438"/>
                          <a:ext cx="1216025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5537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22A3AE-33B9-4EE3-BEF4-4C92E88D2B97}"/>
              </a:ext>
            </a:extLst>
          </p:cNvPr>
          <p:cNvSpPr/>
          <p:nvPr/>
        </p:nvSpPr>
        <p:spPr>
          <a:xfrm>
            <a:off x="52809" y="123478"/>
            <a:ext cx="9108504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         在         上可微，且                      又对于         内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7D222110-4E0B-45DF-9ADF-6A05F2C06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452171"/>
              </p:ext>
            </p:extLst>
          </p:nvPr>
        </p:nvGraphicFramePr>
        <p:xfrm>
          <a:off x="1765637" y="409451"/>
          <a:ext cx="6207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6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7D222110-4E0B-45DF-9ADF-6A05F2C06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637" y="409451"/>
                        <a:ext cx="6207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F0572C68-A667-4504-A758-A04FBB052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919052"/>
              </p:ext>
            </p:extLst>
          </p:nvPr>
        </p:nvGraphicFramePr>
        <p:xfrm>
          <a:off x="2832779" y="400323"/>
          <a:ext cx="5572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68" name="Equation" r:id="rId5" imgW="558720" imgH="330120" progId="Equation.DSMT4">
                  <p:embed/>
                </p:oleObj>
              </mc:Choice>
              <mc:Fallback>
                <p:oleObj name="Equation" r:id="rId5" imgW="558720" imgH="330120" progId="Equation.DSMT4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F0572C68-A667-4504-A758-A04FBB0521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779" y="400323"/>
                        <a:ext cx="55721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86C4BDE-1CE6-445D-81EE-235C7DC42F62}"/>
              </a:ext>
            </a:extLst>
          </p:cNvPr>
          <p:cNvSpPr/>
          <p:nvPr/>
        </p:nvSpPr>
        <p:spPr>
          <a:xfrm>
            <a:off x="-428241" y="727360"/>
            <a:ext cx="9108504" cy="659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一切     有               证明：方程               在         内存在唯一实根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7037F8C6-8B53-43BE-8FBA-E196B6C32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135168"/>
              </p:ext>
            </p:extLst>
          </p:nvPr>
        </p:nvGraphicFramePr>
        <p:xfrm>
          <a:off x="917874" y="1035283"/>
          <a:ext cx="2667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69" name="Equation" r:id="rId7" imgW="266400" imgH="253800" progId="Equation.DSMT4">
                  <p:embed/>
                </p:oleObj>
              </mc:Choice>
              <mc:Fallback>
                <p:oleObj name="Equation" r:id="rId7" imgW="266400" imgH="253800" progId="Equation.DSMT4">
                  <p:embed/>
                  <p:pic>
                    <p:nvPicPr>
                      <p:cNvPr id="6" name="Object 1">
                        <a:extLst>
                          <a:ext uri="{FF2B5EF4-FFF2-40B4-BE49-F238E27FC236}">
                            <a16:creationId xmlns:a16="http://schemas.microsoft.com/office/drawing/2014/main" id="{7037F8C6-8B53-43BE-8FBA-E196B6C324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874" y="1035283"/>
                        <a:ext cx="266700" cy="24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87A029B5-F606-4A0F-ADE4-AC10B412C9AA}"/>
              </a:ext>
            </a:extLst>
          </p:cNvPr>
          <p:cNvSpPr/>
          <p:nvPr/>
        </p:nvSpPr>
        <p:spPr>
          <a:xfrm>
            <a:off x="739717" y="153402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证</a:t>
            </a:r>
            <a:endParaRPr lang="zh-CN" altLang="en-US" sz="2400" dirty="0"/>
          </a:p>
        </p:txBody>
      </p:sp>
      <p:graphicFrame>
        <p:nvGraphicFramePr>
          <p:cNvPr id="25" name="Object 1">
            <a:extLst>
              <a:ext uri="{FF2B5EF4-FFF2-40B4-BE49-F238E27FC236}">
                <a16:creationId xmlns:a16="http://schemas.microsoft.com/office/drawing/2014/main" id="{361BB63B-FF80-4149-B8E0-92687BDCB2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018780"/>
              </p:ext>
            </p:extLst>
          </p:nvPr>
        </p:nvGraphicFramePr>
        <p:xfrm>
          <a:off x="5073745" y="420118"/>
          <a:ext cx="15351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70" name="Equation" r:id="rId9" imgW="1536480" imgH="342720" progId="Equation.DSMT4">
                  <p:embed/>
                </p:oleObj>
              </mc:Choice>
              <mc:Fallback>
                <p:oleObj name="Equation" r:id="rId9" imgW="1536480" imgH="342720" progId="Equation.DSMT4">
                  <p:embed/>
                  <p:pic>
                    <p:nvPicPr>
                      <p:cNvPr id="6" name="Object 1">
                        <a:extLst>
                          <a:ext uri="{FF2B5EF4-FFF2-40B4-BE49-F238E27FC236}">
                            <a16:creationId xmlns:a16="http://schemas.microsoft.com/office/drawing/2014/main" id="{7037F8C6-8B53-43BE-8FBA-E196B6C324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745" y="420118"/>
                        <a:ext cx="15351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">
            <a:extLst>
              <a:ext uri="{FF2B5EF4-FFF2-40B4-BE49-F238E27FC236}">
                <a16:creationId xmlns:a16="http://schemas.microsoft.com/office/drawing/2014/main" id="{D9DA1C81-6B78-46D3-8092-430B589EB5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914558"/>
              </p:ext>
            </p:extLst>
          </p:nvPr>
        </p:nvGraphicFramePr>
        <p:xfrm>
          <a:off x="7616248" y="400323"/>
          <a:ext cx="5969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71" name="Equation" r:id="rId11" imgW="596880" imgH="342720" progId="Equation.DSMT4">
                  <p:embed/>
                </p:oleObj>
              </mc:Choice>
              <mc:Fallback>
                <p:oleObj name="Equation" r:id="rId11" imgW="596880" imgH="342720" progId="Equation.DSMT4">
                  <p:embed/>
                  <p:pic>
                    <p:nvPicPr>
                      <p:cNvPr id="25" name="Object 1">
                        <a:extLst>
                          <a:ext uri="{FF2B5EF4-FFF2-40B4-BE49-F238E27FC236}">
                            <a16:creationId xmlns:a16="http://schemas.microsoft.com/office/drawing/2014/main" id="{361BB63B-FF80-4149-B8E0-92687BDCB2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6248" y="400323"/>
                        <a:ext cx="5969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">
            <a:extLst>
              <a:ext uri="{FF2B5EF4-FFF2-40B4-BE49-F238E27FC236}">
                <a16:creationId xmlns:a16="http://schemas.microsoft.com/office/drawing/2014/main" id="{AD383FAA-063D-446C-8B47-BDF0790E9F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740887"/>
              </p:ext>
            </p:extLst>
          </p:nvPr>
        </p:nvGraphicFramePr>
        <p:xfrm>
          <a:off x="1586249" y="1008676"/>
          <a:ext cx="11811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72" name="Equation" r:id="rId13" imgW="1180800" imgH="355320" progId="Equation.DSMT4">
                  <p:embed/>
                </p:oleObj>
              </mc:Choice>
              <mc:Fallback>
                <p:oleObj name="Equation" r:id="rId13" imgW="1180800" imgH="355320" progId="Equation.DSMT4">
                  <p:embed/>
                  <p:pic>
                    <p:nvPicPr>
                      <p:cNvPr id="6" name="Object 1">
                        <a:extLst>
                          <a:ext uri="{FF2B5EF4-FFF2-40B4-BE49-F238E27FC236}">
                            <a16:creationId xmlns:a16="http://schemas.microsoft.com/office/drawing/2014/main" id="{7037F8C6-8B53-43BE-8FBA-E196B6C324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6249" y="1008676"/>
                        <a:ext cx="1181100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">
            <a:extLst>
              <a:ext uri="{FF2B5EF4-FFF2-40B4-BE49-F238E27FC236}">
                <a16:creationId xmlns:a16="http://schemas.microsoft.com/office/drawing/2014/main" id="{2F6969BD-049F-4252-9CCC-8C7AE66919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088655"/>
              </p:ext>
            </p:extLst>
          </p:nvPr>
        </p:nvGraphicFramePr>
        <p:xfrm>
          <a:off x="4318242" y="982896"/>
          <a:ext cx="10922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73" name="Equation" r:id="rId15" imgW="1091880" imgH="342720" progId="Equation.DSMT4">
                  <p:embed/>
                </p:oleObj>
              </mc:Choice>
              <mc:Fallback>
                <p:oleObj name="Equation" r:id="rId15" imgW="1091880" imgH="342720" progId="Equation.DSMT4">
                  <p:embed/>
                  <p:pic>
                    <p:nvPicPr>
                      <p:cNvPr id="27" name="Object 1">
                        <a:extLst>
                          <a:ext uri="{FF2B5EF4-FFF2-40B4-BE49-F238E27FC236}">
                            <a16:creationId xmlns:a16="http://schemas.microsoft.com/office/drawing/2014/main" id="{AD383FAA-063D-446C-8B47-BDF0790E9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242" y="982896"/>
                        <a:ext cx="10922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">
            <a:extLst>
              <a:ext uri="{FF2B5EF4-FFF2-40B4-BE49-F238E27FC236}">
                <a16:creationId xmlns:a16="http://schemas.microsoft.com/office/drawing/2014/main" id="{1CEDABB9-A9ED-47AD-B239-52EA6B9A2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832986"/>
              </p:ext>
            </p:extLst>
          </p:nvPr>
        </p:nvGraphicFramePr>
        <p:xfrm>
          <a:off x="5769070" y="995148"/>
          <a:ext cx="5969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74" name="Equation" r:id="rId17" imgW="596880" imgH="342720" progId="Equation.DSMT4">
                  <p:embed/>
                </p:oleObj>
              </mc:Choice>
              <mc:Fallback>
                <p:oleObj name="Equation" r:id="rId17" imgW="596880" imgH="342720" progId="Equation.DSMT4">
                  <p:embed/>
                  <p:pic>
                    <p:nvPicPr>
                      <p:cNvPr id="26" name="Object 1">
                        <a:extLst>
                          <a:ext uri="{FF2B5EF4-FFF2-40B4-BE49-F238E27FC236}">
                            <a16:creationId xmlns:a16="http://schemas.microsoft.com/office/drawing/2014/main" id="{D9DA1C81-6B78-46D3-8092-430B589EB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9070" y="995148"/>
                        <a:ext cx="5969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12A5805E-C512-442B-9639-1CDD3B95FE3A}"/>
              </a:ext>
            </a:extLst>
          </p:cNvPr>
          <p:cNvSpPr/>
          <p:nvPr/>
        </p:nvSpPr>
        <p:spPr>
          <a:xfrm>
            <a:off x="563228" y="1331698"/>
            <a:ext cx="1957337" cy="642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存在性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sym typeface="Wingdings" pitchFamily="2" charset="2"/>
              </a:rPr>
              <a:t>)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sym typeface="+mn-ea"/>
              </a:rPr>
              <a:t> 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9E01B27-84D5-4383-9EEA-8C982B13901D}"/>
              </a:ext>
            </a:extLst>
          </p:cNvPr>
          <p:cNvGrpSpPr/>
          <p:nvPr/>
        </p:nvGrpSpPr>
        <p:grpSpPr>
          <a:xfrm>
            <a:off x="1962636" y="1510459"/>
            <a:ext cx="6250512" cy="448969"/>
            <a:chOff x="1954362" y="1726483"/>
            <a:chExt cx="6250512" cy="448969"/>
          </a:xfrm>
        </p:grpSpPr>
        <p:sp>
          <p:nvSpPr>
            <p:cNvPr id="31" name="TextBox 69">
              <a:extLst>
                <a:ext uri="{FF2B5EF4-FFF2-40B4-BE49-F238E27FC236}">
                  <a16:creationId xmlns:a16="http://schemas.microsoft.com/office/drawing/2014/main" id="{DB43A5C1-46F4-43B3-9671-2C6C61C13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362" y="1726483"/>
              <a:ext cx="6250512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设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32" name="Object 1">
              <a:extLst>
                <a:ext uri="{FF2B5EF4-FFF2-40B4-BE49-F238E27FC236}">
                  <a16:creationId xmlns:a16="http://schemas.microsoft.com/office/drawing/2014/main" id="{5F2638F6-95F3-4FD6-A7CA-B7D36E9461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0359494"/>
                </p:ext>
              </p:extLst>
            </p:nvPr>
          </p:nvGraphicFramePr>
          <p:xfrm>
            <a:off x="3164180" y="1798736"/>
            <a:ext cx="1976437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875" name="Equation" r:id="rId18" imgW="1981080" imgH="342720" progId="Equation.DSMT4">
                    <p:embed/>
                  </p:oleObj>
                </mc:Choice>
                <mc:Fallback>
                  <p:oleObj name="Equation" r:id="rId18" imgW="1981080" imgH="342720" progId="Equation.DSMT4">
                    <p:embed/>
                    <p:pic>
                      <p:nvPicPr>
                        <p:cNvPr id="3" name="Object 1">
                          <a:extLst>
                            <a:ext uri="{FF2B5EF4-FFF2-40B4-BE49-F238E27FC236}">
                              <a16:creationId xmlns:a16="http://schemas.microsoft.com/office/drawing/2014/main" id="{7D222110-4E0B-45DF-9ADF-6A05F2C06E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4180" y="1798736"/>
                          <a:ext cx="1976437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1">
              <a:extLst>
                <a:ext uri="{FF2B5EF4-FFF2-40B4-BE49-F238E27FC236}">
                  <a16:creationId xmlns:a16="http://schemas.microsoft.com/office/drawing/2014/main" id="{142DB457-29C6-4A92-B7EF-8175F91B43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2611069"/>
                </p:ext>
              </p:extLst>
            </p:nvPr>
          </p:nvGraphicFramePr>
          <p:xfrm>
            <a:off x="5284788" y="1784374"/>
            <a:ext cx="16986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876" name="Equation" r:id="rId20" imgW="1701720" imgH="342720" progId="Equation.DSMT4">
                    <p:embed/>
                  </p:oleObj>
                </mc:Choice>
                <mc:Fallback>
                  <p:oleObj name="Equation" r:id="rId20" imgW="1701720" imgH="342720" progId="Equation.DSMT4">
                    <p:embed/>
                    <p:pic>
                      <p:nvPicPr>
                        <p:cNvPr id="32" name="Object 1">
                          <a:extLst>
                            <a:ext uri="{FF2B5EF4-FFF2-40B4-BE49-F238E27FC236}">
                              <a16:creationId xmlns:a16="http://schemas.microsoft.com/office/drawing/2014/main" id="{5F2638F6-95F3-4FD6-A7CA-B7D36E9461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4788" y="1784374"/>
                          <a:ext cx="16986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1">
            <a:extLst>
              <a:ext uri="{FF2B5EF4-FFF2-40B4-BE49-F238E27FC236}">
                <a16:creationId xmlns:a16="http://schemas.microsoft.com/office/drawing/2014/main" id="{3D70ADFC-A55A-45C6-A2C2-CCF7E19AE4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574556"/>
              </p:ext>
            </p:extLst>
          </p:nvPr>
        </p:nvGraphicFramePr>
        <p:xfrm>
          <a:off x="259794" y="2189125"/>
          <a:ext cx="19891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77" name="Equation" r:id="rId22" imgW="1993680" imgH="342720" progId="Equation.DSMT4">
                  <p:embed/>
                </p:oleObj>
              </mc:Choice>
              <mc:Fallback>
                <p:oleObj name="Equation" r:id="rId22" imgW="1993680" imgH="342720" progId="Equation.DSMT4">
                  <p:embed/>
                  <p:pic>
                    <p:nvPicPr>
                      <p:cNvPr id="32" name="Object 1">
                        <a:extLst>
                          <a:ext uri="{FF2B5EF4-FFF2-40B4-BE49-F238E27FC236}">
                            <a16:creationId xmlns:a16="http://schemas.microsoft.com/office/drawing/2014/main" id="{5F2638F6-95F3-4FD6-A7CA-B7D36E946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94" y="2189125"/>
                        <a:ext cx="1989137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">
            <a:extLst>
              <a:ext uri="{FF2B5EF4-FFF2-40B4-BE49-F238E27FC236}">
                <a16:creationId xmlns:a16="http://schemas.microsoft.com/office/drawing/2014/main" id="{8089182E-CB7A-4533-A08B-FFD4403C5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909438"/>
              </p:ext>
            </p:extLst>
          </p:nvPr>
        </p:nvGraphicFramePr>
        <p:xfrm>
          <a:off x="2365511" y="2185656"/>
          <a:ext cx="22415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78" name="Equation" r:id="rId24" imgW="2247840" imgH="342720" progId="Equation.DSMT4">
                  <p:embed/>
                </p:oleObj>
              </mc:Choice>
              <mc:Fallback>
                <p:oleObj name="Equation" r:id="rId24" imgW="2247840" imgH="342720" progId="Equation.DSMT4">
                  <p:embed/>
                  <p:pic>
                    <p:nvPicPr>
                      <p:cNvPr id="34" name="Object 1">
                        <a:extLst>
                          <a:ext uri="{FF2B5EF4-FFF2-40B4-BE49-F238E27FC236}">
                            <a16:creationId xmlns:a16="http://schemas.microsoft.com/office/drawing/2014/main" id="{3D70ADFC-A55A-45C6-A2C2-CCF7E19AE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511" y="2185656"/>
                        <a:ext cx="224155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A59BF30E-AF1C-4214-BB47-28EDF3CA88F8}"/>
              </a:ext>
            </a:extLst>
          </p:cNvPr>
          <p:cNvGrpSpPr/>
          <p:nvPr/>
        </p:nvGrpSpPr>
        <p:grpSpPr>
          <a:xfrm>
            <a:off x="3851920" y="2058947"/>
            <a:ext cx="4896544" cy="448969"/>
            <a:chOff x="4120520" y="2293570"/>
            <a:chExt cx="6974907" cy="448969"/>
          </a:xfrm>
        </p:grpSpPr>
        <p:sp>
          <p:nvSpPr>
            <p:cNvPr id="36" name="TextBox 69">
              <a:extLst>
                <a:ext uri="{FF2B5EF4-FFF2-40B4-BE49-F238E27FC236}">
                  <a16:creationId xmlns:a16="http://schemas.microsoft.com/office/drawing/2014/main" id="{A9B055FB-541A-407F-A9CC-906110FC2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520" y="2293570"/>
              <a:ext cx="6974907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由零点定理知，存在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37" name="Object 1">
              <a:extLst>
                <a:ext uri="{FF2B5EF4-FFF2-40B4-BE49-F238E27FC236}">
                  <a16:creationId xmlns:a16="http://schemas.microsoft.com/office/drawing/2014/main" id="{647AD2C1-5C59-463C-AB35-395BD75CCF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5877981"/>
                </p:ext>
              </p:extLst>
            </p:nvPr>
          </p:nvGraphicFramePr>
          <p:xfrm>
            <a:off x="9196311" y="2381933"/>
            <a:ext cx="1128713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879" name="Equation" r:id="rId26" imgW="1130040" imgH="342720" progId="Equation.DSMT4">
                    <p:embed/>
                  </p:oleObj>
                </mc:Choice>
                <mc:Fallback>
                  <p:oleObj name="Equation" r:id="rId26" imgW="1130040" imgH="342720" progId="Equation.DSMT4">
                    <p:embed/>
                    <p:pic>
                      <p:nvPicPr>
                        <p:cNvPr id="3" name="Object 1">
                          <a:extLst>
                            <a:ext uri="{FF2B5EF4-FFF2-40B4-BE49-F238E27FC236}">
                              <a16:creationId xmlns:a16="http://schemas.microsoft.com/office/drawing/2014/main" id="{7D222110-4E0B-45DF-9ADF-6A05F2C06E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96311" y="2381933"/>
                          <a:ext cx="1128713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1">
            <a:extLst>
              <a:ext uri="{FF2B5EF4-FFF2-40B4-BE49-F238E27FC236}">
                <a16:creationId xmlns:a16="http://schemas.microsoft.com/office/drawing/2014/main" id="{DAFF2676-31CF-4F42-9970-DB85ABFB1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513146"/>
              </p:ext>
            </p:extLst>
          </p:nvPr>
        </p:nvGraphicFramePr>
        <p:xfrm>
          <a:off x="299128" y="2669128"/>
          <a:ext cx="309086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80" name="Equation" r:id="rId28" imgW="3098520" imgH="380880" progId="Equation.DSMT4">
                  <p:embed/>
                </p:oleObj>
              </mc:Choice>
              <mc:Fallback>
                <p:oleObj name="Equation" r:id="rId28" imgW="3098520" imgH="380880" progId="Equation.DSMT4">
                  <p:embed/>
                  <p:pic>
                    <p:nvPicPr>
                      <p:cNvPr id="37" name="Object 1">
                        <a:extLst>
                          <a:ext uri="{FF2B5EF4-FFF2-40B4-BE49-F238E27FC236}">
                            <a16:creationId xmlns:a16="http://schemas.microsoft.com/office/drawing/2014/main" id="{647AD2C1-5C59-463C-AB35-395BD75CCF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128" y="2669128"/>
                        <a:ext cx="3090863" cy="3730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96CF611C-AA0E-44A7-8051-9EB0CA8C5CD9}"/>
              </a:ext>
            </a:extLst>
          </p:cNvPr>
          <p:cNvGrpSpPr/>
          <p:nvPr/>
        </p:nvGrpSpPr>
        <p:grpSpPr>
          <a:xfrm>
            <a:off x="1300245" y="3190588"/>
            <a:ext cx="6857015" cy="448969"/>
            <a:chOff x="1291971" y="3406612"/>
            <a:chExt cx="6857015" cy="448969"/>
          </a:xfrm>
        </p:grpSpPr>
        <p:sp>
          <p:nvSpPr>
            <p:cNvPr id="40" name="TextBox 69">
              <a:extLst>
                <a:ext uri="{FF2B5EF4-FFF2-40B4-BE49-F238E27FC236}">
                  <a16:creationId xmlns:a16="http://schemas.microsoft.com/office/drawing/2014/main" id="{3EDC6838-292F-44CE-970C-073040EC7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1971" y="3406612"/>
              <a:ext cx="6857015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反设存在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41" name="Object 1">
              <a:extLst>
                <a:ext uri="{FF2B5EF4-FFF2-40B4-BE49-F238E27FC236}">
                  <a16:creationId xmlns:a16="http://schemas.microsoft.com/office/drawing/2014/main" id="{483EBFA3-E107-4A5C-AE51-6DBF5ACBBD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9947807"/>
                </p:ext>
              </p:extLst>
            </p:nvPr>
          </p:nvGraphicFramePr>
          <p:xfrm>
            <a:off x="3381717" y="3443288"/>
            <a:ext cx="4403725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881" name="Equation" r:id="rId30" imgW="4419360" imgH="380880" progId="Equation.DSMT4">
                    <p:embed/>
                  </p:oleObj>
                </mc:Choice>
                <mc:Fallback>
                  <p:oleObj name="Equation" r:id="rId30" imgW="4419360" imgH="380880" progId="Equation.DSMT4">
                    <p:embed/>
                    <p:pic>
                      <p:nvPicPr>
                        <p:cNvPr id="3" name="Object 1">
                          <a:extLst>
                            <a:ext uri="{FF2B5EF4-FFF2-40B4-BE49-F238E27FC236}">
                              <a16:creationId xmlns:a16="http://schemas.microsoft.com/office/drawing/2014/main" id="{7D222110-4E0B-45DF-9ADF-6A05F2C06E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1717" y="3443288"/>
                          <a:ext cx="4403725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Object 1">
            <a:extLst>
              <a:ext uri="{FF2B5EF4-FFF2-40B4-BE49-F238E27FC236}">
                <a16:creationId xmlns:a16="http://schemas.microsoft.com/office/drawing/2014/main" id="{2B515EDD-2AB2-4137-B25E-1E34E1C5E1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80584"/>
              </p:ext>
            </p:extLst>
          </p:nvPr>
        </p:nvGraphicFramePr>
        <p:xfrm>
          <a:off x="174962" y="3844801"/>
          <a:ext cx="20018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82" name="Equation" r:id="rId32" imgW="2006280" imgH="342720" progId="Equation.DSMT4">
                  <p:embed/>
                </p:oleObj>
              </mc:Choice>
              <mc:Fallback>
                <p:oleObj name="Equation" r:id="rId32" imgW="2006280" imgH="342720" progId="Equation.DSMT4">
                  <p:embed/>
                  <p:pic>
                    <p:nvPicPr>
                      <p:cNvPr id="32" name="Object 1">
                        <a:extLst>
                          <a:ext uri="{FF2B5EF4-FFF2-40B4-BE49-F238E27FC236}">
                            <a16:creationId xmlns:a16="http://schemas.microsoft.com/office/drawing/2014/main" id="{5F2638F6-95F3-4FD6-A7CA-B7D36E946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62" y="3844801"/>
                        <a:ext cx="2001837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>
            <a:extLst>
              <a:ext uri="{FF2B5EF4-FFF2-40B4-BE49-F238E27FC236}">
                <a16:creationId xmlns:a16="http://schemas.microsoft.com/office/drawing/2014/main" id="{8FC43FF1-FDB2-4131-990E-F96F6D43651F}"/>
              </a:ext>
            </a:extLst>
          </p:cNvPr>
          <p:cNvGrpSpPr/>
          <p:nvPr/>
        </p:nvGrpSpPr>
        <p:grpSpPr>
          <a:xfrm>
            <a:off x="2132349" y="3749495"/>
            <a:ext cx="5463987" cy="461665"/>
            <a:chOff x="2124075" y="3965519"/>
            <a:chExt cx="5463987" cy="461665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9254EC2-E5A0-42A9-A486-E2C167695619}"/>
                </a:ext>
              </a:extLst>
            </p:cNvPr>
            <p:cNvSpPr/>
            <p:nvPr/>
          </p:nvSpPr>
          <p:spPr>
            <a:xfrm>
              <a:off x="2124075" y="3965519"/>
              <a:ext cx="546398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由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Rolle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定理知，存在                   使得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4" name="Object 1">
              <a:extLst>
                <a:ext uri="{FF2B5EF4-FFF2-40B4-BE49-F238E27FC236}">
                  <a16:creationId xmlns:a16="http://schemas.microsoft.com/office/drawing/2014/main" id="{90244CCE-FAFF-4D8A-BF1B-BAA39F53A9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3576383"/>
                </p:ext>
              </p:extLst>
            </p:nvPr>
          </p:nvGraphicFramePr>
          <p:xfrm>
            <a:off x="5065471" y="3987800"/>
            <a:ext cx="1292225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883" name="Equation" r:id="rId34" imgW="1295280" imgH="380880" progId="Equation.DSMT4">
                    <p:embed/>
                  </p:oleObj>
                </mc:Choice>
                <mc:Fallback>
                  <p:oleObj name="Equation" r:id="rId34" imgW="1295280" imgH="380880" progId="Equation.DSMT4">
                    <p:embed/>
                    <p:pic>
                      <p:nvPicPr>
                        <p:cNvPr id="33" name="Object 1">
                          <a:extLst>
                            <a:ext uri="{FF2B5EF4-FFF2-40B4-BE49-F238E27FC236}">
                              <a16:creationId xmlns:a16="http://schemas.microsoft.com/office/drawing/2014/main" id="{142DB457-29C6-4A92-B7EF-8175F91B43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5471" y="3987800"/>
                          <a:ext cx="1292225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Object 1">
            <a:extLst>
              <a:ext uri="{FF2B5EF4-FFF2-40B4-BE49-F238E27FC236}">
                <a16:creationId xmlns:a16="http://schemas.microsoft.com/office/drawing/2014/main" id="{70DDBE68-7AD9-4C9F-B6D9-FC2238E7D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338678"/>
              </p:ext>
            </p:extLst>
          </p:nvPr>
        </p:nvGraphicFramePr>
        <p:xfrm>
          <a:off x="149562" y="4395664"/>
          <a:ext cx="26479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84" name="Equation" r:id="rId36" imgW="2654280" imgH="380880" progId="Equation.DSMT4">
                  <p:embed/>
                </p:oleObj>
              </mc:Choice>
              <mc:Fallback>
                <p:oleObj name="Equation" r:id="rId36" imgW="2654280" imgH="380880" progId="Equation.DSMT4">
                  <p:embed/>
                  <p:pic>
                    <p:nvPicPr>
                      <p:cNvPr id="42" name="Object 1">
                        <a:extLst>
                          <a:ext uri="{FF2B5EF4-FFF2-40B4-BE49-F238E27FC236}">
                            <a16:creationId xmlns:a16="http://schemas.microsoft.com/office/drawing/2014/main" id="{2B515EDD-2AB2-4137-B25E-1E34E1C5E1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62" y="4395664"/>
                        <a:ext cx="2647950" cy="37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5C1B16B-BCB6-4707-B398-F9BA99EE5E12}"/>
              </a:ext>
            </a:extLst>
          </p:cNvPr>
          <p:cNvSpPr/>
          <p:nvPr/>
        </p:nvSpPr>
        <p:spPr>
          <a:xfrm>
            <a:off x="2783876" y="4319052"/>
            <a:ext cx="24272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与已知条件矛盾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zh-CN" alt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D7D9F9-FC48-4036-B4E5-21BBBC110DAF}"/>
              </a:ext>
            </a:extLst>
          </p:cNvPr>
          <p:cNvSpPr/>
          <p:nvPr/>
        </p:nvSpPr>
        <p:spPr>
          <a:xfrm>
            <a:off x="795063" y="3201605"/>
            <a:ext cx="13008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唯一性</a:t>
            </a: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45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0" grpId="0"/>
      <p:bldP spid="9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22A3AE-33B9-4EE3-BEF4-4C92E88D2B97}"/>
              </a:ext>
            </a:extLst>
          </p:cNvPr>
          <p:cNvSpPr/>
          <p:nvPr/>
        </p:nvSpPr>
        <p:spPr>
          <a:xfrm>
            <a:off x="99507" y="63066"/>
            <a:ext cx="4464496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         二阶可导，且      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7D222110-4E0B-45DF-9ADF-6A05F2C06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05336"/>
              </p:ext>
            </p:extLst>
          </p:nvPr>
        </p:nvGraphicFramePr>
        <p:xfrm>
          <a:off x="1835696" y="345653"/>
          <a:ext cx="6207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0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7D222110-4E0B-45DF-9ADF-6A05F2C06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45653"/>
                        <a:ext cx="6207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F0572C68-A667-4504-A758-A04FBB052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338964"/>
              </p:ext>
            </p:extLst>
          </p:nvPr>
        </p:nvGraphicFramePr>
        <p:xfrm>
          <a:off x="4427984" y="302556"/>
          <a:ext cx="42037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01" name="Equation" r:id="rId5" imgW="4216320" imgH="380880" progId="Equation.DSMT4">
                  <p:embed/>
                </p:oleObj>
              </mc:Choice>
              <mc:Fallback>
                <p:oleObj name="Equation" r:id="rId5" imgW="4216320" imgH="380880" progId="Equation.DSMT4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F0572C68-A667-4504-A758-A04FBB0521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302556"/>
                        <a:ext cx="4203700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7037F8C6-8B53-43BE-8FBA-E196B6C32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140396"/>
              </p:ext>
            </p:extLst>
          </p:nvPr>
        </p:nvGraphicFramePr>
        <p:xfrm>
          <a:off x="1588352" y="871126"/>
          <a:ext cx="8493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02" name="Equation" r:id="rId7" imgW="850680" imgH="380880" progId="Equation.DSMT4">
                  <p:embed/>
                </p:oleObj>
              </mc:Choice>
              <mc:Fallback>
                <p:oleObj name="Equation" r:id="rId7" imgW="850680" imgH="380880" progId="Equation.DSMT4">
                  <p:embed/>
                  <p:pic>
                    <p:nvPicPr>
                      <p:cNvPr id="6" name="Object 1">
                        <a:extLst>
                          <a:ext uri="{FF2B5EF4-FFF2-40B4-BE49-F238E27FC236}">
                            <a16:creationId xmlns:a16="http://schemas.microsoft.com/office/drawing/2014/main" id="{7037F8C6-8B53-43BE-8FBA-E196B6C324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352" y="871126"/>
                        <a:ext cx="849313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87A029B5-F606-4A0F-ADE4-AC10B412C9AA}"/>
              </a:ext>
            </a:extLst>
          </p:cNvPr>
          <p:cNvSpPr/>
          <p:nvPr/>
        </p:nvSpPr>
        <p:spPr>
          <a:xfrm>
            <a:off x="679216" y="1507020"/>
            <a:ext cx="4572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证</a:t>
            </a:r>
            <a:endParaRPr lang="zh-CN" altLang="en-US" sz="2400" dirty="0"/>
          </a:p>
        </p:txBody>
      </p:sp>
      <p:graphicFrame>
        <p:nvGraphicFramePr>
          <p:cNvPr id="25" name="Object 1">
            <a:extLst>
              <a:ext uri="{FF2B5EF4-FFF2-40B4-BE49-F238E27FC236}">
                <a16:creationId xmlns:a16="http://schemas.microsoft.com/office/drawing/2014/main" id="{645AD8B2-616B-49C3-881E-063E2BE645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522316"/>
              </p:ext>
            </p:extLst>
          </p:nvPr>
        </p:nvGraphicFramePr>
        <p:xfrm>
          <a:off x="4607589" y="865142"/>
          <a:ext cx="2794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03" name="Equation" r:id="rId9" imgW="279360" imgH="330120" progId="Equation.DSMT4">
                  <p:embed/>
                </p:oleObj>
              </mc:Choice>
              <mc:Fallback>
                <p:oleObj name="Equation" r:id="rId9" imgW="279360" imgH="330120" progId="Equation.DSMT4">
                  <p:embed/>
                  <p:pic>
                    <p:nvPicPr>
                      <p:cNvPr id="6" name="Object 1">
                        <a:extLst>
                          <a:ext uri="{FF2B5EF4-FFF2-40B4-BE49-F238E27FC236}">
                            <a16:creationId xmlns:a16="http://schemas.microsoft.com/office/drawing/2014/main" id="{7037F8C6-8B53-43BE-8FBA-E196B6C324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7589" y="865142"/>
                        <a:ext cx="279400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">
            <a:extLst>
              <a:ext uri="{FF2B5EF4-FFF2-40B4-BE49-F238E27FC236}">
                <a16:creationId xmlns:a16="http://schemas.microsoft.com/office/drawing/2014/main" id="{EB29B75F-8D17-4513-8BC2-33C8239FC0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015865"/>
              </p:ext>
            </p:extLst>
          </p:nvPr>
        </p:nvGraphicFramePr>
        <p:xfrm>
          <a:off x="5622784" y="884609"/>
          <a:ext cx="12573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04" name="Equation" r:id="rId11" imgW="1257120" imgH="355320" progId="Equation.DSMT4">
                  <p:embed/>
                </p:oleObj>
              </mc:Choice>
              <mc:Fallback>
                <p:oleObj name="Equation" r:id="rId11" imgW="1257120" imgH="355320" progId="Equation.DSMT4">
                  <p:embed/>
                  <p:pic>
                    <p:nvPicPr>
                      <p:cNvPr id="25" name="Object 1">
                        <a:extLst>
                          <a:ext uri="{FF2B5EF4-FFF2-40B4-BE49-F238E27FC236}">
                            <a16:creationId xmlns:a16="http://schemas.microsoft.com/office/drawing/2014/main" id="{645AD8B2-616B-49C3-881E-063E2BE645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784" y="884609"/>
                        <a:ext cx="125730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DE5FD1A9-9574-414F-AECD-3230F2CA8028}"/>
              </a:ext>
            </a:extLst>
          </p:cNvPr>
          <p:cNvGrpSpPr/>
          <p:nvPr/>
        </p:nvGrpSpPr>
        <p:grpSpPr>
          <a:xfrm>
            <a:off x="1188720" y="1497557"/>
            <a:ext cx="7579525" cy="461665"/>
            <a:chOff x="1240947" y="1995686"/>
            <a:chExt cx="7579525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C372749-559B-4111-A6F7-F769565025F0}"/>
                </a:ext>
              </a:extLst>
            </p:cNvPr>
            <p:cNvSpPr/>
            <p:nvPr/>
          </p:nvSpPr>
          <p:spPr>
            <a:xfrm>
              <a:off x="1240947" y="1995686"/>
              <a:ext cx="75795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由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Rolle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定理知，存在                                              使得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Object 1">
              <a:extLst>
                <a:ext uri="{FF2B5EF4-FFF2-40B4-BE49-F238E27FC236}">
                  <a16:creationId xmlns:a16="http://schemas.microsoft.com/office/drawing/2014/main" id="{4D67E1F7-E2C8-4501-AC72-2FCA56E7F4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6468776"/>
                </p:ext>
              </p:extLst>
            </p:nvPr>
          </p:nvGraphicFramePr>
          <p:xfrm>
            <a:off x="4247902" y="2043068"/>
            <a:ext cx="1458912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05" name="Equation" r:id="rId13" imgW="1460160" imgH="380880" progId="Equation.DSMT4">
                    <p:embed/>
                  </p:oleObj>
                </mc:Choice>
                <mc:Fallback>
                  <p:oleObj name="Equation" r:id="rId13" imgW="1460160" imgH="380880" progId="Equation.DSMT4">
                    <p:embed/>
                    <p:pic>
                      <p:nvPicPr>
                        <p:cNvPr id="20" name="Object 1">
                          <a:extLst>
                            <a:ext uri="{FF2B5EF4-FFF2-40B4-BE49-F238E27FC236}">
                              <a16:creationId xmlns:a16="http://schemas.microsoft.com/office/drawing/2014/main" id="{4D67E1F7-E2C8-4501-AC72-2FCA56E7F4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902" y="2043068"/>
                          <a:ext cx="1458912" cy="373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">
              <a:extLst>
                <a:ext uri="{FF2B5EF4-FFF2-40B4-BE49-F238E27FC236}">
                  <a16:creationId xmlns:a16="http://schemas.microsoft.com/office/drawing/2014/main" id="{2F6DA36F-2BAE-4B04-B163-7ED26C20E3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1035571"/>
                </p:ext>
              </p:extLst>
            </p:nvPr>
          </p:nvGraphicFramePr>
          <p:xfrm>
            <a:off x="5868144" y="2043068"/>
            <a:ext cx="1509712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06" name="Equation" r:id="rId15" imgW="1511280" imgH="380880" progId="Equation.DSMT4">
                    <p:embed/>
                  </p:oleObj>
                </mc:Choice>
                <mc:Fallback>
                  <p:oleObj name="Equation" r:id="rId15" imgW="1511280" imgH="380880" progId="Equation.DSMT4">
                    <p:embed/>
                    <p:pic>
                      <p:nvPicPr>
                        <p:cNvPr id="20" name="Object 1">
                          <a:extLst>
                            <a:ext uri="{FF2B5EF4-FFF2-40B4-BE49-F238E27FC236}">
                              <a16:creationId xmlns:a16="http://schemas.microsoft.com/office/drawing/2014/main" id="{4D67E1F7-E2C8-4501-AC72-2FCA56E7F4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8144" y="2043068"/>
                          <a:ext cx="1509712" cy="373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1">
            <a:extLst>
              <a:ext uri="{FF2B5EF4-FFF2-40B4-BE49-F238E27FC236}">
                <a16:creationId xmlns:a16="http://schemas.microsoft.com/office/drawing/2014/main" id="{651E8CC2-61B5-4572-8524-7919412069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804932"/>
              </p:ext>
            </p:extLst>
          </p:nvPr>
        </p:nvGraphicFramePr>
        <p:xfrm>
          <a:off x="2843808" y="2112240"/>
          <a:ext cx="23495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07" name="Equation" r:id="rId17" imgW="2349360" imgH="380880" progId="Equation.DSMT4">
                  <p:embed/>
                </p:oleObj>
              </mc:Choice>
              <mc:Fallback>
                <p:oleObj name="Equation" r:id="rId17" imgW="2349360" imgH="380880" progId="Equation.DSMT4">
                  <p:embed/>
                  <p:pic>
                    <p:nvPicPr>
                      <p:cNvPr id="26" name="Object 1">
                        <a:extLst>
                          <a:ext uri="{FF2B5EF4-FFF2-40B4-BE49-F238E27FC236}">
                            <a16:creationId xmlns:a16="http://schemas.microsoft.com/office/drawing/2014/main" id="{EB29B75F-8D17-4513-8BC2-33C8239FC0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112240"/>
                        <a:ext cx="23495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7A3C1D85-81A3-47F3-9CF8-76D87482AE0C}"/>
              </a:ext>
            </a:extLst>
          </p:cNvPr>
          <p:cNvGrpSpPr/>
          <p:nvPr/>
        </p:nvGrpSpPr>
        <p:grpSpPr>
          <a:xfrm>
            <a:off x="730010" y="2659340"/>
            <a:ext cx="6938334" cy="461665"/>
            <a:chOff x="1000845" y="3133335"/>
            <a:chExt cx="6938334" cy="461665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312C62B-7B2E-435E-BFD2-EC4DFDC1423E}"/>
                </a:ext>
              </a:extLst>
            </p:cNvPr>
            <p:cNvSpPr/>
            <p:nvPr/>
          </p:nvSpPr>
          <p:spPr>
            <a:xfrm>
              <a:off x="1000845" y="3133335"/>
              <a:ext cx="69383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在            上          满足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Rolle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定理条件，从而存在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0" name="Object 1">
              <a:extLst>
                <a:ext uri="{FF2B5EF4-FFF2-40B4-BE49-F238E27FC236}">
                  <a16:creationId xmlns:a16="http://schemas.microsoft.com/office/drawing/2014/main" id="{4518B191-CF04-4483-9023-CB19A2CD59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2863285"/>
                </p:ext>
              </p:extLst>
            </p:nvPr>
          </p:nvGraphicFramePr>
          <p:xfrm>
            <a:off x="1506255" y="3198742"/>
            <a:ext cx="825500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08" name="Equation" r:id="rId19" imgW="825480" imgH="380880" progId="Equation.DSMT4">
                    <p:embed/>
                  </p:oleObj>
                </mc:Choice>
                <mc:Fallback>
                  <p:oleObj name="Equation" r:id="rId19" imgW="825480" imgH="380880" progId="Equation.DSMT4">
                    <p:embed/>
                    <p:pic>
                      <p:nvPicPr>
                        <p:cNvPr id="27" name="Object 1">
                          <a:extLst>
                            <a:ext uri="{FF2B5EF4-FFF2-40B4-BE49-F238E27FC236}">
                              <a16:creationId xmlns:a16="http://schemas.microsoft.com/office/drawing/2014/main" id="{2F6DA36F-2BAE-4B04-B163-7ED26C20E3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255" y="3198742"/>
                          <a:ext cx="825500" cy="373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">
              <a:extLst>
                <a:ext uri="{FF2B5EF4-FFF2-40B4-BE49-F238E27FC236}">
                  <a16:creationId xmlns:a16="http://schemas.microsoft.com/office/drawing/2014/main" id="{1706BB9B-18AC-4C5A-9A9B-1627437334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2322934"/>
                </p:ext>
              </p:extLst>
            </p:nvPr>
          </p:nvGraphicFramePr>
          <p:xfrm>
            <a:off x="2572916" y="3187954"/>
            <a:ext cx="6858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09" name="Equation" r:id="rId21" imgW="685800" imgH="355320" progId="Equation.DSMT4">
                    <p:embed/>
                  </p:oleObj>
                </mc:Choice>
                <mc:Fallback>
                  <p:oleObj name="Equation" r:id="rId21" imgW="685800" imgH="355320" progId="Equation.DSMT4">
                    <p:embed/>
                    <p:pic>
                      <p:nvPicPr>
                        <p:cNvPr id="28" name="Object 1">
                          <a:extLst>
                            <a:ext uri="{FF2B5EF4-FFF2-40B4-BE49-F238E27FC236}">
                              <a16:creationId xmlns:a16="http://schemas.microsoft.com/office/drawing/2014/main" id="{651E8CC2-61B5-4572-8524-7919412069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916" y="3187954"/>
                          <a:ext cx="685800" cy="3524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1">
            <a:extLst>
              <a:ext uri="{FF2B5EF4-FFF2-40B4-BE49-F238E27FC236}">
                <a16:creationId xmlns:a16="http://schemas.microsoft.com/office/drawing/2014/main" id="{8BF12436-A121-48F9-B78D-78F92C43B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070182"/>
              </p:ext>
            </p:extLst>
          </p:nvPr>
        </p:nvGraphicFramePr>
        <p:xfrm>
          <a:off x="3332826" y="3427311"/>
          <a:ext cx="25495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10" name="Equation" r:id="rId23" imgW="2552400" imgH="380880" progId="Equation.DSMT4">
                  <p:embed/>
                </p:oleObj>
              </mc:Choice>
              <mc:Fallback>
                <p:oleObj name="Equation" r:id="rId23" imgW="2552400" imgH="380880" progId="Equation.DSMT4">
                  <p:embed/>
                  <p:pic>
                    <p:nvPicPr>
                      <p:cNvPr id="27" name="Object 1">
                        <a:extLst>
                          <a:ext uri="{FF2B5EF4-FFF2-40B4-BE49-F238E27FC236}">
                            <a16:creationId xmlns:a16="http://schemas.microsoft.com/office/drawing/2014/main" id="{2F6DA36F-2BAE-4B04-B163-7ED26C20E3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826" y="3427311"/>
                        <a:ext cx="2549525" cy="37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92E118DF-EB7E-4C36-9B3C-D51C3164CB26}"/>
              </a:ext>
            </a:extLst>
          </p:cNvPr>
          <p:cNvGrpSpPr/>
          <p:nvPr/>
        </p:nvGrpSpPr>
        <p:grpSpPr>
          <a:xfrm>
            <a:off x="99507" y="3939270"/>
            <a:ext cx="2641079" cy="666208"/>
            <a:chOff x="2252117" y="3717234"/>
            <a:chExt cx="2641079" cy="66620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86C4BDE-1CE6-445D-81EE-235C7DC42F62}"/>
                </a:ext>
              </a:extLst>
            </p:cNvPr>
            <p:cNvSpPr/>
            <p:nvPr/>
          </p:nvSpPr>
          <p:spPr>
            <a:xfrm>
              <a:off x="2252117" y="3717234"/>
              <a:ext cx="1872208" cy="6662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180000"/>
                </a:lnSpc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使得</a:t>
              </a:r>
              <a:endParaRPr lang="en-US" altLang="zh-CN" sz="2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35" name="Object 1">
              <a:extLst>
                <a:ext uri="{FF2B5EF4-FFF2-40B4-BE49-F238E27FC236}">
                  <a16:creationId xmlns:a16="http://schemas.microsoft.com/office/drawing/2014/main" id="{739B79BE-D0C1-43D8-97C6-C7B02DE432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6098548"/>
                </p:ext>
              </p:extLst>
            </p:nvPr>
          </p:nvGraphicFramePr>
          <p:xfrm>
            <a:off x="3635896" y="3963542"/>
            <a:ext cx="1257300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411" name="Equation" r:id="rId25" imgW="1257120" imgH="355320" progId="Equation.DSMT4">
                    <p:embed/>
                  </p:oleObj>
                </mc:Choice>
                <mc:Fallback>
                  <p:oleObj name="Equation" r:id="rId25" imgW="1257120" imgH="355320" progId="Equation.DSMT4">
                    <p:embed/>
                    <p:pic>
                      <p:nvPicPr>
                        <p:cNvPr id="26" name="Object 1">
                          <a:extLst>
                            <a:ext uri="{FF2B5EF4-FFF2-40B4-BE49-F238E27FC236}">
                              <a16:creationId xmlns:a16="http://schemas.microsoft.com/office/drawing/2014/main" id="{EB29B75F-8D17-4513-8BC2-33C8239FC0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896" y="3963542"/>
                          <a:ext cx="1257300" cy="350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ADEA4F8-E13E-4FD7-A871-F7F30732274C}"/>
              </a:ext>
            </a:extLst>
          </p:cNvPr>
          <p:cNvSpPr/>
          <p:nvPr/>
        </p:nvSpPr>
        <p:spPr>
          <a:xfrm>
            <a:off x="283596" y="800284"/>
            <a:ext cx="5423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试证明在           内至少存在一点     使得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5810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22A3AE-33B9-4EE3-BEF4-4C92E88D2B97}"/>
              </a:ext>
            </a:extLst>
          </p:cNvPr>
          <p:cNvSpPr/>
          <p:nvPr/>
        </p:nvSpPr>
        <p:spPr>
          <a:xfrm>
            <a:off x="67057" y="63066"/>
            <a:ext cx="9108504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         在        上连续，在          内可导，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7D222110-4E0B-45DF-9ADF-6A05F2C06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149162"/>
              </p:ext>
            </p:extLst>
          </p:nvPr>
        </p:nvGraphicFramePr>
        <p:xfrm>
          <a:off x="1829371" y="349039"/>
          <a:ext cx="6207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7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7D222110-4E0B-45DF-9ADF-6A05F2C06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371" y="349039"/>
                        <a:ext cx="6207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F0572C68-A667-4504-A758-A04FBB052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7909"/>
              </p:ext>
            </p:extLst>
          </p:nvPr>
        </p:nvGraphicFramePr>
        <p:xfrm>
          <a:off x="2804096" y="320464"/>
          <a:ext cx="6334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77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F0572C68-A667-4504-A758-A04FBB0521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096" y="320464"/>
                        <a:ext cx="63341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B13135D6-D9BB-4752-BCF3-932122DAD07C}"/>
              </a:ext>
            </a:extLst>
          </p:cNvPr>
          <p:cNvSpPr/>
          <p:nvPr/>
        </p:nvSpPr>
        <p:spPr>
          <a:xfrm>
            <a:off x="1259884" y="3748018"/>
            <a:ext cx="9108504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4" name="Object 1">
            <a:extLst>
              <a:ext uri="{FF2B5EF4-FFF2-40B4-BE49-F238E27FC236}">
                <a16:creationId xmlns:a16="http://schemas.microsoft.com/office/drawing/2014/main" id="{EFFABA5A-117D-43FD-9D7E-6CE1A4D6D2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153384"/>
              </p:ext>
            </p:extLst>
          </p:nvPr>
        </p:nvGraphicFramePr>
        <p:xfrm>
          <a:off x="4993258" y="342689"/>
          <a:ext cx="6588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78" name="Equation" r:id="rId7" imgW="660240" imgH="342720" progId="Equation.DSMT4">
                  <p:embed/>
                </p:oleObj>
              </mc:Choice>
              <mc:Fallback>
                <p:oleObj name="Equation" r:id="rId7" imgW="660240" imgH="342720" progId="Equation.DSMT4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F0572C68-A667-4504-A758-A04FBB0521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3258" y="342689"/>
                        <a:ext cx="658813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">
            <a:extLst>
              <a:ext uri="{FF2B5EF4-FFF2-40B4-BE49-F238E27FC236}">
                <a16:creationId xmlns:a16="http://schemas.microsoft.com/office/drawing/2014/main" id="{C4998FE1-3191-4024-867B-E79231D77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843024"/>
              </p:ext>
            </p:extLst>
          </p:nvPr>
        </p:nvGraphicFramePr>
        <p:xfrm>
          <a:off x="6860480" y="317289"/>
          <a:ext cx="20320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79" name="Equation" r:id="rId9" imgW="2031840" imgH="342720" progId="Equation.DSMT4">
                  <p:embed/>
                </p:oleObj>
              </mc:Choice>
              <mc:Fallback>
                <p:oleObj name="Equation" r:id="rId9" imgW="2031840" imgH="342720" progId="Equation.DSMT4">
                  <p:embed/>
                  <p:pic>
                    <p:nvPicPr>
                      <p:cNvPr id="24" name="Object 1">
                        <a:extLst>
                          <a:ext uri="{FF2B5EF4-FFF2-40B4-BE49-F238E27FC236}">
                            <a16:creationId xmlns:a16="http://schemas.microsoft.com/office/drawing/2014/main" id="{EFFABA5A-117D-43FD-9D7E-6CE1A4D6D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0480" y="317289"/>
                        <a:ext cx="20320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">
            <a:extLst>
              <a:ext uri="{FF2B5EF4-FFF2-40B4-BE49-F238E27FC236}">
                <a16:creationId xmlns:a16="http://schemas.microsoft.com/office/drawing/2014/main" id="{ACF33BEF-30E1-4237-8010-1271A70BE0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027053"/>
              </p:ext>
            </p:extLst>
          </p:nvPr>
        </p:nvGraphicFramePr>
        <p:xfrm>
          <a:off x="1196918" y="794758"/>
          <a:ext cx="43307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80" name="Equation" r:id="rId11" imgW="4330440" imgH="787320" progId="Equation.DSMT4">
                  <p:embed/>
                </p:oleObj>
              </mc:Choice>
              <mc:Fallback>
                <p:oleObj name="Equation" r:id="rId11" imgW="4330440" imgH="787320" progId="Equation.DSMT4">
                  <p:embed/>
                  <p:pic>
                    <p:nvPicPr>
                      <p:cNvPr id="35" name="Object 1">
                        <a:extLst>
                          <a:ext uri="{FF2B5EF4-FFF2-40B4-BE49-F238E27FC236}">
                            <a16:creationId xmlns:a16="http://schemas.microsoft.com/office/drawing/2014/main" id="{739B79BE-D0C1-43D8-97C6-C7B02DE432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18" y="794758"/>
                        <a:ext cx="4330700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">
            <a:extLst>
              <a:ext uri="{FF2B5EF4-FFF2-40B4-BE49-F238E27FC236}">
                <a16:creationId xmlns:a16="http://schemas.microsoft.com/office/drawing/2014/main" id="{92EAF0ED-0A7E-4A5F-891F-65AFE2DA24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63792"/>
              </p:ext>
            </p:extLst>
          </p:nvPr>
        </p:nvGraphicFramePr>
        <p:xfrm>
          <a:off x="1237433" y="1616780"/>
          <a:ext cx="54483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81" name="Equation" r:id="rId13" imgW="5448240" imgH="787320" progId="Equation.DSMT4">
                  <p:embed/>
                </p:oleObj>
              </mc:Choice>
              <mc:Fallback>
                <p:oleObj name="Equation" r:id="rId13" imgW="5448240" imgH="787320" progId="Equation.DSMT4">
                  <p:embed/>
                  <p:pic>
                    <p:nvPicPr>
                      <p:cNvPr id="40" name="Object 1">
                        <a:extLst>
                          <a:ext uri="{FF2B5EF4-FFF2-40B4-BE49-F238E27FC236}">
                            <a16:creationId xmlns:a16="http://schemas.microsoft.com/office/drawing/2014/main" id="{ACF33BEF-30E1-4237-8010-1271A70BE0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7433" y="1616780"/>
                        <a:ext cx="5448300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">
            <a:extLst>
              <a:ext uri="{FF2B5EF4-FFF2-40B4-BE49-F238E27FC236}">
                <a16:creationId xmlns:a16="http://schemas.microsoft.com/office/drawing/2014/main" id="{FA9675B2-BEC3-4F74-B4B3-C976C7C3DC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63061"/>
              </p:ext>
            </p:extLst>
          </p:nvPr>
        </p:nvGraphicFramePr>
        <p:xfrm>
          <a:off x="1247884" y="2603907"/>
          <a:ext cx="45212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82" name="Equation" r:id="rId15" imgW="4520880" imgH="380880" progId="Equation.DSMT4">
                  <p:embed/>
                </p:oleObj>
              </mc:Choice>
              <mc:Fallback>
                <p:oleObj name="Equation" r:id="rId15" imgW="4520880" imgH="380880" progId="Equation.DSMT4">
                  <p:embed/>
                  <p:pic>
                    <p:nvPicPr>
                      <p:cNvPr id="41" name="Object 1">
                        <a:extLst>
                          <a:ext uri="{FF2B5EF4-FFF2-40B4-BE49-F238E27FC236}">
                            <a16:creationId xmlns:a16="http://schemas.microsoft.com/office/drawing/2014/main" id="{92EAF0ED-0A7E-4A5F-891F-65AFE2DA24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884" y="2603907"/>
                        <a:ext cx="452120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">
            <a:extLst>
              <a:ext uri="{FF2B5EF4-FFF2-40B4-BE49-F238E27FC236}">
                <a16:creationId xmlns:a16="http://schemas.microsoft.com/office/drawing/2014/main" id="{C019CBEB-6562-4DB4-A5FF-E4847DE80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603415"/>
              </p:ext>
            </p:extLst>
          </p:nvPr>
        </p:nvGraphicFramePr>
        <p:xfrm>
          <a:off x="1287997" y="3311243"/>
          <a:ext cx="48641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83" name="Equation" r:id="rId17" imgW="4863960" imgH="380880" progId="Equation.DSMT4">
                  <p:embed/>
                </p:oleObj>
              </mc:Choice>
              <mc:Fallback>
                <p:oleObj name="Equation" r:id="rId17" imgW="4863960" imgH="380880" progId="Equation.DSMT4">
                  <p:embed/>
                  <p:pic>
                    <p:nvPicPr>
                      <p:cNvPr id="42" name="Object 1">
                        <a:extLst>
                          <a:ext uri="{FF2B5EF4-FFF2-40B4-BE49-F238E27FC236}">
                            <a16:creationId xmlns:a16="http://schemas.microsoft.com/office/drawing/2014/main" id="{FA9675B2-BEC3-4F74-B4B3-C976C7C3DC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997" y="3311243"/>
                        <a:ext cx="48641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">
            <a:extLst>
              <a:ext uri="{FF2B5EF4-FFF2-40B4-BE49-F238E27FC236}">
                <a16:creationId xmlns:a16="http://schemas.microsoft.com/office/drawing/2014/main" id="{9D9A52BD-CC14-4336-99E0-A6E648306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587501"/>
              </p:ext>
            </p:extLst>
          </p:nvPr>
        </p:nvGraphicFramePr>
        <p:xfrm>
          <a:off x="1276123" y="4090932"/>
          <a:ext cx="47117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84" name="Equation" r:id="rId19" imgW="4711680" imgH="380880" progId="Equation.DSMT4">
                  <p:embed/>
                </p:oleObj>
              </mc:Choice>
              <mc:Fallback>
                <p:oleObj name="Equation" r:id="rId19" imgW="4711680" imgH="380880" progId="Equation.DSMT4">
                  <p:embed/>
                  <p:pic>
                    <p:nvPicPr>
                      <p:cNvPr id="43" name="Object 1">
                        <a:extLst>
                          <a:ext uri="{FF2B5EF4-FFF2-40B4-BE49-F238E27FC236}">
                            <a16:creationId xmlns:a16="http://schemas.microsoft.com/office/drawing/2014/main" id="{C019CBEB-6562-4DB4-A5FF-E4847DE80F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123" y="4090932"/>
                        <a:ext cx="47117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8859943-86E8-4E9A-8C85-2CC7457C763E}"/>
              </a:ext>
            </a:extLst>
          </p:cNvPr>
          <p:cNvSpPr/>
          <p:nvPr/>
        </p:nvSpPr>
        <p:spPr>
          <a:xfrm>
            <a:off x="679037" y="90141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证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05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F1B8E40B-44FE-4F0E-8AF1-4EC982CC5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904590"/>
              </p:ext>
            </p:extLst>
          </p:nvPr>
        </p:nvGraphicFramePr>
        <p:xfrm>
          <a:off x="908178" y="139169"/>
          <a:ext cx="43307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26" name="Equation" r:id="rId3" imgW="4330440" imgH="787320" progId="Equation.DSMT4">
                  <p:embed/>
                </p:oleObj>
              </mc:Choice>
              <mc:Fallback>
                <p:oleObj name="Equation" r:id="rId3" imgW="4330440" imgH="787320" progId="Equation.DSMT4">
                  <p:embed/>
                  <p:pic>
                    <p:nvPicPr>
                      <p:cNvPr id="40" name="Object 1">
                        <a:extLst>
                          <a:ext uri="{FF2B5EF4-FFF2-40B4-BE49-F238E27FC236}">
                            <a16:creationId xmlns:a16="http://schemas.microsoft.com/office/drawing/2014/main" id="{ACF33BEF-30E1-4237-8010-1271A70BE0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178" y="139169"/>
                        <a:ext cx="4330700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AA63A402-2342-4361-BD22-ECBDC8315FA8}"/>
              </a:ext>
            </a:extLst>
          </p:cNvPr>
          <p:cNvSpPr txBox="1"/>
          <p:nvPr/>
        </p:nvSpPr>
        <p:spPr>
          <a:xfrm>
            <a:off x="838514" y="1316903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证</a:t>
            </a:r>
          </a:p>
        </p:txBody>
      </p:sp>
      <p:graphicFrame>
        <p:nvGraphicFramePr>
          <p:cNvPr id="5" name="Object 1">
            <a:extLst>
              <a:ext uri="{FF2B5EF4-FFF2-40B4-BE49-F238E27FC236}">
                <a16:creationId xmlns:a16="http://schemas.microsoft.com/office/drawing/2014/main" id="{7B889359-2B5A-4D44-B5AD-1C46EAC82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783681"/>
              </p:ext>
            </p:extLst>
          </p:nvPr>
        </p:nvGraphicFramePr>
        <p:xfrm>
          <a:off x="827584" y="2809385"/>
          <a:ext cx="20272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27" name="Equation" r:id="rId5" imgW="2286000" imgH="380880" progId="Equation.DSMT4">
                  <p:embed/>
                </p:oleObj>
              </mc:Choice>
              <mc:Fallback>
                <p:oleObj name="Equation" r:id="rId5" imgW="2286000" imgH="38088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F1B8E40B-44FE-4F0E-8AF1-4EC982CC58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809385"/>
                        <a:ext cx="2027238" cy="376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AE0E485-9436-4080-8B2F-312ABD395780}"/>
              </a:ext>
            </a:extLst>
          </p:cNvPr>
          <p:cNvSpPr txBox="1"/>
          <p:nvPr/>
        </p:nvSpPr>
        <p:spPr>
          <a:xfrm>
            <a:off x="1120726" y="4169063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由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定理得证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">
            <a:extLst>
              <a:ext uri="{FF2B5EF4-FFF2-40B4-BE49-F238E27FC236}">
                <a16:creationId xmlns:a16="http://schemas.microsoft.com/office/drawing/2014/main" id="{D8008BE9-4C18-42FA-84FD-4948C6B4E3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197029"/>
              </p:ext>
            </p:extLst>
          </p:nvPr>
        </p:nvGraphicFramePr>
        <p:xfrm>
          <a:off x="1619672" y="1168561"/>
          <a:ext cx="18669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28" name="Equation" r:id="rId7" imgW="1866600" imgH="787320" progId="Equation.DSMT4">
                  <p:embed/>
                </p:oleObj>
              </mc:Choice>
              <mc:Fallback>
                <p:oleObj name="Equation" r:id="rId7" imgW="1866600" imgH="78732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F1B8E40B-44FE-4F0E-8AF1-4EC982CC58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168561"/>
                        <a:ext cx="1866900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箭头: 右 13">
            <a:extLst>
              <a:ext uri="{FF2B5EF4-FFF2-40B4-BE49-F238E27FC236}">
                <a16:creationId xmlns:a16="http://schemas.microsoft.com/office/drawing/2014/main" id="{345841BA-DB88-47F0-994D-F811EF24367D}"/>
              </a:ext>
            </a:extLst>
          </p:cNvPr>
          <p:cNvSpPr/>
          <p:nvPr/>
        </p:nvSpPr>
        <p:spPr>
          <a:xfrm>
            <a:off x="3600920" y="1430302"/>
            <a:ext cx="576064" cy="199617"/>
          </a:xfrm>
          <a:prstGeom prst="rightArrow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Object 1">
            <a:extLst>
              <a:ext uri="{FF2B5EF4-FFF2-40B4-BE49-F238E27FC236}">
                <a16:creationId xmlns:a16="http://schemas.microsoft.com/office/drawing/2014/main" id="{33EE6C1B-99A3-49C0-A397-D10D551281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393239"/>
              </p:ext>
            </p:extLst>
          </p:nvPr>
        </p:nvGraphicFramePr>
        <p:xfrm>
          <a:off x="4346685" y="1383607"/>
          <a:ext cx="22733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29" name="Equation" r:id="rId9" imgW="2273040" imgH="355320" progId="Equation.DSMT4">
                  <p:embed/>
                </p:oleObj>
              </mc:Choice>
              <mc:Fallback>
                <p:oleObj name="Equation" r:id="rId9" imgW="2273040" imgH="355320" progId="Equation.DSMT4">
                  <p:embed/>
                  <p:pic>
                    <p:nvPicPr>
                      <p:cNvPr id="13" name="Object 1">
                        <a:extLst>
                          <a:ext uri="{FF2B5EF4-FFF2-40B4-BE49-F238E27FC236}">
                            <a16:creationId xmlns:a16="http://schemas.microsoft.com/office/drawing/2014/main" id="{D8008BE9-4C18-42FA-84FD-4948C6B4E3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6685" y="1383607"/>
                        <a:ext cx="2273300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E7A831F4-92F0-4549-8A46-5051796A78E9}"/>
              </a:ext>
            </a:extLst>
          </p:cNvPr>
          <p:cNvSpPr/>
          <p:nvPr/>
        </p:nvSpPr>
        <p:spPr>
          <a:xfrm>
            <a:off x="876820" y="2138315"/>
            <a:ext cx="576064" cy="199617"/>
          </a:xfrm>
          <a:prstGeom prst="rightArrow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7" name="Object 1">
            <a:extLst>
              <a:ext uri="{FF2B5EF4-FFF2-40B4-BE49-F238E27FC236}">
                <a16:creationId xmlns:a16="http://schemas.microsoft.com/office/drawing/2014/main" id="{230919D9-911B-4461-B77C-A53936D753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32461"/>
              </p:ext>
            </p:extLst>
          </p:nvPr>
        </p:nvGraphicFramePr>
        <p:xfrm>
          <a:off x="1661297" y="2085688"/>
          <a:ext cx="22225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30" name="Equation" r:id="rId11" imgW="2222280" imgH="355320" progId="Equation.DSMT4">
                  <p:embed/>
                </p:oleObj>
              </mc:Choice>
              <mc:Fallback>
                <p:oleObj name="Equation" r:id="rId11" imgW="2222280" imgH="355320" progId="Equation.DSMT4">
                  <p:embed/>
                  <p:pic>
                    <p:nvPicPr>
                      <p:cNvPr id="15" name="Object 1">
                        <a:extLst>
                          <a:ext uri="{FF2B5EF4-FFF2-40B4-BE49-F238E27FC236}">
                            <a16:creationId xmlns:a16="http://schemas.microsoft.com/office/drawing/2014/main" id="{33EE6C1B-99A3-49C0-A397-D10D551281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297" y="2085688"/>
                        <a:ext cx="2222500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">
            <a:extLst>
              <a:ext uri="{FF2B5EF4-FFF2-40B4-BE49-F238E27FC236}">
                <a16:creationId xmlns:a16="http://schemas.microsoft.com/office/drawing/2014/main" id="{C8A46EF6-E5C0-4E0F-8E7A-F01897BD0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148205"/>
              </p:ext>
            </p:extLst>
          </p:nvPr>
        </p:nvGraphicFramePr>
        <p:xfrm>
          <a:off x="2968894" y="2878138"/>
          <a:ext cx="1620838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31" name="Equation" r:id="rId13" imgW="1828800" imgH="342720" progId="Equation.DSMT4">
                  <p:embed/>
                </p:oleObj>
              </mc:Choice>
              <mc:Fallback>
                <p:oleObj name="Equation" r:id="rId13" imgW="1828800" imgH="342720" progId="Equation.DSMT4">
                  <p:embed/>
                  <p:pic>
                    <p:nvPicPr>
                      <p:cNvPr id="5" name="Object 1">
                        <a:extLst>
                          <a:ext uri="{FF2B5EF4-FFF2-40B4-BE49-F238E27FC236}">
                            <a16:creationId xmlns:a16="http://schemas.microsoft.com/office/drawing/2014/main" id="{7B889359-2B5A-4D44-B5AD-1C46EAC82B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894" y="2878138"/>
                        <a:ext cx="1620838" cy="338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">
            <a:extLst>
              <a:ext uri="{FF2B5EF4-FFF2-40B4-BE49-F238E27FC236}">
                <a16:creationId xmlns:a16="http://schemas.microsoft.com/office/drawing/2014/main" id="{E3CC277A-5485-4B41-953E-1AA5F073A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014444"/>
              </p:ext>
            </p:extLst>
          </p:nvPr>
        </p:nvGraphicFramePr>
        <p:xfrm>
          <a:off x="4664744" y="2878138"/>
          <a:ext cx="1655763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32" name="Equation" r:id="rId15" imgW="1866600" imgH="342720" progId="Equation.DSMT4">
                  <p:embed/>
                </p:oleObj>
              </mc:Choice>
              <mc:Fallback>
                <p:oleObj name="Equation" r:id="rId15" imgW="1866600" imgH="342720" progId="Equation.DSMT4">
                  <p:embed/>
                  <p:pic>
                    <p:nvPicPr>
                      <p:cNvPr id="18" name="Object 1">
                        <a:extLst>
                          <a:ext uri="{FF2B5EF4-FFF2-40B4-BE49-F238E27FC236}">
                            <a16:creationId xmlns:a16="http://schemas.microsoft.com/office/drawing/2014/main" id="{C8A46EF6-E5C0-4E0F-8E7A-F01897BD06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744" y="2878138"/>
                        <a:ext cx="1655763" cy="338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">
            <a:extLst>
              <a:ext uri="{FF2B5EF4-FFF2-40B4-BE49-F238E27FC236}">
                <a16:creationId xmlns:a16="http://schemas.microsoft.com/office/drawing/2014/main" id="{B4F49480-A45F-492F-83DB-82882C341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45350"/>
              </p:ext>
            </p:extLst>
          </p:nvPr>
        </p:nvGraphicFramePr>
        <p:xfrm>
          <a:off x="1259632" y="3573097"/>
          <a:ext cx="19145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33" name="Equation" r:id="rId17" imgW="2158920" imgH="342720" progId="Equation.DSMT4">
                  <p:embed/>
                </p:oleObj>
              </mc:Choice>
              <mc:Fallback>
                <p:oleObj name="Equation" r:id="rId17" imgW="2158920" imgH="342720" progId="Equation.DSMT4">
                  <p:embed/>
                  <p:pic>
                    <p:nvPicPr>
                      <p:cNvPr id="19" name="Object 1">
                        <a:extLst>
                          <a:ext uri="{FF2B5EF4-FFF2-40B4-BE49-F238E27FC236}">
                            <a16:creationId xmlns:a16="http://schemas.microsoft.com/office/drawing/2014/main" id="{E3CC277A-5485-4B41-953E-1AA5F073A9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573097"/>
                        <a:ext cx="1914525" cy="338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">
            <a:extLst>
              <a:ext uri="{FF2B5EF4-FFF2-40B4-BE49-F238E27FC236}">
                <a16:creationId xmlns:a16="http://schemas.microsoft.com/office/drawing/2014/main" id="{586F1564-02E0-4395-AD24-D12A914924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520517"/>
              </p:ext>
            </p:extLst>
          </p:nvPr>
        </p:nvGraphicFramePr>
        <p:xfrm>
          <a:off x="3486572" y="3544754"/>
          <a:ext cx="18700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34" name="Equation" r:id="rId19" imgW="2108160" imgH="342720" progId="Equation.DSMT4">
                  <p:embed/>
                </p:oleObj>
              </mc:Choice>
              <mc:Fallback>
                <p:oleObj name="Equation" r:id="rId19" imgW="2108160" imgH="342720" progId="Equation.DSMT4">
                  <p:embed/>
                  <p:pic>
                    <p:nvPicPr>
                      <p:cNvPr id="20" name="Object 1">
                        <a:extLst>
                          <a:ext uri="{FF2B5EF4-FFF2-40B4-BE49-F238E27FC236}">
                            <a16:creationId xmlns:a16="http://schemas.microsoft.com/office/drawing/2014/main" id="{B4F49480-A45F-492F-83DB-82882C341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572" y="3544754"/>
                        <a:ext cx="1870075" cy="338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">
            <a:extLst>
              <a:ext uri="{FF2B5EF4-FFF2-40B4-BE49-F238E27FC236}">
                <a16:creationId xmlns:a16="http://schemas.microsoft.com/office/drawing/2014/main" id="{2AA803D8-3D1E-4403-98D9-BAC66CB90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13138"/>
              </p:ext>
            </p:extLst>
          </p:nvPr>
        </p:nvGraphicFramePr>
        <p:xfrm>
          <a:off x="6084168" y="2020616"/>
          <a:ext cx="20320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35" name="Equation" r:id="rId21" imgW="2031840" imgH="342720" progId="Equation.DSMT4">
                  <p:embed/>
                </p:oleObj>
              </mc:Choice>
              <mc:Fallback>
                <p:oleObj name="Equation" r:id="rId21" imgW="2031840" imgH="342720" progId="Equation.DSMT4">
                  <p:embed/>
                  <p:pic>
                    <p:nvPicPr>
                      <p:cNvPr id="37" name="Object 1">
                        <a:extLst>
                          <a:ext uri="{FF2B5EF4-FFF2-40B4-BE49-F238E27FC236}">
                            <a16:creationId xmlns:a16="http://schemas.microsoft.com/office/drawing/2014/main" id="{C4998FE1-3191-4024-867B-E79231D772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2020616"/>
                        <a:ext cx="20320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862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648A9E0-83CF-4845-A46B-10A19B6D68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533994"/>
              </p:ext>
            </p:extLst>
          </p:nvPr>
        </p:nvGraphicFramePr>
        <p:xfrm>
          <a:off x="971600" y="627534"/>
          <a:ext cx="54483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8" name="Equation" r:id="rId3" imgW="5448240" imgH="787320" progId="Equation.DSMT4">
                  <p:embed/>
                </p:oleObj>
              </mc:Choice>
              <mc:Fallback>
                <p:oleObj name="Equation" r:id="rId3" imgW="5448240" imgH="787320" progId="Equation.DSMT4">
                  <p:embed/>
                  <p:pic>
                    <p:nvPicPr>
                      <p:cNvPr id="7" name="Object 1">
                        <a:extLst>
                          <a:ext uri="{FF2B5EF4-FFF2-40B4-BE49-F238E27FC236}">
                            <a16:creationId xmlns:a16="http://schemas.microsoft.com/office/drawing/2014/main" id="{0F2A8A23-E89D-400B-9BFA-6FB47D81C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627534"/>
                        <a:ext cx="5448300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A73E034D-D732-4C02-A8BB-1431B637BA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381897"/>
              </p:ext>
            </p:extLst>
          </p:nvPr>
        </p:nvGraphicFramePr>
        <p:xfrm>
          <a:off x="942668" y="1541171"/>
          <a:ext cx="201612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9" name="Equation" r:id="rId5" imgW="2273040" imgH="736560" progId="Equation.DSMT4">
                  <p:embed/>
                </p:oleObj>
              </mc:Choice>
              <mc:Fallback>
                <p:oleObj name="Equation" r:id="rId5" imgW="2273040" imgH="736560" progId="Equation.DSMT4">
                  <p:embed/>
                  <p:pic>
                    <p:nvPicPr>
                      <p:cNvPr id="8" name="Object 1">
                        <a:extLst>
                          <a:ext uri="{FF2B5EF4-FFF2-40B4-BE49-F238E27FC236}">
                            <a16:creationId xmlns:a16="http://schemas.microsoft.com/office/drawing/2014/main" id="{ABF774A6-AD6E-4A91-902E-4AF57D840B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668" y="1541171"/>
                        <a:ext cx="2016125" cy="728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13A4B12-CDBC-458D-B957-32A4FA3E62B9}"/>
              </a:ext>
            </a:extLst>
          </p:cNvPr>
          <p:cNvSpPr txBox="1"/>
          <p:nvPr/>
        </p:nvSpPr>
        <p:spPr>
          <a:xfrm>
            <a:off x="3059832" y="1674669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由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定理得证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">
            <a:extLst>
              <a:ext uri="{FF2B5EF4-FFF2-40B4-BE49-F238E27FC236}">
                <a16:creationId xmlns:a16="http://schemas.microsoft.com/office/drawing/2014/main" id="{59A47A37-70A9-4F87-B853-3873289C01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32696"/>
              </p:ext>
            </p:extLst>
          </p:nvPr>
        </p:nvGraphicFramePr>
        <p:xfrm>
          <a:off x="942668" y="2605661"/>
          <a:ext cx="45212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0" name="Equation" r:id="rId7" imgW="4520880" imgH="380880" progId="Equation.DSMT4">
                  <p:embed/>
                </p:oleObj>
              </mc:Choice>
              <mc:Fallback>
                <p:oleObj name="Equation" r:id="rId7" imgW="4520880" imgH="380880" progId="Equation.DSMT4">
                  <p:embed/>
                  <p:pic>
                    <p:nvPicPr>
                      <p:cNvPr id="10" name="Object 1">
                        <a:extLst>
                          <a:ext uri="{FF2B5EF4-FFF2-40B4-BE49-F238E27FC236}">
                            <a16:creationId xmlns:a16="http://schemas.microsoft.com/office/drawing/2014/main" id="{214CA39F-B7DD-4781-A60C-8781E01809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668" y="2605661"/>
                        <a:ext cx="452120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09CB62D1-3C8A-4811-904A-A32B5B9BB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435830"/>
              </p:ext>
            </p:extLst>
          </p:nvPr>
        </p:nvGraphicFramePr>
        <p:xfrm>
          <a:off x="942668" y="3579862"/>
          <a:ext cx="21621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1" name="Equation" r:id="rId9" imgW="2438280" imgH="406080" progId="Equation.DSMT4">
                  <p:embed/>
                </p:oleObj>
              </mc:Choice>
              <mc:Fallback>
                <p:oleObj name="Equation" r:id="rId9" imgW="2438280" imgH="406080" progId="Equation.DSMT4">
                  <p:embed/>
                  <p:pic>
                    <p:nvPicPr>
                      <p:cNvPr id="11" name="Object 1">
                        <a:extLst>
                          <a:ext uri="{FF2B5EF4-FFF2-40B4-BE49-F238E27FC236}">
                            <a16:creationId xmlns:a16="http://schemas.microsoft.com/office/drawing/2014/main" id="{A1E4071C-FB40-4019-9B8A-ADB194E13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668" y="3579862"/>
                        <a:ext cx="2162175" cy="401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CC11220-76F5-4788-BA89-88BADF7964D7}"/>
              </a:ext>
            </a:extLst>
          </p:cNvPr>
          <p:cNvSpPr txBox="1"/>
          <p:nvPr/>
        </p:nvSpPr>
        <p:spPr>
          <a:xfrm>
            <a:off x="3104843" y="3523458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由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定理得证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22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A4814B2-DCDD-42BA-8B09-0F5A4E51B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019015"/>
              </p:ext>
            </p:extLst>
          </p:nvPr>
        </p:nvGraphicFramePr>
        <p:xfrm>
          <a:off x="889000" y="842963"/>
          <a:ext cx="48641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0" name="Equation" r:id="rId3" imgW="4863960" imgH="380880" progId="Equation.DSMT4">
                  <p:embed/>
                </p:oleObj>
              </mc:Choice>
              <mc:Fallback>
                <p:oleObj name="Equation" r:id="rId3" imgW="4863960" imgH="380880" progId="Equation.DSMT4">
                  <p:embed/>
                  <p:pic>
                    <p:nvPicPr>
                      <p:cNvPr id="43" name="Object 1">
                        <a:extLst>
                          <a:ext uri="{FF2B5EF4-FFF2-40B4-BE49-F238E27FC236}">
                            <a16:creationId xmlns:a16="http://schemas.microsoft.com/office/drawing/2014/main" id="{C019CBEB-6562-4DB4-A5FF-E4847DE80F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842963"/>
                        <a:ext cx="486410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A78E37DB-5349-4737-987B-C931761AA2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737396"/>
              </p:ext>
            </p:extLst>
          </p:nvPr>
        </p:nvGraphicFramePr>
        <p:xfrm>
          <a:off x="899592" y="1565130"/>
          <a:ext cx="23431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1" name="Equation" r:id="rId5" imgW="2641320" imgH="444240" progId="Equation.DSMT4">
                  <p:embed/>
                </p:oleObj>
              </mc:Choice>
              <mc:Fallback>
                <p:oleObj name="Equation" r:id="rId5" imgW="2641320" imgH="444240" progId="Equation.DSMT4">
                  <p:embed/>
                  <p:pic>
                    <p:nvPicPr>
                      <p:cNvPr id="5" name="Object 1">
                        <a:extLst>
                          <a:ext uri="{FF2B5EF4-FFF2-40B4-BE49-F238E27FC236}">
                            <a16:creationId xmlns:a16="http://schemas.microsoft.com/office/drawing/2014/main" id="{7B889359-2B5A-4D44-B5AD-1C46EAC82B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565130"/>
                        <a:ext cx="2343150" cy="439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512F120-2547-441D-B088-525DF76BB123}"/>
              </a:ext>
            </a:extLst>
          </p:cNvPr>
          <p:cNvSpPr txBox="1"/>
          <p:nvPr/>
        </p:nvSpPr>
        <p:spPr>
          <a:xfrm>
            <a:off x="3242742" y="1565130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由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定理得证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">
            <a:extLst>
              <a:ext uri="{FF2B5EF4-FFF2-40B4-BE49-F238E27FC236}">
                <a16:creationId xmlns:a16="http://schemas.microsoft.com/office/drawing/2014/main" id="{BD2A22D2-40B3-4D1B-AA84-052E99BFF3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447087"/>
              </p:ext>
            </p:extLst>
          </p:nvPr>
        </p:nvGraphicFramePr>
        <p:xfrm>
          <a:off x="886892" y="2499742"/>
          <a:ext cx="47117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2" name="Equation" r:id="rId7" imgW="4711680" imgH="380880" progId="Equation.DSMT4">
                  <p:embed/>
                </p:oleObj>
              </mc:Choice>
              <mc:Fallback>
                <p:oleObj name="Equation" r:id="rId7" imgW="4711680" imgH="380880" progId="Equation.DSMT4">
                  <p:embed/>
                  <p:pic>
                    <p:nvPicPr>
                      <p:cNvPr id="44" name="Object 1">
                        <a:extLst>
                          <a:ext uri="{FF2B5EF4-FFF2-40B4-BE49-F238E27FC236}">
                            <a16:creationId xmlns:a16="http://schemas.microsoft.com/office/drawing/2014/main" id="{9D9A52BD-CC14-4336-99E0-A6E6483065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892" y="2499742"/>
                        <a:ext cx="47117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E9118B88-FC28-46C6-A52C-A2DB305E6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348832"/>
              </p:ext>
            </p:extLst>
          </p:nvPr>
        </p:nvGraphicFramePr>
        <p:xfrm>
          <a:off x="1077913" y="3392488"/>
          <a:ext cx="2252662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003" name="Equation" r:id="rId9" imgW="2539800" imgH="406080" progId="Equation.DSMT4">
                  <p:embed/>
                </p:oleObj>
              </mc:Choice>
              <mc:Fallback>
                <p:oleObj name="Equation" r:id="rId9" imgW="2539800" imgH="40608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A78E37DB-5349-4737-987B-C931761AA2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3392488"/>
                        <a:ext cx="2252662" cy="401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5FA8334-01DD-4D93-BF34-4C46E4B1F965}"/>
              </a:ext>
            </a:extLst>
          </p:cNvPr>
          <p:cNvSpPr txBox="1"/>
          <p:nvPr/>
        </p:nvSpPr>
        <p:spPr>
          <a:xfrm>
            <a:off x="3376694" y="3373602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由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定理得证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47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F01F3C-9F00-45DA-9DA8-CCCC19969225}"/>
              </a:ext>
            </a:extLst>
          </p:cNvPr>
          <p:cNvSpPr/>
          <p:nvPr/>
        </p:nvSpPr>
        <p:spPr>
          <a:xfrm>
            <a:off x="723128" y="135803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4C0D98-3978-4E5D-AB35-1C7499C2688A}"/>
              </a:ext>
            </a:extLst>
          </p:cNvPr>
          <p:cNvSpPr/>
          <p:nvPr/>
        </p:nvSpPr>
        <p:spPr>
          <a:xfrm>
            <a:off x="588312" y="119348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                                                         证明：至少                           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A8D36BA-9404-408F-B827-E3777F0AB5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636790"/>
              </p:ext>
            </p:extLst>
          </p:nvPr>
        </p:nvGraphicFramePr>
        <p:xfrm>
          <a:off x="2172488" y="178730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75" name="Equation" r:id="rId3" imgW="1739880" imgH="342720" progId="Equation.DSMT4">
                  <p:embed/>
                </p:oleObj>
              </mc:Choice>
              <mc:Fallback>
                <p:oleObj name="Equation" r:id="rId3" imgW="17398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A8D36BA-9404-408F-B827-E3777F0AB5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2488" y="178730"/>
                        <a:ext cx="173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B5A1B93-2E07-4198-9594-8714B6BCA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520432"/>
              </p:ext>
            </p:extLst>
          </p:nvPr>
        </p:nvGraphicFramePr>
        <p:xfrm>
          <a:off x="4013442" y="182512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76" name="Equation" r:id="rId5" imgW="1790640" imgH="342720" progId="Equation.DSMT4">
                  <p:embed/>
                </p:oleObj>
              </mc:Choice>
              <mc:Fallback>
                <p:oleObj name="Equation" r:id="rId5" imgW="17906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DB5A1B93-2E07-4198-9594-8714B6BCA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13442" y="182512"/>
                        <a:ext cx="179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6DE0339-A6D6-4547-9736-ACF77A408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317795"/>
              </p:ext>
            </p:extLst>
          </p:nvPr>
        </p:nvGraphicFramePr>
        <p:xfrm>
          <a:off x="5880714" y="200060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77" name="Equation" r:id="rId7" imgW="1091880" imgH="342720" progId="Equation.DSMT4">
                  <p:embed/>
                </p:oleObj>
              </mc:Choice>
              <mc:Fallback>
                <p:oleObj name="Equation" r:id="rId7" imgW="10918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6DE0339-A6D6-4547-9736-ACF77A408B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80714" y="200060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83B3397-58AF-4E9D-9756-552C68455AA8}"/>
              </a:ext>
            </a:extLst>
          </p:cNvPr>
          <p:cNvSpPr/>
          <p:nvPr/>
        </p:nvSpPr>
        <p:spPr>
          <a:xfrm>
            <a:off x="300280" y="695412"/>
            <a:ext cx="33123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存在一点                使得                     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BAF2032-E1C1-46A2-8937-96392BC41A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345353"/>
              </p:ext>
            </p:extLst>
          </p:nvPr>
        </p:nvGraphicFramePr>
        <p:xfrm>
          <a:off x="1668432" y="754794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78" name="Equation" r:id="rId9" imgW="1130040" imgH="342720" progId="Equation.DSMT4">
                  <p:embed/>
                </p:oleObj>
              </mc:Choice>
              <mc:Fallback>
                <p:oleObj name="Equation" r:id="rId9" imgW="11300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BAF2032-E1C1-46A2-8937-96392BC41A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68432" y="754794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3412ECC-3E73-4A5A-98A0-5037ACC0BD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419366"/>
              </p:ext>
            </p:extLst>
          </p:nvPr>
        </p:nvGraphicFramePr>
        <p:xfrm>
          <a:off x="3511043" y="754794"/>
          <a:ext cx="2400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79" name="Equation" r:id="rId11" imgW="2400120" imgH="355320" progId="Equation.DSMT4">
                  <p:embed/>
                </p:oleObj>
              </mc:Choice>
              <mc:Fallback>
                <p:oleObj name="Equation" r:id="rId11" imgW="240012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3412ECC-3E73-4A5A-98A0-5037ACC0BD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11043" y="754794"/>
                        <a:ext cx="2400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09D4303D-155B-488F-9A9D-801A8FA6F960}"/>
              </a:ext>
            </a:extLst>
          </p:cNvPr>
          <p:cNvGrpSpPr/>
          <p:nvPr/>
        </p:nvGrpSpPr>
        <p:grpSpPr>
          <a:xfrm>
            <a:off x="1239601" y="1358037"/>
            <a:ext cx="2591580" cy="461665"/>
            <a:chOff x="1200041" y="1707654"/>
            <a:chExt cx="2591580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48E743D-512B-462E-9650-A09490C815D6}"/>
                </a:ext>
              </a:extLst>
            </p:cNvPr>
            <p:cNvSpPr/>
            <p:nvPr/>
          </p:nvSpPr>
          <p:spPr>
            <a:xfrm>
              <a:off x="1200041" y="1707654"/>
              <a:ext cx="25915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661CD1B-A872-4D2B-A848-DF4B5EEA7D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786720"/>
                </p:ext>
              </p:extLst>
            </p:nvPr>
          </p:nvGraphicFramePr>
          <p:xfrm>
            <a:off x="1691680" y="1735286"/>
            <a:ext cx="1854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80" name="Equation" r:id="rId13" imgW="1854000" imgH="406080" progId="Equation.DSMT4">
                    <p:embed/>
                  </p:oleObj>
                </mc:Choice>
                <mc:Fallback>
                  <p:oleObj name="Equation" r:id="rId13" imgW="1854000" imgH="4060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4661CD1B-A872-4D2B-A848-DF4B5EEA7D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91680" y="1735286"/>
                          <a:ext cx="1854200" cy="4064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1BB7A14-6406-4C3A-B225-50D32F4DE734}"/>
              </a:ext>
            </a:extLst>
          </p:cNvPr>
          <p:cNvGrpSpPr/>
          <p:nvPr/>
        </p:nvGrpSpPr>
        <p:grpSpPr>
          <a:xfrm>
            <a:off x="3583032" y="1358037"/>
            <a:ext cx="2229755" cy="461665"/>
            <a:chOff x="3543472" y="1707654"/>
            <a:chExt cx="2229755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F373961-23AA-414B-9995-AEDEE117536B}"/>
                </a:ext>
              </a:extLst>
            </p:cNvPr>
            <p:cNvSpPr/>
            <p:nvPr/>
          </p:nvSpPr>
          <p:spPr>
            <a:xfrm>
              <a:off x="3543472" y="1707654"/>
              <a:ext cx="4940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E892A6D-09A9-4E99-9483-77941AED3B9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007927" y="1767036"/>
            <a:ext cx="1765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81" name="Equation" r:id="rId15" imgW="1765080" imgH="342720" progId="Equation.DSMT4">
                    <p:embed/>
                  </p:oleObj>
                </mc:Choice>
                <mc:Fallback>
                  <p:oleObj name="Equation" r:id="rId15" imgW="17650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4E892A6D-09A9-4E99-9483-77941AED3B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07927" y="1767036"/>
                          <a:ext cx="1765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82380A6-C7DC-4E86-98DF-EC5A2DADF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377222"/>
              </p:ext>
            </p:extLst>
          </p:nvPr>
        </p:nvGraphicFramePr>
        <p:xfrm>
          <a:off x="5911811" y="1442453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82" name="Equation" r:id="rId17" imgW="1803240" imgH="342720" progId="Equation.DSMT4">
                  <p:embed/>
                </p:oleObj>
              </mc:Choice>
              <mc:Fallback>
                <p:oleObj name="Equation" r:id="rId17" imgW="180324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82380A6-C7DC-4E86-98DF-EC5A2DADF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11811" y="1442453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0BE2359E-D5FC-423B-B2CD-D6FC826F1F64}"/>
              </a:ext>
            </a:extLst>
          </p:cNvPr>
          <p:cNvSpPr/>
          <p:nvPr/>
        </p:nvSpPr>
        <p:spPr>
          <a:xfrm>
            <a:off x="7814235" y="1323688"/>
            <a:ext cx="4940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endParaRPr lang="zh-CN" altLang="en-US" sz="2400" dirty="0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EECC97C-2627-43EC-BD75-C6BDF03E5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30920"/>
              </p:ext>
            </p:extLst>
          </p:nvPr>
        </p:nvGraphicFramePr>
        <p:xfrm>
          <a:off x="291080" y="2006109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83" name="Equation" r:id="rId19" imgW="1993680" imgH="342720" progId="Equation.DSMT4">
                  <p:embed/>
                </p:oleObj>
              </mc:Choice>
              <mc:Fallback>
                <p:oleObj name="Equation" r:id="rId19" imgW="199368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EECC97C-2627-43EC-BD75-C6BDF03E56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1080" y="2006109"/>
                        <a:ext cx="1993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D07BCDAF-FE20-4A5D-B97A-CE3E7C6D5175}"/>
              </a:ext>
            </a:extLst>
          </p:cNvPr>
          <p:cNvGrpSpPr/>
          <p:nvPr/>
        </p:nvGrpSpPr>
        <p:grpSpPr>
          <a:xfrm>
            <a:off x="2411316" y="1914869"/>
            <a:ext cx="5977108" cy="461665"/>
            <a:chOff x="2371756" y="2264486"/>
            <a:chExt cx="5977108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8CD252F-2BB7-435A-B11E-2379DB977AD8}"/>
                </a:ext>
              </a:extLst>
            </p:cNvPr>
            <p:cNvSpPr/>
            <p:nvPr/>
          </p:nvSpPr>
          <p:spPr>
            <a:xfrm>
              <a:off x="2371756" y="2264486"/>
              <a:ext cx="59771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由罗尔定理得，至少存在一点               使得</a:t>
              </a:r>
              <a:endParaRPr lang="zh-CN" altLang="en-US" sz="2400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4516499C-B1D9-411D-98C5-C37FCB910C4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44208" y="2355726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84" name="Equation" r:id="rId21" imgW="1130040" imgH="342720" progId="Equation.DSMT4">
                    <p:embed/>
                  </p:oleObj>
                </mc:Choice>
                <mc:Fallback>
                  <p:oleObj name="Equation" r:id="rId21" imgW="113004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516499C-B1D9-411D-98C5-C37FCB910C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444208" y="2355726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1A6E0DD-A2FC-4645-878C-5318D61DD0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96809"/>
              </p:ext>
            </p:extLst>
          </p:nvPr>
        </p:nvGraphicFramePr>
        <p:xfrm>
          <a:off x="347851" y="2566604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85" name="Equation" r:id="rId23" imgW="1244520" imgH="355320" progId="Equation.DSMT4">
                  <p:embed/>
                </p:oleObj>
              </mc:Choice>
              <mc:Fallback>
                <p:oleObj name="Equation" r:id="rId23" imgW="1244520" imgH="3553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1A6E0DD-A2FC-4645-878C-5318D61DD0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7851" y="2566604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AD715A24-5381-47D1-B892-97302F21EEC3}"/>
              </a:ext>
            </a:extLst>
          </p:cNvPr>
          <p:cNvSpPr/>
          <p:nvPr/>
        </p:nvSpPr>
        <p:spPr>
          <a:xfrm>
            <a:off x="1648888" y="2498698"/>
            <a:ext cx="615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6119695-A2A7-467E-A155-B37DEFCEF6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080375"/>
              </p:ext>
            </p:extLst>
          </p:nvPr>
        </p:nvGraphicFramePr>
        <p:xfrm>
          <a:off x="2188440" y="2531084"/>
          <a:ext cx="279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86" name="Equation" r:id="rId25" imgW="2793960" imgH="406080" progId="Equation.DSMT4">
                  <p:embed/>
                </p:oleObj>
              </mc:Choice>
              <mc:Fallback>
                <p:oleObj name="Equation" r:id="rId25" imgW="2793960" imgH="4060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36119695-A2A7-467E-A155-B37DEFCEF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88440" y="2531084"/>
                        <a:ext cx="2794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1EF5C0BA-F7C5-47DD-BAFD-821E7FB7D19D}"/>
              </a:ext>
            </a:extLst>
          </p:cNvPr>
          <p:cNvSpPr/>
          <p:nvPr/>
        </p:nvSpPr>
        <p:spPr>
          <a:xfrm>
            <a:off x="4960416" y="2513570"/>
            <a:ext cx="615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8C995210-629A-4A34-883E-86B8661C1D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310134"/>
              </p:ext>
            </p:extLst>
          </p:nvPr>
        </p:nvGraphicFramePr>
        <p:xfrm>
          <a:off x="5414598" y="2566604"/>
          <a:ext cx="2400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87" name="Equation" r:id="rId27" imgW="2400120" imgH="355320" progId="Equation.DSMT4">
                  <p:embed/>
                </p:oleObj>
              </mc:Choice>
              <mc:Fallback>
                <p:oleObj name="Equation" r:id="rId27" imgW="2400120" imgH="3553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8C995210-629A-4A34-883E-86B8661C1D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14598" y="2566604"/>
                        <a:ext cx="2400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3A0DA8E3-F325-431D-8D17-83181BF7E4E2}"/>
              </a:ext>
            </a:extLst>
          </p:cNvPr>
          <p:cNvGrpSpPr/>
          <p:nvPr/>
        </p:nvGrpSpPr>
        <p:grpSpPr>
          <a:xfrm>
            <a:off x="628504" y="3009533"/>
            <a:ext cx="7903936" cy="665386"/>
            <a:chOff x="588944" y="3359150"/>
            <a:chExt cx="7903936" cy="665386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71E239C-B456-4FAA-A205-F8EFBE822B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168878"/>
                </p:ext>
              </p:extLst>
            </p:nvPr>
          </p:nvGraphicFramePr>
          <p:xfrm>
            <a:off x="6515100" y="3359150"/>
            <a:ext cx="177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88" name="Equation" r:id="rId28" imgW="177480" imgH="291960" progId="Equation.DSMT4">
                    <p:embed/>
                  </p:oleObj>
                </mc:Choice>
                <mc:Fallback>
                  <p:oleObj name="Equation" r:id="rId28" imgW="177480" imgH="2919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971E239C-B456-4FAA-A205-F8EFBE822B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6515100" y="3359150"/>
                          <a:ext cx="1778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60EB638-434A-4232-8127-8051D0DC4368}"/>
                </a:ext>
              </a:extLst>
            </p:cNvPr>
            <p:cNvSpPr/>
            <p:nvPr/>
          </p:nvSpPr>
          <p:spPr>
            <a:xfrm>
              <a:off x="588944" y="3562871"/>
              <a:ext cx="79039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注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题目中其他条件不变 ， 变为任意正整数    结论仍成立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endParaRPr lang="zh-CN" altLang="en-US" sz="2400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0057C520-3AAA-4154-867A-24CBCF5121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8370442"/>
                </p:ext>
              </p:extLst>
            </p:nvPr>
          </p:nvGraphicFramePr>
          <p:xfrm>
            <a:off x="4037519" y="3657250"/>
            <a:ext cx="165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89" name="Equation" r:id="rId30" imgW="164880" imgH="279360" progId="Equation.DSMT4">
                    <p:embed/>
                  </p:oleObj>
                </mc:Choice>
                <mc:Fallback>
                  <p:oleObj name="Equation" r:id="rId30" imgW="164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4037519" y="3657250"/>
                          <a:ext cx="165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B98D817-1BCB-40AF-BFFB-1E037F4829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9467705"/>
                </p:ext>
              </p:extLst>
            </p:nvPr>
          </p:nvGraphicFramePr>
          <p:xfrm>
            <a:off x="6445796" y="3628603"/>
            <a:ext cx="266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90" name="Equation" r:id="rId32" imgW="266400" imgH="330120" progId="Equation.DSMT4">
                    <p:embed/>
                  </p:oleObj>
                </mc:Choice>
                <mc:Fallback>
                  <p:oleObj name="Equation" r:id="rId32" imgW="2664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6445796" y="3628603"/>
                          <a:ext cx="266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23047A1-5DEC-4CBD-A982-B363E1D117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191062"/>
              </p:ext>
            </p:extLst>
          </p:nvPr>
        </p:nvGraphicFramePr>
        <p:xfrm>
          <a:off x="2896605" y="3878640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91" name="Equation" r:id="rId34" imgW="1866600" imgH="406080" progId="Equation.DSMT4">
                  <p:embed/>
                </p:oleObj>
              </mc:Choice>
              <mc:Fallback>
                <p:oleObj name="Equation" r:id="rId34" imgW="1866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896605" y="3878640"/>
                        <a:ext cx="18669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353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24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0">
            <a:extLst>
              <a:ext uri="{FF2B5EF4-FFF2-40B4-BE49-F238E27FC236}">
                <a16:creationId xmlns:a16="http://schemas.microsoft.com/office/drawing/2014/main" id="{7CD80517-FECD-4D14-8EB4-D78F764C0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83297"/>
            <a:ext cx="3888432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微软雅黑" panose="020B0503020204020204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  <a:cs typeface="微软雅黑" panose="020B0503020204020204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</a:rPr>
              <a:t>广义罗尔定理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</a:rPr>
              <a:t>  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46951C9-8CD3-42BC-A40E-234812F72D4E}"/>
              </a:ext>
            </a:extLst>
          </p:cNvPr>
          <p:cNvGrpSpPr/>
          <p:nvPr/>
        </p:nvGrpSpPr>
        <p:grpSpPr>
          <a:xfrm>
            <a:off x="701671" y="670892"/>
            <a:ext cx="7326865" cy="466281"/>
            <a:chOff x="701671" y="904033"/>
            <a:chExt cx="7326865" cy="466281"/>
          </a:xfrm>
        </p:grpSpPr>
        <p:sp>
          <p:nvSpPr>
            <p:cNvPr id="3" name="TextBox 70">
              <a:extLst>
                <a:ext uri="{FF2B5EF4-FFF2-40B4-BE49-F238E27FC236}">
                  <a16:creationId xmlns:a16="http://schemas.microsoft.com/office/drawing/2014/main" id="{FD55078B-BB0E-4BB8-8150-12FCA7C39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671" y="904033"/>
              <a:ext cx="7326865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设     为有限或无限区间</a:t>
              </a:r>
              <a:r>
                <a:rPr lang="en-US" altLang="zh-CN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,    </a:t>
              </a: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在     内可导，且</a:t>
              </a:r>
              <a:r>
                <a:rPr lang="en-US" altLang="zh-CN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    </a:t>
              </a:r>
              <a:endPara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DECF8480-7ED2-495D-A501-C22AB6BFBB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3113271"/>
                </p:ext>
              </p:extLst>
            </p:nvPr>
          </p:nvGraphicFramePr>
          <p:xfrm>
            <a:off x="1191679" y="1000052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35" name="Equation" r:id="rId3" imgW="660240" imgH="342720" progId="Equation.DSMT4">
                    <p:embed/>
                  </p:oleObj>
                </mc:Choice>
                <mc:Fallback>
                  <p:oleObj name="Equation" r:id="rId3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91679" y="1000052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620E192-1056-4B46-AC91-BB89056888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2472634"/>
                </p:ext>
              </p:extLst>
            </p:nvPr>
          </p:nvGraphicFramePr>
          <p:xfrm>
            <a:off x="4432734" y="100005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36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32734" y="100005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DD807F5-2D43-4BAE-9CFE-65D99C8D15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1225785"/>
                </p:ext>
              </p:extLst>
            </p:nvPr>
          </p:nvGraphicFramePr>
          <p:xfrm>
            <a:off x="5440151" y="1000052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37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440151" y="1000052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D9C0211-9BBA-40C4-B8DB-1BE381472F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361507"/>
              </p:ext>
            </p:extLst>
          </p:nvPr>
        </p:nvGraphicFramePr>
        <p:xfrm>
          <a:off x="808865" y="1298544"/>
          <a:ext cx="3009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38" name="Equation" r:id="rId9" imgW="3009600" imgH="495000" progId="Equation.DSMT4">
                  <p:embed/>
                </p:oleObj>
              </mc:Choice>
              <mc:Fallback>
                <p:oleObj name="Equation" r:id="rId9" imgW="30096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8865" y="1298544"/>
                        <a:ext cx="30099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B79BAADE-63CE-4991-8C02-AC63C35E78F8}"/>
              </a:ext>
            </a:extLst>
          </p:cNvPr>
          <p:cNvGrpSpPr/>
          <p:nvPr/>
        </p:nvGrpSpPr>
        <p:grpSpPr>
          <a:xfrm>
            <a:off x="3855823" y="1213965"/>
            <a:ext cx="4676617" cy="466281"/>
            <a:chOff x="3855823" y="1447106"/>
            <a:chExt cx="4676617" cy="466281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E0BC79F-FE86-4139-88BC-883314F905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9652112"/>
                </p:ext>
              </p:extLst>
            </p:nvPr>
          </p:nvGraphicFramePr>
          <p:xfrm>
            <a:off x="3855823" y="1553769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39" name="Equation" r:id="rId11" imgW="342720" imgH="342720" progId="Equation.DSMT4">
                    <p:embed/>
                  </p:oleObj>
                </mc:Choice>
                <mc:Fallback>
                  <p:oleObj name="Equation" r:id="rId11" imgW="342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55823" y="1553769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Box 70">
              <a:extLst>
                <a:ext uri="{FF2B5EF4-FFF2-40B4-BE49-F238E27FC236}">
                  <a16:creationId xmlns:a16="http://schemas.microsoft.com/office/drawing/2014/main" id="{7ABCFA6D-F890-4304-B895-523C415CE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183" y="1447106"/>
              <a:ext cx="4376257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微软雅黑" panose="020B0503020204020204" charset="-122"/>
                </a:rPr>
                <a:t>有限或为     则存在</a:t>
              </a:r>
              <a:endPara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C9EEBFA-2560-40C8-90AE-1C91A7283F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219738"/>
                </p:ext>
              </p:extLst>
            </p:nvPr>
          </p:nvGraphicFramePr>
          <p:xfrm>
            <a:off x="5512069" y="1540831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40" name="Equation" r:id="rId13" imgW="609480" imgH="342720" progId="Equation.DSMT4">
                    <p:embed/>
                  </p:oleObj>
                </mc:Choice>
                <mc:Fallback>
                  <p:oleObj name="Equation" r:id="rId13" imgW="609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512069" y="1540831"/>
                          <a:ext cx="609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D95693B-FC55-4EFD-8773-BDB535BC48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3873996"/>
                </p:ext>
              </p:extLst>
            </p:nvPr>
          </p:nvGraphicFramePr>
          <p:xfrm>
            <a:off x="7240199" y="1508796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41" name="Equation" r:id="rId15" imgW="1193760" imgH="342720" progId="Equation.DSMT4">
                    <p:embed/>
                  </p:oleObj>
                </mc:Choice>
                <mc:Fallback>
                  <p:oleObj name="Equation" r:id="rId15" imgW="11937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240199" y="1508796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8A34932-15DB-4BC2-BBA2-F372B5BAC1BD}"/>
              </a:ext>
            </a:extLst>
          </p:cNvPr>
          <p:cNvGrpSpPr/>
          <p:nvPr/>
        </p:nvGrpSpPr>
        <p:grpSpPr>
          <a:xfrm>
            <a:off x="722935" y="1900507"/>
            <a:ext cx="2192881" cy="466281"/>
            <a:chOff x="722935" y="2133648"/>
            <a:chExt cx="2192881" cy="466281"/>
          </a:xfrm>
        </p:grpSpPr>
        <p:sp>
          <p:nvSpPr>
            <p:cNvPr id="12" name="TextBox 70">
              <a:extLst>
                <a:ext uri="{FF2B5EF4-FFF2-40B4-BE49-F238E27FC236}">
                  <a16:creationId xmlns:a16="http://schemas.microsoft.com/office/drawing/2014/main" id="{0DE5A983-1123-4C43-ACA3-4C14DC5BA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35" y="2133648"/>
              <a:ext cx="2192881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使得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5B94E22-F200-46F3-831F-C44BB2B314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4850451"/>
                </p:ext>
              </p:extLst>
            </p:nvPr>
          </p:nvGraphicFramePr>
          <p:xfrm>
            <a:off x="1448159" y="2216150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42" name="Equation" r:id="rId17" imgW="1218960" imgH="355320" progId="Equation.DSMT4">
                    <p:embed/>
                  </p:oleObj>
                </mc:Choice>
                <mc:Fallback>
                  <p:oleObj name="Equation" r:id="rId17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48159" y="2216150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Box 70">
            <a:extLst>
              <a:ext uri="{FF2B5EF4-FFF2-40B4-BE49-F238E27FC236}">
                <a16:creationId xmlns:a16="http://schemas.microsoft.com/office/drawing/2014/main" id="{B7E26C54-AD43-49F0-8D98-181C7844C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763832"/>
            <a:ext cx="508111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例</a:t>
            </a: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A37261E-2216-4663-88B5-F9969142EE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340423"/>
              </p:ext>
            </p:extLst>
          </p:nvPr>
        </p:nvGraphicFramePr>
        <p:xfrm>
          <a:off x="1191679" y="2820232"/>
          <a:ext cx="232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43" name="Equation" r:id="rId19" imgW="2323800" imgH="342720" progId="Equation.DSMT4">
                  <p:embed/>
                </p:oleObj>
              </mc:Choice>
              <mc:Fallback>
                <p:oleObj name="Equation" r:id="rId19" imgW="2323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91679" y="2820232"/>
                        <a:ext cx="2324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49D69E92-92F8-4F99-85B0-D7E239F346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22703"/>
              </p:ext>
            </p:extLst>
          </p:nvPr>
        </p:nvGraphicFramePr>
        <p:xfrm>
          <a:off x="981183" y="3385857"/>
          <a:ext cx="3175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44" name="Equation" r:id="rId21" imgW="3174840" imgH="482400" progId="Equation.DSMT4">
                  <p:embed/>
                </p:oleObj>
              </mc:Choice>
              <mc:Fallback>
                <p:oleObj name="Equation" r:id="rId21" imgW="317484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D9C0211-9BBA-40C4-B8DB-1BE381472F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81183" y="3385857"/>
                        <a:ext cx="3175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86B71B3B-C1C5-4A3C-81E5-177681F00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890649"/>
              </p:ext>
            </p:extLst>
          </p:nvPr>
        </p:nvGraphicFramePr>
        <p:xfrm>
          <a:off x="939699" y="4072507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45" name="Equation" r:id="rId23" imgW="1854000" imgH="342720" progId="Equation.DSMT4">
                  <p:embed/>
                </p:oleObj>
              </mc:Choice>
              <mc:Fallback>
                <p:oleObj name="Equation" r:id="rId23" imgW="1854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39699" y="4072507"/>
                        <a:ext cx="1854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56D1DDE1-2ED9-464F-AB62-A022A80E0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236340"/>
              </p:ext>
            </p:extLst>
          </p:nvPr>
        </p:nvGraphicFramePr>
        <p:xfrm>
          <a:off x="2893682" y="4040339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46" name="Equation" r:id="rId25" imgW="1218960" imgH="355320" progId="Equation.DSMT4">
                  <p:embed/>
                </p:oleObj>
              </mc:Choice>
              <mc:Fallback>
                <p:oleObj name="Equation" r:id="rId25" imgW="12189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893682" y="4040339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>
            <a:extLst>
              <a:ext uri="{FF2B5EF4-FFF2-40B4-BE49-F238E27FC236}">
                <a16:creationId xmlns:a16="http://schemas.microsoft.com/office/drawing/2014/main" id="{B17CA9E4-D8BE-43F4-AE76-CDEDFE699D64}"/>
              </a:ext>
            </a:extLst>
          </p:cNvPr>
          <p:cNvGrpSpPr/>
          <p:nvPr/>
        </p:nvGrpSpPr>
        <p:grpSpPr>
          <a:xfrm>
            <a:off x="4876187" y="2419481"/>
            <a:ext cx="3478643" cy="1736576"/>
            <a:chOff x="4876187" y="2652622"/>
            <a:chExt cx="3478643" cy="1736576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A668FE58-76E5-48FE-A61A-F977D232450E}"/>
                </a:ext>
              </a:extLst>
            </p:cNvPr>
            <p:cNvGrpSpPr/>
            <p:nvPr/>
          </p:nvGrpSpPr>
          <p:grpSpPr>
            <a:xfrm>
              <a:off x="4876187" y="2652622"/>
              <a:ext cx="3478643" cy="1736576"/>
              <a:chOff x="4876187" y="2652622"/>
              <a:chExt cx="3478643" cy="1736576"/>
            </a:xfrm>
          </p:grpSpPr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E72AC74B-8907-4138-BD2C-CE47450C4AD4}"/>
                  </a:ext>
                </a:extLst>
              </p:cNvPr>
              <p:cNvSpPr/>
              <p:nvPr/>
            </p:nvSpPr>
            <p:spPr>
              <a:xfrm>
                <a:off x="5599606" y="3058664"/>
                <a:ext cx="1958424" cy="342900"/>
              </a:xfrm>
              <a:custGeom>
                <a:avLst/>
                <a:gdLst>
                  <a:gd name="connsiteX0" fmla="*/ 0 w 3513600"/>
                  <a:gd name="connsiteY0" fmla="*/ 720000 h 735116"/>
                  <a:gd name="connsiteX1" fmla="*/ 266400 w 3513600"/>
                  <a:gd name="connsiteY1" fmla="*/ 705600 h 735116"/>
                  <a:gd name="connsiteX2" fmla="*/ 338400 w 3513600"/>
                  <a:gd name="connsiteY2" fmla="*/ 684000 h 735116"/>
                  <a:gd name="connsiteX3" fmla="*/ 360000 w 3513600"/>
                  <a:gd name="connsiteY3" fmla="*/ 676800 h 735116"/>
                  <a:gd name="connsiteX4" fmla="*/ 388800 w 3513600"/>
                  <a:gd name="connsiteY4" fmla="*/ 662400 h 735116"/>
                  <a:gd name="connsiteX5" fmla="*/ 439200 w 3513600"/>
                  <a:gd name="connsiteY5" fmla="*/ 648000 h 735116"/>
                  <a:gd name="connsiteX6" fmla="*/ 482400 w 3513600"/>
                  <a:gd name="connsiteY6" fmla="*/ 626400 h 735116"/>
                  <a:gd name="connsiteX7" fmla="*/ 504000 w 3513600"/>
                  <a:gd name="connsiteY7" fmla="*/ 612000 h 735116"/>
                  <a:gd name="connsiteX8" fmla="*/ 540000 w 3513600"/>
                  <a:gd name="connsiteY8" fmla="*/ 604800 h 735116"/>
                  <a:gd name="connsiteX9" fmla="*/ 561600 w 3513600"/>
                  <a:gd name="connsiteY9" fmla="*/ 597600 h 735116"/>
                  <a:gd name="connsiteX10" fmla="*/ 590400 w 3513600"/>
                  <a:gd name="connsiteY10" fmla="*/ 590400 h 735116"/>
                  <a:gd name="connsiteX11" fmla="*/ 619200 w 3513600"/>
                  <a:gd name="connsiteY11" fmla="*/ 568800 h 735116"/>
                  <a:gd name="connsiteX12" fmla="*/ 662400 w 3513600"/>
                  <a:gd name="connsiteY12" fmla="*/ 554400 h 735116"/>
                  <a:gd name="connsiteX13" fmla="*/ 705600 w 3513600"/>
                  <a:gd name="connsiteY13" fmla="*/ 518400 h 735116"/>
                  <a:gd name="connsiteX14" fmla="*/ 734400 w 3513600"/>
                  <a:gd name="connsiteY14" fmla="*/ 504000 h 735116"/>
                  <a:gd name="connsiteX15" fmla="*/ 784800 w 3513600"/>
                  <a:gd name="connsiteY15" fmla="*/ 475200 h 735116"/>
                  <a:gd name="connsiteX16" fmla="*/ 835200 w 3513600"/>
                  <a:gd name="connsiteY16" fmla="*/ 432000 h 735116"/>
                  <a:gd name="connsiteX17" fmla="*/ 885600 w 3513600"/>
                  <a:gd name="connsiteY17" fmla="*/ 403200 h 735116"/>
                  <a:gd name="connsiteX18" fmla="*/ 957600 w 3513600"/>
                  <a:gd name="connsiteY18" fmla="*/ 345600 h 735116"/>
                  <a:gd name="connsiteX19" fmla="*/ 1008000 w 3513600"/>
                  <a:gd name="connsiteY19" fmla="*/ 316800 h 735116"/>
                  <a:gd name="connsiteX20" fmla="*/ 1036800 w 3513600"/>
                  <a:gd name="connsiteY20" fmla="*/ 295200 h 735116"/>
                  <a:gd name="connsiteX21" fmla="*/ 1080000 w 3513600"/>
                  <a:gd name="connsiteY21" fmla="*/ 266400 h 735116"/>
                  <a:gd name="connsiteX22" fmla="*/ 1137600 w 3513600"/>
                  <a:gd name="connsiteY22" fmla="*/ 223200 h 735116"/>
                  <a:gd name="connsiteX23" fmla="*/ 1209600 w 3513600"/>
                  <a:gd name="connsiteY23" fmla="*/ 172800 h 735116"/>
                  <a:gd name="connsiteX24" fmla="*/ 1231200 w 3513600"/>
                  <a:gd name="connsiteY24" fmla="*/ 151200 h 735116"/>
                  <a:gd name="connsiteX25" fmla="*/ 1274400 w 3513600"/>
                  <a:gd name="connsiteY25" fmla="*/ 122400 h 735116"/>
                  <a:gd name="connsiteX26" fmla="*/ 1339200 w 3513600"/>
                  <a:gd name="connsiteY26" fmla="*/ 72000 h 735116"/>
                  <a:gd name="connsiteX27" fmla="*/ 1382400 w 3513600"/>
                  <a:gd name="connsiteY27" fmla="*/ 50400 h 735116"/>
                  <a:gd name="connsiteX28" fmla="*/ 1425600 w 3513600"/>
                  <a:gd name="connsiteY28" fmla="*/ 36000 h 735116"/>
                  <a:gd name="connsiteX29" fmla="*/ 1447200 w 3513600"/>
                  <a:gd name="connsiteY29" fmla="*/ 21600 h 735116"/>
                  <a:gd name="connsiteX30" fmla="*/ 1519200 w 3513600"/>
                  <a:gd name="connsiteY30" fmla="*/ 0 h 735116"/>
                  <a:gd name="connsiteX31" fmla="*/ 1663200 w 3513600"/>
                  <a:gd name="connsiteY31" fmla="*/ 7200 h 735116"/>
                  <a:gd name="connsiteX32" fmla="*/ 1706400 w 3513600"/>
                  <a:gd name="connsiteY32" fmla="*/ 21600 h 735116"/>
                  <a:gd name="connsiteX33" fmla="*/ 1742400 w 3513600"/>
                  <a:gd name="connsiteY33" fmla="*/ 28800 h 735116"/>
                  <a:gd name="connsiteX34" fmla="*/ 1764000 w 3513600"/>
                  <a:gd name="connsiteY34" fmla="*/ 43200 h 735116"/>
                  <a:gd name="connsiteX35" fmla="*/ 1893600 w 3513600"/>
                  <a:gd name="connsiteY35" fmla="*/ 79200 h 735116"/>
                  <a:gd name="connsiteX36" fmla="*/ 1929600 w 3513600"/>
                  <a:gd name="connsiteY36" fmla="*/ 93600 h 735116"/>
                  <a:gd name="connsiteX37" fmla="*/ 1972800 w 3513600"/>
                  <a:gd name="connsiteY37" fmla="*/ 108000 h 735116"/>
                  <a:gd name="connsiteX38" fmla="*/ 1994400 w 3513600"/>
                  <a:gd name="connsiteY38" fmla="*/ 122400 h 735116"/>
                  <a:gd name="connsiteX39" fmla="*/ 2030400 w 3513600"/>
                  <a:gd name="connsiteY39" fmla="*/ 129600 h 735116"/>
                  <a:gd name="connsiteX40" fmla="*/ 2066400 w 3513600"/>
                  <a:gd name="connsiteY40" fmla="*/ 144000 h 735116"/>
                  <a:gd name="connsiteX41" fmla="*/ 2088000 w 3513600"/>
                  <a:gd name="connsiteY41" fmla="*/ 151200 h 735116"/>
                  <a:gd name="connsiteX42" fmla="*/ 2116800 w 3513600"/>
                  <a:gd name="connsiteY42" fmla="*/ 172800 h 735116"/>
                  <a:gd name="connsiteX43" fmla="*/ 2152800 w 3513600"/>
                  <a:gd name="connsiteY43" fmla="*/ 187200 h 735116"/>
                  <a:gd name="connsiteX44" fmla="*/ 2210400 w 3513600"/>
                  <a:gd name="connsiteY44" fmla="*/ 208800 h 735116"/>
                  <a:gd name="connsiteX45" fmla="*/ 2232000 w 3513600"/>
                  <a:gd name="connsiteY45" fmla="*/ 223200 h 735116"/>
                  <a:gd name="connsiteX46" fmla="*/ 2289600 w 3513600"/>
                  <a:gd name="connsiteY46" fmla="*/ 252000 h 735116"/>
                  <a:gd name="connsiteX47" fmla="*/ 2311200 w 3513600"/>
                  <a:gd name="connsiteY47" fmla="*/ 266400 h 735116"/>
                  <a:gd name="connsiteX48" fmla="*/ 2354400 w 3513600"/>
                  <a:gd name="connsiteY48" fmla="*/ 288000 h 735116"/>
                  <a:gd name="connsiteX49" fmla="*/ 2397600 w 3513600"/>
                  <a:gd name="connsiteY49" fmla="*/ 331200 h 735116"/>
                  <a:gd name="connsiteX50" fmla="*/ 2469600 w 3513600"/>
                  <a:gd name="connsiteY50" fmla="*/ 374400 h 735116"/>
                  <a:gd name="connsiteX51" fmla="*/ 2491200 w 3513600"/>
                  <a:gd name="connsiteY51" fmla="*/ 388800 h 735116"/>
                  <a:gd name="connsiteX52" fmla="*/ 2512800 w 3513600"/>
                  <a:gd name="connsiteY52" fmla="*/ 403200 h 735116"/>
                  <a:gd name="connsiteX53" fmla="*/ 2534400 w 3513600"/>
                  <a:gd name="connsiteY53" fmla="*/ 410400 h 735116"/>
                  <a:gd name="connsiteX54" fmla="*/ 2592000 w 3513600"/>
                  <a:gd name="connsiteY54" fmla="*/ 446400 h 735116"/>
                  <a:gd name="connsiteX55" fmla="*/ 2613600 w 3513600"/>
                  <a:gd name="connsiteY55" fmla="*/ 460800 h 735116"/>
                  <a:gd name="connsiteX56" fmla="*/ 2685600 w 3513600"/>
                  <a:gd name="connsiteY56" fmla="*/ 482400 h 735116"/>
                  <a:gd name="connsiteX57" fmla="*/ 2728800 w 3513600"/>
                  <a:gd name="connsiteY57" fmla="*/ 511200 h 735116"/>
                  <a:gd name="connsiteX58" fmla="*/ 2750400 w 3513600"/>
                  <a:gd name="connsiteY58" fmla="*/ 518400 h 735116"/>
                  <a:gd name="connsiteX59" fmla="*/ 2793600 w 3513600"/>
                  <a:gd name="connsiteY59" fmla="*/ 547200 h 735116"/>
                  <a:gd name="connsiteX60" fmla="*/ 2822400 w 3513600"/>
                  <a:gd name="connsiteY60" fmla="*/ 561600 h 735116"/>
                  <a:gd name="connsiteX61" fmla="*/ 2836800 w 3513600"/>
                  <a:gd name="connsiteY61" fmla="*/ 583200 h 735116"/>
                  <a:gd name="connsiteX62" fmla="*/ 2937600 w 3513600"/>
                  <a:gd name="connsiteY62" fmla="*/ 612000 h 735116"/>
                  <a:gd name="connsiteX63" fmla="*/ 2988000 w 3513600"/>
                  <a:gd name="connsiteY63" fmla="*/ 633600 h 735116"/>
                  <a:gd name="connsiteX64" fmla="*/ 3045600 w 3513600"/>
                  <a:gd name="connsiteY64" fmla="*/ 640800 h 735116"/>
                  <a:gd name="connsiteX65" fmla="*/ 3088800 w 3513600"/>
                  <a:gd name="connsiteY65" fmla="*/ 648000 h 735116"/>
                  <a:gd name="connsiteX66" fmla="*/ 3153600 w 3513600"/>
                  <a:gd name="connsiteY66" fmla="*/ 662400 h 735116"/>
                  <a:gd name="connsiteX67" fmla="*/ 3204000 w 3513600"/>
                  <a:gd name="connsiteY67" fmla="*/ 676800 h 735116"/>
                  <a:gd name="connsiteX68" fmla="*/ 3276000 w 3513600"/>
                  <a:gd name="connsiteY68" fmla="*/ 691200 h 735116"/>
                  <a:gd name="connsiteX69" fmla="*/ 3319200 w 3513600"/>
                  <a:gd name="connsiteY69" fmla="*/ 712800 h 735116"/>
                  <a:gd name="connsiteX70" fmla="*/ 3355200 w 3513600"/>
                  <a:gd name="connsiteY70" fmla="*/ 720000 h 735116"/>
                  <a:gd name="connsiteX71" fmla="*/ 3376800 w 3513600"/>
                  <a:gd name="connsiteY71" fmla="*/ 727200 h 735116"/>
                  <a:gd name="connsiteX72" fmla="*/ 3513600 w 3513600"/>
                  <a:gd name="connsiteY72" fmla="*/ 734400 h 73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3513600" h="735116">
                    <a:moveTo>
                      <a:pt x="0" y="720000"/>
                    </a:moveTo>
                    <a:cubicBezTo>
                      <a:pt x="84391" y="717090"/>
                      <a:pt x="179636" y="720061"/>
                      <a:pt x="266400" y="705600"/>
                    </a:cubicBezTo>
                    <a:cubicBezTo>
                      <a:pt x="288163" y="701973"/>
                      <a:pt x="319195" y="690402"/>
                      <a:pt x="338400" y="684000"/>
                    </a:cubicBezTo>
                    <a:cubicBezTo>
                      <a:pt x="345600" y="681600"/>
                      <a:pt x="353212" y="680194"/>
                      <a:pt x="360000" y="676800"/>
                    </a:cubicBezTo>
                    <a:cubicBezTo>
                      <a:pt x="369600" y="672000"/>
                      <a:pt x="378935" y="666628"/>
                      <a:pt x="388800" y="662400"/>
                    </a:cubicBezTo>
                    <a:cubicBezTo>
                      <a:pt x="403261" y="656202"/>
                      <a:pt x="424585" y="651654"/>
                      <a:pt x="439200" y="648000"/>
                    </a:cubicBezTo>
                    <a:cubicBezTo>
                      <a:pt x="501103" y="606732"/>
                      <a:pt x="422781" y="656209"/>
                      <a:pt x="482400" y="626400"/>
                    </a:cubicBezTo>
                    <a:cubicBezTo>
                      <a:pt x="490140" y="622530"/>
                      <a:pt x="495898" y="615038"/>
                      <a:pt x="504000" y="612000"/>
                    </a:cubicBezTo>
                    <a:cubicBezTo>
                      <a:pt x="515458" y="607703"/>
                      <a:pt x="528128" y="607768"/>
                      <a:pt x="540000" y="604800"/>
                    </a:cubicBezTo>
                    <a:cubicBezTo>
                      <a:pt x="547363" y="602959"/>
                      <a:pt x="554303" y="599685"/>
                      <a:pt x="561600" y="597600"/>
                    </a:cubicBezTo>
                    <a:cubicBezTo>
                      <a:pt x="571115" y="594882"/>
                      <a:pt x="580800" y="592800"/>
                      <a:pt x="590400" y="590400"/>
                    </a:cubicBezTo>
                    <a:cubicBezTo>
                      <a:pt x="600000" y="583200"/>
                      <a:pt x="608467" y="574167"/>
                      <a:pt x="619200" y="568800"/>
                    </a:cubicBezTo>
                    <a:cubicBezTo>
                      <a:pt x="632776" y="562012"/>
                      <a:pt x="662400" y="554400"/>
                      <a:pt x="662400" y="554400"/>
                    </a:cubicBezTo>
                    <a:cubicBezTo>
                      <a:pt x="682255" y="534545"/>
                      <a:pt x="682210" y="531765"/>
                      <a:pt x="705600" y="518400"/>
                    </a:cubicBezTo>
                    <a:cubicBezTo>
                      <a:pt x="714919" y="513075"/>
                      <a:pt x="725298" y="509689"/>
                      <a:pt x="734400" y="504000"/>
                    </a:cubicBezTo>
                    <a:cubicBezTo>
                      <a:pt x="784217" y="472865"/>
                      <a:pt x="742364" y="489345"/>
                      <a:pt x="784800" y="475200"/>
                    </a:cubicBezTo>
                    <a:cubicBezTo>
                      <a:pt x="892658" y="394307"/>
                      <a:pt x="744944" y="507213"/>
                      <a:pt x="835200" y="432000"/>
                    </a:cubicBezTo>
                    <a:cubicBezTo>
                      <a:pt x="856548" y="414210"/>
                      <a:pt x="860449" y="418290"/>
                      <a:pt x="885600" y="403200"/>
                    </a:cubicBezTo>
                    <a:cubicBezTo>
                      <a:pt x="955030" y="361542"/>
                      <a:pt x="904847" y="390817"/>
                      <a:pt x="957600" y="345600"/>
                    </a:cubicBezTo>
                    <a:cubicBezTo>
                      <a:pt x="978943" y="327306"/>
                      <a:pt x="982857" y="332515"/>
                      <a:pt x="1008000" y="316800"/>
                    </a:cubicBezTo>
                    <a:cubicBezTo>
                      <a:pt x="1018176" y="310440"/>
                      <a:pt x="1026969" y="302082"/>
                      <a:pt x="1036800" y="295200"/>
                    </a:cubicBezTo>
                    <a:cubicBezTo>
                      <a:pt x="1050978" y="285275"/>
                      <a:pt x="1066155" y="276784"/>
                      <a:pt x="1080000" y="266400"/>
                    </a:cubicBezTo>
                    <a:cubicBezTo>
                      <a:pt x="1099200" y="252000"/>
                      <a:pt x="1120629" y="240171"/>
                      <a:pt x="1137600" y="223200"/>
                    </a:cubicBezTo>
                    <a:cubicBezTo>
                      <a:pt x="1187797" y="173003"/>
                      <a:pt x="1161043" y="184939"/>
                      <a:pt x="1209600" y="172800"/>
                    </a:cubicBezTo>
                    <a:cubicBezTo>
                      <a:pt x="1216800" y="165600"/>
                      <a:pt x="1223163" y="157451"/>
                      <a:pt x="1231200" y="151200"/>
                    </a:cubicBezTo>
                    <a:cubicBezTo>
                      <a:pt x="1244861" y="140575"/>
                      <a:pt x="1262162" y="134638"/>
                      <a:pt x="1274400" y="122400"/>
                    </a:cubicBezTo>
                    <a:cubicBezTo>
                      <a:pt x="1293037" y="103763"/>
                      <a:pt x="1313364" y="80612"/>
                      <a:pt x="1339200" y="72000"/>
                    </a:cubicBezTo>
                    <a:cubicBezTo>
                      <a:pt x="1417975" y="45742"/>
                      <a:pt x="1298656" y="87620"/>
                      <a:pt x="1382400" y="50400"/>
                    </a:cubicBezTo>
                    <a:cubicBezTo>
                      <a:pt x="1396271" y="44235"/>
                      <a:pt x="1412970" y="44420"/>
                      <a:pt x="1425600" y="36000"/>
                    </a:cubicBezTo>
                    <a:cubicBezTo>
                      <a:pt x="1432800" y="31200"/>
                      <a:pt x="1439292" y="25114"/>
                      <a:pt x="1447200" y="21600"/>
                    </a:cubicBezTo>
                    <a:cubicBezTo>
                      <a:pt x="1469738" y="11583"/>
                      <a:pt x="1495265" y="5984"/>
                      <a:pt x="1519200" y="0"/>
                    </a:cubicBezTo>
                    <a:cubicBezTo>
                      <a:pt x="1567200" y="2400"/>
                      <a:pt x="1615457" y="1691"/>
                      <a:pt x="1663200" y="7200"/>
                    </a:cubicBezTo>
                    <a:cubicBezTo>
                      <a:pt x="1678279" y="8940"/>
                      <a:pt x="1691516" y="18623"/>
                      <a:pt x="1706400" y="21600"/>
                    </a:cubicBezTo>
                    <a:lnTo>
                      <a:pt x="1742400" y="28800"/>
                    </a:lnTo>
                    <a:cubicBezTo>
                      <a:pt x="1749600" y="33600"/>
                      <a:pt x="1756403" y="39056"/>
                      <a:pt x="1764000" y="43200"/>
                    </a:cubicBezTo>
                    <a:cubicBezTo>
                      <a:pt x="1835094" y="81979"/>
                      <a:pt x="1809318" y="70772"/>
                      <a:pt x="1893600" y="79200"/>
                    </a:cubicBezTo>
                    <a:cubicBezTo>
                      <a:pt x="1905600" y="84000"/>
                      <a:pt x="1917454" y="89183"/>
                      <a:pt x="1929600" y="93600"/>
                    </a:cubicBezTo>
                    <a:cubicBezTo>
                      <a:pt x="1943865" y="98787"/>
                      <a:pt x="1960170" y="99580"/>
                      <a:pt x="1972800" y="108000"/>
                    </a:cubicBezTo>
                    <a:cubicBezTo>
                      <a:pt x="1980000" y="112800"/>
                      <a:pt x="1986298" y="119362"/>
                      <a:pt x="1994400" y="122400"/>
                    </a:cubicBezTo>
                    <a:cubicBezTo>
                      <a:pt x="2005858" y="126697"/>
                      <a:pt x="2018678" y="126084"/>
                      <a:pt x="2030400" y="129600"/>
                    </a:cubicBezTo>
                    <a:cubicBezTo>
                      <a:pt x="2042779" y="133314"/>
                      <a:pt x="2054299" y="139462"/>
                      <a:pt x="2066400" y="144000"/>
                    </a:cubicBezTo>
                    <a:cubicBezTo>
                      <a:pt x="2073506" y="146665"/>
                      <a:pt x="2080800" y="148800"/>
                      <a:pt x="2088000" y="151200"/>
                    </a:cubicBezTo>
                    <a:cubicBezTo>
                      <a:pt x="2097600" y="158400"/>
                      <a:pt x="2106310" y="166972"/>
                      <a:pt x="2116800" y="172800"/>
                    </a:cubicBezTo>
                    <a:cubicBezTo>
                      <a:pt x="2128098" y="179077"/>
                      <a:pt x="2140990" y="181951"/>
                      <a:pt x="2152800" y="187200"/>
                    </a:cubicBezTo>
                    <a:cubicBezTo>
                      <a:pt x="2201208" y="208715"/>
                      <a:pt x="2161270" y="196517"/>
                      <a:pt x="2210400" y="208800"/>
                    </a:cubicBezTo>
                    <a:cubicBezTo>
                      <a:pt x="2217600" y="213600"/>
                      <a:pt x="2224403" y="219056"/>
                      <a:pt x="2232000" y="223200"/>
                    </a:cubicBezTo>
                    <a:cubicBezTo>
                      <a:pt x="2250845" y="233479"/>
                      <a:pt x="2271739" y="240093"/>
                      <a:pt x="2289600" y="252000"/>
                    </a:cubicBezTo>
                    <a:cubicBezTo>
                      <a:pt x="2296800" y="256800"/>
                      <a:pt x="2303460" y="262530"/>
                      <a:pt x="2311200" y="266400"/>
                    </a:cubicBezTo>
                    <a:cubicBezTo>
                      <a:pt x="2339794" y="280697"/>
                      <a:pt x="2327870" y="264418"/>
                      <a:pt x="2354400" y="288000"/>
                    </a:cubicBezTo>
                    <a:cubicBezTo>
                      <a:pt x="2369621" y="301530"/>
                      <a:pt x="2379385" y="322093"/>
                      <a:pt x="2397600" y="331200"/>
                    </a:cubicBezTo>
                    <a:cubicBezTo>
                      <a:pt x="2441880" y="353340"/>
                      <a:pt x="2417469" y="339646"/>
                      <a:pt x="2469600" y="374400"/>
                    </a:cubicBezTo>
                    <a:lnTo>
                      <a:pt x="2491200" y="388800"/>
                    </a:lnTo>
                    <a:cubicBezTo>
                      <a:pt x="2498400" y="393600"/>
                      <a:pt x="2504591" y="400464"/>
                      <a:pt x="2512800" y="403200"/>
                    </a:cubicBezTo>
                    <a:cubicBezTo>
                      <a:pt x="2520000" y="405600"/>
                      <a:pt x="2527737" y="406766"/>
                      <a:pt x="2534400" y="410400"/>
                    </a:cubicBezTo>
                    <a:cubicBezTo>
                      <a:pt x="2554277" y="421242"/>
                      <a:pt x="2573161" y="433841"/>
                      <a:pt x="2592000" y="446400"/>
                    </a:cubicBezTo>
                    <a:cubicBezTo>
                      <a:pt x="2599200" y="451200"/>
                      <a:pt x="2605692" y="457286"/>
                      <a:pt x="2613600" y="460800"/>
                    </a:cubicBezTo>
                    <a:cubicBezTo>
                      <a:pt x="2636138" y="470817"/>
                      <a:pt x="2661665" y="476416"/>
                      <a:pt x="2685600" y="482400"/>
                    </a:cubicBezTo>
                    <a:cubicBezTo>
                      <a:pt x="2700000" y="492000"/>
                      <a:pt x="2712381" y="505727"/>
                      <a:pt x="2728800" y="511200"/>
                    </a:cubicBezTo>
                    <a:cubicBezTo>
                      <a:pt x="2736000" y="513600"/>
                      <a:pt x="2743766" y="514714"/>
                      <a:pt x="2750400" y="518400"/>
                    </a:cubicBezTo>
                    <a:cubicBezTo>
                      <a:pt x="2765529" y="526805"/>
                      <a:pt x="2778120" y="539460"/>
                      <a:pt x="2793600" y="547200"/>
                    </a:cubicBezTo>
                    <a:lnTo>
                      <a:pt x="2822400" y="561600"/>
                    </a:lnTo>
                    <a:cubicBezTo>
                      <a:pt x="2827200" y="568800"/>
                      <a:pt x="2829462" y="578614"/>
                      <a:pt x="2836800" y="583200"/>
                    </a:cubicBezTo>
                    <a:cubicBezTo>
                      <a:pt x="2865109" y="600893"/>
                      <a:pt x="2909170" y="597785"/>
                      <a:pt x="2937600" y="612000"/>
                    </a:cubicBezTo>
                    <a:cubicBezTo>
                      <a:pt x="2951785" y="619092"/>
                      <a:pt x="2971352" y="630573"/>
                      <a:pt x="2988000" y="633600"/>
                    </a:cubicBezTo>
                    <a:cubicBezTo>
                      <a:pt x="3007037" y="637061"/>
                      <a:pt x="3026445" y="638064"/>
                      <a:pt x="3045600" y="640800"/>
                    </a:cubicBezTo>
                    <a:cubicBezTo>
                      <a:pt x="3060052" y="642865"/>
                      <a:pt x="3074437" y="645389"/>
                      <a:pt x="3088800" y="648000"/>
                    </a:cubicBezTo>
                    <a:cubicBezTo>
                      <a:pt x="3109215" y="651712"/>
                      <a:pt x="3133376" y="656622"/>
                      <a:pt x="3153600" y="662400"/>
                    </a:cubicBezTo>
                    <a:cubicBezTo>
                      <a:pt x="3185624" y="671550"/>
                      <a:pt x="3166486" y="669297"/>
                      <a:pt x="3204000" y="676800"/>
                    </a:cubicBezTo>
                    <a:cubicBezTo>
                      <a:pt x="3251147" y="686229"/>
                      <a:pt x="3236978" y="680051"/>
                      <a:pt x="3276000" y="691200"/>
                    </a:cubicBezTo>
                    <a:cubicBezTo>
                      <a:pt x="3369889" y="718025"/>
                      <a:pt x="3218224" y="674934"/>
                      <a:pt x="3319200" y="712800"/>
                    </a:cubicBezTo>
                    <a:cubicBezTo>
                      <a:pt x="3330658" y="717097"/>
                      <a:pt x="3343328" y="717032"/>
                      <a:pt x="3355200" y="720000"/>
                    </a:cubicBezTo>
                    <a:cubicBezTo>
                      <a:pt x="3362563" y="721841"/>
                      <a:pt x="3369358" y="725712"/>
                      <a:pt x="3376800" y="727200"/>
                    </a:cubicBezTo>
                    <a:cubicBezTo>
                      <a:pt x="3433165" y="738473"/>
                      <a:pt x="3448491" y="734400"/>
                      <a:pt x="3513600" y="734400"/>
                    </a:cubicBezTo>
                  </a:path>
                </a:pathLst>
              </a:custGeom>
              <a:noFill/>
              <a:ln w="12700"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9797CD2-67EC-4BF5-AE61-BE15B546C69E}"/>
                  </a:ext>
                </a:extLst>
              </p:cNvPr>
              <p:cNvCxnSpPr/>
              <p:nvPr/>
            </p:nvCxnSpPr>
            <p:spPr>
              <a:xfrm>
                <a:off x="4881472" y="3958517"/>
                <a:ext cx="331236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w="lg" len="me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B4B3DB4-2C66-45B5-B981-362D503C76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50319" y="2652622"/>
                <a:ext cx="0" cy="1736576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w="lg" len="me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064180B3-092F-4EE7-919D-214197F676A0}"/>
                  </a:ext>
                </a:extLst>
              </p:cNvPr>
              <p:cNvCxnSpPr/>
              <p:nvPr/>
            </p:nvCxnSpPr>
            <p:spPr>
              <a:xfrm>
                <a:off x="4876187" y="3520910"/>
                <a:ext cx="290105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EBC2CE4C-72A5-42E9-B05B-1D01CF85166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5002534"/>
                  </p:ext>
                </p:extLst>
              </p:nvPr>
            </p:nvGraphicFramePr>
            <p:xfrm>
              <a:off x="6034419" y="3520910"/>
              <a:ext cx="2159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9147" name="Equation" r:id="rId27" imgW="215640" imgH="228600" progId="Equation.DSMT4">
                      <p:embed/>
                    </p:oleObj>
                  </mc:Choice>
                  <mc:Fallback>
                    <p:oleObj name="Equation" r:id="rId27" imgW="21564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6034419" y="3520910"/>
                            <a:ext cx="2159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对象 29">
                <a:extLst>
                  <a:ext uri="{FF2B5EF4-FFF2-40B4-BE49-F238E27FC236}">
                    <a16:creationId xmlns:a16="http://schemas.microsoft.com/office/drawing/2014/main" id="{809C0FFA-9D6B-4F26-AE29-48D1348FB3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34290495"/>
                  </p:ext>
                </p:extLst>
              </p:nvPr>
            </p:nvGraphicFramePr>
            <p:xfrm>
              <a:off x="7909525" y="3945236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9148" name="Equation" r:id="rId29" imgW="177480" imgH="190440" progId="Equation.DSMT4">
                      <p:embed/>
                    </p:oleObj>
                  </mc:Choice>
                  <mc:Fallback>
                    <p:oleObj name="Equation" r:id="rId29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7909525" y="3945236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533A159C-B6CE-4B5C-B25E-5F8E5B6ED2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359244"/>
                  </p:ext>
                </p:extLst>
              </p:nvPr>
            </p:nvGraphicFramePr>
            <p:xfrm>
              <a:off x="6034419" y="2664317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9149" name="Equation" r:id="rId31" imgW="190440" imgH="241200" progId="Equation.DSMT4">
                      <p:embed/>
                    </p:oleObj>
                  </mc:Choice>
                  <mc:Fallback>
                    <p:oleObj name="Equation" r:id="rId31" imgW="19044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6034419" y="2664317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对象 31">
                <a:extLst>
                  <a:ext uri="{FF2B5EF4-FFF2-40B4-BE49-F238E27FC236}">
                    <a16:creationId xmlns:a16="http://schemas.microsoft.com/office/drawing/2014/main" id="{2582D4A6-4E12-4DC6-B184-DDEC416659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0743354"/>
                  </p:ext>
                </p:extLst>
              </p:nvPr>
            </p:nvGraphicFramePr>
            <p:xfrm>
              <a:off x="5960678" y="3987429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9150" name="Equation" r:id="rId33" imgW="228600" imgH="241200" progId="Equation.DSMT4">
                      <p:embed/>
                    </p:oleObj>
                  </mc:Choice>
                  <mc:Fallback>
                    <p:oleObj name="Equation" r:id="rId33" imgW="22860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5960678" y="3987429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对象 34">
                <a:extLst>
                  <a:ext uri="{FF2B5EF4-FFF2-40B4-BE49-F238E27FC236}">
                    <a16:creationId xmlns:a16="http://schemas.microsoft.com/office/drawing/2014/main" id="{B149EEBD-7BD0-4C78-A078-E6C1249E24F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1903745"/>
                  </p:ext>
                </p:extLst>
              </p:nvPr>
            </p:nvGraphicFramePr>
            <p:xfrm>
              <a:off x="7427730" y="3067463"/>
              <a:ext cx="927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9151" name="Equation" r:id="rId35" imgW="927000" imgH="304560" progId="Equation.DSMT4">
                      <p:embed/>
                    </p:oleObj>
                  </mc:Choice>
                  <mc:Fallback>
                    <p:oleObj name="Equation" r:id="rId35" imgW="927000" imgH="3045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7427730" y="3067463"/>
                            <a:ext cx="927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E70A745-CD45-4824-9500-58A0E2D97A2C}"/>
                </a:ext>
              </a:extLst>
            </p:cNvPr>
            <p:cNvCxnSpPr>
              <a:cxnSpLocks/>
            </p:cNvCxnSpPr>
            <p:nvPr/>
          </p:nvCxnSpPr>
          <p:spPr>
            <a:xfrm>
              <a:off x="5432297" y="3039284"/>
              <a:ext cx="2125733" cy="28179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141001E-8F97-4EEE-9BB5-4E9178F37F0D}"/>
                </a:ext>
              </a:extLst>
            </p:cNvPr>
            <p:cNvCxnSpPr>
              <a:cxnSpLocks/>
            </p:cNvCxnSpPr>
            <p:nvPr/>
          </p:nvCxnSpPr>
          <p:spPr>
            <a:xfrm>
              <a:off x="6495163" y="3067463"/>
              <a:ext cx="0" cy="91996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DBFAB192-A7EA-46F6-B037-1E9CB953DF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299768"/>
                </p:ext>
              </p:extLst>
            </p:nvPr>
          </p:nvGraphicFramePr>
          <p:xfrm>
            <a:off x="6401018" y="3975938"/>
            <a:ext cx="177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52" name="Equation" r:id="rId37" imgW="177480" imgH="291960" progId="Equation.DSMT4">
                    <p:embed/>
                  </p:oleObj>
                </mc:Choice>
                <mc:Fallback>
                  <p:oleObj name="Equation" r:id="rId37" imgW="1774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401018" y="3975938"/>
                          <a:ext cx="1778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8372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0">
            <a:extLst>
              <a:ext uri="{FF2B5EF4-FFF2-40B4-BE49-F238E27FC236}">
                <a16:creationId xmlns:a16="http://schemas.microsoft.com/office/drawing/2014/main" id="{9E219AE7-A8FF-417D-A5ED-46FBF85E4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62" y="263938"/>
            <a:ext cx="598056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证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F162EBE-38AF-4723-B9E9-3F9ABC6D617C}"/>
              </a:ext>
            </a:extLst>
          </p:cNvPr>
          <p:cNvGrpSpPr/>
          <p:nvPr/>
        </p:nvGrpSpPr>
        <p:grpSpPr>
          <a:xfrm>
            <a:off x="1273418" y="295064"/>
            <a:ext cx="3456384" cy="466281"/>
            <a:chOff x="1259632" y="586652"/>
            <a:chExt cx="3456384" cy="466281"/>
          </a:xfrm>
        </p:grpSpPr>
        <p:sp>
          <p:nvSpPr>
            <p:cNvPr id="3" name="TextBox 70">
              <a:extLst>
                <a:ext uri="{FF2B5EF4-FFF2-40B4-BE49-F238E27FC236}">
                  <a16:creationId xmlns:a16="http://schemas.microsoft.com/office/drawing/2014/main" id="{2E62AD74-7A4E-4C09-B3FF-28D0C3708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632" y="586652"/>
              <a:ext cx="3456384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先证明  为有限的情形</a:t>
              </a:r>
              <a:r>
                <a:rPr lang="en-US" altLang="zh-CN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0B252C3-467D-427F-9AC9-5000174ACC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7731931"/>
                </p:ext>
              </p:extLst>
            </p:nvPr>
          </p:nvGraphicFramePr>
          <p:xfrm>
            <a:off x="2267744" y="686442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40" name="Equation" r:id="rId3" imgW="241200" imgH="266400" progId="Equation.DSMT4">
                    <p:embed/>
                  </p:oleObj>
                </mc:Choice>
                <mc:Fallback>
                  <p:oleObj name="Equation" r:id="rId3" imgW="24120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67744" y="686442"/>
                          <a:ext cx="2413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5538958-70CB-491B-889B-5EE5EAC08A7B}"/>
              </a:ext>
            </a:extLst>
          </p:cNvPr>
          <p:cNvGrpSpPr/>
          <p:nvPr/>
        </p:nvGrpSpPr>
        <p:grpSpPr>
          <a:xfrm>
            <a:off x="849514" y="824226"/>
            <a:ext cx="2808312" cy="466281"/>
            <a:chOff x="827584" y="1084059"/>
            <a:chExt cx="2808312" cy="466281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DB05139-5024-4A3F-A2BB-DF2B24DF8A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9877842"/>
                </p:ext>
              </p:extLst>
            </p:nvPr>
          </p:nvGraphicFramePr>
          <p:xfrm>
            <a:off x="827584" y="1182939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41" name="Equation" r:id="rId5" imgW="1079280" imgH="342720" progId="Equation.DSMT4">
                    <p:embed/>
                  </p:oleObj>
                </mc:Choice>
                <mc:Fallback>
                  <p:oleObj name="Equation" r:id="rId5" imgW="10792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27584" y="1182939"/>
                          <a:ext cx="1079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70">
              <a:extLst>
                <a:ext uri="{FF2B5EF4-FFF2-40B4-BE49-F238E27FC236}">
                  <a16:creationId xmlns:a16="http://schemas.microsoft.com/office/drawing/2014/main" id="{8276F345-75F7-4A07-B35D-8C7F2C92B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672" y="1084059"/>
              <a:ext cx="2016224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 为有限区间</a:t>
              </a:r>
              <a:r>
                <a:rPr lang="en-US" altLang="zh-CN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A4E7557-A6CE-403B-BCF0-48F1F8A6FA26}"/>
              </a:ext>
            </a:extLst>
          </p:cNvPr>
          <p:cNvGrpSpPr/>
          <p:nvPr/>
        </p:nvGrpSpPr>
        <p:grpSpPr>
          <a:xfrm>
            <a:off x="5882212" y="1165452"/>
            <a:ext cx="2580562" cy="1716530"/>
            <a:chOff x="5907298" y="1638793"/>
            <a:chExt cx="2580562" cy="171653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0C6125A-04A8-4057-B300-B8AC0711C122}"/>
                </a:ext>
              </a:extLst>
            </p:cNvPr>
            <p:cNvCxnSpPr>
              <a:cxnSpLocks/>
            </p:cNvCxnSpPr>
            <p:nvPr/>
          </p:nvCxnSpPr>
          <p:spPr>
            <a:xfrm>
              <a:off x="5934205" y="3008535"/>
              <a:ext cx="2453557" cy="13281"/>
            </a:xfrm>
            <a:prstGeom prst="line">
              <a:avLst/>
            </a:prstGeom>
            <a:ln w="12700">
              <a:solidFill>
                <a:schemeClr val="tx1"/>
              </a:solidFill>
              <a:headEnd w="lg" len="me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4E484C53-1835-496B-A882-2F6AC5AB86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641" y="1638793"/>
              <a:ext cx="25400" cy="1576107"/>
            </a:xfrm>
            <a:prstGeom prst="line">
              <a:avLst/>
            </a:prstGeom>
            <a:ln w="12700">
              <a:solidFill>
                <a:schemeClr val="tx1"/>
              </a:solidFill>
              <a:headEnd w="lg" len="me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3570B34-2BCB-47B2-9BA8-D382A28B5E16}"/>
                </a:ext>
              </a:extLst>
            </p:cNvPr>
            <p:cNvCxnSpPr>
              <a:cxnSpLocks/>
            </p:cNvCxnSpPr>
            <p:nvPr/>
          </p:nvCxnSpPr>
          <p:spPr>
            <a:xfrm>
              <a:off x="6596641" y="2521354"/>
              <a:ext cx="999695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6080519-4B4A-42DC-AF5A-ADF3CD74AE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342204"/>
                </p:ext>
              </p:extLst>
            </p:nvPr>
          </p:nvGraphicFramePr>
          <p:xfrm>
            <a:off x="5961087" y="2134719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42" name="Equation" r:id="rId7" imgW="215640" imgH="228600" progId="Equation.DSMT4">
                    <p:embed/>
                  </p:oleObj>
                </mc:Choice>
                <mc:Fallback>
                  <p:oleObj name="Equation" r:id="rId7" imgW="215640" imgH="22860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EBC2CE4C-72A5-42E9-B05B-1D01CF85166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961087" y="2134719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D41FF53-5D3A-4FAC-B98D-284ED09A3F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0109139"/>
                </p:ext>
              </p:extLst>
            </p:nvPr>
          </p:nvGraphicFramePr>
          <p:xfrm>
            <a:off x="8103447" y="300853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43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809C0FFA-9D6B-4F26-AE29-48D1348FB3A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103447" y="3008535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FC80465-786E-4961-A7D7-3E5BD017A8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4182010"/>
                </p:ext>
              </p:extLst>
            </p:nvPr>
          </p:nvGraphicFramePr>
          <p:xfrm>
            <a:off x="6037841" y="1700335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44" name="Equation" r:id="rId11" imgW="190440" imgH="241200" progId="Equation.DSMT4">
                    <p:embed/>
                  </p:oleObj>
                </mc:Choice>
                <mc:Fallback>
                  <p:oleObj name="Equation" r:id="rId11" imgW="190440" imgH="24120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533A159C-B6CE-4B5C-B25E-5F8E5B6ED20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37841" y="1700335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78120C64-8A73-40D1-8B1F-E7F2C1C9D3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7671147"/>
                </p:ext>
              </p:extLst>
            </p:nvPr>
          </p:nvGraphicFramePr>
          <p:xfrm>
            <a:off x="5959658" y="3033463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45" name="Equation" r:id="rId13" imgW="228600" imgH="241200" progId="Equation.DSMT4">
                    <p:embed/>
                  </p:oleObj>
                </mc:Choice>
                <mc:Fallback>
                  <p:oleObj name="Equation" r:id="rId13" imgW="228600" imgH="2412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2582D4A6-4E12-4DC6-B184-DDEC416659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959658" y="3033463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0C3350E6-3468-47B9-9700-A1EF4EB2B2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3375029"/>
                </p:ext>
              </p:extLst>
            </p:nvPr>
          </p:nvGraphicFramePr>
          <p:xfrm>
            <a:off x="7560760" y="2181986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46" name="Equation" r:id="rId15" imgW="927000" imgH="304560" progId="Equation.DSMT4">
                    <p:embed/>
                  </p:oleObj>
                </mc:Choice>
                <mc:Fallback>
                  <p:oleObj name="Equation" r:id="rId15" imgW="927000" imgH="30456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B149EEBD-7BD0-4C78-A078-E6C1249E24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560760" y="2181986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3B16139-314A-4643-8629-12D0A31A4BAB}"/>
                </a:ext>
              </a:extLst>
            </p:cNvPr>
            <p:cNvCxnSpPr>
              <a:cxnSpLocks/>
            </p:cNvCxnSpPr>
            <p:nvPr/>
          </p:nvCxnSpPr>
          <p:spPr>
            <a:xfrm>
              <a:off x="5907298" y="2068912"/>
              <a:ext cx="2125733" cy="2817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49ABB2D-7459-4661-A8C5-C1F3737AB32B}"/>
                </a:ext>
              </a:extLst>
            </p:cNvPr>
            <p:cNvCxnSpPr>
              <a:cxnSpLocks/>
            </p:cNvCxnSpPr>
            <p:nvPr/>
          </p:nvCxnSpPr>
          <p:spPr>
            <a:xfrm>
              <a:off x="7160983" y="2521354"/>
              <a:ext cx="0" cy="50046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B958DA0-BDA9-4BA1-90AA-38DFCEC468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3903368"/>
                </p:ext>
              </p:extLst>
            </p:nvPr>
          </p:nvGraphicFramePr>
          <p:xfrm>
            <a:off x="7065523" y="3063223"/>
            <a:ext cx="177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47" name="Equation" r:id="rId17" imgW="177480" imgH="291960" progId="Equation.DSMT4">
                    <p:embed/>
                  </p:oleObj>
                </mc:Choice>
                <mc:Fallback>
                  <p:oleObj name="Equation" r:id="rId17" imgW="177480" imgH="29196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DBFAB192-A7EA-46F6-B037-1E9CB953DF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065523" y="3063223"/>
                          <a:ext cx="1778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CE3EDBFA-5770-4946-AD67-E6032AEF6204}"/>
                </a:ext>
              </a:extLst>
            </p:cNvPr>
            <p:cNvGrpSpPr/>
            <p:nvPr/>
          </p:nvGrpSpPr>
          <p:grpSpPr>
            <a:xfrm>
              <a:off x="6444241" y="2015576"/>
              <a:ext cx="1360172" cy="505778"/>
              <a:chOff x="6408720" y="2202165"/>
              <a:chExt cx="1360172" cy="505778"/>
            </a:xfrm>
          </p:grpSpPr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DC9371B5-DE91-4D45-B9B5-4F7F1880F5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6821319"/>
                  </p:ext>
                </p:extLst>
              </p:nvPr>
            </p:nvGraphicFramePr>
            <p:xfrm>
              <a:off x="7616492" y="2219724"/>
              <a:ext cx="152400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0048" name="Equation" r:id="rId19" imgW="152280" imgH="177480" progId="Equation.DSMT4">
                      <p:embed/>
                    </p:oleObj>
                  </mc:Choice>
                  <mc:Fallback>
                    <p:oleObj name="Equation" r:id="rId19" imgW="152280" imgH="177480" progId="Equation.DSMT4">
                      <p:embed/>
                      <p:pic>
                        <p:nvPicPr>
                          <p:cNvPr id="28" name="对象 27">
                            <a:extLst>
                              <a:ext uri="{FF2B5EF4-FFF2-40B4-BE49-F238E27FC236}">
                                <a16:creationId xmlns:a16="http://schemas.microsoft.com/office/drawing/2014/main" id="{40612623-E0BE-42A9-A945-13A3D971AB4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7616492" y="2219724"/>
                            <a:ext cx="152400" cy="17780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40612623-E0BE-42A9-A945-13A3D971AB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63976136"/>
                  </p:ext>
                </p:extLst>
              </p:nvPr>
            </p:nvGraphicFramePr>
            <p:xfrm>
              <a:off x="6408720" y="2202165"/>
              <a:ext cx="152400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0049" name="Equation" r:id="rId21" imgW="152280" imgH="177480" progId="Equation.DSMT4">
                      <p:embed/>
                    </p:oleObj>
                  </mc:Choice>
                  <mc:Fallback>
                    <p:oleObj name="Equation" r:id="rId21" imgW="1522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6408720" y="2202165"/>
                            <a:ext cx="152400" cy="17780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282271D9-172F-41BC-991D-6B6F0A4D2209}"/>
                  </a:ext>
                </a:extLst>
              </p:cNvPr>
              <p:cNvGrpSpPr/>
              <p:nvPr/>
            </p:nvGrpSpPr>
            <p:grpSpPr>
              <a:xfrm rot="16200000">
                <a:off x="6904814" y="1920066"/>
                <a:ext cx="399317" cy="1176438"/>
                <a:chOff x="7177383" y="1902367"/>
                <a:chExt cx="399317" cy="1176438"/>
              </a:xfrm>
            </p:grpSpPr>
            <p:sp>
              <p:nvSpPr>
                <p:cNvPr id="23" name="Freeform 47">
                  <a:extLst>
                    <a:ext uri="{FF2B5EF4-FFF2-40B4-BE49-F238E27FC236}">
                      <a16:creationId xmlns:a16="http://schemas.microsoft.com/office/drawing/2014/main" id="{3D11726E-FDC6-4769-B56A-9C6981D573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77383" y="2492450"/>
                  <a:ext cx="399317" cy="586355"/>
                </a:xfrm>
                <a:custGeom>
                  <a:avLst/>
                  <a:gdLst>
                    <a:gd name="T0" fmla="*/ 6 w 360"/>
                    <a:gd name="T1" fmla="*/ 42 h 528"/>
                    <a:gd name="T2" fmla="*/ 12 w 360"/>
                    <a:gd name="T3" fmla="*/ 66 h 528"/>
                    <a:gd name="T4" fmla="*/ 18 w 360"/>
                    <a:gd name="T5" fmla="*/ 84 h 528"/>
                    <a:gd name="T6" fmla="*/ 24 w 360"/>
                    <a:gd name="T7" fmla="*/ 102 h 528"/>
                    <a:gd name="T8" fmla="*/ 30 w 360"/>
                    <a:gd name="T9" fmla="*/ 120 h 528"/>
                    <a:gd name="T10" fmla="*/ 42 w 360"/>
                    <a:gd name="T11" fmla="*/ 132 h 528"/>
                    <a:gd name="T12" fmla="*/ 48 w 360"/>
                    <a:gd name="T13" fmla="*/ 144 h 528"/>
                    <a:gd name="T14" fmla="*/ 54 w 360"/>
                    <a:gd name="T15" fmla="*/ 156 h 528"/>
                    <a:gd name="T16" fmla="*/ 60 w 360"/>
                    <a:gd name="T17" fmla="*/ 168 h 528"/>
                    <a:gd name="T18" fmla="*/ 66 w 360"/>
                    <a:gd name="T19" fmla="*/ 180 h 528"/>
                    <a:gd name="T20" fmla="*/ 72 w 360"/>
                    <a:gd name="T21" fmla="*/ 192 h 528"/>
                    <a:gd name="T22" fmla="*/ 84 w 360"/>
                    <a:gd name="T23" fmla="*/ 198 h 528"/>
                    <a:gd name="T24" fmla="*/ 90 w 360"/>
                    <a:gd name="T25" fmla="*/ 210 h 528"/>
                    <a:gd name="T26" fmla="*/ 96 w 360"/>
                    <a:gd name="T27" fmla="*/ 222 h 528"/>
                    <a:gd name="T28" fmla="*/ 102 w 360"/>
                    <a:gd name="T29" fmla="*/ 228 h 528"/>
                    <a:gd name="T30" fmla="*/ 108 w 360"/>
                    <a:gd name="T31" fmla="*/ 240 h 528"/>
                    <a:gd name="T32" fmla="*/ 114 w 360"/>
                    <a:gd name="T33" fmla="*/ 252 h 528"/>
                    <a:gd name="T34" fmla="*/ 126 w 360"/>
                    <a:gd name="T35" fmla="*/ 258 h 528"/>
                    <a:gd name="T36" fmla="*/ 132 w 360"/>
                    <a:gd name="T37" fmla="*/ 270 h 528"/>
                    <a:gd name="T38" fmla="*/ 138 w 360"/>
                    <a:gd name="T39" fmla="*/ 276 h 528"/>
                    <a:gd name="T40" fmla="*/ 144 w 360"/>
                    <a:gd name="T41" fmla="*/ 288 h 528"/>
                    <a:gd name="T42" fmla="*/ 150 w 360"/>
                    <a:gd name="T43" fmla="*/ 294 h 528"/>
                    <a:gd name="T44" fmla="*/ 162 w 360"/>
                    <a:gd name="T45" fmla="*/ 300 h 528"/>
                    <a:gd name="T46" fmla="*/ 168 w 360"/>
                    <a:gd name="T47" fmla="*/ 312 h 528"/>
                    <a:gd name="T48" fmla="*/ 174 w 360"/>
                    <a:gd name="T49" fmla="*/ 318 h 528"/>
                    <a:gd name="T50" fmla="*/ 180 w 360"/>
                    <a:gd name="T51" fmla="*/ 330 h 528"/>
                    <a:gd name="T52" fmla="*/ 186 w 360"/>
                    <a:gd name="T53" fmla="*/ 336 h 528"/>
                    <a:gd name="T54" fmla="*/ 192 w 360"/>
                    <a:gd name="T55" fmla="*/ 348 h 528"/>
                    <a:gd name="T56" fmla="*/ 204 w 360"/>
                    <a:gd name="T57" fmla="*/ 354 h 528"/>
                    <a:gd name="T58" fmla="*/ 210 w 360"/>
                    <a:gd name="T59" fmla="*/ 360 h 528"/>
                    <a:gd name="T60" fmla="*/ 216 w 360"/>
                    <a:gd name="T61" fmla="*/ 372 h 528"/>
                    <a:gd name="T62" fmla="*/ 222 w 360"/>
                    <a:gd name="T63" fmla="*/ 378 h 528"/>
                    <a:gd name="T64" fmla="*/ 228 w 360"/>
                    <a:gd name="T65" fmla="*/ 384 h 528"/>
                    <a:gd name="T66" fmla="*/ 234 w 360"/>
                    <a:gd name="T67" fmla="*/ 396 h 528"/>
                    <a:gd name="T68" fmla="*/ 246 w 360"/>
                    <a:gd name="T69" fmla="*/ 402 h 528"/>
                    <a:gd name="T70" fmla="*/ 252 w 360"/>
                    <a:gd name="T71" fmla="*/ 408 h 528"/>
                    <a:gd name="T72" fmla="*/ 258 w 360"/>
                    <a:gd name="T73" fmla="*/ 420 h 528"/>
                    <a:gd name="T74" fmla="*/ 264 w 360"/>
                    <a:gd name="T75" fmla="*/ 426 h 528"/>
                    <a:gd name="T76" fmla="*/ 270 w 360"/>
                    <a:gd name="T77" fmla="*/ 432 h 528"/>
                    <a:gd name="T78" fmla="*/ 282 w 360"/>
                    <a:gd name="T79" fmla="*/ 444 h 528"/>
                    <a:gd name="T80" fmla="*/ 288 w 360"/>
                    <a:gd name="T81" fmla="*/ 450 h 528"/>
                    <a:gd name="T82" fmla="*/ 294 w 360"/>
                    <a:gd name="T83" fmla="*/ 456 h 528"/>
                    <a:gd name="T84" fmla="*/ 300 w 360"/>
                    <a:gd name="T85" fmla="*/ 462 h 528"/>
                    <a:gd name="T86" fmla="*/ 306 w 360"/>
                    <a:gd name="T87" fmla="*/ 474 h 528"/>
                    <a:gd name="T88" fmla="*/ 312 w 360"/>
                    <a:gd name="T89" fmla="*/ 480 h 528"/>
                    <a:gd name="T90" fmla="*/ 324 w 360"/>
                    <a:gd name="T91" fmla="*/ 486 h 528"/>
                    <a:gd name="T92" fmla="*/ 330 w 360"/>
                    <a:gd name="T93" fmla="*/ 498 h 528"/>
                    <a:gd name="T94" fmla="*/ 336 w 360"/>
                    <a:gd name="T95" fmla="*/ 504 h 528"/>
                    <a:gd name="T96" fmla="*/ 342 w 360"/>
                    <a:gd name="T97" fmla="*/ 510 h 528"/>
                    <a:gd name="T98" fmla="*/ 348 w 360"/>
                    <a:gd name="T99" fmla="*/ 516 h 528"/>
                    <a:gd name="T100" fmla="*/ 354 w 360"/>
                    <a:gd name="T101" fmla="*/ 528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60" h="528">
                      <a:moveTo>
                        <a:pt x="0" y="0"/>
                      </a:moveTo>
                      <a:lnTo>
                        <a:pt x="0" y="18"/>
                      </a:lnTo>
                      <a:lnTo>
                        <a:pt x="0" y="24"/>
                      </a:lnTo>
                      <a:lnTo>
                        <a:pt x="0" y="36"/>
                      </a:lnTo>
                      <a:lnTo>
                        <a:pt x="6" y="42"/>
                      </a:lnTo>
                      <a:lnTo>
                        <a:pt x="6" y="48"/>
                      </a:lnTo>
                      <a:lnTo>
                        <a:pt x="6" y="54"/>
                      </a:lnTo>
                      <a:lnTo>
                        <a:pt x="6" y="60"/>
                      </a:lnTo>
                      <a:lnTo>
                        <a:pt x="12" y="60"/>
                      </a:lnTo>
                      <a:lnTo>
                        <a:pt x="12" y="66"/>
                      </a:lnTo>
                      <a:lnTo>
                        <a:pt x="12" y="72"/>
                      </a:lnTo>
                      <a:lnTo>
                        <a:pt x="12" y="72"/>
                      </a:lnTo>
                      <a:lnTo>
                        <a:pt x="18" y="78"/>
                      </a:lnTo>
                      <a:lnTo>
                        <a:pt x="18" y="84"/>
                      </a:lnTo>
                      <a:lnTo>
                        <a:pt x="18" y="84"/>
                      </a:lnTo>
                      <a:lnTo>
                        <a:pt x="18" y="90"/>
                      </a:lnTo>
                      <a:lnTo>
                        <a:pt x="24" y="96"/>
                      </a:lnTo>
                      <a:lnTo>
                        <a:pt x="24" y="96"/>
                      </a:lnTo>
                      <a:lnTo>
                        <a:pt x="24" y="102"/>
                      </a:lnTo>
                      <a:lnTo>
                        <a:pt x="24" y="102"/>
                      </a:lnTo>
                      <a:lnTo>
                        <a:pt x="24" y="108"/>
                      </a:lnTo>
                      <a:lnTo>
                        <a:pt x="30" y="108"/>
                      </a:lnTo>
                      <a:lnTo>
                        <a:pt x="30" y="114"/>
                      </a:lnTo>
                      <a:lnTo>
                        <a:pt x="30" y="114"/>
                      </a:lnTo>
                      <a:lnTo>
                        <a:pt x="30" y="120"/>
                      </a:lnTo>
                      <a:lnTo>
                        <a:pt x="36" y="120"/>
                      </a:lnTo>
                      <a:lnTo>
                        <a:pt x="36" y="126"/>
                      </a:lnTo>
                      <a:lnTo>
                        <a:pt x="36" y="126"/>
                      </a:lnTo>
                      <a:lnTo>
                        <a:pt x="36" y="126"/>
                      </a:lnTo>
                      <a:lnTo>
                        <a:pt x="42" y="132"/>
                      </a:lnTo>
                      <a:lnTo>
                        <a:pt x="42" y="132"/>
                      </a:lnTo>
                      <a:lnTo>
                        <a:pt x="42" y="138"/>
                      </a:lnTo>
                      <a:lnTo>
                        <a:pt x="42" y="138"/>
                      </a:lnTo>
                      <a:lnTo>
                        <a:pt x="48" y="144"/>
                      </a:lnTo>
                      <a:lnTo>
                        <a:pt x="48" y="144"/>
                      </a:lnTo>
                      <a:lnTo>
                        <a:pt x="48" y="144"/>
                      </a:lnTo>
                      <a:lnTo>
                        <a:pt x="48" y="150"/>
                      </a:lnTo>
                      <a:lnTo>
                        <a:pt x="48" y="150"/>
                      </a:lnTo>
                      <a:lnTo>
                        <a:pt x="54" y="156"/>
                      </a:lnTo>
                      <a:lnTo>
                        <a:pt x="54" y="156"/>
                      </a:lnTo>
                      <a:lnTo>
                        <a:pt x="54" y="156"/>
                      </a:lnTo>
                      <a:lnTo>
                        <a:pt x="54" y="162"/>
                      </a:lnTo>
                      <a:lnTo>
                        <a:pt x="60" y="162"/>
                      </a:lnTo>
                      <a:lnTo>
                        <a:pt x="60" y="168"/>
                      </a:lnTo>
                      <a:lnTo>
                        <a:pt x="60" y="168"/>
                      </a:lnTo>
                      <a:lnTo>
                        <a:pt x="60" y="168"/>
                      </a:lnTo>
                      <a:lnTo>
                        <a:pt x="66" y="174"/>
                      </a:lnTo>
                      <a:lnTo>
                        <a:pt x="66" y="174"/>
                      </a:lnTo>
                      <a:lnTo>
                        <a:pt x="66" y="180"/>
                      </a:lnTo>
                      <a:lnTo>
                        <a:pt x="66" y="180"/>
                      </a:lnTo>
                      <a:lnTo>
                        <a:pt x="66" y="180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92"/>
                      </a:lnTo>
                      <a:lnTo>
                        <a:pt x="78" y="192"/>
                      </a:lnTo>
                      <a:lnTo>
                        <a:pt x="78" y="192"/>
                      </a:lnTo>
                      <a:lnTo>
                        <a:pt x="78" y="198"/>
                      </a:lnTo>
                      <a:lnTo>
                        <a:pt x="78" y="198"/>
                      </a:lnTo>
                      <a:lnTo>
                        <a:pt x="84" y="198"/>
                      </a:lnTo>
                      <a:lnTo>
                        <a:pt x="84" y="204"/>
                      </a:lnTo>
                      <a:lnTo>
                        <a:pt x="84" y="204"/>
                      </a:lnTo>
                      <a:lnTo>
                        <a:pt x="84" y="204"/>
                      </a:lnTo>
                      <a:lnTo>
                        <a:pt x="90" y="210"/>
                      </a:lnTo>
                      <a:lnTo>
                        <a:pt x="90" y="210"/>
                      </a:lnTo>
                      <a:lnTo>
                        <a:pt x="90" y="210"/>
                      </a:lnTo>
                      <a:lnTo>
                        <a:pt x="90" y="216"/>
                      </a:lnTo>
                      <a:lnTo>
                        <a:pt x="90" y="216"/>
                      </a:lnTo>
                      <a:lnTo>
                        <a:pt x="96" y="216"/>
                      </a:lnTo>
                      <a:lnTo>
                        <a:pt x="96" y="222"/>
                      </a:lnTo>
                      <a:lnTo>
                        <a:pt x="96" y="222"/>
                      </a:lnTo>
                      <a:lnTo>
                        <a:pt x="96" y="222"/>
                      </a:lnTo>
                      <a:lnTo>
                        <a:pt x="102" y="228"/>
                      </a:lnTo>
                      <a:lnTo>
                        <a:pt x="102" y="228"/>
                      </a:lnTo>
                      <a:lnTo>
                        <a:pt x="102" y="228"/>
                      </a:lnTo>
                      <a:lnTo>
                        <a:pt x="102" y="234"/>
                      </a:lnTo>
                      <a:lnTo>
                        <a:pt x="108" y="234"/>
                      </a:lnTo>
                      <a:lnTo>
                        <a:pt x="108" y="234"/>
                      </a:lnTo>
                      <a:lnTo>
                        <a:pt x="108" y="240"/>
                      </a:lnTo>
                      <a:lnTo>
                        <a:pt x="108" y="240"/>
                      </a:lnTo>
                      <a:lnTo>
                        <a:pt x="114" y="240"/>
                      </a:lnTo>
                      <a:lnTo>
                        <a:pt x="114" y="246"/>
                      </a:lnTo>
                      <a:lnTo>
                        <a:pt x="114" y="246"/>
                      </a:lnTo>
                      <a:lnTo>
                        <a:pt x="114" y="246"/>
                      </a:lnTo>
                      <a:lnTo>
                        <a:pt x="114" y="252"/>
                      </a:lnTo>
                      <a:lnTo>
                        <a:pt x="120" y="252"/>
                      </a:lnTo>
                      <a:lnTo>
                        <a:pt x="120" y="252"/>
                      </a:lnTo>
                      <a:lnTo>
                        <a:pt x="120" y="252"/>
                      </a:lnTo>
                      <a:lnTo>
                        <a:pt x="120" y="258"/>
                      </a:lnTo>
                      <a:lnTo>
                        <a:pt x="126" y="258"/>
                      </a:lnTo>
                      <a:lnTo>
                        <a:pt x="126" y="258"/>
                      </a:lnTo>
                      <a:lnTo>
                        <a:pt x="126" y="264"/>
                      </a:lnTo>
                      <a:lnTo>
                        <a:pt x="126" y="264"/>
                      </a:lnTo>
                      <a:lnTo>
                        <a:pt x="132" y="264"/>
                      </a:lnTo>
                      <a:lnTo>
                        <a:pt x="132" y="270"/>
                      </a:lnTo>
                      <a:lnTo>
                        <a:pt x="132" y="270"/>
                      </a:lnTo>
                      <a:lnTo>
                        <a:pt x="132" y="270"/>
                      </a:lnTo>
                      <a:lnTo>
                        <a:pt x="138" y="270"/>
                      </a:lnTo>
                      <a:lnTo>
                        <a:pt x="138" y="276"/>
                      </a:lnTo>
                      <a:lnTo>
                        <a:pt x="138" y="276"/>
                      </a:lnTo>
                      <a:lnTo>
                        <a:pt x="138" y="276"/>
                      </a:lnTo>
                      <a:lnTo>
                        <a:pt x="138" y="282"/>
                      </a:lnTo>
                      <a:lnTo>
                        <a:pt x="144" y="282"/>
                      </a:lnTo>
                      <a:lnTo>
                        <a:pt x="144" y="282"/>
                      </a:lnTo>
                      <a:lnTo>
                        <a:pt x="144" y="288"/>
                      </a:lnTo>
                      <a:lnTo>
                        <a:pt x="144" y="288"/>
                      </a:lnTo>
                      <a:lnTo>
                        <a:pt x="150" y="288"/>
                      </a:lnTo>
                      <a:lnTo>
                        <a:pt x="150" y="288"/>
                      </a:lnTo>
                      <a:lnTo>
                        <a:pt x="150" y="294"/>
                      </a:lnTo>
                      <a:lnTo>
                        <a:pt x="150" y="294"/>
                      </a:lnTo>
                      <a:lnTo>
                        <a:pt x="156" y="294"/>
                      </a:lnTo>
                      <a:lnTo>
                        <a:pt x="156" y="300"/>
                      </a:lnTo>
                      <a:lnTo>
                        <a:pt x="156" y="300"/>
                      </a:lnTo>
                      <a:lnTo>
                        <a:pt x="156" y="300"/>
                      </a:lnTo>
                      <a:lnTo>
                        <a:pt x="162" y="300"/>
                      </a:lnTo>
                      <a:lnTo>
                        <a:pt x="162" y="306"/>
                      </a:lnTo>
                      <a:lnTo>
                        <a:pt x="162" y="306"/>
                      </a:lnTo>
                      <a:lnTo>
                        <a:pt x="162" y="306"/>
                      </a:lnTo>
                      <a:lnTo>
                        <a:pt x="162" y="312"/>
                      </a:lnTo>
                      <a:lnTo>
                        <a:pt x="168" y="312"/>
                      </a:lnTo>
                      <a:lnTo>
                        <a:pt x="168" y="312"/>
                      </a:lnTo>
                      <a:lnTo>
                        <a:pt x="168" y="312"/>
                      </a:lnTo>
                      <a:lnTo>
                        <a:pt x="168" y="318"/>
                      </a:lnTo>
                      <a:lnTo>
                        <a:pt x="174" y="318"/>
                      </a:lnTo>
                      <a:lnTo>
                        <a:pt x="174" y="318"/>
                      </a:lnTo>
                      <a:lnTo>
                        <a:pt x="174" y="324"/>
                      </a:lnTo>
                      <a:lnTo>
                        <a:pt x="174" y="324"/>
                      </a:lnTo>
                      <a:lnTo>
                        <a:pt x="180" y="324"/>
                      </a:lnTo>
                      <a:lnTo>
                        <a:pt x="180" y="324"/>
                      </a:lnTo>
                      <a:lnTo>
                        <a:pt x="180" y="330"/>
                      </a:lnTo>
                      <a:lnTo>
                        <a:pt x="180" y="330"/>
                      </a:lnTo>
                      <a:lnTo>
                        <a:pt x="186" y="330"/>
                      </a:lnTo>
                      <a:lnTo>
                        <a:pt x="186" y="336"/>
                      </a:lnTo>
                      <a:lnTo>
                        <a:pt x="186" y="336"/>
                      </a:lnTo>
                      <a:lnTo>
                        <a:pt x="186" y="336"/>
                      </a:lnTo>
                      <a:lnTo>
                        <a:pt x="186" y="336"/>
                      </a:lnTo>
                      <a:lnTo>
                        <a:pt x="192" y="342"/>
                      </a:lnTo>
                      <a:lnTo>
                        <a:pt x="192" y="342"/>
                      </a:lnTo>
                      <a:lnTo>
                        <a:pt x="192" y="342"/>
                      </a:lnTo>
                      <a:lnTo>
                        <a:pt x="192" y="348"/>
                      </a:lnTo>
                      <a:lnTo>
                        <a:pt x="198" y="348"/>
                      </a:lnTo>
                      <a:lnTo>
                        <a:pt x="198" y="348"/>
                      </a:lnTo>
                      <a:lnTo>
                        <a:pt x="198" y="348"/>
                      </a:lnTo>
                      <a:lnTo>
                        <a:pt x="198" y="354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04" y="360"/>
                      </a:lnTo>
                      <a:lnTo>
                        <a:pt x="210" y="360"/>
                      </a:lnTo>
                      <a:lnTo>
                        <a:pt x="210" y="360"/>
                      </a:lnTo>
                      <a:lnTo>
                        <a:pt x="210" y="366"/>
                      </a:lnTo>
                      <a:lnTo>
                        <a:pt x="210" y="366"/>
                      </a:lnTo>
                      <a:lnTo>
                        <a:pt x="210" y="366"/>
                      </a:lnTo>
                      <a:lnTo>
                        <a:pt x="216" y="366"/>
                      </a:lnTo>
                      <a:lnTo>
                        <a:pt x="216" y="372"/>
                      </a:lnTo>
                      <a:lnTo>
                        <a:pt x="216" y="372"/>
                      </a:lnTo>
                      <a:lnTo>
                        <a:pt x="216" y="372"/>
                      </a:lnTo>
                      <a:lnTo>
                        <a:pt x="222" y="372"/>
                      </a:lnTo>
                      <a:lnTo>
                        <a:pt x="222" y="378"/>
                      </a:lnTo>
                      <a:lnTo>
                        <a:pt x="222" y="378"/>
                      </a:lnTo>
                      <a:lnTo>
                        <a:pt x="222" y="378"/>
                      </a:lnTo>
                      <a:lnTo>
                        <a:pt x="228" y="384"/>
                      </a:lnTo>
                      <a:lnTo>
                        <a:pt x="228" y="384"/>
                      </a:lnTo>
                      <a:lnTo>
                        <a:pt x="228" y="384"/>
                      </a:lnTo>
                      <a:lnTo>
                        <a:pt x="228" y="384"/>
                      </a:lnTo>
                      <a:lnTo>
                        <a:pt x="234" y="390"/>
                      </a:lnTo>
                      <a:lnTo>
                        <a:pt x="234" y="390"/>
                      </a:lnTo>
                      <a:lnTo>
                        <a:pt x="234" y="390"/>
                      </a:lnTo>
                      <a:lnTo>
                        <a:pt x="234" y="390"/>
                      </a:lnTo>
                      <a:lnTo>
                        <a:pt x="234" y="396"/>
                      </a:lnTo>
                      <a:lnTo>
                        <a:pt x="240" y="396"/>
                      </a:lnTo>
                      <a:lnTo>
                        <a:pt x="240" y="396"/>
                      </a:lnTo>
                      <a:lnTo>
                        <a:pt x="240" y="396"/>
                      </a:lnTo>
                      <a:lnTo>
                        <a:pt x="240" y="402"/>
                      </a:lnTo>
                      <a:lnTo>
                        <a:pt x="246" y="402"/>
                      </a:lnTo>
                      <a:lnTo>
                        <a:pt x="246" y="402"/>
                      </a:lnTo>
                      <a:lnTo>
                        <a:pt x="246" y="408"/>
                      </a:lnTo>
                      <a:lnTo>
                        <a:pt x="246" y="408"/>
                      </a:lnTo>
                      <a:lnTo>
                        <a:pt x="252" y="408"/>
                      </a:lnTo>
                      <a:lnTo>
                        <a:pt x="252" y="408"/>
                      </a:lnTo>
                      <a:lnTo>
                        <a:pt x="252" y="414"/>
                      </a:lnTo>
                      <a:lnTo>
                        <a:pt x="252" y="414"/>
                      </a:lnTo>
                      <a:lnTo>
                        <a:pt x="258" y="414"/>
                      </a:lnTo>
                      <a:lnTo>
                        <a:pt x="258" y="414"/>
                      </a:lnTo>
                      <a:lnTo>
                        <a:pt x="258" y="420"/>
                      </a:lnTo>
                      <a:lnTo>
                        <a:pt x="258" y="420"/>
                      </a:lnTo>
                      <a:lnTo>
                        <a:pt x="258" y="420"/>
                      </a:lnTo>
                      <a:lnTo>
                        <a:pt x="264" y="420"/>
                      </a:lnTo>
                      <a:lnTo>
                        <a:pt x="264" y="426"/>
                      </a:lnTo>
                      <a:lnTo>
                        <a:pt x="264" y="426"/>
                      </a:lnTo>
                      <a:lnTo>
                        <a:pt x="264" y="426"/>
                      </a:lnTo>
                      <a:lnTo>
                        <a:pt x="270" y="432"/>
                      </a:lnTo>
                      <a:lnTo>
                        <a:pt x="270" y="432"/>
                      </a:lnTo>
                      <a:lnTo>
                        <a:pt x="270" y="432"/>
                      </a:lnTo>
                      <a:lnTo>
                        <a:pt x="270" y="432"/>
                      </a:lnTo>
                      <a:lnTo>
                        <a:pt x="276" y="438"/>
                      </a:lnTo>
                      <a:lnTo>
                        <a:pt x="276" y="438"/>
                      </a:lnTo>
                      <a:lnTo>
                        <a:pt x="276" y="438"/>
                      </a:lnTo>
                      <a:lnTo>
                        <a:pt x="276" y="438"/>
                      </a:lnTo>
                      <a:lnTo>
                        <a:pt x="282" y="444"/>
                      </a:lnTo>
                      <a:lnTo>
                        <a:pt x="282" y="444"/>
                      </a:lnTo>
                      <a:lnTo>
                        <a:pt x="282" y="444"/>
                      </a:lnTo>
                      <a:lnTo>
                        <a:pt x="282" y="444"/>
                      </a:lnTo>
                      <a:lnTo>
                        <a:pt x="282" y="450"/>
                      </a:lnTo>
                      <a:lnTo>
                        <a:pt x="288" y="450"/>
                      </a:lnTo>
                      <a:lnTo>
                        <a:pt x="288" y="450"/>
                      </a:lnTo>
                      <a:lnTo>
                        <a:pt x="288" y="450"/>
                      </a:lnTo>
                      <a:lnTo>
                        <a:pt x="288" y="456"/>
                      </a:lnTo>
                      <a:lnTo>
                        <a:pt x="294" y="456"/>
                      </a:lnTo>
                      <a:lnTo>
                        <a:pt x="294" y="456"/>
                      </a:lnTo>
                      <a:lnTo>
                        <a:pt x="294" y="456"/>
                      </a:lnTo>
                      <a:lnTo>
                        <a:pt x="294" y="462"/>
                      </a:lnTo>
                      <a:lnTo>
                        <a:pt x="300" y="462"/>
                      </a:lnTo>
                      <a:lnTo>
                        <a:pt x="300" y="462"/>
                      </a:lnTo>
                      <a:lnTo>
                        <a:pt x="300" y="462"/>
                      </a:lnTo>
                      <a:lnTo>
                        <a:pt x="300" y="468"/>
                      </a:lnTo>
                      <a:lnTo>
                        <a:pt x="306" y="468"/>
                      </a:lnTo>
                      <a:lnTo>
                        <a:pt x="306" y="468"/>
                      </a:lnTo>
                      <a:lnTo>
                        <a:pt x="306" y="474"/>
                      </a:lnTo>
                      <a:lnTo>
                        <a:pt x="306" y="474"/>
                      </a:lnTo>
                      <a:lnTo>
                        <a:pt x="306" y="474"/>
                      </a:lnTo>
                      <a:lnTo>
                        <a:pt x="312" y="474"/>
                      </a:lnTo>
                      <a:lnTo>
                        <a:pt x="312" y="480"/>
                      </a:lnTo>
                      <a:lnTo>
                        <a:pt x="312" y="480"/>
                      </a:lnTo>
                      <a:lnTo>
                        <a:pt x="312" y="480"/>
                      </a:lnTo>
                      <a:lnTo>
                        <a:pt x="318" y="480"/>
                      </a:lnTo>
                      <a:lnTo>
                        <a:pt x="318" y="486"/>
                      </a:lnTo>
                      <a:lnTo>
                        <a:pt x="318" y="486"/>
                      </a:lnTo>
                      <a:lnTo>
                        <a:pt x="318" y="486"/>
                      </a:lnTo>
                      <a:lnTo>
                        <a:pt x="324" y="486"/>
                      </a:lnTo>
                      <a:lnTo>
                        <a:pt x="324" y="492"/>
                      </a:lnTo>
                      <a:lnTo>
                        <a:pt x="324" y="492"/>
                      </a:lnTo>
                      <a:lnTo>
                        <a:pt x="324" y="492"/>
                      </a:lnTo>
                      <a:lnTo>
                        <a:pt x="330" y="492"/>
                      </a:lnTo>
                      <a:lnTo>
                        <a:pt x="330" y="498"/>
                      </a:lnTo>
                      <a:lnTo>
                        <a:pt x="330" y="498"/>
                      </a:lnTo>
                      <a:lnTo>
                        <a:pt x="330" y="498"/>
                      </a:lnTo>
                      <a:lnTo>
                        <a:pt x="330" y="498"/>
                      </a:lnTo>
                      <a:lnTo>
                        <a:pt x="336" y="504"/>
                      </a:lnTo>
                      <a:lnTo>
                        <a:pt x="336" y="504"/>
                      </a:lnTo>
                      <a:lnTo>
                        <a:pt x="336" y="504"/>
                      </a:lnTo>
                      <a:lnTo>
                        <a:pt x="336" y="504"/>
                      </a:lnTo>
                      <a:lnTo>
                        <a:pt x="342" y="510"/>
                      </a:lnTo>
                      <a:lnTo>
                        <a:pt x="342" y="510"/>
                      </a:lnTo>
                      <a:lnTo>
                        <a:pt x="342" y="510"/>
                      </a:lnTo>
                      <a:lnTo>
                        <a:pt x="342" y="510"/>
                      </a:lnTo>
                      <a:lnTo>
                        <a:pt x="348" y="516"/>
                      </a:lnTo>
                      <a:lnTo>
                        <a:pt x="348" y="516"/>
                      </a:lnTo>
                      <a:lnTo>
                        <a:pt x="348" y="516"/>
                      </a:lnTo>
                      <a:lnTo>
                        <a:pt x="348" y="516"/>
                      </a:lnTo>
                      <a:lnTo>
                        <a:pt x="348" y="522"/>
                      </a:lnTo>
                      <a:lnTo>
                        <a:pt x="354" y="522"/>
                      </a:lnTo>
                      <a:lnTo>
                        <a:pt x="354" y="522"/>
                      </a:lnTo>
                      <a:lnTo>
                        <a:pt x="354" y="522"/>
                      </a:lnTo>
                      <a:lnTo>
                        <a:pt x="354" y="528"/>
                      </a:lnTo>
                      <a:lnTo>
                        <a:pt x="360" y="528"/>
                      </a:lnTo>
                    </a:path>
                  </a:pathLst>
                </a:custGeom>
                <a:noFill/>
                <a:ln w="12700">
                  <a:solidFill>
                    <a:srgbClr val="0064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Freeform 45">
                  <a:extLst>
                    <a:ext uri="{FF2B5EF4-FFF2-40B4-BE49-F238E27FC236}">
                      <a16:creationId xmlns:a16="http://schemas.microsoft.com/office/drawing/2014/main" id="{7D702967-9507-4DB2-BC96-0DD74B4722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77383" y="1902367"/>
                  <a:ext cx="399317" cy="586355"/>
                </a:xfrm>
                <a:custGeom>
                  <a:avLst/>
                  <a:gdLst>
                    <a:gd name="T0" fmla="*/ 6 w 360"/>
                    <a:gd name="T1" fmla="*/ 486 h 528"/>
                    <a:gd name="T2" fmla="*/ 12 w 360"/>
                    <a:gd name="T3" fmla="*/ 462 h 528"/>
                    <a:gd name="T4" fmla="*/ 18 w 360"/>
                    <a:gd name="T5" fmla="*/ 444 h 528"/>
                    <a:gd name="T6" fmla="*/ 24 w 360"/>
                    <a:gd name="T7" fmla="*/ 426 h 528"/>
                    <a:gd name="T8" fmla="*/ 30 w 360"/>
                    <a:gd name="T9" fmla="*/ 408 h 528"/>
                    <a:gd name="T10" fmla="*/ 42 w 360"/>
                    <a:gd name="T11" fmla="*/ 396 h 528"/>
                    <a:gd name="T12" fmla="*/ 48 w 360"/>
                    <a:gd name="T13" fmla="*/ 384 h 528"/>
                    <a:gd name="T14" fmla="*/ 54 w 360"/>
                    <a:gd name="T15" fmla="*/ 372 h 528"/>
                    <a:gd name="T16" fmla="*/ 60 w 360"/>
                    <a:gd name="T17" fmla="*/ 360 h 528"/>
                    <a:gd name="T18" fmla="*/ 66 w 360"/>
                    <a:gd name="T19" fmla="*/ 348 h 528"/>
                    <a:gd name="T20" fmla="*/ 72 w 360"/>
                    <a:gd name="T21" fmla="*/ 336 h 528"/>
                    <a:gd name="T22" fmla="*/ 84 w 360"/>
                    <a:gd name="T23" fmla="*/ 330 h 528"/>
                    <a:gd name="T24" fmla="*/ 90 w 360"/>
                    <a:gd name="T25" fmla="*/ 318 h 528"/>
                    <a:gd name="T26" fmla="*/ 96 w 360"/>
                    <a:gd name="T27" fmla="*/ 306 h 528"/>
                    <a:gd name="T28" fmla="*/ 102 w 360"/>
                    <a:gd name="T29" fmla="*/ 300 h 528"/>
                    <a:gd name="T30" fmla="*/ 108 w 360"/>
                    <a:gd name="T31" fmla="*/ 288 h 528"/>
                    <a:gd name="T32" fmla="*/ 114 w 360"/>
                    <a:gd name="T33" fmla="*/ 276 h 528"/>
                    <a:gd name="T34" fmla="*/ 126 w 360"/>
                    <a:gd name="T35" fmla="*/ 270 h 528"/>
                    <a:gd name="T36" fmla="*/ 132 w 360"/>
                    <a:gd name="T37" fmla="*/ 258 h 528"/>
                    <a:gd name="T38" fmla="*/ 138 w 360"/>
                    <a:gd name="T39" fmla="*/ 252 h 528"/>
                    <a:gd name="T40" fmla="*/ 144 w 360"/>
                    <a:gd name="T41" fmla="*/ 240 h 528"/>
                    <a:gd name="T42" fmla="*/ 150 w 360"/>
                    <a:gd name="T43" fmla="*/ 234 h 528"/>
                    <a:gd name="T44" fmla="*/ 162 w 360"/>
                    <a:gd name="T45" fmla="*/ 228 h 528"/>
                    <a:gd name="T46" fmla="*/ 168 w 360"/>
                    <a:gd name="T47" fmla="*/ 216 h 528"/>
                    <a:gd name="T48" fmla="*/ 174 w 360"/>
                    <a:gd name="T49" fmla="*/ 210 h 528"/>
                    <a:gd name="T50" fmla="*/ 180 w 360"/>
                    <a:gd name="T51" fmla="*/ 198 h 528"/>
                    <a:gd name="T52" fmla="*/ 186 w 360"/>
                    <a:gd name="T53" fmla="*/ 192 h 528"/>
                    <a:gd name="T54" fmla="*/ 192 w 360"/>
                    <a:gd name="T55" fmla="*/ 180 h 528"/>
                    <a:gd name="T56" fmla="*/ 204 w 360"/>
                    <a:gd name="T57" fmla="*/ 174 h 528"/>
                    <a:gd name="T58" fmla="*/ 210 w 360"/>
                    <a:gd name="T59" fmla="*/ 168 h 528"/>
                    <a:gd name="T60" fmla="*/ 216 w 360"/>
                    <a:gd name="T61" fmla="*/ 156 h 528"/>
                    <a:gd name="T62" fmla="*/ 222 w 360"/>
                    <a:gd name="T63" fmla="*/ 150 h 528"/>
                    <a:gd name="T64" fmla="*/ 228 w 360"/>
                    <a:gd name="T65" fmla="*/ 144 h 528"/>
                    <a:gd name="T66" fmla="*/ 234 w 360"/>
                    <a:gd name="T67" fmla="*/ 132 h 528"/>
                    <a:gd name="T68" fmla="*/ 246 w 360"/>
                    <a:gd name="T69" fmla="*/ 126 h 528"/>
                    <a:gd name="T70" fmla="*/ 252 w 360"/>
                    <a:gd name="T71" fmla="*/ 120 h 528"/>
                    <a:gd name="T72" fmla="*/ 258 w 360"/>
                    <a:gd name="T73" fmla="*/ 108 h 528"/>
                    <a:gd name="T74" fmla="*/ 264 w 360"/>
                    <a:gd name="T75" fmla="*/ 102 h 528"/>
                    <a:gd name="T76" fmla="*/ 270 w 360"/>
                    <a:gd name="T77" fmla="*/ 96 h 528"/>
                    <a:gd name="T78" fmla="*/ 282 w 360"/>
                    <a:gd name="T79" fmla="*/ 84 h 528"/>
                    <a:gd name="T80" fmla="*/ 288 w 360"/>
                    <a:gd name="T81" fmla="*/ 78 h 528"/>
                    <a:gd name="T82" fmla="*/ 294 w 360"/>
                    <a:gd name="T83" fmla="*/ 72 h 528"/>
                    <a:gd name="T84" fmla="*/ 300 w 360"/>
                    <a:gd name="T85" fmla="*/ 66 h 528"/>
                    <a:gd name="T86" fmla="*/ 306 w 360"/>
                    <a:gd name="T87" fmla="*/ 54 h 528"/>
                    <a:gd name="T88" fmla="*/ 312 w 360"/>
                    <a:gd name="T89" fmla="*/ 48 h 528"/>
                    <a:gd name="T90" fmla="*/ 324 w 360"/>
                    <a:gd name="T91" fmla="*/ 42 h 528"/>
                    <a:gd name="T92" fmla="*/ 330 w 360"/>
                    <a:gd name="T93" fmla="*/ 30 h 528"/>
                    <a:gd name="T94" fmla="*/ 336 w 360"/>
                    <a:gd name="T95" fmla="*/ 24 h 528"/>
                    <a:gd name="T96" fmla="*/ 342 w 360"/>
                    <a:gd name="T97" fmla="*/ 18 h 528"/>
                    <a:gd name="T98" fmla="*/ 348 w 360"/>
                    <a:gd name="T99" fmla="*/ 12 h 528"/>
                    <a:gd name="T100" fmla="*/ 354 w 360"/>
                    <a:gd name="T101" fmla="*/ 0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60" h="528">
                      <a:moveTo>
                        <a:pt x="0" y="528"/>
                      </a:moveTo>
                      <a:lnTo>
                        <a:pt x="0" y="510"/>
                      </a:lnTo>
                      <a:lnTo>
                        <a:pt x="0" y="504"/>
                      </a:lnTo>
                      <a:lnTo>
                        <a:pt x="0" y="492"/>
                      </a:lnTo>
                      <a:lnTo>
                        <a:pt x="6" y="486"/>
                      </a:lnTo>
                      <a:lnTo>
                        <a:pt x="6" y="480"/>
                      </a:lnTo>
                      <a:lnTo>
                        <a:pt x="6" y="474"/>
                      </a:lnTo>
                      <a:lnTo>
                        <a:pt x="6" y="468"/>
                      </a:lnTo>
                      <a:lnTo>
                        <a:pt x="12" y="468"/>
                      </a:lnTo>
                      <a:lnTo>
                        <a:pt x="12" y="462"/>
                      </a:lnTo>
                      <a:lnTo>
                        <a:pt x="12" y="456"/>
                      </a:lnTo>
                      <a:lnTo>
                        <a:pt x="12" y="456"/>
                      </a:lnTo>
                      <a:lnTo>
                        <a:pt x="18" y="450"/>
                      </a:lnTo>
                      <a:lnTo>
                        <a:pt x="18" y="444"/>
                      </a:lnTo>
                      <a:lnTo>
                        <a:pt x="18" y="444"/>
                      </a:lnTo>
                      <a:lnTo>
                        <a:pt x="18" y="438"/>
                      </a:lnTo>
                      <a:lnTo>
                        <a:pt x="24" y="432"/>
                      </a:lnTo>
                      <a:lnTo>
                        <a:pt x="24" y="432"/>
                      </a:lnTo>
                      <a:lnTo>
                        <a:pt x="24" y="426"/>
                      </a:lnTo>
                      <a:lnTo>
                        <a:pt x="24" y="426"/>
                      </a:lnTo>
                      <a:lnTo>
                        <a:pt x="24" y="420"/>
                      </a:lnTo>
                      <a:lnTo>
                        <a:pt x="30" y="420"/>
                      </a:lnTo>
                      <a:lnTo>
                        <a:pt x="30" y="414"/>
                      </a:lnTo>
                      <a:lnTo>
                        <a:pt x="30" y="414"/>
                      </a:lnTo>
                      <a:lnTo>
                        <a:pt x="30" y="408"/>
                      </a:lnTo>
                      <a:lnTo>
                        <a:pt x="36" y="408"/>
                      </a:lnTo>
                      <a:lnTo>
                        <a:pt x="36" y="402"/>
                      </a:lnTo>
                      <a:lnTo>
                        <a:pt x="36" y="402"/>
                      </a:lnTo>
                      <a:lnTo>
                        <a:pt x="36" y="402"/>
                      </a:lnTo>
                      <a:lnTo>
                        <a:pt x="42" y="396"/>
                      </a:lnTo>
                      <a:lnTo>
                        <a:pt x="42" y="396"/>
                      </a:lnTo>
                      <a:lnTo>
                        <a:pt x="42" y="390"/>
                      </a:lnTo>
                      <a:lnTo>
                        <a:pt x="42" y="390"/>
                      </a:lnTo>
                      <a:lnTo>
                        <a:pt x="48" y="384"/>
                      </a:lnTo>
                      <a:lnTo>
                        <a:pt x="48" y="384"/>
                      </a:lnTo>
                      <a:lnTo>
                        <a:pt x="48" y="384"/>
                      </a:lnTo>
                      <a:lnTo>
                        <a:pt x="48" y="378"/>
                      </a:lnTo>
                      <a:lnTo>
                        <a:pt x="48" y="378"/>
                      </a:lnTo>
                      <a:lnTo>
                        <a:pt x="54" y="372"/>
                      </a:lnTo>
                      <a:lnTo>
                        <a:pt x="54" y="372"/>
                      </a:lnTo>
                      <a:lnTo>
                        <a:pt x="54" y="372"/>
                      </a:lnTo>
                      <a:lnTo>
                        <a:pt x="54" y="366"/>
                      </a:lnTo>
                      <a:lnTo>
                        <a:pt x="60" y="366"/>
                      </a:lnTo>
                      <a:lnTo>
                        <a:pt x="60" y="360"/>
                      </a:lnTo>
                      <a:lnTo>
                        <a:pt x="60" y="360"/>
                      </a:lnTo>
                      <a:lnTo>
                        <a:pt x="60" y="360"/>
                      </a:lnTo>
                      <a:lnTo>
                        <a:pt x="66" y="354"/>
                      </a:lnTo>
                      <a:lnTo>
                        <a:pt x="66" y="354"/>
                      </a:lnTo>
                      <a:lnTo>
                        <a:pt x="66" y="348"/>
                      </a:lnTo>
                      <a:lnTo>
                        <a:pt x="66" y="348"/>
                      </a:lnTo>
                      <a:lnTo>
                        <a:pt x="66" y="348"/>
                      </a:lnTo>
                      <a:lnTo>
                        <a:pt x="72" y="342"/>
                      </a:lnTo>
                      <a:lnTo>
                        <a:pt x="72" y="342"/>
                      </a:lnTo>
                      <a:lnTo>
                        <a:pt x="72" y="342"/>
                      </a:lnTo>
                      <a:lnTo>
                        <a:pt x="72" y="336"/>
                      </a:lnTo>
                      <a:lnTo>
                        <a:pt x="78" y="336"/>
                      </a:lnTo>
                      <a:lnTo>
                        <a:pt x="78" y="336"/>
                      </a:lnTo>
                      <a:lnTo>
                        <a:pt x="78" y="330"/>
                      </a:lnTo>
                      <a:lnTo>
                        <a:pt x="78" y="330"/>
                      </a:lnTo>
                      <a:lnTo>
                        <a:pt x="84" y="330"/>
                      </a:lnTo>
                      <a:lnTo>
                        <a:pt x="84" y="324"/>
                      </a:lnTo>
                      <a:lnTo>
                        <a:pt x="84" y="324"/>
                      </a:lnTo>
                      <a:lnTo>
                        <a:pt x="84" y="324"/>
                      </a:lnTo>
                      <a:lnTo>
                        <a:pt x="90" y="318"/>
                      </a:lnTo>
                      <a:lnTo>
                        <a:pt x="90" y="318"/>
                      </a:lnTo>
                      <a:lnTo>
                        <a:pt x="90" y="318"/>
                      </a:lnTo>
                      <a:lnTo>
                        <a:pt x="90" y="312"/>
                      </a:lnTo>
                      <a:lnTo>
                        <a:pt x="90" y="312"/>
                      </a:lnTo>
                      <a:lnTo>
                        <a:pt x="96" y="312"/>
                      </a:lnTo>
                      <a:lnTo>
                        <a:pt x="96" y="306"/>
                      </a:lnTo>
                      <a:lnTo>
                        <a:pt x="96" y="306"/>
                      </a:lnTo>
                      <a:lnTo>
                        <a:pt x="96" y="306"/>
                      </a:lnTo>
                      <a:lnTo>
                        <a:pt x="102" y="300"/>
                      </a:lnTo>
                      <a:lnTo>
                        <a:pt x="102" y="300"/>
                      </a:lnTo>
                      <a:lnTo>
                        <a:pt x="102" y="300"/>
                      </a:lnTo>
                      <a:lnTo>
                        <a:pt x="102" y="294"/>
                      </a:lnTo>
                      <a:lnTo>
                        <a:pt x="108" y="294"/>
                      </a:lnTo>
                      <a:lnTo>
                        <a:pt x="108" y="294"/>
                      </a:lnTo>
                      <a:lnTo>
                        <a:pt x="108" y="288"/>
                      </a:lnTo>
                      <a:lnTo>
                        <a:pt x="108" y="288"/>
                      </a:lnTo>
                      <a:lnTo>
                        <a:pt x="114" y="288"/>
                      </a:lnTo>
                      <a:lnTo>
                        <a:pt x="114" y="282"/>
                      </a:lnTo>
                      <a:lnTo>
                        <a:pt x="114" y="282"/>
                      </a:lnTo>
                      <a:lnTo>
                        <a:pt x="114" y="282"/>
                      </a:lnTo>
                      <a:lnTo>
                        <a:pt x="114" y="276"/>
                      </a:lnTo>
                      <a:lnTo>
                        <a:pt x="120" y="276"/>
                      </a:lnTo>
                      <a:lnTo>
                        <a:pt x="120" y="276"/>
                      </a:lnTo>
                      <a:lnTo>
                        <a:pt x="120" y="276"/>
                      </a:lnTo>
                      <a:lnTo>
                        <a:pt x="120" y="270"/>
                      </a:lnTo>
                      <a:lnTo>
                        <a:pt x="126" y="270"/>
                      </a:lnTo>
                      <a:lnTo>
                        <a:pt x="126" y="270"/>
                      </a:lnTo>
                      <a:lnTo>
                        <a:pt x="126" y="264"/>
                      </a:lnTo>
                      <a:lnTo>
                        <a:pt x="126" y="264"/>
                      </a:lnTo>
                      <a:lnTo>
                        <a:pt x="132" y="264"/>
                      </a:lnTo>
                      <a:lnTo>
                        <a:pt x="132" y="258"/>
                      </a:lnTo>
                      <a:lnTo>
                        <a:pt x="132" y="258"/>
                      </a:lnTo>
                      <a:lnTo>
                        <a:pt x="132" y="258"/>
                      </a:lnTo>
                      <a:lnTo>
                        <a:pt x="138" y="258"/>
                      </a:lnTo>
                      <a:lnTo>
                        <a:pt x="138" y="252"/>
                      </a:lnTo>
                      <a:lnTo>
                        <a:pt x="138" y="252"/>
                      </a:lnTo>
                      <a:lnTo>
                        <a:pt x="138" y="252"/>
                      </a:lnTo>
                      <a:lnTo>
                        <a:pt x="138" y="246"/>
                      </a:lnTo>
                      <a:lnTo>
                        <a:pt x="144" y="246"/>
                      </a:lnTo>
                      <a:lnTo>
                        <a:pt x="144" y="246"/>
                      </a:lnTo>
                      <a:lnTo>
                        <a:pt x="144" y="240"/>
                      </a:lnTo>
                      <a:lnTo>
                        <a:pt x="144" y="240"/>
                      </a:lnTo>
                      <a:lnTo>
                        <a:pt x="150" y="240"/>
                      </a:lnTo>
                      <a:lnTo>
                        <a:pt x="150" y="240"/>
                      </a:lnTo>
                      <a:lnTo>
                        <a:pt x="150" y="234"/>
                      </a:lnTo>
                      <a:lnTo>
                        <a:pt x="150" y="234"/>
                      </a:lnTo>
                      <a:lnTo>
                        <a:pt x="156" y="234"/>
                      </a:lnTo>
                      <a:lnTo>
                        <a:pt x="156" y="228"/>
                      </a:lnTo>
                      <a:lnTo>
                        <a:pt x="156" y="228"/>
                      </a:lnTo>
                      <a:lnTo>
                        <a:pt x="156" y="228"/>
                      </a:lnTo>
                      <a:lnTo>
                        <a:pt x="162" y="228"/>
                      </a:lnTo>
                      <a:lnTo>
                        <a:pt x="162" y="222"/>
                      </a:lnTo>
                      <a:lnTo>
                        <a:pt x="162" y="222"/>
                      </a:lnTo>
                      <a:lnTo>
                        <a:pt x="162" y="222"/>
                      </a:lnTo>
                      <a:lnTo>
                        <a:pt x="162" y="216"/>
                      </a:lnTo>
                      <a:lnTo>
                        <a:pt x="168" y="216"/>
                      </a:lnTo>
                      <a:lnTo>
                        <a:pt x="168" y="216"/>
                      </a:lnTo>
                      <a:lnTo>
                        <a:pt x="168" y="216"/>
                      </a:lnTo>
                      <a:lnTo>
                        <a:pt x="168" y="210"/>
                      </a:lnTo>
                      <a:lnTo>
                        <a:pt x="174" y="210"/>
                      </a:lnTo>
                      <a:lnTo>
                        <a:pt x="174" y="210"/>
                      </a:lnTo>
                      <a:lnTo>
                        <a:pt x="174" y="204"/>
                      </a:lnTo>
                      <a:lnTo>
                        <a:pt x="174" y="204"/>
                      </a:lnTo>
                      <a:lnTo>
                        <a:pt x="180" y="204"/>
                      </a:lnTo>
                      <a:lnTo>
                        <a:pt x="180" y="204"/>
                      </a:lnTo>
                      <a:lnTo>
                        <a:pt x="180" y="198"/>
                      </a:lnTo>
                      <a:lnTo>
                        <a:pt x="180" y="198"/>
                      </a:lnTo>
                      <a:lnTo>
                        <a:pt x="186" y="198"/>
                      </a:lnTo>
                      <a:lnTo>
                        <a:pt x="186" y="192"/>
                      </a:lnTo>
                      <a:lnTo>
                        <a:pt x="186" y="192"/>
                      </a:lnTo>
                      <a:lnTo>
                        <a:pt x="186" y="192"/>
                      </a:lnTo>
                      <a:lnTo>
                        <a:pt x="186" y="192"/>
                      </a:lnTo>
                      <a:lnTo>
                        <a:pt x="192" y="186"/>
                      </a:lnTo>
                      <a:lnTo>
                        <a:pt x="192" y="186"/>
                      </a:lnTo>
                      <a:lnTo>
                        <a:pt x="192" y="186"/>
                      </a:lnTo>
                      <a:lnTo>
                        <a:pt x="192" y="180"/>
                      </a:lnTo>
                      <a:lnTo>
                        <a:pt x="198" y="180"/>
                      </a:lnTo>
                      <a:lnTo>
                        <a:pt x="198" y="180"/>
                      </a:lnTo>
                      <a:lnTo>
                        <a:pt x="198" y="180"/>
                      </a:lnTo>
                      <a:lnTo>
                        <a:pt x="198" y="174"/>
                      </a:lnTo>
                      <a:lnTo>
                        <a:pt x="204" y="174"/>
                      </a:lnTo>
                      <a:lnTo>
                        <a:pt x="204" y="174"/>
                      </a:lnTo>
                      <a:lnTo>
                        <a:pt x="204" y="174"/>
                      </a:lnTo>
                      <a:lnTo>
                        <a:pt x="204" y="168"/>
                      </a:lnTo>
                      <a:lnTo>
                        <a:pt x="210" y="168"/>
                      </a:lnTo>
                      <a:lnTo>
                        <a:pt x="210" y="168"/>
                      </a:lnTo>
                      <a:lnTo>
                        <a:pt x="210" y="162"/>
                      </a:lnTo>
                      <a:lnTo>
                        <a:pt x="210" y="162"/>
                      </a:lnTo>
                      <a:lnTo>
                        <a:pt x="210" y="162"/>
                      </a:lnTo>
                      <a:lnTo>
                        <a:pt x="216" y="162"/>
                      </a:lnTo>
                      <a:lnTo>
                        <a:pt x="216" y="156"/>
                      </a:lnTo>
                      <a:lnTo>
                        <a:pt x="216" y="156"/>
                      </a:lnTo>
                      <a:lnTo>
                        <a:pt x="216" y="156"/>
                      </a:lnTo>
                      <a:lnTo>
                        <a:pt x="222" y="156"/>
                      </a:lnTo>
                      <a:lnTo>
                        <a:pt x="222" y="150"/>
                      </a:lnTo>
                      <a:lnTo>
                        <a:pt x="222" y="150"/>
                      </a:lnTo>
                      <a:lnTo>
                        <a:pt x="222" y="150"/>
                      </a:lnTo>
                      <a:lnTo>
                        <a:pt x="228" y="144"/>
                      </a:lnTo>
                      <a:lnTo>
                        <a:pt x="228" y="144"/>
                      </a:lnTo>
                      <a:lnTo>
                        <a:pt x="228" y="144"/>
                      </a:lnTo>
                      <a:lnTo>
                        <a:pt x="228" y="144"/>
                      </a:lnTo>
                      <a:lnTo>
                        <a:pt x="234" y="138"/>
                      </a:lnTo>
                      <a:lnTo>
                        <a:pt x="234" y="138"/>
                      </a:lnTo>
                      <a:lnTo>
                        <a:pt x="234" y="138"/>
                      </a:lnTo>
                      <a:lnTo>
                        <a:pt x="234" y="138"/>
                      </a:lnTo>
                      <a:lnTo>
                        <a:pt x="234" y="132"/>
                      </a:lnTo>
                      <a:lnTo>
                        <a:pt x="240" y="132"/>
                      </a:lnTo>
                      <a:lnTo>
                        <a:pt x="240" y="132"/>
                      </a:lnTo>
                      <a:lnTo>
                        <a:pt x="240" y="132"/>
                      </a:lnTo>
                      <a:lnTo>
                        <a:pt x="240" y="126"/>
                      </a:lnTo>
                      <a:lnTo>
                        <a:pt x="246" y="126"/>
                      </a:lnTo>
                      <a:lnTo>
                        <a:pt x="246" y="126"/>
                      </a:lnTo>
                      <a:lnTo>
                        <a:pt x="246" y="120"/>
                      </a:lnTo>
                      <a:lnTo>
                        <a:pt x="246" y="120"/>
                      </a:lnTo>
                      <a:lnTo>
                        <a:pt x="252" y="120"/>
                      </a:lnTo>
                      <a:lnTo>
                        <a:pt x="252" y="120"/>
                      </a:lnTo>
                      <a:lnTo>
                        <a:pt x="252" y="114"/>
                      </a:lnTo>
                      <a:lnTo>
                        <a:pt x="252" y="114"/>
                      </a:lnTo>
                      <a:lnTo>
                        <a:pt x="258" y="114"/>
                      </a:lnTo>
                      <a:lnTo>
                        <a:pt x="258" y="114"/>
                      </a:lnTo>
                      <a:lnTo>
                        <a:pt x="258" y="108"/>
                      </a:lnTo>
                      <a:lnTo>
                        <a:pt x="258" y="108"/>
                      </a:lnTo>
                      <a:lnTo>
                        <a:pt x="258" y="108"/>
                      </a:lnTo>
                      <a:lnTo>
                        <a:pt x="264" y="108"/>
                      </a:lnTo>
                      <a:lnTo>
                        <a:pt x="264" y="102"/>
                      </a:lnTo>
                      <a:lnTo>
                        <a:pt x="264" y="102"/>
                      </a:lnTo>
                      <a:lnTo>
                        <a:pt x="264" y="102"/>
                      </a:lnTo>
                      <a:lnTo>
                        <a:pt x="270" y="96"/>
                      </a:lnTo>
                      <a:lnTo>
                        <a:pt x="270" y="96"/>
                      </a:lnTo>
                      <a:lnTo>
                        <a:pt x="270" y="96"/>
                      </a:lnTo>
                      <a:lnTo>
                        <a:pt x="270" y="96"/>
                      </a:lnTo>
                      <a:lnTo>
                        <a:pt x="276" y="90"/>
                      </a:lnTo>
                      <a:lnTo>
                        <a:pt x="276" y="90"/>
                      </a:lnTo>
                      <a:lnTo>
                        <a:pt x="276" y="90"/>
                      </a:lnTo>
                      <a:lnTo>
                        <a:pt x="276" y="90"/>
                      </a:lnTo>
                      <a:lnTo>
                        <a:pt x="282" y="84"/>
                      </a:lnTo>
                      <a:lnTo>
                        <a:pt x="282" y="84"/>
                      </a:lnTo>
                      <a:lnTo>
                        <a:pt x="282" y="84"/>
                      </a:lnTo>
                      <a:lnTo>
                        <a:pt x="282" y="84"/>
                      </a:lnTo>
                      <a:lnTo>
                        <a:pt x="282" y="78"/>
                      </a:lnTo>
                      <a:lnTo>
                        <a:pt x="288" y="78"/>
                      </a:lnTo>
                      <a:lnTo>
                        <a:pt x="288" y="78"/>
                      </a:lnTo>
                      <a:lnTo>
                        <a:pt x="288" y="78"/>
                      </a:lnTo>
                      <a:lnTo>
                        <a:pt x="288" y="72"/>
                      </a:lnTo>
                      <a:lnTo>
                        <a:pt x="294" y="72"/>
                      </a:lnTo>
                      <a:lnTo>
                        <a:pt x="294" y="72"/>
                      </a:lnTo>
                      <a:lnTo>
                        <a:pt x="294" y="72"/>
                      </a:lnTo>
                      <a:lnTo>
                        <a:pt x="294" y="66"/>
                      </a:lnTo>
                      <a:lnTo>
                        <a:pt x="300" y="66"/>
                      </a:lnTo>
                      <a:lnTo>
                        <a:pt x="300" y="66"/>
                      </a:lnTo>
                      <a:lnTo>
                        <a:pt x="300" y="66"/>
                      </a:lnTo>
                      <a:lnTo>
                        <a:pt x="300" y="60"/>
                      </a:lnTo>
                      <a:lnTo>
                        <a:pt x="306" y="60"/>
                      </a:lnTo>
                      <a:lnTo>
                        <a:pt x="306" y="60"/>
                      </a:lnTo>
                      <a:lnTo>
                        <a:pt x="306" y="54"/>
                      </a:lnTo>
                      <a:lnTo>
                        <a:pt x="306" y="54"/>
                      </a:lnTo>
                      <a:lnTo>
                        <a:pt x="306" y="54"/>
                      </a:lnTo>
                      <a:lnTo>
                        <a:pt x="312" y="54"/>
                      </a:lnTo>
                      <a:lnTo>
                        <a:pt x="312" y="48"/>
                      </a:lnTo>
                      <a:lnTo>
                        <a:pt x="312" y="48"/>
                      </a:lnTo>
                      <a:lnTo>
                        <a:pt x="312" y="48"/>
                      </a:lnTo>
                      <a:lnTo>
                        <a:pt x="318" y="48"/>
                      </a:lnTo>
                      <a:lnTo>
                        <a:pt x="318" y="42"/>
                      </a:lnTo>
                      <a:lnTo>
                        <a:pt x="318" y="42"/>
                      </a:lnTo>
                      <a:lnTo>
                        <a:pt x="318" y="42"/>
                      </a:lnTo>
                      <a:lnTo>
                        <a:pt x="324" y="42"/>
                      </a:lnTo>
                      <a:lnTo>
                        <a:pt x="324" y="36"/>
                      </a:lnTo>
                      <a:lnTo>
                        <a:pt x="324" y="36"/>
                      </a:lnTo>
                      <a:lnTo>
                        <a:pt x="324" y="36"/>
                      </a:lnTo>
                      <a:lnTo>
                        <a:pt x="330" y="36"/>
                      </a:lnTo>
                      <a:lnTo>
                        <a:pt x="330" y="30"/>
                      </a:lnTo>
                      <a:lnTo>
                        <a:pt x="330" y="30"/>
                      </a:lnTo>
                      <a:lnTo>
                        <a:pt x="330" y="30"/>
                      </a:lnTo>
                      <a:lnTo>
                        <a:pt x="330" y="30"/>
                      </a:lnTo>
                      <a:lnTo>
                        <a:pt x="336" y="24"/>
                      </a:lnTo>
                      <a:lnTo>
                        <a:pt x="336" y="24"/>
                      </a:lnTo>
                      <a:lnTo>
                        <a:pt x="336" y="24"/>
                      </a:lnTo>
                      <a:lnTo>
                        <a:pt x="336" y="24"/>
                      </a:lnTo>
                      <a:lnTo>
                        <a:pt x="342" y="18"/>
                      </a:lnTo>
                      <a:lnTo>
                        <a:pt x="342" y="18"/>
                      </a:lnTo>
                      <a:lnTo>
                        <a:pt x="342" y="18"/>
                      </a:lnTo>
                      <a:lnTo>
                        <a:pt x="342" y="18"/>
                      </a:lnTo>
                      <a:lnTo>
                        <a:pt x="348" y="12"/>
                      </a:lnTo>
                      <a:lnTo>
                        <a:pt x="348" y="12"/>
                      </a:lnTo>
                      <a:lnTo>
                        <a:pt x="348" y="12"/>
                      </a:lnTo>
                      <a:lnTo>
                        <a:pt x="348" y="12"/>
                      </a:lnTo>
                      <a:lnTo>
                        <a:pt x="348" y="6"/>
                      </a:lnTo>
                      <a:lnTo>
                        <a:pt x="354" y="6"/>
                      </a:lnTo>
                      <a:lnTo>
                        <a:pt x="354" y="6"/>
                      </a:lnTo>
                      <a:lnTo>
                        <a:pt x="354" y="6"/>
                      </a:lnTo>
                      <a:lnTo>
                        <a:pt x="354" y="0"/>
                      </a:lnTo>
                      <a:lnTo>
                        <a:pt x="360" y="0"/>
                      </a:lnTo>
                    </a:path>
                  </a:pathLst>
                </a:custGeom>
                <a:noFill/>
                <a:ln w="12700">
                  <a:solidFill>
                    <a:srgbClr val="0064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</p:grpSp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9F6A3E5-A411-4DC7-922F-780D8B49A2D0}"/>
                </a:ext>
              </a:extLst>
            </p:cNvPr>
            <p:cNvCxnSpPr>
              <a:cxnSpLocks/>
            </p:cNvCxnSpPr>
            <p:nvPr/>
          </p:nvCxnSpPr>
          <p:spPr>
            <a:xfrm>
              <a:off x="6497024" y="2129849"/>
              <a:ext cx="0" cy="885326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113AD0D-9C3E-440C-9EF3-8DACB23BD3BC}"/>
                </a:ext>
              </a:extLst>
            </p:cNvPr>
            <p:cNvCxnSpPr>
              <a:cxnSpLocks/>
            </p:cNvCxnSpPr>
            <p:nvPr/>
          </p:nvCxnSpPr>
          <p:spPr>
            <a:xfrm>
              <a:off x="7728213" y="2141546"/>
              <a:ext cx="0" cy="885326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F3E3682D-24FB-493B-AFFC-F86ED734AB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4722078"/>
                </p:ext>
              </p:extLst>
            </p:nvPr>
          </p:nvGraphicFramePr>
          <p:xfrm>
            <a:off x="6383200" y="304278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50" name="Equation" r:id="rId23" imgW="177480" imgH="190440" progId="Equation.DSMT4">
                    <p:embed/>
                  </p:oleObj>
                </mc:Choice>
                <mc:Fallback>
                  <p:oleObj name="Equation" r:id="rId23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383200" y="304278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9A6694A9-2639-41C0-8650-0C049932F2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8802366"/>
                </p:ext>
              </p:extLst>
            </p:nvPr>
          </p:nvGraphicFramePr>
          <p:xfrm>
            <a:off x="7684021" y="3008535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51" name="Equation" r:id="rId25" imgW="164880" imgH="253800" progId="Equation.DSMT4">
                    <p:embed/>
                  </p:oleObj>
                </mc:Choice>
                <mc:Fallback>
                  <p:oleObj name="Equation" r:id="rId25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684021" y="3008535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22FE336-5BA5-4065-ACA8-B8EC0370A57F}"/>
              </a:ext>
            </a:extLst>
          </p:cNvPr>
          <p:cNvGrpSpPr/>
          <p:nvPr/>
        </p:nvGrpSpPr>
        <p:grpSpPr>
          <a:xfrm>
            <a:off x="752290" y="1420094"/>
            <a:ext cx="3889343" cy="863600"/>
            <a:chOff x="722288" y="1732126"/>
            <a:chExt cx="3889343" cy="863600"/>
          </a:xfrm>
        </p:grpSpPr>
        <p:sp>
          <p:nvSpPr>
            <p:cNvPr id="40" name="TextBox 70">
              <a:extLst>
                <a:ext uri="{FF2B5EF4-FFF2-40B4-BE49-F238E27FC236}">
                  <a16:creationId xmlns:a16="http://schemas.microsoft.com/office/drawing/2014/main" id="{DEF3641A-DBB3-460F-B5B5-092565DA7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288" y="1880147"/>
              <a:ext cx="598056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令</a:t>
              </a:r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B60B3860-1B61-467C-90C5-4F8303145E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8512454"/>
                </p:ext>
              </p:extLst>
            </p:nvPr>
          </p:nvGraphicFramePr>
          <p:xfrm>
            <a:off x="1182631" y="1732126"/>
            <a:ext cx="34290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52" name="Equation" r:id="rId27" imgW="3429000" imgH="863280" progId="Equation.DSMT4">
                    <p:embed/>
                  </p:oleObj>
                </mc:Choice>
                <mc:Fallback>
                  <p:oleObj name="Equation" r:id="rId27" imgW="3429000" imgH="863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182631" y="1732126"/>
                          <a:ext cx="3429000" cy="86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05EBF28-1CDD-4D24-AF62-6471DF107E53}"/>
              </a:ext>
            </a:extLst>
          </p:cNvPr>
          <p:cNvGrpSpPr/>
          <p:nvPr/>
        </p:nvGrpSpPr>
        <p:grpSpPr>
          <a:xfrm>
            <a:off x="705364" y="2399837"/>
            <a:ext cx="4262238" cy="466281"/>
            <a:chOff x="675362" y="2711869"/>
            <a:chExt cx="4262238" cy="466281"/>
          </a:xfrm>
        </p:grpSpPr>
        <p:sp>
          <p:nvSpPr>
            <p:cNvPr id="42" name="TextBox 70">
              <a:extLst>
                <a:ext uri="{FF2B5EF4-FFF2-40B4-BE49-F238E27FC236}">
                  <a16:creationId xmlns:a16="http://schemas.microsoft.com/office/drawing/2014/main" id="{F602C777-7928-478C-BC91-402074CD3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362" y="2711869"/>
              <a:ext cx="598056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则</a:t>
              </a:r>
            </a:p>
          </p:txBody>
        </p:sp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5D695553-6785-498C-BCAC-1BF90801E3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1064943"/>
                </p:ext>
              </p:extLst>
            </p:nvPr>
          </p:nvGraphicFramePr>
          <p:xfrm>
            <a:off x="1000600" y="2814638"/>
            <a:ext cx="393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53" name="Equation" r:id="rId29" imgW="3936960" imgH="342720" progId="Equation.DSMT4">
                    <p:embed/>
                  </p:oleObj>
                </mc:Choice>
                <mc:Fallback>
                  <p:oleObj name="Equation" r:id="rId29" imgW="393696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5AF6625E-3057-45A7-BA6E-978C819D1C1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000600" y="2814638"/>
                          <a:ext cx="3937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4A5A442E-CFBE-4768-BE2D-6EE06CF7B0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27844"/>
              </p:ext>
            </p:extLst>
          </p:nvPr>
        </p:nvGraphicFramePr>
        <p:xfrm>
          <a:off x="878521" y="3064418"/>
          <a:ext cx="160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54" name="Equation" r:id="rId31" imgW="1600200" imgH="342720" progId="Equation.DSMT4">
                  <p:embed/>
                </p:oleObj>
              </mc:Choice>
              <mc:Fallback>
                <p:oleObj name="Equation" r:id="rId31" imgW="1600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78521" y="3064418"/>
                        <a:ext cx="1600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Box 70">
            <a:extLst>
              <a:ext uri="{FF2B5EF4-FFF2-40B4-BE49-F238E27FC236}">
                <a16:creationId xmlns:a16="http://schemas.microsoft.com/office/drawing/2014/main" id="{2BA57817-FDB4-413E-90E5-FA289F244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9046" y="2962887"/>
            <a:ext cx="2567012" cy="448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故由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罗尔定理</a:t>
            </a: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得，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4BFE0C9-981B-45B1-8A49-A62FB24BF8A1}"/>
              </a:ext>
            </a:extLst>
          </p:cNvPr>
          <p:cNvGrpSpPr/>
          <p:nvPr/>
        </p:nvGrpSpPr>
        <p:grpSpPr>
          <a:xfrm>
            <a:off x="767293" y="3579118"/>
            <a:ext cx="4996138" cy="466281"/>
            <a:chOff x="737291" y="3891150"/>
            <a:chExt cx="4996138" cy="466281"/>
          </a:xfrm>
        </p:grpSpPr>
        <p:sp>
          <p:nvSpPr>
            <p:cNvPr id="47" name="TextBox 70">
              <a:extLst>
                <a:ext uri="{FF2B5EF4-FFF2-40B4-BE49-F238E27FC236}">
                  <a16:creationId xmlns:a16="http://schemas.microsoft.com/office/drawing/2014/main" id="{B93E5432-0E7C-42F1-91F3-AEE7232DF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291" y="3891150"/>
              <a:ext cx="3936999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存在         使得       </a:t>
              </a:r>
            </a:p>
          </p:txBody>
        </p: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3BEF5BFB-F767-4798-B874-C36741C72B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3513920"/>
                </p:ext>
              </p:extLst>
            </p:nvPr>
          </p:nvGraphicFramePr>
          <p:xfrm>
            <a:off x="1455738" y="3960813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55" name="Equation" r:id="rId33" imgW="1193760" imgH="342720" progId="Equation.DSMT4">
                    <p:embed/>
                  </p:oleObj>
                </mc:Choice>
                <mc:Fallback>
                  <p:oleObj name="Equation" r:id="rId33" imgW="11937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455738" y="3960813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4AFF3F2D-3580-444E-8610-F4AD1907A3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6040274"/>
                </p:ext>
              </p:extLst>
            </p:nvPr>
          </p:nvGraphicFramePr>
          <p:xfrm>
            <a:off x="3523629" y="3986919"/>
            <a:ext cx="2209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56" name="Equation" r:id="rId35" imgW="2209680" imgH="355320" progId="Equation.DSMT4">
                    <p:embed/>
                  </p:oleObj>
                </mc:Choice>
                <mc:Fallback>
                  <p:oleObj name="Equation" r:id="rId35" imgW="220968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523629" y="3986919"/>
                          <a:ext cx="2209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737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B7CCBDF-4A9E-4A23-9C23-4F2093C0013D}"/>
              </a:ext>
            </a:extLst>
          </p:cNvPr>
          <p:cNvGrpSpPr/>
          <p:nvPr/>
        </p:nvGrpSpPr>
        <p:grpSpPr>
          <a:xfrm>
            <a:off x="578545" y="307298"/>
            <a:ext cx="3273375" cy="466281"/>
            <a:chOff x="578545" y="545044"/>
            <a:chExt cx="3273375" cy="466281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85388977-6515-4ECB-B8FD-0DE5F490F1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497566"/>
                </p:ext>
              </p:extLst>
            </p:nvPr>
          </p:nvGraphicFramePr>
          <p:xfrm>
            <a:off x="578545" y="606735"/>
            <a:ext cx="229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216" name="Equation" r:id="rId3" imgW="2298600" imgH="342720" progId="Equation.DSMT4">
                    <p:embed/>
                  </p:oleObj>
                </mc:Choice>
                <mc:Fallback>
                  <p:oleObj name="Equation" r:id="rId3" imgW="229860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DB05139-5024-4A3F-A2BB-DF2B24DF8A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8545" y="606735"/>
                          <a:ext cx="2298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70">
              <a:extLst>
                <a:ext uri="{FF2B5EF4-FFF2-40B4-BE49-F238E27FC236}">
                  <a16:creationId xmlns:a16="http://schemas.microsoft.com/office/drawing/2014/main" id="{66FABD92-87C3-4FDC-ADC2-C1AB567A0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792" y="545044"/>
              <a:ext cx="1152128" cy="466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 情形</a:t>
              </a:r>
              <a:r>
                <a:rPr lang="en-US" altLang="zh-CN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08C0A7C-3BDD-4064-A5FB-F744FFDC5651}"/>
              </a:ext>
            </a:extLst>
          </p:cNvPr>
          <p:cNvGrpSpPr/>
          <p:nvPr/>
        </p:nvGrpSpPr>
        <p:grpSpPr>
          <a:xfrm>
            <a:off x="5174186" y="342594"/>
            <a:ext cx="3238104" cy="1736576"/>
            <a:chOff x="5227613" y="1618212"/>
            <a:chExt cx="3238104" cy="1736576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1C58D40-A114-497E-81CC-584599EBB1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3543921"/>
                </p:ext>
              </p:extLst>
            </p:nvPr>
          </p:nvGraphicFramePr>
          <p:xfrm>
            <a:off x="6064996" y="2388310"/>
            <a:ext cx="1524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217" name="Equation" r:id="rId5" imgW="152280" imgH="177480" progId="Equation.DSMT4">
                    <p:embed/>
                  </p:oleObj>
                </mc:Choice>
                <mc:Fallback>
                  <p:oleObj name="Equation" r:id="rId5" imgW="152280" imgH="17748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40612623-E0BE-42A9-A945-13A3D971AB4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64996" y="2388310"/>
                          <a:ext cx="152400" cy="1778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956A6C4-4D7C-40E6-A4EE-4B80A1532809}"/>
                </a:ext>
              </a:extLst>
            </p:cNvPr>
            <p:cNvGrpSpPr/>
            <p:nvPr/>
          </p:nvGrpSpPr>
          <p:grpSpPr>
            <a:xfrm>
              <a:off x="5227613" y="1618212"/>
              <a:ext cx="3238104" cy="1736576"/>
              <a:chOff x="4955736" y="2652622"/>
              <a:chExt cx="3238104" cy="1736576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66D8DBE1-3DB9-4326-9089-AE7D5FBA55D2}"/>
                  </a:ext>
                </a:extLst>
              </p:cNvPr>
              <p:cNvGrpSpPr/>
              <p:nvPr/>
            </p:nvGrpSpPr>
            <p:grpSpPr>
              <a:xfrm>
                <a:off x="4955736" y="2652622"/>
                <a:ext cx="3238104" cy="1736576"/>
                <a:chOff x="4955736" y="2652622"/>
                <a:chExt cx="3238104" cy="1736576"/>
              </a:xfrm>
            </p:grpSpPr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E3FFCE66-A88E-457A-B85A-2FD07CEDEF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25377" y="3958517"/>
                  <a:ext cx="276846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headEnd w="lg" len="med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9564D994-99BD-46C1-AC91-71C36C8CEF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50319" y="2652622"/>
                  <a:ext cx="0" cy="173657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headEnd w="lg" len="med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10AE7B65-775F-468C-A408-D3BFBAB0885A}"/>
                    </a:ext>
                  </a:extLst>
                </p:cNvPr>
                <p:cNvCxnSpPr/>
                <p:nvPr/>
              </p:nvCxnSpPr>
              <p:spPr>
                <a:xfrm>
                  <a:off x="4955736" y="3500332"/>
                  <a:ext cx="2901053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15" name="对象 14">
                  <a:extLst>
                    <a:ext uri="{FF2B5EF4-FFF2-40B4-BE49-F238E27FC236}">
                      <a16:creationId xmlns:a16="http://schemas.microsoft.com/office/drawing/2014/main" id="{A3028FB5-FA8D-4A51-887A-B2C6B37ACE9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65015185"/>
                    </p:ext>
                  </p:extLst>
                </p:nvPr>
              </p:nvGraphicFramePr>
              <p:xfrm>
                <a:off x="6034419" y="3520910"/>
                <a:ext cx="2159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1218" name="Equation" r:id="rId7" imgW="215640" imgH="228600" progId="Equation.DSMT4">
                        <p:embed/>
                      </p:oleObj>
                    </mc:Choice>
                    <mc:Fallback>
                      <p:oleObj name="Equation" r:id="rId7" imgW="215640" imgH="228600" progId="Equation.DSMT4">
                        <p:embed/>
                        <p:pic>
                          <p:nvPicPr>
                            <p:cNvPr id="29" name="对象 28">
                              <a:extLst>
                                <a:ext uri="{FF2B5EF4-FFF2-40B4-BE49-F238E27FC236}">
                                  <a16:creationId xmlns:a16="http://schemas.microsoft.com/office/drawing/2014/main" id="{EBC2CE4C-72A5-42E9-B05B-1D01CF85166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34419" y="3520910"/>
                              <a:ext cx="215900" cy="2286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" name="对象 15">
                  <a:extLst>
                    <a:ext uri="{FF2B5EF4-FFF2-40B4-BE49-F238E27FC236}">
                      <a16:creationId xmlns:a16="http://schemas.microsoft.com/office/drawing/2014/main" id="{1841CD37-36CE-4B48-9617-DAACABA8812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21377083"/>
                    </p:ext>
                  </p:extLst>
                </p:nvPr>
              </p:nvGraphicFramePr>
              <p:xfrm>
                <a:off x="7909525" y="3945236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1219" name="Equation" r:id="rId9" imgW="177480" imgH="190440" progId="Equation.DSMT4">
                        <p:embed/>
                      </p:oleObj>
                    </mc:Choice>
                    <mc:Fallback>
                      <p:oleObj name="Equation" r:id="rId9" imgW="177480" imgH="190440" progId="Equation.DSMT4">
                        <p:embed/>
                        <p:pic>
                          <p:nvPicPr>
                            <p:cNvPr id="30" name="对象 29">
                              <a:extLst>
                                <a:ext uri="{FF2B5EF4-FFF2-40B4-BE49-F238E27FC236}">
                                  <a16:creationId xmlns:a16="http://schemas.microsoft.com/office/drawing/2014/main" id="{809C0FFA-9D6B-4F26-AE29-48D1348FB3A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909525" y="3945236"/>
                              <a:ext cx="177800" cy="1905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对象 16">
                  <a:extLst>
                    <a:ext uri="{FF2B5EF4-FFF2-40B4-BE49-F238E27FC236}">
                      <a16:creationId xmlns:a16="http://schemas.microsoft.com/office/drawing/2014/main" id="{A60F7C60-A6F8-4365-BF11-B920FC206C5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95223871"/>
                    </p:ext>
                  </p:extLst>
                </p:nvPr>
              </p:nvGraphicFramePr>
              <p:xfrm>
                <a:off x="6034419" y="2664317"/>
                <a:ext cx="1905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1220" name="Equation" r:id="rId11" imgW="190440" imgH="241200" progId="Equation.DSMT4">
                        <p:embed/>
                      </p:oleObj>
                    </mc:Choice>
                    <mc:Fallback>
                      <p:oleObj name="Equation" r:id="rId11" imgW="190440" imgH="241200" progId="Equation.DSMT4">
                        <p:embed/>
                        <p:pic>
                          <p:nvPicPr>
                            <p:cNvPr id="31" name="对象 30">
                              <a:extLst>
                                <a:ext uri="{FF2B5EF4-FFF2-40B4-BE49-F238E27FC236}">
                                  <a16:creationId xmlns:a16="http://schemas.microsoft.com/office/drawing/2014/main" id="{533A159C-B6CE-4B5C-B25E-5F8E5B6ED20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34419" y="2664317"/>
                              <a:ext cx="1905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" name="对象 17">
                  <a:extLst>
                    <a:ext uri="{FF2B5EF4-FFF2-40B4-BE49-F238E27FC236}">
                      <a16:creationId xmlns:a16="http://schemas.microsoft.com/office/drawing/2014/main" id="{AEAE461A-DE82-4553-80AF-40C6525BCCC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09762950"/>
                    </p:ext>
                  </p:extLst>
                </p:nvPr>
              </p:nvGraphicFramePr>
              <p:xfrm>
                <a:off x="5960678" y="3987429"/>
                <a:ext cx="2286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1221" name="Equation" r:id="rId13" imgW="228600" imgH="241200" progId="Equation.DSMT4">
                        <p:embed/>
                      </p:oleObj>
                    </mc:Choice>
                    <mc:Fallback>
                      <p:oleObj name="Equation" r:id="rId13" imgW="228600" imgH="241200" progId="Equation.DSMT4">
                        <p:embed/>
                        <p:pic>
                          <p:nvPicPr>
                            <p:cNvPr id="32" name="对象 31">
                              <a:extLst>
                                <a:ext uri="{FF2B5EF4-FFF2-40B4-BE49-F238E27FC236}">
                                  <a16:creationId xmlns:a16="http://schemas.microsoft.com/office/drawing/2014/main" id="{2582D4A6-4E12-4DC6-B184-DDEC416659E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60678" y="3987429"/>
                              <a:ext cx="228600" cy="2413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" name="对象 18">
                  <a:extLst>
                    <a:ext uri="{FF2B5EF4-FFF2-40B4-BE49-F238E27FC236}">
                      <a16:creationId xmlns:a16="http://schemas.microsoft.com/office/drawing/2014/main" id="{73A1433F-FA30-4DD8-A894-57AE5D89A53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81962814"/>
                    </p:ext>
                  </p:extLst>
                </p:nvPr>
              </p:nvGraphicFramePr>
              <p:xfrm>
                <a:off x="7228606" y="3240636"/>
                <a:ext cx="927100" cy="304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1222" name="Equation" r:id="rId15" imgW="927000" imgH="304560" progId="Equation.DSMT4">
                        <p:embed/>
                      </p:oleObj>
                    </mc:Choice>
                    <mc:Fallback>
                      <p:oleObj name="Equation" r:id="rId15" imgW="927000" imgH="304560" progId="Equation.DSMT4">
                        <p:embed/>
                        <p:pic>
                          <p:nvPicPr>
                            <p:cNvPr id="35" name="对象 34">
                              <a:extLst>
                                <a:ext uri="{FF2B5EF4-FFF2-40B4-BE49-F238E27FC236}">
                                  <a16:creationId xmlns:a16="http://schemas.microsoft.com/office/drawing/2014/main" id="{B149EEBD-7BD0-4C78-A078-E6C1249E24F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228606" y="3240636"/>
                              <a:ext cx="927100" cy="304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33881780-790E-46F5-B0C2-B35DC38F0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5377" y="3227322"/>
                <a:ext cx="2125733" cy="28179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FAC91CB4-B17A-4DCF-9F9C-DE3658A27EED}"/>
                  </a:ext>
                </a:extLst>
              </p:cNvPr>
              <p:cNvCxnSpPr>
                <a:cxnSpLocks/>
                <a:stCxn id="22" idx="13"/>
              </p:cNvCxnSpPr>
              <p:nvPr/>
            </p:nvCxnSpPr>
            <p:spPr>
              <a:xfrm>
                <a:off x="6479663" y="3247071"/>
                <a:ext cx="15500" cy="71144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AB6580BD-0037-405E-ACD0-ED938CB7AB3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85942074"/>
                  </p:ext>
                </p:extLst>
              </p:nvPr>
            </p:nvGraphicFramePr>
            <p:xfrm>
              <a:off x="6406263" y="3987429"/>
              <a:ext cx="17780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1223" name="Equation" r:id="rId17" imgW="177480" imgH="291960" progId="Equation.DSMT4">
                      <p:embed/>
                    </p:oleObj>
                  </mc:Choice>
                  <mc:Fallback>
                    <p:oleObj name="Equation" r:id="rId17" imgW="177480" imgH="291960" progId="Equation.DSMT4">
                      <p:embed/>
                      <p:pic>
                        <p:nvPicPr>
                          <p:cNvPr id="48" name="对象 47">
                            <a:extLst>
                              <a:ext uri="{FF2B5EF4-FFF2-40B4-BE49-F238E27FC236}">
                                <a16:creationId xmlns:a16="http://schemas.microsoft.com/office/drawing/2014/main" id="{DBFAB192-A7EA-46F6-B037-1E9CB953DF2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406263" y="3987429"/>
                            <a:ext cx="177800" cy="292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527A648-8E24-4A34-A9C9-5BA79AC4D60F}"/>
                </a:ext>
              </a:extLst>
            </p:cNvPr>
            <p:cNvSpPr/>
            <p:nvPr/>
          </p:nvSpPr>
          <p:spPr>
            <a:xfrm>
              <a:off x="6146740" y="2212661"/>
              <a:ext cx="1418400" cy="244800"/>
            </a:xfrm>
            <a:custGeom>
              <a:avLst/>
              <a:gdLst>
                <a:gd name="connsiteX0" fmla="*/ 0 w 1418400"/>
                <a:gd name="connsiteY0" fmla="*/ 244800 h 244800"/>
                <a:gd name="connsiteX1" fmla="*/ 86400 w 1418400"/>
                <a:gd name="connsiteY1" fmla="*/ 187200 h 244800"/>
                <a:gd name="connsiteX2" fmla="*/ 129600 w 1418400"/>
                <a:gd name="connsiteY2" fmla="*/ 172800 h 244800"/>
                <a:gd name="connsiteX3" fmla="*/ 194400 w 1418400"/>
                <a:gd name="connsiteY3" fmla="*/ 144000 h 244800"/>
                <a:gd name="connsiteX4" fmla="*/ 223200 w 1418400"/>
                <a:gd name="connsiteY4" fmla="*/ 129600 h 244800"/>
                <a:gd name="connsiteX5" fmla="*/ 244800 w 1418400"/>
                <a:gd name="connsiteY5" fmla="*/ 122400 h 244800"/>
                <a:gd name="connsiteX6" fmla="*/ 273600 w 1418400"/>
                <a:gd name="connsiteY6" fmla="*/ 108000 h 244800"/>
                <a:gd name="connsiteX7" fmla="*/ 316800 w 1418400"/>
                <a:gd name="connsiteY7" fmla="*/ 93600 h 244800"/>
                <a:gd name="connsiteX8" fmla="*/ 338400 w 1418400"/>
                <a:gd name="connsiteY8" fmla="*/ 86400 h 244800"/>
                <a:gd name="connsiteX9" fmla="*/ 403200 w 1418400"/>
                <a:gd name="connsiteY9" fmla="*/ 57600 h 244800"/>
                <a:gd name="connsiteX10" fmla="*/ 453600 w 1418400"/>
                <a:gd name="connsiteY10" fmla="*/ 36000 h 244800"/>
                <a:gd name="connsiteX11" fmla="*/ 532800 w 1418400"/>
                <a:gd name="connsiteY11" fmla="*/ 21600 h 244800"/>
                <a:gd name="connsiteX12" fmla="*/ 554400 w 1418400"/>
                <a:gd name="connsiteY12" fmla="*/ 14400 h 244800"/>
                <a:gd name="connsiteX13" fmla="*/ 604800 w 1418400"/>
                <a:gd name="connsiteY13" fmla="*/ 0 h 244800"/>
                <a:gd name="connsiteX14" fmla="*/ 691200 w 1418400"/>
                <a:gd name="connsiteY14" fmla="*/ 7200 h 244800"/>
                <a:gd name="connsiteX15" fmla="*/ 756000 w 1418400"/>
                <a:gd name="connsiteY15" fmla="*/ 21600 h 244800"/>
                <a:gd name="connsiteX16" fmla="*/ 806400 w 1418400"/>
                <a:gd name="connsiteY16" fmla="*/ 28800 h 244800"/>
                <a:gd name="connsiteX17" fmla="*/ 849600 w 1418400"/>
                <a:gd name="connsiteY17" fmla="*/ 43200 h 244800"/>
                <a:gd name="connsiteX18" fmla="*/ 871200 w 1418400"/>
                <a:gd name="connsiteY18" fmla="*/ 57600 h 244800"/>
                <a:gd name="connsiteX19" fmla="*/ 892800 w 1418400"/>
                <a:gd name="connsiteY19" fmla="*/ 64800 h 244800"/>
                <a:gd name="connsiteX20" fmla="*/ 936000 w 1418400"/>
                <a:gd name="connsiteY20" fmla="*/ 93600 h 244800"/>
                <a:gd name="connsiteX21" fmla="*/ 957600 w 1418400"/>
                <a:gd name="connsiteY21" fmla="*/ 108000 h 244800"/>
                <a:gd name="connsiteX22" fmla="*/ 993600 w 1418400"/>
                <a:gd name="connsiteY22" fmla="*/ 144000 h 244800"/>
                <a:gd name="connsiteX23" fmla="*/ 1036800 w 1418400"/>
                <a:gd name="connsiteY23" fmla="*/ 158400 h 244800"/>
                <a:gd name="connsiteX24" fmla="*/ 1108800 w 1418400"/>
                <a:gd name="connsiteY24" fmla="*/ 180000 h 244800"/>
                <a:gd name="connsiteX25" fmla="*/ 1144800 w 1418400"/>
                <a:gd name="connsiteY25" fmla="*/ 187200 h 244800"/>
                <a:gd name="connsiteX26" fmla="*/ 1173600 w 1418400"/>
                <a:gd name="connsiteY26" fmla="*/ 194400 h 244800"/>
                <a:gd name="connsiteX27" fmla="*/ 1252800 w 1418400"/>
                <a:gd name="connsiteY27" fmla="*/ 201600 h 244800"/>
                <a:gd name="connsiteX28" fmla="*/ 1396800 w 1418400"/>
                <a:gd name="connsiteY28" fmla="*/ 208800 h 244800"/>
                <a:gd name="connsiteX29" fmla="*/ 1418400 w 1418400"/>
                <a:gd name="connsiteY29" fmla="*/ 216000 h 24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418400" h="244800">
                  <a:moveTo>
                    <a:pt x="0" y="244800"/>
                  </a:moveTo>
                  <a:cubicBezTo>
                    <a:pt x="28800" y="225600"/>
                    <a:pt x="56143" y="204010"/>
                    <a:pt x="86400" y="187200"/>
                  </a:cubicBezTo>
                  <a:cubicBezTo>
                    <a:pt x="99669" y="179828"/>
                    <a:pt x="116970" y="181220"/>
                    <a:pt x="129600" y="172800"/>
                  </a:cubicBezTo>
                  <a:cubicBezTo>
                    <a:pt x="193137" y="130442"/>
                    <a:pt x="91581" y="195409"/>
                    <a:pt x="194400" y="144000"/>
                  </a:cubicBezTo>
                  <a:cubicBezTo>
                    <a:pt x="204000" y="139200"/>
                    <a:pt x="213335" y="133828"/>
                    <a:pt x="223200" y="129600"/>
                  </a:cubicBezTo>
                  <a:cubicBezTo>
                    <a:pt x="230176" y="126610"/>
                    <a:pt x="237824" y="125390"/>
                    <a:pt x="244800" y="122400"/>
                  </a:cubicBezTo>
                  <a:cubicBezTo>
                    <a:pt x="254665" y="118172"/>
                    <a:pt x="263635" y="111986"/>
                    <a:pt x="273600" y="108000"/>
                  </a:cubicBezTo>
                  <a:cubicBezTo>
                    <a:pt x="287693" y="102363"/>
                    <a:pt x="302400" y="98400"/>
                    <a:pt x="316800" y="93600"/>
                  </a:cubicBezTo>
                  <a:cubicBezTo>
                    <a:pt x="324000" y="91200"/>
                    <a:pt x="332085" y="90610"/>
                    <a:pt x="338400" y="86400"/>
                  </a:cubicBezTo>
                  <a:cubicBezTo>
                    <a:pt x="401937" y="44042"/>
                    <a:pt x="300381" y="109009"/>
                    <a:pt x="403200" y="57600"/>
                  </a:cubicBezTo>
                  <a:cubicBezTo>
                    <a:pt x="420809" y="48795"/>
                    <a:pt x="434531" y="40238"/>
                    <a:pt x="453600" y="36000"/>
                  </a:cubicBezTo>
                  <a:cubicBezTo>
                    <a:pt x="511373" y="23162"/>
                    <a:pt x="480387" y="34703"/>
                    <a:pt x="532800" y="21600"/>
                  </a:cubicBezTo>
                  <a:cubicBezTo>
                    <a:pt x="540163" y="19759"/>
                    <a:pt x="547103" y="16485"/>
                    <a:pt x="554400" y="14400"/>
                  </a:cubicBezTo>
                  <a:cubicBezTo>
                    <a:pt x="617685" y="-3681"/>
                    <a:pt x="553011" y="17263"/>
                    <a:pt x="604800" y="0"/>
                  </a:cubicBezTo>
                  <a:cubicBezTo>
                    <a:pt x="633600" y="2400"/>
                    <a:pt x="662498" y="3823"/>
                    <a:pt x="691200" y="7200"/>
                  </a:cubicBezTo>
                  <a:cubicBezTo>
                    <a:pt x="731694" y="11964"/>
                    <a:pt x="719540" y="14971"/>
                    <a:pt x="756000" y="21600"/>
                  </a:cubicBezTo>
                  <a:cubicBezTo>
                    <a:pt x="772697" y="24636"/>
                    <a:pt x="789600" y="26400"/>
                    <a:pt x="806400" y="28800"/>
                  </a:cubicBezTo>
                  <a:cubicBezTo>
                    <a:pt x="820800" y="33600"/>
                    <a:pt x="836970" y="34780"/>
                    <a:pt x="849600" y="43200"/>
                  </a:cubicBezTo>
                  <a:cubicBezTo>
                    <a:pt x="856800" y="48000"/>
                    <a:pt x="863460" y="53730"/>
                    <a:pt x="871200" y="57600"/>
                  </a:cubicBezTo>
                  <a:cubicBezTo>
                    <a:pt x="877988" y="60994"/>
                    <a:pt x="886166" y="61114"/>
                    <a:pt x="892800" y="64800"/>
                  </a:cubicBezTo>
                  <a:cubicBezTo>
                    <a:pt x="907929" y="73205"/>
                    <a:pt x="921600" y="84000"/>
                    <a:pt x="936000" y="93600"/>
                  </a:cubicBezTo>
                  <a:lnTo>
                    <a:pt x="957600" y="108000"/>
                  </a:lnTo>
                  <a:cubicBezTo>
                    <a:pt x="970737" y="127705"/>
                    <a:pt x="970863" y="133895"/>
                    <a:pt x="993600" y="144000"/>
                  </a:cubicBezTo>
                  <a:cubicBezTo>
                    <a:pt x="1007471" y="150165"/>
                    <a:pt x="1024170" y="149980"/>
                    <a:pt x="1036800" y="158400"/>
                  </a:cubicBezTo>
                  <a:cubicBezTo>
                    <a:pt x="1073952" y="183168"/>
                    <a:pt x="1047026" y="169704"/>
                    <a:pt x="1108800" y="180000"/>
                  </a:cubicBezTo>
                  <a:cubicBezTo>
                    <a:pt x="1120871" y="182012"/>
                    <a:pt x="1132854" y="184545"/>
                    <a:pt x="1144800" y="187200"/>
                  </a:cubicBezTo>
                  <a:cubicBezTo>
                    <a:pt x="1154460" y="189347"/>
                    <a:pt x="1163791" y="193092"/>
                    <a:pt x="1173600" y="194400"/>
                  </a:cubicBezTo>
                  <a:cubicBezTo>
                    <a:pt x="1199876" y="197904"/>
                    <a:pt x="1226346" y="199893"/>
                    <a:pt x="1252800" y="201600"/>
                  </a:cubicBezTo>
                  <a:cubicBezTo>
                    <a:pt x="1300760" y="204694"/>
                    <a:pt x="1348800" y="206400"/>
                    <a:pt x="1396800" y="208800"/>
                  </a:cubicBezTo>
                  <a:lnTo>
                    <a:pt x="1418400" y="216000"/>
                  </a:lnTo>
                </a:path>
              </a:pathLst>
            </a:custGeom>
            <a:noFill/>
            <a:ln w="1270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46D5766-15F8-4013-9812-58F4DEDD58F7}"/>
                </a:ext>
              </a:extLst>
            </p:cNvPr>
            <p:cNvCxnSpPr>
              <a:cxnSpLocks/>
            </p:cNvCxnSpPr>
            <p:nvPr/>
          </p:nvCxnSpPr>
          <p:spPr>
            <a:xfrm>
              <a:off x="6141196" y="2477210"/>
              <a:ext cx="6529" cy="44689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879DD3A9-28AD-4E6B-AA8F-6C37F18841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456853"/>
                </p:ext>
              </p:extLst>
            </p:nvPr>
          </p:nvGraphicFramePr>
          <p:xfrm>
            <a:off x="6064996" y="2932549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224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A60F7C60-A6F8-4365-BF11-B920FC206C5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064996" y="2932549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19380184-0B22-4216-94AE-6F129ECDC232}"/>
              </a:ext>
            </a:extLst>
          </p:cNvPr>
          <p:cNvSpPr/>
          <p:nvPr/>
        </p:nvSpPr>
        <p:spPr>
          <a:xfrm>
            <a:off x="455293" y="93708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cs typeface="宋体" panose="02010600030101010101" pitchFamily="2" charset="-122"/>
                <a:sym typeface="+mn-ea"/>
              </a:rPr>
              <a:t>令</a:t>
            </a:r>
            <a:endParaRPr lang="zh-CN" altLang="en-US" sz="2400" dirty="0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0DFD6CA-AAB5-439B-B83E-0D80A5E9E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406058"/>
              </p:ext>
            </p:extLst>
          </p:nvPr>
        </p:nvGraphicFramePr>
        <p:xfrm>
          <a:off x="1010380" y="799975"/>
          <a:ext cx="295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225" name="Equation" r:id="rId21" imgW="2958840" imgH="736560" progId="Equation.DSMT4">
                  <p:embed/>
                </p:oleObj>
              </mc:Choice>
              <mc:Fallback>
                <p:oleObj name="Equation" r:id="rId21" imgW="2958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10380" y="799975"/>
                        <a:ext cx="2959100" cy="736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组合 45">
            <a:extLst>
              <a:ext uri="{FF2B5EF4-FFF2-40B4-BE49-F238E27FC236}">
                <a16:creationId xmlns:a16="http://schemas.microsoft.com/office/drawing/2014/main" id="{B7D6871C-180A-4C40-8183-234C2E3760A8}"/>
              </a:ext>
            </a:extLst>
          </p:cNvPr>
          <p:cNvGrpSpPr/>
          <p:nvPr/>
        </p:nvGrpSpPr>
        <p:grpSpPr>
          <a:xfrm>
            <a:off x="455293" y="1682060"/>
            <a:ext cx="4057827" cy="477160"/>
            <a:chOff x="467544" y="1971110"/>
            <a:chExt cx="4057827" cy="47716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5ED288E-BB2D-4AED-B80A-9594FB536FB6}"/>
                </a:ext>
              </a:extLst>
            </p:cNvPr>
            <p:cNvSpPr/>
            <p:nvPr/>
          </p:nvSpPr>
          <p:spPr>
            <a:xfrm>
              <a:off x="467544" y="198660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cs typeface="宋体" panose="02010600030101010101" pitchFamily="2" charset="-122"/>
                  <a:sym typeface="+mn-ea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E9045280-1B90-4D30-B0C2-728C126AD7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8825827"/>
                </p:ext>
              </p:extLst>
            </p:nvPr>
          </p:nvGraphicFramePr>
          <p:xfrm>
            <a:off x="994771" y="1971110"/>
            <a:ext cx="3530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226" name="Equation" r:id="rId23" imgW="3530520" imgH="406080" progId="Equation.DSMT4">
                    <p:embed/>
                  </p:oleObj>
                </mc:Choice>
                <mc:Fallback>
                  <p:oleObj name="Equation" r:id="rId23" imgW="353052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94771" y="1971110"/>
                          <a:ext cx="3530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ABF3CC06-35C7-4EFF-BC11-B767DBC891AB}"/>
              </a:ext>
            </a:extLst>
          </p:cNvPr>
          <p:cNvSpPr/>
          <p:nvPr/>
        </p:nvSpPr>
        <p:spPr>
          <a:xfrm>
            <a:off x="4060455" y="1026103"/>
            <a:ext cx="987424" cy="369332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j-ea"/>
                <a:sym typeface="+mn-ea"/>
              </a:rPr>
              <a:t>巧妙！！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60B27D1-A9AA-4634-AA21-9ED0A6DA1361}"/>
              </a:ext>
            </a:extLst>
          </p:cNvPr>
          <p:cNvGrpSpPr/>
          <p:nvPr/>
        </p:nvGrpSpPr>
        <p:grpSpPr>
          <a:xfrm>
            <a:off x="485263" y="2311668"/>
            <a:ext cx="8466963" cy="461665"/>
            <a:chOff x="497514" y="2600718"/>
            <a:chExt cx="8466963" cy="461665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7B0CF90-06EB-449A-A6E4-0B2F21AFB21C}"/>
                </a:ext>
              </a:extLst>
            </p:cNvPr>
            <p:cNvSpPr/>
            <p:nvPr/>
          </p:nvSpPr>
          <p:spPr>
            <a:xfrm>
              <a:off x="497514" y="2600718"/>
              <a:ext cx="846696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cs typeface="宋体" panose="02010600030101010101" pitchFamily="2" charset="-122"/>
                  <a:sym typeface="+mn-ea"/>
                </a:rPr>
                <a:t>从而函数       在    内可导，在有限区间满足</a:t>
              </a:r>
              <a:r>
                <a:rPr lang="en-US" altLang="zh-CN" sz="2400" b="1" dirty="0">
                  <a:latin typeface="+mj-ea"/>
                  <a:cs typeface="宋体" panose="02010600030101010101" pitchFamily="2" charset="-122"/>
                  <a:sym typeface="+mn-ea"/>
                </a:rPr>
                <a:t>(1),</a:t>
              </a:r>
              <a:r>
                <a:rPr lang="zh-CN" altLang="en-US" sz="2400" b="1" dirty="0">
                  <a:latin typeface="+mj-ea"/>
                  <a:cs typeface="宋体" panose="02010600030101010101" pitchFamily="2" charset="-122"/>
                  <a:sym typeface="+mn-ea"/>
                </a:rPr>
                <a:t>故存在</a:t>
              </a:r>
              <a:endParaRPr lang="zh-CN" altLang="en-US" sz="2400" dirty="0"/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3F697A66-A66D-4C02-B27D-1B57E9F66B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8865675"/>
                </p:ext>
              </p:extLst>
            </p:nvPr>
          </p:nvGraphicFramePr>
          <p:xfrm>
            <a:off x="1832971" y="2682730"/>
            <a:ext cx="927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227" name="Equation" r:id="rId25" imgW="927000" imgH="342720" progId="Equation.DSMT4">
                    <p:embed/>
                  </p:oleObj>
                </mc:Choice>
                <mc:Fallback>
                  <p:oleObj name="Equation" r:id="rId25" imgW="927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832971" y="2682730"/>
                          <a:ext cx="927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533782C3-F0FE-4FA0-8E43-A1696EBDEF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75532"/>
                </p:ext>
              </p:extLst>
            </p:nvPr>
          </p:nvGraphicFramePr>
          <p:xfrm>
            <a:off x="3203848" y="2691905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228" name="Equation" r:id="rId27" imgW="596880" imgH="342720" progId="Equation.DSMT4">
                    <p:embed/>
                  </p:oleObj>
                </mc:Choice>
                <mc:Fallback>
                  <p:oleObj name="Equation" r:id="rId27" imgW="59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203848" y="2691905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2ADED6CB-70F3-4E55-B47D-F45C376B74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970803"/>
              </p:ext>
            </p:extLst>
          </p:nvPr>
        </p:nvGraphicFramePr>
        <p:xfrm>
          <a:off x="566294" y="2966510"/>
          <a:ext cx="115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229" name="Equation" r:id="rId29" imgW="1155600" imgH="380880" progId="Equation.DSMT4">
                  <p:embed/>
                </p:oleObj>
              </mc:Choice>
              <mc:Fallback>
                <p:oleObj name="Equation" r:id="rId29" imgW="1155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66294" y="2966510"/>
                        <a:ext cx="1155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>
            <a:extLst>
              <a:ext uri="{FF2B5EF4-FFF2-40B4-BE49-F238E27FC236}">
                <a16:creationId xmlns:a16="http://schemas.microsoft.com/office/drawing/2014/main" id="{CB08D9A8-D476-44A2-9CB0-217D8F35A6B2}"/>
              </a:ext>
            </a:extLst>
          </p:cNvPr>
          <p:cNvSpPr/>
          <p:nvPr/>
        </p:nvSpPr>
        <p:spPr>
          <a:xfrm>
            <a:off x="1790224" y="2882828"/>
            <a:ext cx="8253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cs typeface="宋体" panose="02010600030101010101" pitchFamily="2" charset="-122"/>
                <a:sym typeface="+mn-ea"/>
              </a:rPr>
              <a:t>使得</a:t>
            </a:r>
            <a:endParaRPr lang="zh-CN" altLang="en-US" sz="2400" dirty="0"/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A3D9791C-4D9C-4E54-A506-0025813577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194502"/>
              </p:ext>
            </p:extLst>
          </p:nvPr>
        </p:nvGraphicFramePr>
        <p:xfrm>
          <a:off x="2747820" y="2761753"/>
          <a:ext cx="4191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230" name="Equation" r:id="rId31" imgW="4190760" imgH="799920" progId="Equation.DSMT4">
                  <p:embed/>
                </p:oleObj>
              </mc:Choice>
              <mc:Fallback>
                <p:oleObj name="Equation" r:id="rId31" imgW="419076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47820" y="2761753"/>
                        <a:ext cx="41910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>
            <a:extLst>
              <a:ext uri="{FF2B5EF4-FFF2-40B4-BE49-F238E27FC236}">
                <a16:creationId xmlns:a16="http://schemas.microsoft.com/office/drawing/2014/main" id="{00A4E906-188A-4A09-9173-B09E363EC173}"/>
              </a:ext>
            </a:extLst>
          </p:cNvPr>
          <p:cNvSpPr/>
          <p:nvPr/>
        </p:nvSpPr>
        <p:spPr>
          <a:xfrm>
            <a:off x="842929" y="3636015"/>
            <a:ext cx="551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cs typeface="宋体" panose="02010600030101010101" pitchFamily="2" charset="-122"/>
                <a:sym typeface="+mn-ea"/>
              </a:rPr>
              <a:t>又</a:t>
            </a:r>
            <a:endParaRPr lang="zh-CN" altLang="en-US" sz="2400" dirty="0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AB54A3BF-36CD-462C-8256-74BEAEA25D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677809"/>
              </p:ext>
            </p:extLst>
          </p:nvPr>
        </p:nvGraphicFramePr>
        <p:xfrm>
          <a:off x="1394547" y="3453988"/>
          <a:ext cx="2095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231" name="Equation" r:id="rId33" imgW="2095200" imgH="812520" progId="Equation.DSMT4">
                  <p:embed/>
                </p:oleObj>
              </mc:Choice>
              <mc:Fallback>
                <p:oleObj name="Equation" r:id="rId33" imgW="20952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394547" y="3453988"/>
                        <a:ext cx="2095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65274CC4-0524-4F5D-A0C9-82ABB0B698EC}"/>
              </a:ext>
            </a:extLst>
          </p:cNvPr>
          <p:cNvGrpSpPr/>
          <p:nvPr/>
        </p:nvGrpSpPr>
        <p:grpSpPr>
          <a:xfrm>
            <a:off x="3500045" y="3621260"/>
            <a:ext cx="2043043" cy="461665"/>
            <a:chOff x="3512296" y="3910310"/>
            <a:chExt cx="2043043" cy="461665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A7B700F-B798-43F4-99BF-207898646CD2}"/>
                </a:ext>
              </a:extLst>
            </p:cNvPr>
            <p:cNvSpPr/>
            <p:nvPr/>
          </p:nvSpPr>
          <p:spPr>
            <a:xfrm>
              <a:off x="3512296" y="3910310"/>
              <a:ext cx="5516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cs typeface="宋体" panose="02010600030101010101" pitchFamily="2" charset="-122"/>
                  <a:sym typeface="+mn-ea"/>
                </a:rPr>
                <a:t>故</a:t>
              </a:r>
              <a:endParaRPr lang="zh-CN" altLang="en-US" sz="2400" dirty="0"/>
            </a:p>
          </p:txBody>
        </p:sp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3BE8CEB6-9AF1-475A-BB13-3A0C6962F7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8257762"/>
                </p:ext>
              </p:extLst>
            </p:nvPr>
          </p:nvGraphicFramePr>
          <p:xfrm>
            <a:off x="3929739" y="3950642"/>
            <a:ext cx="1625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232" name="Equation" r:id="rId35" imgW="1625400" imgH="380880" progId="Equation.DSMT4">
                    <p:embed/>
                  </p:oleObj>
                </mc:Choice>
                <mc:Fallback>
                  <p:oleObj name="Equation" r:id="rId35" imgW="16254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929739" y="3950642"/>
                          <a:ext cx="1625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F103DFFA-B8CC-4380-8C27-D35BC4F5C727}"/>
              </a:ext>
            </a:extLst>
          </p:cNvPr>
          <p:cNvSpPr/>
          <p:nvPr/>
        </p:nvSpPr>
        <p:spPr>
          <a:xfrm>
            <a:off x="5684722" y="3587026"/>
            <a:ext cx="551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cs typeface="宋体" panose="02010600030101010101" pitchFamily="2" charset="-122"/>
                <a:sym typeface="+mn-ea"/>
              </a:rPr>
              <a:t>即</a:t>
            </a:r>
            <a:endParaRPr lang="zh-CN" altLang="en-US" sz="2400" dirty="0"/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A65A469E-6774-40DF-9814-787E14F972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058524"/>
              </p:ext>
            </p:extLst>
          </p:nvPr>
        </p:nvGraphicFramePr>
        <p:xfrm>
          <a:off x="6070600" y="3619500"/>
          <a:ext cx="260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233" name="Equation" r:id="rId37" imgW="2603160" imgH="380880" progId="Equation.DSMT4">
                  <p:embed/>
                </p:oleObj>
              </mc:Choice>
              <mc:Fallback>
                <p:oleObj name="Equation" r:id="rId37" imgW="260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070600" y="3619500"/>
                        <a:ext cx="26035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A452F40C-BA84-45BF-B120-491A756EA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732969"/>
              </p:ext>
            </p:extLst>
          </p:nvPr>
        </p:nvGraphicFramePr>
        <p:xfrm>
          <a:off x="1091497" y="4371975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234" name="Equation" r:id="rId39" imgW="1815840" imgH="342720" progId="Equation.DSMT4">
                  <p:embed/>
                </p:oleObj>
              </mc:Choice>
              <mc:Fallback>
                <p:oleObj name="Equation" r:id="rId39" imgW="1815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091497" y="4371975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矩形 49">
            <a:extLst>
              <a:ext uri="{FF2B5EF4-FFF2-40B4-BE49-F238E27FC236}">
                <a16:creationId xmlns:a16="http://schemas.microsoft.com/office/drawing/2014/main" id="{6280C053-A9BB-48FB-9B71-81C13FE3225F}"/>
              </a:ext>
            </a:extLst>
          </p:cNvPr>
          <p:cNvSpPr/>
          <p:nvPr/>
        </p:nvSpPr>
        <p:spPr>
          <a:xfrm>
            <a:off x="2877245" y="4275632"/>
            <a:ext cx="2414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sym typeface="+mn-ea"/>
              </a:rPr>
              <a:t>情形类似可证</a:t>
            </a:r>
            <a:r>
              <a:rPr lang="en-US" altLang="zh-CN" sz="2400" b="1" dirty="0">
                <a:latin typeface="+mj-ea"/>
                <a:sym typeface="+mn-ea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9515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 animBg="1"/>
      <p:bldP spid="38" grpId="0"/>
      <p:bldP spid="40" grpId="0"/>
      <p:bldP spid="44" grpId="0"/>
      <p:bldP spid="5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5BBC278-82E4-47DD-9F4F-30DE52F0BF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992610"/>
              </p:ext>
            </p:extLst>
          </p:nvPr>
        </p:nvGraphicFramePr>
        <p:xfrm>
          <a:off x="849066" y="545878"/>
          <a:ext cx="2514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904" name="Equation" r:id="rId3" imgW="2514600" imgH="342720" progId="Equation.DSMT4">
                  <p:embed/>
                </p:oleObj>
              </mc:Choice>
              <mc:Fallback>
                <p:oleObj name="Equation" r:id="rId3" imgW="251460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5388977-6515-4ECB-B8FD-0DE5F490F1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9066" y="545878"/>
                        <a:ext cx="2514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70">
            <a:extLst>
              <a:ext uri="{FF2B5EF4-FFF2-40B4-BE49-F238E27FC236}">
                <a16:creationId xmlns:a16="http://schemas.microsoft.com/office/drawing/2014/main" id="{229E9928-17C5-4248-8A19-58B5E369D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3322" y="484187"/>
            <a:ext cx="1152128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 情形</a:t>
            </a:r>
            <a:r>
              <a:rPr lang="en-US" altLang="zh-CN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.</a:t>
            </a:r>
            <a:endParaRPr lang="zh-CN" altLang="en-US" sz="2400" b="1" dirty="0">
              <a:latin typeface="+mj-ea"/>
              <a:ea typeface="+mj-ea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94CB78E-AE92-4F44-AEFB-785AF17AD408}"/>
              </a:ext>
            </a:extLst>
          </p:cNvPr>
          <p:cNvGrpSpPr/>
          <p:nvPr/>
        </p:nvGrpSpPr>
        <p:grpSpPr>
          <a:xfrm>
            <a:off x="5076056" y="513720"/>
            <a:ext cx="3478643" cy="1736576"/>
            <a:chOff x="4876187" y="2652622"/>
            <a:chExt cx="3478643" cy="1736576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DADFA65-363B-438E-8932-6A602F6A0684}"/>
                </a:ext>
              </a:extLst>
            </p:cNvPr>
            <p:cNvGrpSpPr/>
            <p:nvPr/>
          </p:nvGrpSpPr>
          <p:grpSpPr>
            <a:xfrm>
              <a:off x="4876187" y="2652622"/>
              <a:ext cx="3478643" cy="1736576"/>
              <a:chOff x="4876187" y="2652622"/>
              <a:chExt cx="3478643" cy="1736576"/>
            </a:xfrm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F30543ED-369F-4782-B779-193E3A7E0ED9}"/>
                  </a:ext>
                </a:extLst>
              </p:cNvPr>
              <p:cNvSpPr/>
              <p:nvPr/>
            </p:nvSpPr>
            <p:spPr>
              <a:xfrm>
                <a:off x="5599606" y="3058664"/>
                <a:ext cx="1958424" cy="342900"/>
              </a:xfrm>
              <a:custGeom>
                <a:avLst/>
                <a:gdLst>
                  <a:gd name="connsiteX0" fmla="*/ 0 w 3513600"/>
                  <a:gd name="connsiteY0" fmla="*/ 720000 h 735116"/>
                  <a:gd name="connsiteX1" fmla="*/ 266400 w 3513600"/>
                  <a:gd name="connsiteY1" fmla="*/ 705600 h 735116"/>
                  <a:gd name="connsiteX2" fmla="*/ 338400 w 3513600"/>
                  <a:gd name="connsiteY2" fmla="*/ 684000 h 735116"/>
                  <a:gd name="connsiteX3" fmla="*/ 360000 w 3513600"/>
                  <a:gd name="connsiteY3" fmla="*/ 676800 h 735116"/>
                  <a:gd name="connsiteX4" fmla="*/ 388800 w 3513600"/>
                  <a:gd name="connsiteY4" fmla="*/ 662400 h 735116"/>
                  <a:gd name="connsiteX5" fmla="*/ 439200 w 3513600"/>
                  <a:gd name="connsiteY5" fmla="*/ 648000 h 735116"/>
                  <a:gd name="connsiteX6" fmla="*/ 482400 w 3513600"/>
                  <a:gd name="connsiteY6" fmla="*/ 626400 h 735116"/>
                  <a:gd name="connsiteX7" fmla="*/ 504000 w 3513600"/>
                  <a:gd name="connsiteY7" fmla="*/ 612000 h 735116"/>
                  <a:gd name="connsiteX8" fmla="*/ 540000 w 3513600"/>
                  <a:gd name="connsiteY8" fmla="*/ 604800 h 735116"/>
                  <a:gd name="connsiteX9" fmla="*/ 561600 w 3513600"/>
                  <a:gd name="connsiteY9" fmla="*/ 597600 h 735116"/>
                  <a:gd name="connsiteX10" fmla="*/ 590400 w 3513600"/>
                  <a:gd name="connsiteY10" fmla="*/ 590400 h 735116"/>
                  <a:gd name="connsiteX11" fmla="*/ 619200 w 3513600"/>
                  <a:gd name="connsiteY11" fmla="*/ 568800 h 735116"/>
                  <a:gd name="connsiteX12" fmla="*/ 662400 w 3513600"/>
                  <a:gd name="connsiteY12" fmla="*/ 554400 h 735116"/>
                  <a:gd name="connsiteX13" fmla="*/ 705600 w 3513600"/>
                  <a:gd name="connsiteY13" fmla="*/ 518400 h 735116"/>
                  <a:gd name="connsiteX14" fmla="*/ 734400 w 3513600"/>
                  <a:gd name="connsiteY14" fmla="*/ 504000 h 735116"/>
                  <a:gd name="connsiteX15" fmla="*/ 784800 w 3513600"/>
                  <a:gd name="connsiteY15" fmla="*/ 475200 h 735116"/>
                  <a:gd name="connsiteX16" fmla="*/ 835200 w 3513600"/>
                  <a:gd name="connsiteY16" fmla="*/ 432000 h 735116"/>
                  <a:gd name="connsiteX17" fmla="*/ 885600 w 3513600"/>
                  <a:gd name="connsiteY17" fmla="*/ 403200 h 735116"/>
                  <a:gd name="connsiteX18" fmla="*/ 957600 w 3513600"/>
                  <a:gd name="connsiteY18" fmla="*/ 345600 h 735116"/>
                  <a:gd name="connsiteX19" fmla="*/ 1008000 w 3513600"/>
                  <a:gd name="connsiteY19" fmla="*/ 316800 h 735116"/>
                  <a:gd name="connsiteX20" fmla="*/ 1036800 w 3513600"/>
                  <a:gd name="connsiteY20" fmla="*/ 295200 h 735116"/>
                  <a:gd name="connsiteX21" fmla="*/ 1080000 w 3513600"/>
                  <a:gd name="connsiteY21" fmla="*/ 266400 h 735116"/>
                  <a:gd name="connsiteX22" fmla="*/ 1137600 w 3513600"/>
                  <a:gd name="connsiteY22" fmla="*/ 223200 h 735116"/>
                  <a:gd name="connsiteX23" fmla="*/ 1209600 w 3513600"/>
                  <a:gd name="connsiteY23" fmla="*/ 172800 h 735116"/>
                  <a:gd name="connsiteX24" fmla="*/ 1231200 w 3513600"/>
                  <a:gd name="connsiteY24" fmla="*/ 151200 h 735116"/>
                  <a:gd name="connsiteX25" fmla="*/ 1274400 w 3513600"/>
                  <a:gd name="connsiteY25" fmla="*/ 122400 h 735116"/>
                  <a:gd name="connsiteX26" fmla="*/ 1339200 w 3513600"/>
                  <a:gd name="connsiteY26" fmla="*/ 72000 h 735116"/>
                  <a:gd name="connsiteX27" fmla="*/ 1382400 w 3513600"/>
                  <a:gd name="connsiteY27" fmla="*/ 50400 h 735116"/>
                  <a:gd name="connsiteX28" fmla="*/ 1425600 w 3513600"/>
                  <a:gd name="connsiteY28" fmla="*/ 36000 h 735116"/>
                  <a:gd name="connsiteX29" fmla="*/ 1447200 w 3513600"/>
                  <a:gd name="connsiteY29" fmla="*/ 21600 h 735116"/>
                  <a:gd name="connsiteX30" fmla="*/ 1519200 w 3513600"/>
                  <a:gd name="connsiteY30" fmla="*/ 0 h 735116"/>
                  <a:gd name="connsiteX31" fmla="*/ 1663200 w 3513600"/>
                  <a:gd name="connsiteY31" fmla="*/ 7200 h 735116"/>
                  <a:gd name="connsiteX32" fmla="*/ 1706400 w 3513600"/>
                  <a:gd name="connsiteY32" fmla="*/ 21600 h 735116"/>
                  <a:gd name="connsiteX33" fmla="*/ 1742400 w 3513600"/>
                  <a:gd name="connsiteY33" fmla="*/ 28800 h 735116"/>
                  <a:gd name="connsiteX34" fmla="*/ 1764000 w 3513600"/>
                  <a:gd name="connsiteY34" fmla="*/ 43200 h 735116"/>
                  <a:gd name="connsiteX35" fmla="*/ 1893600 w 3513600"/>
                  <a:gd name="connsiteY35" fmla="*/ 79200 h 735116"/>
                  <a:gd name="connsiteX36" fmla="*/ 1929600 w 3513600"/>
                  <a:gd name="connsiteY36" fmla="*/ 93600 h 735116"/>
                  <a:gd name="connsiteX37" fmla="*/ 1972800 w 3513600"/>
                  <a:gd name="connsiteY37" fmla="*/ 108000 h 735116"/>
                  <a:gd name="connsiteX38" fmla="*/ 1994400 w 3513600"/>
                  <a:gd name="connsiteY38" fmla="*/ 122400 h 735116"/>
                  <a:gd name="connsiteX39" fmla="*/ 2030400 w 3513600"/>
                  <a:gd name="connsiteY39" fmla="*/ 129600 h 735116"/>
                  <a:gd name="connsiteX40" fmla="*/ 2066400 w 3513600"/>
                  <a:gd name="connsiteY40" fmla="*/ 144000 h 735116"/>
                  <a:gd name="connsiteX41" fmla="*/ 2088000 w 3513600"/>
                  <a:gd name="connsiteY41" fmla="*/ 151200 h 735116"/>
                  <a:gd name="connsiteX42" fmla="*/ 2116800 w 3513600"/>
                  <a:gd name="connsiteY42" fmla="*/ 172800 h 735116"/>
                  <a:gd name="connsiteX43" fmla="*/ 2152800 w 3513600"/>
                  <a:gd name="connsiteY43" fmla="*/ 187200 h 735116"/>
                  <a:gd name="connsiteX44" fmla="*/ 2210400 w 3513600"/>
                  <a:gd name="connsiteY44" fmla="*/ 208800 h 735116"/>
                  <a:gd name="connsiteX45" fmla="*/ 2232000 w 3513600"/>
                  <a:gd name="connsiteY45" fmla="*/ 223200 h 735116"/>
                  <a:gd name="connsiteX46" fmla="*/ 2289600 w 3513600"/>
                  <a:gd name="connsiteY46" fmla="*/ 252000 h 735116"/>
                  <a:gd name="connsiteX47" fmla="*/ 2311200 w 3513600"/>
                  <a:gd name="connsiteY47" fmla="*/ 266400 h 735116"/>
                  <a:gd name="connsiteX48" fmla="*/ 2354400 w 3513600"/>
                  <a:gd name="connsiteY48" fmla="*/ 288000 h 735116"/>
                  <a:gd name="connsiteX49" fmla="*/ 2397600 w 3513600"/>
                  <a:gd name="connsiteY49" fmla="*/ 331200 h 735116"/>
                  <a:gd name="connsiteX50" fmla="*/ 2469600 w 3513600"/>
                  <a:gd name="connsiteY50" fmla="*/ 374400 h 735116"/>
                  <a:gd name="connsiteX51" fmla="*/ 2491200 w 3513600"/>
                  <a:gd name="connsiteY51" fmla="*/ 388800 h 735116"/>
                  <a:gd name="connsiteX52" fmla="*/ 2512800 w 3513600"/>
                  <a:gd name="connsiteY52" fmla="*/ 403200 h 735116"/>
                  <a:gd name="connsiteX53" fmla="*/ 2534400 w 3513600"/>
                  <a:gd name="connsiteY53" fmla="*/ 410400 h 735116"/>
                  <a:gd name="connsiteX54" fmla="*/ 2592000 w 3513600"/>
                  <a:gd name="connsiteY54" fmla="*/ 446400 h 735116"/>
                  <a:gd name="connsiteX55" fmla="*/ 2613600 w 3513600"/>
                  <a:gd name="connsiteY55" fmla="*/ 460800 h 735116"/>
                  <a:gd name="connsiteX56" fmla="*/ 2685600 w 3513600"/>
                  <a:gd name="connsiteY56" fmla="*/ 482400 h 735116"/>
                  <a:gd name="connsiteX57" fmla="*/ 2728800 w 3513600"/>
                  <a:gd name="connsiteY57" fmla="*/ 511200 h 735116"/>
                  <a:gd name="connsiteX58" fmla="*/ 2750400 w 3513600"/>
                  <a:gd name="connsiteY58" fmla="*/ 518400 h 735116"/>
                  <a:gd name="connsiteX59" fmla="*/ 2793600 w 3513600"/>
                  <a:gd name="connsiteY59" fmla="*/ 547200 h 735116"/>
                  <a:gd name="connsiteX60" fmla="*/ 2822400 w 3513600"/>
                  <a:gd name="connsiteY60" fmla="*/ 561600 h 735116"/>
                  <a:gd name="connsiteX61" fmla="*/ 2836800 w 3513600"/>
                  <a:gd name="connsiteY61" fmla="*/ 583200 h 735116"/>
                  <a:gd name="connsiteX62" fmla="*/ 2937600 w 3513600"/>
                  <a:gd name="connsiteY62" fmla="*/ 612000 h 735116"/>
                  <a:gd name="connsiteX63" fmla="*/ 2988000 w 3513600"/>
                  <a:gd name="connsiteY63" fmla="*/ 633600 h 735116"/>
                  <a:gd name="connsiteX64" fmla="*/ 3045600 w 3513600"/>
                  <a:gd name="connsiteY64" fmla="*/ 640800 h 735116"/>
                  <a:gd name="connsiteX65" fmla="*/ 3088800 w 3513600"/>
                  <a:gd name="connsiteY65" fmla="*/ 648000 h 735116"/>
                  <a:gd name="connsiteX66" fmla="*/ 3153600 w 3513600"/>
                  <a:gd name="connsiteY66" fmla="*/ 662400 h 735116"/>
                  <a:gd name="connsiteX67" fmla="*/ 3204000 w 3513600"/>
                  <a:gd name="connsiteY67" fmla="*/ 676800 h 735116"/>
                  <a:gd name="connsiteX68" fmla="*/ 3276000 w 3513600"/>
                  <a:gd name="connsiteY68" fmla="*/ 691200 h 735116"/>
                  <a:gd name="connsiteX69" fmla="*/ 3319200 w 3513600"/>
                  <a:gd name="connsiteY69" fmla="*/ 712800 h 735116"/>
                  <a:gd name="connsiteX70" fmla="*/ 3355200 w 3513600"/>
                  <a:gd name="connsiteY70" fmla="*/ 720000 h 735116"/>
                  <a:gd name="connsiteX71" fmla="*/ 3376800 w 3513600"/>
                  <a:gd name="connsiteY71" fmla="*/ 727200 h 735116"/>
                  <a:gd name="connsiteX72" fmla="*/ 3513600 w 3513600"/>
                  <a:gd name="connsiteY72" fmla="*/ 734400 h 73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3513600" h="735116">
                    <a:moveTo>
                      <a:pt x="0" y="720000"/>
                    </a:moveTo>
                    <a:cubicBezTo>
                      <a:pt x="84391" y="717090"/>
                      <a:pt x="179636" y="720061"/>
                      <a:pt x="266400" y="705600"/>
                    </a:cubicBezTo>
                    <a:cubicBezTo>
                      <a:pt x="288163" y="701973"/>
                      <a:pt x="319195" y="690402"/>
                      <a:pt x="338400" y="684000"/>
                    </a:cubicBezTo>
                    <a:cubicBezTo>
                      <a:pt x="345600" y="681600"/>
                      <a:pt x="353212" y="680194"/>
                      <a:pt x="360000" y="676800"/>
                    </a:cubicBezTo>
                    <a:cubicBezTo>
                      <a:pt x="369600" y="672000"/>
                      <a:pt x="378935" y="666628"/>
                      <a:pt x="388800" y="662400"/>
                    </a:cubicBezTo>
                    <a:cubicBezTo>
                      <a:pt x="403261" y="656202"/>
                      <a:pt x="424585" y="651654"/>
                      <a:pt x="439200" y="648000"/>
                    </a:cubicBezTo>
                    <a:cubicBezTo>
                      <a:pt x="501103" y="606732"/>
                      <a:pt x="422781" y="656209"/>
                      <a:pt x="482400" y="626400"/>
                    </a:cubicBezTo>
                    <a:cubicBezTo>
                      <a:pt x="490140" y="622530"/>
                      <a:pt x="495898" y="615038"/>
                      <a:pt x="504000" y="612000"/>
                    </a:cubicBezTo>
                    <a:cubicBezTo>
                      <a:pt x="515458" y="607703"/>
                      <a:pt x="528128" y="607768"/>
                      <a:pt x="540000" y="604800"/>
                    </a:cubicBezTo>
                    <a:cubicBezTo>
                      <a:pt x="547363" y="602959"/>
                      <a:pt x="554303" y="599685"/>
                      <a:pt x="561600" y="597600"/>
                    </a:cubicBezTo>
                    <a:cubicBezTo>
                      <a:pt x="571115" y="594882"/>
                      <a:pt x="580800" y="592800"/>
                      <a:pt x="590400" y="590400"/>
                    </a:cubicBezTo>
                    <a:cubicBezTo>
                      <a:pt x="600000" y="583200"/>
                      <a:pt x="608467" y="574167"/>
                      <a:pt x="619200" y="568800"/>
                    </a:cubicBezTo>
                    <a:cubicBezTo>
                      <a:pt x="632776" y="562012"/>
                      <a:pt x="662400" y="554400"/>
                      <a:pt x="662400" y="554400"/>
                    </a:cubicBezTo>
                    <a:cubicBezTo>
                      <a:pt x="682255" y="534545"/>
                      <a:pt x="682210" y="531765"/>
                      <a:pt x="705600" y="518400"/>
                    </a:cubicBezTo>
                    <a:cubicBezTo>
                      <a:pt x="714919" y="513075"/>
                      <a:pt x="725298" y="509689"/>
                      <a:pt x="734400" y="504000"/>
                    </a:cubicBezTo>
                    <a:cubicBezTo>
                      <a:pt x="784217" y="472865"/>
                      <a:pt x="742364" y="489345"/>
                      <a:pt x="784800" y="475200"/>
                    </a:cubicBezTo>
                    <a:cubicBezTo>
                      <a:pt x="892658" y="394307"/>
                      <a:pt x="744944" y="507213"/>
                      <a:pt x="835200" y="432000"/>
                    </a:cubicBezTo>
                    <a:cubicBezTo>
                      <a:pt x="856548" y="414210"/>
                      <a:pt x="860449" y="418290"/>
                      <a:pt x="885600" y="403200"/>
                    </a:cubicBezTo>
                    <a:cubicBezTo>
                      <a:pt x="955030" y="361542"/>
                      <a:pt x="904847" y="390817"/>
                      <a:pt x="957600" y="345600"/>
                    </a:cubicBezTo>
                    <a:cubicBezTo>
                      <a:pt x="978943" y="327306"/>
                      <a:pt x="982857" y="332515"/>
                      <a:pt x="1008000" y="316800"/>
                    </a:cubicBezTo>
                    <a:cubicBezTo>
                      <a:pt x="1018176" y="310440"/>
                      <a:pt x="1026969" y="302082"/>
                      <a:pt x="1036800" y="295200"/>
                    </a:cubicBezTo>
                    <a:cubicBezTo>
                      <a:pt x="1050978" y="285275"/>
                      <a:pt x="1066155" y="276784"/>
                      <a:pt x="1080000" y="266400"/>
                    </a:cubicBezTo>
                    <a:cubicBezTo>
                      <a:pt x="1099200" y="252000"/>
                      <a:pt x="1120629" y="240171"/>
                      <a:pt x="1137600" y="223200"/>
                    </a:cubicBezTo>
                    <a:cubicBezTo>
                      <a:pt x="1187797" y="173003"/>
                      <a:pt x="1161043" y="184939"/>
                      <a:pt x="1209600" y="172800"/>
                    </a:cubicBezTo>
                    <a:cubicBezTo>
                      <a:pt x="1216800" y="165600"/>
                      <a:pt x="1223163" y="157451"/>
                      <a:pt x="1231200" y="151200"/>
                    </a:cubicBezTo>
                    <a:cubicBezTo>
                      <a:pt x="1244861" y="140575"/>
                      <a:pt x="1262162" y="134638"/>
                      <a:pt x="1274400" y="122400"/>
                    </a:cubicBezTo>
                    <a:cubicBezTo>
                      <a:pt x="1293037" y="103763"/>
                      <a:pt x="1313364" y="80612"/>
                      <a:pt x="1339200" y="72000"/>
                    </a:cubicBezTo>
                    <a:cubicBezTo>
                      <a:pt x="1417975" y="45742"/>
                      <a:pt x="1298656" y="87620"/>
                      <a:pt x="1382400" y="50400"/>
                    </a:cubicBezTo>
                    <a:cubicBezTo>
                      <a:pt x="1396271" y="44235"/>
                      <a:pt x="1412970" y="44420"/>
                      <a:pt x="1425600" y="36000"/>
                    </a:cubicBezTo>
                    <a:cubicBezTo>
                      <a:pt x="1432800" y="31200"/>
                      <a:pt x="1439292" y="25114"/>
                      <a:pt x="1447200" y="21600"/>
                    </a:cubicBezTo>
                    <a:cubicBezTo>
                      <a:pt x="1469738" y="11583"/>
                      <a:pt x="1495265" y="5984"/>
                      <a:pt x="1519200" y="0"/>
                    </a:cubicBezTo>
                    <a:cubicBezTo>
                      <a:pt x="1567200" y="2400"/>
                      <a:pt x="1615457" y="1691"/>
                      <a:pt x="1663200" y="7200"/>
                    </a:cubicBezTo>
                    <a:cubicBezTo>
                      <a:pt x="1678279" y="8940"/>
                      <a:pt x="1691516" y="18623"/>
                      <a:pt x="1706400" y="21600"/>
                    </a:cubicBezTo>
                    <a:lnTo>
                      <a:pt x="1742400" y="28800"/>
                    </a:lnTo>
                    <a:cubicBezTo>
                      <a:pt x="1749600" y="33600"/>
                      <a:pt x="1756403" y="39056"/>
                      <a:pt x="1764000" y="43200"/>
                    </a:cubicBezTo>
                    <a:cubicBezTo>
                      <a:pt x="1835094" y="81979"/>
                      <a:pt x="1809318" y="70772"/>
                      <a:pt x="1893600" y="79200"/>
                    </a:cubicBezTo>
                    <a:cubicBezTo>
                      <a:pt x="1905600" y="84000"/>
                      <a:pt x="1917454" y="89183"/>
                      <a:pt x="1929600" y="93600"/>
                    </a:cubicBezTo>
                    <a:cubicBezTo>
                      <a:pt x="1943865" y="98787"/>
                      <a:pt x="1960170" y="99580"/>
                      <a:pt x="1972800" y="108000"/>
                    </a:cubicBezTo>
                    <a:cubicBezTo>
                      <a:pt x="1980000" y="112800"/>
                      <a:pt x="1986298" y="119362"/>
                      <a:pt x="1994400" y="122400"/>
                    </a:cubicBezTo>
                    <a:cubicBezTo>
                      <a:pt x="2005858" y="126697"/>
                      <a:pt x="2018678" y="126084"/>
                      <a:pt x="2030400" y="129600"/>
                    </a:cubicBezTo>
                    <a:cubicBezTo>
                      <a:pt x="2042779" y="133314"/>
                      <a:pt x="2054299" y="139462"/>
                      <a:pt x="2066400" y="144000"/>
                    </a:cubicBezTo>
                    <a:cubicBezTo>
                      <a:pt x="2073506" y="146665"/>
                      <a:pt x="2080800" y="148800"/>
                      <a:pt x="2088000" y="151200"/>
                    </a:cubicBezTo>
                    <a:cubicBezTo>
                      <a:pt x="2097600" y="158400"/>
                      <a:pt x="2106310" y="166972"/>
                      <a:pt x="2116800" y="172800"/>
                    </a:cubicBezTo>
                    <a:cubicBezTo>
                      <a:pt x="2128098" y="179077"/>
                      <a:pt x="2140990" y="181951"/>
                      <a:pt x="2152800" y="187200"/>
                    </a:cubicBezTo>
                    <a:cubicBezTo>
                      <a:pt x="2201208" y="208715"/>
                      <a:pt x="2161270" y="196517"/>
                      <a:pt x="2210400" y="208800"/>
                    </a:cubicBezTo>
                    <a:cubicBezTo>
                      <a:pt x="2217600" y="213600"/>
                      <a:pt x="2224403" y="219056"/>
                      <a:pt x="2232000" y="223200"/>
                    </a:cubicBezTo>
                    <a:cubicBezTo>
                      <a:pt x="2250845" y="233479"/>
                      <a:pt x="2271739" y="240093"/>
                      <a:pt x="2289600" y="252000"/>
                    </a:cubicBezTo>
                    <a:cubicBezTo>
                      <a:pt x="2296800" y="256800"/>
                      <a:pt x="2303460" y="262530"/>
                      <a:pt x="2311200" y="266400"/>
                    </a:cubicBezTo>
                    <a:cubicBezTo>
                      <a:pt x="2339794" y="280697"/>
                      <a:pt x="2327870" y="264418"/>
                      <a:pt x="2354400" y="288000"/>
                    </a:cubicBezTo>
                    <a:cubicBezTo>
                      <a:pt x="2369621" y="301530"/>
                      <a:pt x="2379385" y="322093"/>
                      <a:pt x="2397600" y="331200"/>
                    </a:cubicBezTo>
                    <a:cubicBezTo>
                      <a:pt x="2441880" y="353340"/>
                      <a:pt x="2417469" y="339646"/>
                      <a:pt x="2469600" y="374400"/>
                    </a:cubicBezTo>
                    <a:lnTo>
                      <a:pt x="2491200" y="388800"/>
                    </a:lnTo>
                    <a:cubicBezTo>
                      <a:pt x="2498400" y="393600"/>
                      <a:pt x="2504591" y="400464"/>
                      <a:pt x="2512800" y="403200"/>
                    </a:cubicBezTo>
                    <a:cubicBezTo>
                      <a:pt x="2520000" y="405600"/>
                      <a:pt x="2527737" y="406766"/>
                      <a:pt x="2534400" y="410400"/>
                    </a:cubicBezTo>
                    <a:cubicBezTo>
                      <a:pt x="2554277" y="421242"/>
                      <a:pt x="2573161" y="433841"/>
                      <a:pt x="2592000" y="446400"/>
                    </a:cubicBezTo>
                    <a:cubicBezTo>
                      <a:pt x="2599200" y="451200"/>
                      <a:pt x="2605692" y="457286"/>
                      <a:pt x="2613600" y="460800"/>
                    </a:cubicBezTo>
                    <a:cubicBezTo>
                      <a:pt x="2636138" y="470817"/>
                      <a:pt x="2661665" y="476416"/>
                      <a:pt x="2685600" y="482400"/>
                    </a:cubicBezTo>
                    <a:cubicBezTo>
                      <a:pt x="2700000" y="492000"/>
                      <a:pt x="2712381" y="505727"/>
                      <a:pt x="2728800" y="511200"/>
                    </a:cubicBezTo>
                    <a:cubicBezTo>
                      <a:pt x="2736000" y="513600"/>
                      <a:pt x="2743766" y="514714"/>
                      <a:pt x="2750400" y="518400"/>
                    </a:cubicBezTo>
                    <a:cubicBezTo>
                      <a:pt x="2765529" y="526805"/>
                      <a:pt x="2778120" y="539460"/>
                      <a:pt x="2793600" y="547200"/>
                    </a:cubicBezTo>
                    <a:lnTo>
                      <a:pt x="2822400" y="561600"/>
                    </a:lnTo>
                    <a:cubicBezTo>
                      <a:pt x="2827200" y="568800"/>
                      <a:pt x="2829462" y="578614"/>
                      <a:pt x="2836800" y="583200"/>
                    </a:cubicBezTo>
                    <a:cubicBezTo>
                      <a:pt x="2865109" y="600893"/>
                      <a:pt x="2909170" y="597785"/>
                      <a:pt x="2937600" y="612000"/>
                    </a:cubicBezTo>
                    <a:cubicBezTo>
                      <a:pt x="2951785" y="619092"/>
                      <a:pt x="2971352" y="630573"/>
                      <a:pt x="2988000" y="633600"/>
                    </a:cubicBezTo>
                    <a:cubicBezTo>
                      <a:pt x="3007037" y="637061"/>
                      <a:pt x="3026445" y="638064"/>
                      <a:pt x="3045600" y="640800"/>
                    </a:cubicBezTo>
                    <a:cubicBezTo>
                      <a:pt x="3060052" y="642865"/>
                      <a:pt x="3074437" y="645389"/>
                      <a:pt x="3088800" y="648000"/>
                    </a:cubicBezTo>
                    <a:cubicBezTo>
                      <a:pt x="3109215" y="651712"/>
                      <a:pt x="3133376" y="656622"/>
                      <a:pt x="3153600" y="662400"/>
                    </a:cubicBezTo>
                    <a:cubicBezTo>
                      <a:pt x="3185624" y="671550"/>
                      <a:pt x="3166486" y="669297"/>
                      <a:pt x="3204000" y="676800"/>
                    </a:cubicBezTo>
                    <a:cubicBezTo>
                      <a:pt x="3251147" y="686229"/>
                      <a:pt x="3236978" y="680051"/>
                      <a:pt x="3276000" y="691200"/>
                    </a:cubicBezTo>
                    <a:cubicBezTo>
                      <a:pt x="3369889" y="718025"/>
                      <a:pt x="3218224" y="674934"/>
                      <a:pt x="3319200" y="712800"/>
                    </a:cubicBezTo>
                    <a:cubicBezTo>
                      <a:pt x="3330658" y="717097"/>
                      <a:pt x="3343328" y="717032"/>
                      <a:pt x="3355200" y="720000"/>
                    </a:cubicBezTo>
                    <a:cubicBezTo>
                      <a:pt x="3362563" y="721841"/>
                      <a:pt x="3369358" y="725712"/>
                      <a:pt x="3376800" y="727200"/>
                    </a:cubicBezTo>
                    <a:cubicBezTo>
                      <a:pt x="3433165" y="738473"/>
                      <a:pt x="3448491" y="734400"/>
                      <a:pt x="3513600" y="734400"/>
                    </a:cubicBezTo>
                  </a:path>
                </a:pathLst>
              </a:custGeom>
              <a:noFill/>
              <a:ln w="12700"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0729289-CFEA-4913-9B28-054E4DB81E9D}"/>
                  </a:ext>
                </a:extLst>
              </p:cNvPr>
              <p:cNvCxnSpPr/>
              <p:nvPr/>
            </p:nvCxnSpPr>
            <p:spPr>
              <a:xfrm>
                <a:off x="4881472" y="3958517"/>
                <a:ext cx="331236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w="lg" len="me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C8C867AD-D15E-45FB-B295-C9EF9ABFD5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50319" y="2652622"/>
                <a:ext cx="0" cy="1736576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w="lg" len="me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24FAA51F-65F6-4481-B3EC-131F73B762D0}"/>
                  </a:ext>
                </a:extLst>
              </p:cNvPr>
              <p:cNvCxnSpPr/>
              <p:nvPr/>
            </p:nvCxnSpPr>
            <p:spPr>
              <a:xfrm>
                <a:off x="4876187" y="3520910"/>
                <a:ext cx="290105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B626160A-07CC-4E75-8A58-B1298D45A6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9545283"/>
                  </p:ext>
                </p:extLst>
              </p:nvPr>
            </p:nvGraphicFramePr>
            <p:xfrm>
              <a:off x="6034419" y="3520910"/>
              <a:ext cx="2159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1905" name="Equation" r:id="rId5" imgW="215640" imgH="228600" progId="Equation.DSMT4">
                      <p:embed/>
                    </p:oleObj>
                  </mc:Choice>
                  <mc:Fallback>
                    <p:oleObj name="Equation" r:id="rId5" imgW="215640" imgH="228600" progId="Equation.DSMT4">
                      <p:embed/>
                      <p:pic>
                        <p:nvPicPr>
                          <p:cNvPr id="29" name="对象 28">
                            <a:extLst>
                              <a:ext uri="{FF2B5EF4-FFF2-40B4-BE49-F238E27FC236}">
                                <a16:creationId xmlns:a16="http://schemas.microsoft.com/office/drawing/2014/main" id="{EBC2CE4C-72A5-42E9-B05B-1D01CF85166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6034419" y="3520910"/>
                            <a:ext cx="2159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对象 34">
                <a:extLst>
                  <a:ext uri="{FF2B5EF4-FFF2-40B4-BE49-F238E27FC236}">
                    <a16:creationId xmlns:a16="http://schemas.microsoft.com/office/drawing/2014/main" id="{BFC98611-61A6-47C1-9DBA-71AFCD7F38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5687794"/>
                  </p:ext>
                </p:extLst>
              </p:nvPr>
            </p:nvGraphicFramePr>
            <p:xfrm>
              <a:off x="7909525" y="3945236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1906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30" name="对象 29">
                            <a:extLst>
                              <a:ext uri="{FF2B5EF4-FFF2-40B4-BE49-F238E27FC236}">
                                <a16:creationId xmlns:a16="http://schemas.microsoft.com/office/drawing/2014/main" id="{809C0FFA-9D6B-4F26-AE29-48D1348FB3A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909525" y="3945236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对象 35">
                <a:extLst>
                  <a:ext uri="{FF2B5EF4-FFF2-40B4-BE49-F238E27FC236}">
                    <a16:creationId xmlns:a16="http://schemas.microsoft.com/office/drawing/2014/main" id="{27D92CB7-A641-47D9-B4D9-1FD04F071B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7393429"/>
                  </p:ext>
                </p:extLst>
              </p:nvPr>
            </p:nvGraphicFramePr>
            <p:xfrm>
              <a:off x="6034419" y="2664317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1907" name="Equation" r:id="rId9" imgW="190440" imgH="241200" progId="Equation.DSMT4">
                      <p:embed/>
                    </p:oleObj>
                  </mc:Choice>
                  <mc:Fallback>
                    <p:oleObj name="Equation" r:id="rId9" imgW="190440" imgH="241200" progId="Equation.DSMT4">
                      <p:embed/>
                      <p:pic>
                        <p:nvPicPr>
                          <p:cNvPr id="31" name="对象 30">
                            <a:extLst>
                              <a:ext uri="{FF2B5EF4-FFF2-40B4-BE49-F238E27FC236}">
                                <a16:creationId xmlns:a16="http://schemas.microsoft.com/office/drawing/2014/main" id="{533A159C-B6CE-4B5C-B25E-5F8E5B6ED20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034419" y="2664317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对象 36">
                <a:extLst>
                  <a:ext uri="{FF2B5EF4-FFF2-40B4-BE49-F238E27FC236}">
                    <a16:creationId xmlns:a16="http://schemas.microsoft.com/office/drawing/2014/main" id="{6EF8536E-FC16-4AA7-9F08-5CB0E9955E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17225792"/>
                  </p:ext>
                </p:extLst>
              </p:nvPr>
            </p:nvGraphicFramePr>
            <p:xfrm>
              <a:off x="5960678" y="3987429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1908" name="Equation" r:id="rId11" imgW="228600" imgH="241200" progId="Equation.DSMT4">
                      <p:embed/>
                    </p:oleObj>
                  </mc:Choice>
                  <mc:Fallback>
                    <p:oleObj name="Equation" r:id="rId11" imgW="228600" imgH="241200" progId="Equation.DSMT4">
                      <p:embed/>
                      <p:pic>
                        <p:nvPicPr>
                          <p:cNvPr id="32" name="对象 31">
                            <a:extLst>
                              <a:ext uri="{FF2B5EF4-FFF2-40B4-BE49-F238E27FC236}">
                                <a16:creationId xmlns:a16="http://schemas.microsoft.com/office/drawing/2014/main" id="{2582D4A6-4E12-4DC6-B184-DDEC416659E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960678" y="3987429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对象 37">
                <a:extLst>
                  <a:ext uri="{FF2B5EF4-FFF2-40B4-BE49-F238E27FC236}">
                    <a16:creationId xmlns:a16="http://schemas.microsoft.com/office/drawing/2014/main" id="{1B945570-B13E-4A3D-9579-04384A538B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2577867"/>
                  </p:ext>
                </p:extLst>
              </p:nvPr>
            </p:nvGraphicFramePr>
            <p:xfrm>
              <a:off x="7427730" y="3067463"/>
              <a:ext cx="927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1909" name="Equation" r:id="rId13" imgW="927000" imgH="304560" progId="Equation.DSMT4">
                      <p:embed/>
                    </p:oleObj>
                  </mc:Choice>
                  <mc:Fallback>
                    <p:oleObj name="Equation" r:id="rId13" imgW="927000" imgH="304560" progId="Equation.DSMT4">
                      <p:embed/>
                      <p:pic>
                        <p:nvPicPr>
                          <p:cNvPr id="35" name="对象 34">
                            <a:extLst>
                              <a:ext uri="{FF2B5EF4-FFF2-40B4-BE49-F238E27FC236}">
                                <a16:creationId xmlns:a16="http://schemas.microsoft.com/office/drawing/2014/main" id="{B149EEBD-7BD0-4C78-A078-E6C1249E24F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427730" y="3067463"/>
                            <a:ext cx="927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C4A6B37-47D1-4F25-BB3E-B32A4A86DE0D}"/>
                </a:ext>
              </a:extLst>
            </p:cNvPr>
            <p:cNvCxnSpPr>
              <a:cxnSpLocks/>
            </p:cNvCxnSpPr>
            <p:nvPr/>
          </p:nvCxnSpPr>
          <p:spPr>
            <a:xfrm>
              <a:off x="5432297" y="3039284"/>
              <a:ext cx="2125733" cy="2817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9F03C38-B4E2-45FA-8D8F-F6F6AECD5605}"/>
                </a:ext>
              </a:extLst>
            </p:cNvPr>
            <p:cNvCxnSpPr>
              <a:cxnSpLocks/>
            </p:cNvCxnSpPr>
            <p:nvPr/>
          </p:nvCxnSpPr>
          <p:spPr>
            <a:xfrm>
              <a:off x="6495163" y="3067463"/>
              <a:ext cx="0" cy="91996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A8D35144-8FB2-4785-9200-91B6512786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617132"/>
                </p:ext>
              </p:extLst>
            </p:nvPr>
          </p:nvGraphicFramePr>
          <p:xfrm>
            <a:off x="6401018" y="4024348"/>
            <a:ext cx="177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0" name="Equation" r:id="rId15" imgW="177480" imgH="291960" progId="Equation.DSMT4">
                    <p:embed/>
                  </p:oleObj>
                </mc:Choice>
                <mc:Fallback>
                  <p:oleObj name="Equation" r:id="rId15" imgW="177480" imgH="29196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DBFAB192-A7EA-46F6-B037-1E9CB953DF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401018" y="4024348"/>
                          <a:ext cx="1778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3E0D097-4E94-49B6-8340-82C2BF22B07E}"/>
              </a:ext>
            </a:extLst>
          </p:cNvPr>
          <p:cNvGrpSpPr/>
          <p:nvPr/>
        </p:nvGrpSpPr>
        <p:grpSpPr>
          <a:xfrm>
            <a:off x="723938" y="922415"/>
            <a:ext cx="3543921" cy="723900"/>
            <a:chOff x="723938" y="922415"/>
            <a:chExt cx="3543921" cy="7239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3E74861-FB91-4A30-91E6-E20EA1EC6A3A}"/>
                </a:ext>
              </a:extLst>
            </p:cNvPr>
            <p:cNvSpPr/>
            <p:nvPr/>
          </p:nvSpPr>
          <p:spPr>
            <a:xfrm>
              <a:off x="723938" y="107278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cs typeface="宋体" panose="02010600030101010101" pitchFamily="2" charset="-122"/>
                  <a:sym typeface="+mn-ea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82F1F83-21A0-412A-B3B9-4378D7A268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7493362"/>
                </p:ext>
              </p:extLst>
            </p:nvPr>
          </p:nvGraphicFramePr>
          <p:xfrm>
            <a:off x="1381822" y="1155641"/>
            <a:ext cx="1092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1" name="Equation" r:id="rId17" imgW="1091880" imgH="304560" progId="Equation.DSMT4">
                    <p:embed/>
                  </p:oleObj>
                </mc:Choice>
                <mc:Fallback>
                  <p:oleObj name="Equation" r:id="rId17" imgW="1091880" imgH="30456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C0DFD6CA-AAB5-439B-B83E-0D80A5E9EEA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81822" y="1155641"/>
                          <a:ext cx="1092200" cy="3048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6706802E-4860-45A7-A607-CB9641554A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0211559"/>
                </p:ext>
              </p:extLst>
            </p:nvPr>
          </p:nvGraphicFramePr>
          <p:xfrm>
            <a:off x="2756559" y="922415"/>
            <a:ext cx="1511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2" name="Equation" r:id="rId19" imgW="1511280" imgH="723600" progId="Equation.DSMT4">
                    <p:embed/>
                  </p:oleObj>
                </mc:Choice>
                <mc:Fallback>
                  <p:oleObj name="Equation" r:id="rId19" imgW="151128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756559" y="922415"/>
                          <a:ext cx="15113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E6F83DA-E77D-4403-8843-42980DF64D6D}"/>
              </a:ext>
            </a:extLst>
          </p:cNvPr>
          <p:cNvGrpSpPr/>
          <p:nvPr/>
        </p:nvGrpSpPr>
        <p:grpSpPr>
          <a:xfrm>
            <a:off x="732975" y="1791696"/>
            <a:ext cx="3478983" cy="476303"/>
            <a:chOff x="732975" y="1791696"/>
            <a:chExt cx="3478983" cy="47630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073ECEB-74D5-4E86-9658-1ECAC2E990FA}"/>
                </a:ext>
              </a:extLst>
            </p:cNvPr>
            <p:cNvSpPr/>
            <p:nvPr/>
          </p:nvSpPr>
          <p:spPr>
            <a:xfrm>
              <a:off x="732975" y="1791696"/>
              <a:ext cx="47639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sym typeface="+mn-ea"/>
                </a:rPr>
                <a:t>则</a:t>
              </a:r>
              <a:endParaRPr lang="zh-CN" altLang="en-US" sz="2400" dirty="0"/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27854FBE-4097-4A6A-9A1B-75CB87AC73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779053"/>
                </p:ext>
              </p:extLst>
            </p:nvPr>
          </p:nvGraphicFramePr>
          <p:xfrm>
            <a:off x="1217984" y="1880647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3" name="Equation" r:id="rId21" imgW="1815840" imgH="342720" progId="Equation.DSMT4">
                    <p:embed/>
                  </p:oleObj>
                </mc:Choice>
                <mc:Fallback>
                  <p:oleObj name="Equation" r:id="rId21" imgW="1815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217984" y="1880647"/>
                          <a:ext cx="1816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CD2C852-ACAF-4DDE-868C-AB2202DC74BB}"/>
                </a:ext>
              </a:extLst>
            </p:cNvPr>
            <p:cNvSpPr/>
            <p:nvPr/>
          </p:nvSpPr>
          <p:spPr>
            <a:xfrm>
              <a:off x="3031229" y="1806334"/>
              <a:ext cx="118072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sym typeface="+mn-ea"/>
                </a:rPr>
                <a:t>在有限</a:t>
              </a:r>
              <a:endParaRPr lang="zh-CN" altLang="en-US" sz="2400" dirty="0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8D2150F-B050-40DA-83F2-E8D9B0F99075}"/>
              </a:ext>
            </a:extLst>
          </p:cNvPr>
          <p:cNvGrpSpPr/>
          <p:nvPr/>
        </p:nvGrpSpPr>
        <p:grpSpPr>
          <a:xfrm>
            <a:off x="770873" y="2351047"/>
            <a:ext cx="7783825" cy="833388"/>
            <a:chOff x="770873" y="2351047"/>
            <a:chExt cx="7783825" cy="833388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E9A030A-4648-46A9-B7DE-FAC2C710D51C}"/>
                </a:ext>
              </a:extLst>
            </p:cNvPr>
            <p:cNvSpPr/>
            <p:nvPr/>
          </p:nvSpPr>
          <p:spPr>
            <a:xfrm>
              <a:off x="770873" y="2555975"/>
              <a:ext cx="77838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sym typeface="+mn-ea"/>
                </a:rPr>
                <a:t>区间        内满足情形</a:t>
              </a:r>
              <a:r>
                <a:rPr lang="en-US" altLang="zh-CN" sz="2400" b="1" dirty="0">
                  <a:latin typeface="+mj-ea"/>
                  <a:sym typeface="+mn-ea"/>
                </a:rPr>
                <a:t>(1),</a:t>
              </a:r>
              <a:r>
                <a:rPr lang="zh-CN" altLang="en-US" sz="2400" b="1" dirty="0">
                  <a:latin typeface="+mj-ea"/>
                  <a:sym typeface="+mn-ea"/>
                </a:rPr>
                <a:t>故存在             使得</a:t>
              </a:r>
              <a:endParaRPr lang="zh-CN" altLang="en-US" sz="2400" dirty="0"/>
            </a:p>
          </p:txBody>
        </p: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FC1EB7E5-B5F9-4149-9E5C-802C030833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4105240"/>
                </p:ext>
              </p:extLst>
            </p:nvPr>
          </p:nvGraphicFramePr>
          <p:xfrm>
            <a:off x="1547265" y="2371635"/>
            <a:ext cx="11049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4" name="Equation" r:id="rId23" imgW="1104840" imgH="812520" progId="Equation.DSMT4">
                    <p:embed/>
                  </p:oleObj>
                </mc:Choice>
                <mc:Fallback>
                  <p:oleObj name="Equation" r:id="rId23" imgW="110484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547265" y="2371635"/>
                          <a:ext cx="11049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6CFF24D1-FB56-484D-A72D-0F821D6FF6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0881196"/>
                </p:ext>
              </p:extLst>
            </p:nvPr>
          </p:nvGraphicFramePr>
          <p:xfrm>
            <a:off x="5907204" y="2351047"/>
            <a:ext cx="17018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5" name="Equation" r:id="rId25" imgW="1701720" imgH="812520" progId="Equation.DSMT4">
                    <p:embed/>
                  </p:oleObj>
                </mc:Choice>
                <mc:Fallback>
                  <p:oleObj name="Equation" r:id="rId25" imgW="170172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907204" y="2351047"/>
                          <a:ext cx="17018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0F82533D-C9C0-4059-9101-B163A459E9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583029"/>
              </p:ext>
            </p:extLst>
          </p:nvPr>
        </p:nvGraphicFramePr>
        <p:xfrm>
          <a:off x="2441133" y="3294771"/>
          <a:ext cx="345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916" name="Equation" r:id="rId27" imgW="3454200" imgH="419040" progId="Equation.DSMT4">
                  <p:embed/>
                </p:oleObj>
              </mc:Choice>
              <mc:Fallback>
                <p:oleObj name="Equation" r:id="rId27" imgW="3454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441133" y="3294771"/>
                        <a:ext cx="3454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3CE54045-07D2-4995-BE78-27B5081E1D96}"/>
              </a:ext>
            </a:extLst>
          </p:cNvPr>
          <p:cNvSpPr/>
          <p:nvPr/>
        </p:nvSpPr>
        <p:spPr>
          <a:xfrm>
            <a:off x="670238" y="399100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cs typeface="宋体" panose="02010600030101010101" pitchFamily="2" charset="-122"/>
                <a:sym typeface="+mn-ea"/>
              </a:rPr>
              <a:t>又</a:t>
            </a:r>
            <a:endParaRPr lang="zh-CN" altLang="en-US" sz="2400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6C35B0A-E02B-4AD2-A5C6-ED386DB7CB37}"/>
              </a:ext>
            </a:extLst>
          </p:cNvPr>
          <p:cNvGrpSpPr/>
          <p:nvPr/>
        </p:nvGrpSpPr>
        <p:grpSpPr>
          <a:xfrm>
            <a:off x="1164284" y="3853592"/>
            <a:ext cx="7081353" cy="812800"/>
            <a:chOff x="1164284" y="3853592"/>
            <a:chExt cx="7081353" cy="812800"/>
          </a:xfrm>
        </p:grpSpPr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893790EE-70F3-4BD0-BB18-8C29B0C5C2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8738855"/>
                </p:ext>
              </p:extLst>
            </p:nvPr>
          </p:nvGraphicFramePr>
          <p:xfrm>
            <a:off x="1164284" y="4033568"/>
            <a:ext cx="13081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7" name="Equation" r:id="rId29" imgW="1307880" imgH="419040" progId="Equation.DSMT4">
                    <p:embed/>
                  </p:oleObj>
                </mc:Choice>
                <mc:Fallback>
                  <p:oleObj name="Equation" r:id="rId29" imgW="130788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164284" y="4033568"/>
                          <a:ext cx="13081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866A1118-CDDE-49D5-B4EA-FB0E5D4B4F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985833"/>
                </p:ext>
              </p:extLst>
            </p:nvPr>
          </p:nvGraphicFramePr>
          <p:xfrm>
            <a:off x="2626213" y="3853592"/>
            <a:ext cx="17018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8" name="Equation" r:id="rId31" imgW="1701720" imgH="812520" progId="Equation.DSMT4">
                    <p:embed/>
                  </p:oleObj>
                </mc:Choice>
                <mc:Fallback>
                  <p:oleObj name="Equation" r:id="rId31" imgW="170172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626213" y="3853592"/>
                          <a:ext cx="17018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101E59A-4E73-47B7-82D2-27A3F5FA44FC}"/>
                </a:ext>
              </a:extLst>
            </p:cNvPr>
            <p:cNvSpPr/>
            <p:nvPr/>
          </p:nvSpPr>
          <p:spPr>
            <a:xfrm>
              <a:off x="4438839" y="4012285"/>
              <a:ext cx="380679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cs typeface="宋体" panose="02010600030101010101" pitchFamily="2" charset="-122"/>
                  <a:sym typeface="+mn-ea"/>
                </a:rPr>
                <a:t>所以</a:t>
              </a:r>
              <a:endParaRPr lang="zh-CN" altLang="en-US" sz="2400" dirty="0"/>
            </a:p>
          </p:txBody>
        </p:sp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A80380DE-30CD-40E7-9BA9-2C0C9F3999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193881"/>
                </p:ext>
              </p:extLst>
            </p:nvPr>
          </p:nvGraphicFramePr>
          <p:xfrm>
            <a:off x="5135738" y="4081135"/>
            <a:ext cx="2413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19" name="Equation" r:id="rId33" imgW="2412720" imgH="380880" progId="Equation.DSMT4">
                    <p:embed/>
                  </p:oleObj>
                </mc:Choice>
                <mc:Fallback>
                  <p:oleObj name="Equation" r:id="rId33" imgW="24127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135738" y="4081135"/>
                          <a:ext cx="2413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5628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0">
            <a:extLst>
              <a:ext uri="{FF2B5EF4-FFF2-40B4-BE49-F238E27FC236}">
                <a16:creationId xmlns:a16="http://schemas.microsoft.com/office/drawing/2014/main" id="{4CBE3994-9777-4B08-A22A-D352C4FB3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04" y="123478"/>
            <a:ext cx="3312368" cy="448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再证明       的情形</a:t>
            </a:r>
            <a:r>
              <a:rPr lang="en-US" altLang="zh-CN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.</a:t>
            </a:r>
            <a:endParaRPr lang="zh-CN" altLang="en-US" sz="2400" b="1" dirty="0">
              <a:latin typeface="+mj-ea"/>
              <a:ea typeface="+mj-ea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AA53E9F-ED6F-40E1-8807-203281C5DF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58316"/>
              </p:ext>
            </p:extLst>
          </p:nvPr>
        </p:nvGraphicFramePr>
        <p:xfrm>
          <a:off x="1587372" y="214613"/>
          <a:ext cx="939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84" name="Equation" r:id="rId3" imgW="939600" imgH="266400" progId="Equation.DSMT4">
                  <p:embed/>
                </p:oleObj>
              </mc:Choice>
              <mc:Fallback>
                <p:oleObj name="Equation" r:id="rId3" imgW="939600" imgH="266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0B252C3-467D-427F-9AC9-5000174ACC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372" y="214613"/>
                        <a:ext cx="939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F7FAA0BD-E59C-4DC0-A42C-832207E2B030}"/>
              </a:ext>
            </a:extLst>
          </p:cNvPr>
          <p:cNvGrpSpPr/>
          <p:nvPr/>
        </p:nvGrpSpPr>
        <p:grpSpPr>
          <a:xfrm>
            <a:off x="520769" y="572888"/>
            <a:ext cx="3927309" cy="448969"/>
            <a:chOff x="515217" y="913625"/>
            <a:chExt cx="3927309" cy="448969"/>
          </a:xfrm>
        </p:grpSpPr>
        <p:sp>
          <p:nvSpPr>
            <p:cNvPr id="5" name="TextBox 70">
              <a:extLst>
                <a:ext uri="{FF2B5EF4-FFF2-40B4-BE49-F238E27FC236}">
                  <a16:creationId xmlns:a16="http://schemas.microsoft.com/office/drawing/2014/main" id="{35E13856-742E-48DE-BF0E-4E87FAE57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217" y="913625"/>
              <a:ext cx="490539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设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8A17EC6-8BCF-4328-A416-4F8298FA91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5725405"/>
                </p:ext>
              </p:extLst>
            </p:nvPr>
          </p:nvGraphicFramePr>
          <p:xfrm>
            <a:off x="870967" y="1008063"/>
            <a:ext cx="1016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85" name="Equation" r:id="rId5" imgW="1015920" imgH="330120" progId="Equation.DSMT4">
                    <p:embed/>
                  </p:oleObj>
                </mc:Choice>
                <mc:Fallback>
                  <p:oleObj name="Equation" r:id="rId5" imgW="1015920" imgH="3301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6AA53E9F-ED6F-40E1-8807-203281C5DF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70967" y="1008063"/>
                          <a:ext cx="1016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9F35634-59D9-45B1-968C-4033A8C249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795683"/>
                </p:ext>
              </p:extLst>
            </p:nvPr>
          </p:nvGraphicFramePr>
          <p:xfrm>
            <a:off x="2051720" y="1001713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86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51720" y="1001713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70">
              <a:extLst>
                <a:ext uri="{FF2B5EF4-FFF2-40B4-BE49-F238E27FC236}">
                  <a16:creationId xmlns:a16="http://schemas.microsoft.com/office/drawing/2014/main" id="{85A43B64-76FB-4C9A-AFC3-E8DECAAFB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604" y="913625"/>
              <a:ext cx="1810922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为有限区间</a:t>
              </a:r>
              <a:r>
                <a:rPr lang="en-US" altLang="zh-CN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E003F4BE-A137-44F5-B004-A9248CAA14C1}"/>
              </a:ext>
            </a:extLst>
          </p:cNvPr>
          <p:cNvGrpSpPr/>
          <p:nvPr/>
        </p:nvGrpSpPr>
        <p:grpSpPr>
          <a:xfrm>
            <a:off x="4298357" y="572447"/>
            <a:ext cx="2377919" cy="448969"/>
            <a:chOff x="4292805" y="913184"/>
            <a:chExt cx="2377919" cy="448969"/>
          </a:xfrm>
        </p:grpSpPr>
        <p:sp>
          <p:nvSpPr>
            <p:cNvPr id="9" name="TextBox 70">
              <a:extLst>
                <a:ext uri="{FF2B5EF4-FFF2-40B4-BE49-F238E27FC236}">
                  <a16:creationId xmlns:a16="http://schemas.microsoft.com/office/drawing/2014/main" id="{CAD3DC8B-7344-4C78-8869-74A95E48E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805" y="913184"/>
              <a:ext cx="2377919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任取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95E4144-338B-4291-A3A4-B0333A2A59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5506801"/>
                </p:ext>
              </p:extLst>
            </p:nvPr>
          </p:nvGraphicFramePr>
          <p:xfrm>
            <a:off x="5110212" y="963613"/>
            <a:ext cx="1295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87" name="Equation" r:id="rId9" imgW="1295280" imgH="380880" progId="Equation.DSMT4">
                    <p:embed/>
                  </p:oleObj>
                </mc:Choice>
                <mc:Fallback>
                  <p:oleObj name="Equation" r:id="rId9" imgW="12952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10212" y="963613"/>
                          <a:ext cx="1295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FA63E55-43E6-4C31-AF2E-49A5F3DCC8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928715"/>
              </p:ext>
            </p:extLst>
          </p:nvPr>
        </p:nvGraphicFramePr>
        <p:xfrm>
          <a:off x="2028748" y="1085301"/>
          <a:ext cx="3276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88" name="Equation" r:id="rId11" imgW="3276360" imgH="495000" progId="Equation.DSMT4">
                  <p:embed/>
                </p:oleObj>
              </mc:Choice>
              <mc:Fallback>
                <p:oleObj name="Equation" r:id="rId11" imgW="3276360" imgH="49500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49D69E92-92F8-4F99-85B0-D7E239F346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28748" y="1085301"/>
                        <a:ext cx="32766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AC22F851-A974-4880-8314-0557BC7632F1}"/>
              </a:ext>
            </a:extLst>
          </p:cNvPr>
          <p:cNvGrpSpPr/>
          <p:nvPr/>
        </p:nvGrpSpPr>
        <p:grpSpPr>
          <a:xfrm>
            <a:off x="550656" y="1580601"/>
            <a:ext cx="5606493" cy="448969"/>
            <a:chOff x="545104" y="1921338"/>
            <a:chExt cx="5606493" cy="448969"/>
          </a:xfrm>
        </p:grpSpPr>
        <p:sp>
          <p:nvSpPr>
            <p:cNvPr id="12" name="TextBox 70">
              <a:extLst>
                <a:ext uri="{FF2B5EF4-FFF2-40B4-BE49-F238E27FC236}">
                  <a16:creationId xmlns:a16="http://schemas.microsoft.com/office/drawing/2014/main" id="{65D625A3-5456-451F-BCE3-69740F809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104" y="1921338"/>
              <a:ext cx="5606493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所以对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任意</a:t>
              </a: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                 存在充分                 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F7FF735-079A-4C7A-B177-F8DA966089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0776779"/>
                </p:ext>
              </p:extLst>
            </p:nvPr>
          </p:nvGraphicFramePr>
          <p:xfrm>
            <a:off x="2253188" y="1981084"/>
            <a:ext cx="257092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89" name="Equation" r:id="rId13" imgW="2476440" imgH="380880" progId="Equation.DSMT4">
                    <p:embed/>
                  </p:oleObj>
                </mc:Choice>
                <mc:Fallback>
                  <p:oleObj name="Equation" r:id="rId13" imgW="24764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53188" y="1981084"/>
                          <a:ext cx="257092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4B1ACD98-A4CE-4BB1-B2C9-0E7044745BF8}"/>
              </a:ext>
            </a:extLst>
          </p:cNvPr>
          <p:cNvGrpSpPr/>
          <p:nvPr/>
        </p:nvGrpSpPr>
        <p:grpSpPr>
          <a:xfrm>
            <a:off x="513053" y="2018309"/>
            <a:ext cx="5606493" cy="448969"/>
            <a:chOff x="507501" y="2359046"/>
            <a:chExt cx="5606493" cy="448969"/>
          </a:xfrm>
        </p:grpSpPr>
        <p:sp>
          <p:nvSpPr>
            <p:cNvPr id="44" name="TextBox 70">
              <a:extLst>
                <a:ext uri="{FF2B5EF4-FFF2-40B4-BE49-F238E27FC236}">
                  <a16:creationId xmlns:a16="http://schemas.microsoft.com/office/drawing/2014/main" id="{053B55FB-2656-4A5D-A435-F9C88B618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01" y="2359046"/>
              <a:ext cx="5606493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靠近  的点         和充分靠近  的点                 </a:t>
              </a:r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329B60A9-371D-4904-9BA7-4C8AAF02A1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0776047"/>
                </p:ext>
              </p:extLst>
            </p:nvPr>
          </p:nvGraphicFramePr>
          <p:xfrm>
            <a:off x="1310181" y="2544159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90" name="Equation" r:id="rId15" imgW="203040" imgH="203040" progId="Equation.DSMT4">
                    <p:embed/>
                  </p:oleObj>
                </mc:Choice>
                <mc:Fallback>
                  <p:oleObj name="Equation" r:id="rId15" imgW="203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10181" y="2544159"/>
                          <a:ext cx="203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3BB57C69-816C-4AB8-9BC9-1872EB9387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6238453"/>
                </p:ext>
              </p:extLst>
            </p:nvPr>
          </p:nvGraphicFramePr>
          <p:xfrm>
            <a:off x="2196515" y="2423826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91" name="Equation" r:id="rId17" imgW="1307880" imgH="380880" progId="Equation.DSMT4">
                    <p:embed/>
                  </p:oleObj>
                </mc:Choice>
                <mc:Fallback>
                  <p:oleObj name="Equation" r:id="rId17" imgW="1307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196515" y="2423826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33F68F63-7407-4EA9-9EEE-12DBB4D954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9079795"/>
                </p:ext>
              </p:extLst>
            </p:nvPr>
          </p:nvGraphicFramePr>
          <p:xfrm>
            <a:off x="5154704" y="2453723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92" name="Equation" r:id="rId19" imgW="190440" imgH="279360" progId="Equation.DSMT4">
                    <p:embed/>
                  </p:oleObj>
                </mc:Choice>
                <mc:Fallback>
                  <p:oleObj name="Equation" r:id="rId19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154704" y="2453723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67E6A9A1-CD35-451C-B2BF-DFD45322C052}"/>
              </a:ext>
            </a:extLst>
          </p:cNvPr>
          <p:cNvGrpSpPr/>
          <p:nvPr/>
        </p:nvGrpSpPr>
        <p:grpSpPr>
          <a:xfrm>
            <a:off x="529042" y="2543073"/>
            <a:ext cx="2298704" cy="448969"/>
            <a:chOff x="523490" y="2883810"/>
            <a:chExt cx="2298704" cy="448969"/>
          </a:xfrm>
        </p:grpSpPr>
        <p:sp>
          <p:nvSpPr>
            <p:cNvPr id="48" name="TextBox 70">
              <a:extLst>
                <a:ext uri="{FF2B5EF4-FFF2-40B4-BE49-F238E27FC236}">
                  <a16:creationId xmlns:a16="http://schemas.microsoft.com/office/drawing/2014/main" id="{9A6F1CF6-064A-43FB-BA15-03A9EAAD9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490" y="2883810"/>
              <a:ext cx="2298704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         使得</a:t>
              </a:r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7AA6F354-1946-403C-AA65-95ACEE2F95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7467600"/>
                </p:ext>
              </p:extLst>
            </p:nvPr>
          </p:nvGraphicFramePr>
          <p:xfrm>
            <a:off x="627227" y="2946676"/>
            <a:ext cx="1346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93" name="Equation" r:id="rId21" imgW="1346040" imgH="380880" progId="Equation.DSMT4">
                    <p:embed/>
                  </p:oleObj>
                </mc:Choice>
                <mc:Fallback>
                  <p:oleObj name="Equation" r:id="rId21" imgW="1346040" imgH="38088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3BB57C69-816C-4AB8-9BC9-1872EB9387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27227" y="2946676"/>
                          <a:ext cx="1346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52AFCB0D-E532-4B2F-A55A-51D04D367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401396"/>
              </p:ext>
            </p:extLst>
          </p:nvPr>
        </p:nvGraphicFramePr>
        <p:xfrm>
          <a:off x="2770224" y="2619952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94" name="Equation" r:id="rId23" imgW="1384200" imgH="380880" progId="Equation.DSMT4">
                  <p:embed/>
                </p:oleObj>
              </mc:Choice>
              <mc:Fallback>
                <p:oleObj name="Equation" r:id="rId23" imgW="1384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70224" y="2619952"/>
                        <a:ext cx="1384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4298904C-C2F1-4780-A67D-15FD2C3EE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283815"/>
              </p:ext>
            </p:extLst>
          </p:nvPr>
        </p:nvGraphicFramePr>
        <p:xfrm>
          <a:off x="4368712" y="2591017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95" name="Equation" r:id="rId25" imgW="1346040" imgH="380880" progId="Equation.DSMT4">
                  <p:embed/>
                </p:oleObj>
              </mc:Choice>
              <mc:Fallback>
                <p:oleObj name="Equation" r:id="rId25" imgW="1346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368712" y="2591017"/>
                        <a:ext cx="1346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BEF1AB89-265A-44BD-B232-040F2D88D157}"/>
              </a:ext>
            </a:extLst>
          </p:cNvPr>
          <p:cNvGrpSpPr/>
          <p:nvPr/>
        </p:nvGrpSpPr>
        <p:grpSpPr>
          <a:xfrm>
            <a:off x="419569" y="3034936"/>
            <a:ext cx="5991595" cy="448969"/>
            <a:chOff x="414017" y="3375673"/>
            <a:chExt cx="5991595" cy="448969"/>
          </a:xfrm>
        </p:grpSpPr>
        <p:sp>
          <p:nvSpPr>
            <p:cNvPr id="77" name="TextBox 70">
              <a:extLst>
                <a:ext uri="{FF2B5EF4-FFF2-40B4-BE49-F238E27FC236}">
                  <a16:creationId xmlns:a16="http://schemas.microsoft.com/office/drawing/2014/main" id="{09252AD4-9DDF-40EC-9604-DDABCAF87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17" y="3375673"/>
              <a:ext cx="5991595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又             故存在最小值点</a:t>
              </a:r>
            </a:p>
          </p:txBody>
        </p:sp>
        <p:graphicFrame>
          <p:nvGraphicFramePr>
            <p:cNvPr id="78" name="对象 77">
              <a:extLst>
                <a:ext uri="{FF2B5EF4-FFF2-40B4-BE49-F238E27FC236}">
                  <a16:creationId xmlns:a16="http://schemas.microsoft.com/office/drawing/2014/main" id="{C6B9DB79-46EE-480B-AA58-2E0FB70110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1128902"/>
                </p:ext>
              </p:extLst>
            </p:nvPr>
          </p:nvGraphicFramePr>
          <p:xfrm>
            <a:off x="813600" y="3434444"/>
            <a:ext cx="1955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96" name="Equation" r:id="rId27" imgW="1955520" imgH="380880" progId="Equation.DSMT4">
                    <p:embed/>
                  </p:oleObj>
                </mc:Choice>
                <mc:Fallback>
                  <p:oleObj name="Equation" r:id="rId27" imgW="1955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813600" y="3434444"/>
                          <a:ext cx="1955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对象 78">
              <a:extLst>
                <a:ext uri="{FF2B5EF4-FFF2-40B4-BE49-F238E27FC236}">
                  <a16:creationId xmlns:a16="http://schemas.microsoft.com/office/drawing/2014/main" id="{3BC64777-14EF-427E-A1AB-063567FD05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4910794"/>
                </p:ext>
              </p:extLst>
            </p:nvPr>
          </p:nvGraphicFramePr>
          <p:xfrm>
            <a:off x="4994428" y="3432120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97" name="Equation" r:id="rId29" imgW="1307880" imgH="380880" progId="Equation.DSMT4">
                    <p:embed/>
                  </p:oleObj>
                </mc:Choice>
                <mc:Fallback>
                  <p:oleObj name="Equation" r:id="rId29" imgW="1307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994428" y="3432120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AC12BBFA-2DB5-4AD8-A87F-1188816D0354}"/>
              </a:ext>
            </a:extLst>
          </p:cNvPr>
          <p:cNvGrpSpPr/>
          <p:nvPr/>
        </p:nvGrpSpPr>
        <p:grpSpPr>
          <a:xfrm>
            <a:off x="6280589" y="3034495"/>
            <a:ext cx="2544391" cy="448969"/>
            <a:chOff x="6275037" y="3375232"/>
            <a:chExt cx="2544391" cy="448969"/>
          </a:xfrm>
        </p:grpSpPr>
        <p:sp>
          <p:nvSpPr>
            <p:cNvPr id="81" name="TextBox 70">
              <a:extLst>
                <a:ext uri="{FF2B5EF4-FFF2-40B4-BE49-F238E27FC236}">
                  <a16:creationId xmlns:a16="http://schemas.microsoft.com/office/drawing/2014/main" id="{7D8FDF10-C8D8-444B-9045-0526A371E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5037" y="3375232"/>
              <a:ext cx="2544391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又           且</a:t>
              </a:r>
            </a:p>
          </p:txBody>
        </p:sp>
        <p:graphicFrame>
          <p:nvGraphicFramePr>
            <p:cNvPr id="82" name="对象 81">
              <a:extLst>
                <a:ext uri="{FF2B5EF4-FFF2-40B4-BE49-F238E27FC236}">
                  <a16:creationId xmlns:a16="http://schemas.microsoft.com/office/drawing/2014/main" id="{288FF729-8061-4C9B-BC7B-E5E26E03D5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789214"/>
                </p:ext>
              </p:extLst>
            </p:nvPr>
          </p:nvGraphicFramePr>
          <p:xfrm>
            <a:off x="6791780" y="3408646"/>
            <a:ext cx="1435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98" name="Equation" r:id="rId31" imgW="1434960" imgH="380880" progId="Equation.DSMT4">
                    <p:embed/>
                  </p:oleObj>
                </mc:Choice>
                <mc:Fallback>
                  <p:oleObj name="Equation" r:id="rId31" imgW="14349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791780" y="3408646"/>
                          <a:ext cx="1435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6AD89E3-4FBF-433B-8DBD-AC902C737EE7}"/>
              </a:ext>
            </a:extLst>
          </p:cNvPr>
          <p:cNvGrpSpPr/>
          <p:nvPr/>
        </p:nvGrpSpPr>
        <p:grpSpPr>
          <a:xfrm>
            <a:off x="6510770" y="499653"/>
            <a:ext cx="2453557" cy="1813644"/>
            <a:chOff x="6416671" y="1287697"/>
            <a:chExt cx="2453557" cy="1813644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A629C36E-DE61-4F2C-9E2D-F165DF4AFBCC}"/>
                </a:ext>
              </a:extLst>
            </p:cNvPr>
            <p:cNvGrpSpPr/>
            <p:nvPr/>
          </p:nvGrpSpPr>
          <p:grpSpPr>
            <a:xfrm>
              <a:off x="6416671" y="1287697"/>
              <a:ext cx="2453557" cy="1763115"/>
              <a:chOff x="5864991" y="1363909"/>
              <a:chExt cx="2453557" cy="1763115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09DE1D7E-8A99-422C-B2CB-0800544D5E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4991" y="2842959"/>
                <a:ext cx="2453557" cy="13281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w="lg" len="me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41A8064-3378-4F02-A25A-3BDD80053C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46427" y="1473217"/>
                <a:ext cx="25400" cy="1576107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w="lg" len="med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044C330-48ED-4D65-8873-2CEFB204ED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6560" y="2560412"/>
                <a:ext cx="1484986" cy="11338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A9100B5B-D32F-4FE1-A312-D381649AED2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6943124"/>
                  </p:ext>
                </p:extLst>
              </p:nvPr>
            </p:nvGraphicFramePr>
            <p:xfrm>
              <a:off x="8034233" y="2842959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199" name="Equation" r:id="rId33" imgW="177480" imgH="190440" progId="Equation.DSMT4">
                      <p:embed/>
                    </p:oleObj>
                  </mc:Choice>
                  <mc:Fallback>
                    <p:oleObj name="Equation" r:id="rId33" imgW="177480" imgH="190440" progId="Equation.DSMT4">
                      <p:embed/>
                      <p:pic>
                        <p:nvPicPr>
                          <p:cNvPr id="18" name="对象 17">
                            <a:extLst>
                              <a:ext uri="{FF2B5EF4-FFF2-40B4-BE49-F238E27FC236}">
                                <a16:creationId xmlns:a16="http://schemas.microsoft.com/office/drawing/2014/main" id="{DD41FF53-5D3A-4FAC-B98D-284ED09A3F9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8034233" y="2842959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对象 19">
                <a:extLst>
                  <a:ext uri="{FF2B5EF4-FFF2-40B4-BE49-F238E27FC236}">
                    <a16:creationId xmlns:a16="http://schemas.microsoft.com/office/drawing/2014/main" id="{C9095EE2-DA91-4BAB-AD65-2A433E7C97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7414175"/>
                  </p:ext>
                </p:extLst>
              </p:nvPr>
            </p:nvGraphicFramePr>
            <p:xfrm>
              <a:off x="5968627" y="1534759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200" name="Equation" r:id="rId35" imgW="190440" imgH="241200" progId="Equation.DSMT4">
                      <p:embed/>
                    </p:oleObj>
                  </mc:Choice>
                  <mc:Fallback>
                    <p:oleObj name="Equation" r:id="rId35" imgW="190440" imgH="24120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3FC80465-786E-4961-A7D7-3E5BD017A8B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5968627" y="1534759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B89D3EDB-5053-4A9B-B2EA-7983715527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4093614"/>
                  </p:ext>
                </p:extLst>
              </p:nvPr>
            </p:nvGraphicFramePr>
            <p:xfrm>
              <a:off x="5890444" y="2867887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201" name="Equation" r:id="rId37" imgW="228600" imgH="241200" progId="Equation.DSMT4">
                      <p:embed/>
                    </p:oleObj>
                  </mc:Choice>
                  <mc:Fallback>
                    <p:oleObj name="Equation" r:id="rId37" imgW="228600" imgH="241200" progId="Equation.DSMT4">
                      <p:embed/>
                      <p:pic>
                        <p:nvPicPr>
                          <p:cNvPr id="20" name="对象 19">
                            <a:extLst>
                              <a:ext uri="{FF2B5EF4-FFF2-40B4-BE49-F238E27FC236}">
                                <a16:creationId xmlns:a16="http://schemas.microsoft.com/office/drawing/2014/main" id="{78120C64-8A73-40D1-8B1F-E7F2C1C9D3F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5890444" y="2867887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44506E9A-6BBA-4D74-9E42-31343E81A6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39516711"/>
                  </p:ext>
                </p:extLst>
              </p:nvPr>
            </p:nvGraphicFramePr>
            <p:xfrm>
              <a:off x="6904591" y="1363909"/>
              <a:ext cx="927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202" name="Equation" r:id="rId39" imgW="927000" imgH="304560" progId="Equation.DSMT4">
                      <p:embed/>
                    </p:oleObj>
                  </mc:Choice>
                  <mc:Fallback>
                    <p:oleObj name="Equation" r:id="rId39" imgW="927000" imgH="30456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0C3350E6-3468-47B9-9700-A1EF4EB2B23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6904591" y="1363909"/>
                            <a:ext cx="927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76E0F0E-83A0-4A7B-A279-240DB5BB8E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1980" y="2540331"/>
                <a:ext cx="10679" cy="29171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DA6B7D63-EC7F-43A6-A0B1-97EB283709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5989073"/>
                  </p:ext>
                </p:extLst>
              </p:nvPr>
            </p:nvGraphicFramePr>
            <p:xfrm>
              <a:off x="6726459" y="2885724"/>
              <a:ext cx="1524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203" name="Equation" r:id="rId41" imgW="152280" imgH="241200" progId="Equation.DSMT4">
                      <p:embed/>
                    </p:oleObj>
                  </mc:Choice>
                  <mc:Fallback>
                    <p:oleObj name="Equation" r:id="rId41" imgW="152280" imgH="241200" progId="Equation.DSMT4">
                      <p:embed/>
                      <p:pic>
                        <p:nvPicPr>
                          <p:cNvPr id="12" name="对象 11">
                            <a:extLst>
                              <a:ext uri="{FF2B5EF4-FFF2-40B4-BE49-F238E27FC236}">
                                <a16:creationId xmlns:a16="http://schemas.microsoft.com/office/drawing/2014/main" id="{CB958DA0-BDA9-4BA1-90AA-38DFCEC4688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6726459" y="2885724"/>
                            <a:ext cx="1524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147E5D3F-F82E-4946-9F65-1A8C5101792E}"/>
                  </a:ext>
                </a:extLst>
              </p:cNvPr>
              <p:cNvGrpSpPr/>
              <p:nvPr/>
            </p:nvGrpSpPr>
            <p:grpSpPr>
              <a:xfrm rot="16200000">
                <a:off x="6319532" y="1669803"/>
                <a:ext cx="938938" cy="818985"/>
                <a:chOff x="7177383" y="1902367"/>
                <a:chExt cx="399317" cy="1176438"/>
              </a:xfrm>
            </p:grpSpPr>
            <p:sp>
              <p:nvSpPr>
                <p:cNvPr id="34" name="Freeform 47">
                  <a:extLst>
                    <a:ext uri="{FF2B5EF4-FFF2-40B4-BE49-F238E27FC236}">
                      <a16:creationId xmlns:a16="http://schemas.microsoft.com/office/drawing/2014/main" id="{0A7F4E22-D7E9-4AD7-900A-BF60BB3F73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77383" y="2492450"/>
                  <a:ext cx="399317" cy="586355"/>
                </a:xfrm>
                <a:custGeom>
                  <a:avLst/>
                  <a:gdLst>
                    <a:gd name="T0" fmla="*/ 6 w 360"/>
                    <a:gd name="T1" fmla="*/ 42 h 528"/>
                    <a:gd name="T2" fmla="*/ 12 w 360"/>
                    <a:gd name="T3" fmla="*/ 66 h 528"/>
                    <a:gd name="T4" fmla="*/ 18 w 360"/>
                    <a:gd name="T5" fmla="*/ 84 h 528"/>
                    <a:gd name="T6" fmla="*/ 24 w 360"/>
                    <a:gd name="T7" fmla="*/ 102 h 528"/>
                    <a:gd name="T8" fmla="*/ 30 w 360"/>
                    <a:gd name="T9" fmla="*/ 120 h 528"/>
                    <a:gd name="T10" fmla="*/ 42 w 360"/>
                    <a:gd name="T11" fmla="*/ 132 h 528"/>
                    <a:gd name="T12" fmla="*/ 48 w 360"/>
                    <a:gd name="T13" fmla="*/ 144 h 528"/>
                    <a:gd name="T14" fmla="*/ 54 w 360"/>
                    <a:gd name="T15" fmla="*/ 156 h 528"/>
                    <a:gd name="T16" fmla="*/ 60 w 360"/>
                    <a:gd name="T17" fmla="*/ 168 h 528"/>
                    <a:gd name="T18" fmla="*/ 66 w 360"/>
                    <a:gd name="T19" fmla="*/ 180 h 528"/>
                    <a:gd name="T20" fmla="*/ 72 w 360"/>
                    <a:gd name="T21" fmla="*/ 192 h 528"/>
                    <a:gd name="T22" fmla="*/ 84 w 360"/>
                    <a:gd name="T23" fmla="*/ 198 h 528"/>
                    <a:gd name="T24" fmla="*/ 90 w 360"/>
                    <a:gd name="T25" fmla="*/ 210 h 528"/>
                    <a:gd name="T26" fmla="*/ 96 w 360"/>
                    <a:gd name="T27" fmla="*/ 222 h 528"/>
                    <a:gd name="T28" fmla="*/ 102 w 360"/>
                    <a:gd name="T29" fmla="*/ 228 h 528"/>
                    <a:gd name="T30" fmla="*/ 108 w 360"/>
                    <a:gd name="T31" fmla="*/ 240 h 528"/>
                    <a:gd name="T32" fmla="*/ 114 w 360"/>
                    <a:gd name="T33" fmla="*/ 252 h 528"/>
                    <a:gd name="T34" fmla="*/ 126 w 360"/>
                    <a:gd name="T35" fmla="*/ 258 h 528"/>
                    <a:gd name="T36" fmla="*/ 132 w 360"/>
                    <a:gd name="T37" fmla="*/ 270 h 528"/>
                    <a:gd name="T38" fmla="*/ 138 w 360"/>
                    <a:gd name="T39" fmla="*/ 276 h 528"/>
                    <a:gd name="T40" fmla="*/ 144 w 360"/>
                    <a:gd name="T41" fmla="*/ 288 h 528"/>
                    <a:gd name="T42" fmla="*/ 150 w 360"/>
                    <a:gd name="T43" fmla="*/ 294 h 528"/>
                    <a:gd name="T44" fmla="*/ 162 w 360"/>
                    <a:gd name="T45" fmla="*/ 300 h 528"/>
                    <a:gd name="T46" fmla="*/ 168 w 360"/>
                    <a:gd name="T47" fmla="*/ 312 h 528"/>
                    <a:gd name="T48" fmla="*/ 174 w 360"/>
                    <a:gd name="T49" fmla="*/ 318 h 528"/>
                    <a:gd name="T50" fmla="*/ 180 w 360"/>
                    <a:gd name="T51" fmla="*/ 330 h 528"/>
                    <a:gd name="T52" fmla="*/ 186 w 360"/>
                    <a:gd name="T53" fmla="*/ 336 h 528"/>
                    <a:gd name="T54" fmla="*/ 192 w 360"/>
                    <a:gd name="T55" fmla="*/ 348 h 528"/>
                    <a:gd name="T56" fmla="*/ 204 w 360"/>
                    <a:gd name="T57" fmla="*/ 354 h 528"/>
                    <a:gd name="T58" fmla="*/ 210 w 360"/>
                    <a:gd name="T59" fmla="*/ 360 h 528"/>
                    <a:gd name="T60" fmla="*/ 216 w 360"/>
                    <a:gd name="T61" fmla="*/ 372 h 528"/>
                    <a:gd name="T62" fmla="*/ 222 w 360"/>
                    <a:gd name="T63" fmla="*/ 378 h 528"/>
                    <a:gd name="T64" fmla="*/ 228 w 360"/>
                    <a:gd name="T65" fmla="*/ 384 h 528"/>
                    <a:gd name="T66" fmla="*/ 234 w 360"/>
                    <a:gd name="T67" fmla="*/ 396 h 528"/>
                    <a:gd name="T68" fmla="*/ 246 w 360"/>
                    <a:gd name="T69" fmla="*/ 402 h 528"/>
                    <a:gd name="T70" fmla="*/ 252 w 360"/>
                    <a:gd name="T71" fmla="*/ 408 h 528"/>
                    <a:gd name="T72" fmla="*/ 258 w 360"/>
                    <a:gd name="T73" fmla="*/ 420 h 528"/>
                    <a:gd name="T74" fmla="*/ 264 w 360"/>
                    <a:gd name="T75" fmla="*/ 426 h 528"/>
                    <a:gd name="T76" fmla="*/ 270 w 360"/>
                    <a:gd name="T77" fmla="*/ 432 h 528"/>
                    <a:gd name="T78" fmla="*/ 282 w 360"/>
                    <a:gd name="T79" fmla="*/ 444 h 528"/>
                    <a:gd name="T80" fmla="*/ 288 w 360"/>
                    <a:gd name="T81" fmla="*/ 450 h 528"/>
                    <a:gd name="T82" fmla="*/ 294 w 360"/>
                    <a:gd name="T83" fmla="*/ 456 h 528"/>
                    <a:gd name="T84" fmla="*/ 300 w 360"/>
                    <a:gd name="T85" fmla="*/ 462 h 528"/>
                    <a:gd name="T86" fmla="*/ 306 w 360"/>
                    <a:gd name="T87" fmla="*/ 474 h 528"/>
                    <a:gd name="T88" fmla="*/ 312 w 360"/>
                    <a:gd name="T89" fmla="*/ 480 h 528"/>
                    <a:gd name="T90" fmla="*/ 324 w 360"/>
                    <a:gd name="T91" fmla="*/ 486 h 528"/>
                    <a:gd name="T92" fmla="*/ 330 w 360"/>
                    <a:gd name="T93" fmla="*/ 498 h 528"/>
                    <a:gd name="T94" fmla="*/ 336 w 360"/>
                    <a:gd name="T95" fmla="*/ 504 h 528"/>
                    <a:gd name="T96" fmla="*/ 342 w 360"/>
                    <a:gd name="T97" fmla="*/ 510 h 528"/>
                    <a:gd name="T98" fmla="*/ 348 w 360"/>
                    <a:gd name="T99" fmla="*/ 516 h 528"/>
                    <a:gd name="T100" fmla="*/ 354 w 360"/>
                    <a:gd name="T101" fmla="*/ 528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60" h="528">
                      <a:moveTo>
                        <a:pt x="0" y="0"/>
                      </a:moveTo>
                      <a:lnTo>
                        <a:pt x="0" y="18"/>
                      </a:lnTo>
                      <a:lnTo>
                        <a:pt x="0" y="24"/>
                      </a:lnTo>
                      <a:lnTo>
                        <a:pt x="0" y="36"/>
                      </a:lnTo>
                      <a:lnTo>
                        <a:pt x="6" y="42"/>
                      </a:lnTo>
                      <a:lnTo>
                        <a:pt x="6" y="48"/>
                      </a:lnTo>
                      <a:lnTo>
                        <a:pt x="6" y="54"/>
                      </a:lnTo>
                      <a:lnTo>
                        <a:pt x="6" y="60"/>
                      </a:lnTo>
                      <a:lnTo>
                        <a:pt x="12" y="60"/>
                      </a:lnTo>
                      <a:lnTo>
                        <a:pt x="12" y="66"/>
                      </a:lnTo>
                      <a:lnTo>
                        <a:pt x="12" y="72"/>
                      </a:lnTo>
                      <a:lnTo>
                        <a:pt x="12" y="72"/>
                      </a:lnTo>
                      <a:lnTo>
                        <a:pt x="18" y="78"/>
                      </a:lnTo>
                      <a:lnTo>
                        <a:pt x="18" y="84"/>
                      </a:lnTo>
                      <a:lnTo>
                        <a:pt x="18" y="84"/>
                      </a:lnTo>
                      <a:lnTo>
                        <a:pt x="18" y="90"/>
                      </a:lnTo>
                      <a:lnTo>
                        <a:pt x="24" y="96"/>
                      </a:lnTo>
                      <a:lnTo>
                        <a:pt x="24" y="96"/>
                      </a:lnTo>
                      <a:lnTo>
                        <a:pt x="24" y="102"/>
                      </a:lnTo>
                      <a:lnTo>
                        <a:pt x="24" y="102"/>
                      </a:lnTo>
                      <a:lnTo>
                        <a:pt x="24" y="108"/>
                      </a:lnTo>
                      <a:lnTo>
                        <a:pt x="30" y="108"/>
                      </a:lnTo>
                      <a:lnTo>
                        <a:pt x="30" y="114"/>
                      </a:lnTo>
                      <a:lnTo>
                        <a:pt x="30" y="114"/>
                      </a:lnTo>
                      <a:lnTo>
                        <a:pt x="30" y="120"/>
                      </a:lnTo>
                      <a:lnTo>
                        <a:pt x="36" y="120"/>
                      </a:lnTo>
                      <a:lnTo>
                        <a:pt x="36" y="126"/>
                      </a:lnTo>
                      <a:lnTo>
                        <a:pt x="36" y="126"/>
                      </a:lnTo>
                      <a:lnTo>
                        <a:pt x="36" y="126"/>
                      </a:lnTo>
                      <a:lnTo>
                        <a:pt x="42" y="132"/>
                      </a:lnTo>
                      <a:lnTo>
                        <a:pt x="42" y="132"/>
                      </a:lnTo>
                      <a:lnTo>
                        <a:pt x="42" y="138"/>
                      </a:lnTo>
                      <a:lnTo>
                        <a:pt x="42" y="138"/>
                      </a:lnTo>
                      <a:lnTo>
                        <a:pt x="48" y="144"/>
                      </a:lnTo>
                      <a:lnTo>
                        <a:pt x="48" y="144"/>
                      </a:lnTo>
                      <a:lnTo>
                        <a:pt x="48" y="144"/>
                      </a:lnTo>
                      <a:lnTo>
                        <a:pt x="48" y="150"/>
                      </a:lnTo>
                      <a:lnTo>
                        <a:pt x="48" y="150"/>
                      </a:lnTo>
                      <a:lnTo>
                        <a:pt x="54" y="156"/>
                      </a:lnTo>
                      <a:lnTo>
                        <a:pt x="54" y="156"/>
                      </a:lnTo>
                      <a:lnTo>
                        <a:pt x="54" y="156"/>
                      </a:lnTo>
                      <a:lnTo>
                        <a:pt x="54" y="162"/>
                      </a:lnTo>
                      <a:lnTo>
                        <a:pt x="60" y="162"/>
                      </a:lnTo>
                      <a:lnTo>
                        <a:pt x="60" y="168"/>
                      </a:lnTo>
                      <a:lnTo>
                        <a:pt x="60" y="168"/>
                      </a:lnTo>
                      <a:lnTo>
                        <a:pt x="60" y="168"/>
                      </a:lnTo>
                      <a:lnTo>
                        <a:pt x="66" y="174"/>
                      </a:lnTo>
                      <a:lnTo>
                        <a:pt x="66" y="174"/>
                      </a:lnTo>
                      <a:lnTo>
                        <a:pt x="66" y="180"/>
                      </a:lnTo>
                      <a:lnTo>
                        <a:pt x="66" y="180"/>
                      </a:lnTo>
                      <a:lnTo>
                        <a:pt x="66" y="180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92"/>
                      </a:lnTo>
                      <a:lnTo>
                        <a:pt x="78" y="192"/>
                      </a:lnTo>
                      <a:lnTo>
                        <a:pt x="78" y="192"/>
                      </a:lnTo>
                      <a:lnTo>
                        <a:pt x="78" y="198"/>
                      </a:lnTo>
                      <a:lnTo>
                        <a:pt x="78" y="198"/>
                      </a:lnTo>
                      <a:lnTo>
                        <a:pt x="84" y="198"/>
                      </a:lnTo>
                      <a:lnTo>
                        <a:pt x="84" y="204"/>
                      </a:lnTo>
                      <a:lnTo>
                        <a:pt x="84" y="204"/>
                      </a:lnTo>
                      <a:lnTo>
                        <a:pt x="84" y="204"/>
                      </a:lnTo>
                      <a:lnTo>
                        <a:pt x="90" y="210"/>
                      </a:lnTo>
                      <a:lnTo>
                        <a:pt x="90" y="210"/>
                      </a:lnTo>
                      <a:lnTo>
                        <a:pt x="90" y="210"/>
                      </a:lnTo>
                      <a:lnTo>
                        <a:pt x="90" y="216"/>
                      </a:lnTo>
                      <a:lnTo>
                        <a:pt x="90" y="216"/>
                      </a:lnTo>
                      <a:lnTo>
                        <a:pt x="96" y="216"/>
                      </a:lnTo>
                      <a:lnTo>
                        <a:pt x="96" y="222"/>
                      </a:lnTo>
                      <a:lnTo>
                        <a:pt x="96" y="222"/>
                      </a:lnTo>
                      <a:lnTo>
                        <a:pt x="96" y="222"/>
                      </a:lnTo>
                      <a:lnTo>
                        <a:pt x="102" y="228"/>
                      </a:lnTo>
                      <a:lnTo>
                        <a:pt x="102" y="228"/>
                      </a:lnTo>
                      <a:lnTo>
                        <a:pt x="102" y="228"/>
                      </a:lnTo>
                      <a:lnTo>
                        <a:pt x="102" y="234"/>
                      </a:lnTo>
                      <a:lnTo>
                        <a:pt x="108" y="234"/>
                      </a:lnTo>
                      <a:lnTo>
                        <a:pt x="108" y="234"/>
                      </a:lnTo>
                      <a:lnTo>
                        <a:pt x="108" y="240"/>
                      </a:lnTo>
                      <a:lnTo>
                        <a:pt x="108" y="240"/>
                      </a:lnTo>
                      <a:lnTo>
                        <a:pt x="114" y="240"/>
                      </a:lnTo>
                      <a:lnTo>
                        <a:pt x="114" y="246"/>
                      </a:lnTo>
                      <a:lnTo>
                        <a:pt x="114" y="246"/>
                      </a:lnTo>
                      <a:lnTo>
                        <a:pt x="114" y="246"/>
                      </a:lnTo>
                      <a:lnTo>
                        <a:pt x="114" y="252"/>
                      </a:lnTo>
                      <a:lnTo>
                        <a:pt x="120" y="252"/>
                      </a:lnTo>
                      <a:lnTo>
                        <a:pt x="120" y="252"/>
                      </a:lnTo>
                      <a:lnTo>
                        <a:pt x="120" y="252"/>
                      </a:lnTo>
                      <a:lnTo>
                        <a:pt x="120" y="258"/>
                      </a:lnTo>
                      <a:lnTo>
                        <a:pt x="126" y="258"/>
                      </a:lnTo>
                      <a:lnTo>
                        <a:pt x="126" y="258"/>
                      </a:lnTo>
                      <a:lnTo>
                        <a:pt x="126" y="264"/>
                      </a:lnTo>
                      <a:lnTo>
                        <a:pt x="126" y="264"/>
                      </a:lnTo>
                      <a:lnTo>
                        <a:pt x="132" y="264"/>
                      </a:lnTo>
                      <a:lnTo>
                        <a:pt x="132" y="270"/>
                      </a:lnTo>
                      <a:lnTo>
                        <a:pt x="132" y="270"/>
                      </a:lnTo>
                      <a:lnTo>
                        <a:pt x="132" y="270"/>
                      </a:lnTo>
                      <a:lnTo>
                        <a:pt x="138" y="270"/>
                      </a:lnTo>
                      <a:lnTo>
                        <a:pt x="138" y="276"/>
                      </a:lnTo>
                      <a:lnTo>
                        <a:pt x="138" y="276"/>
                      </a:lnTo>
                      <a:lnTo>
                        <a:pt x="138" y="276"/>
                      </a:lnTo>
                      <a:lnTo>
                        <a:pt x="138" y="282"/>
                      </a:lnTo>
                      <a:lnTo>
                        <a:pt x="144" y="282"/>
                      </a:lnTo>
                      <a:lnTo>
                        <a:pt x="144" y="282"/>
                      </a:lnTo>
                      <a:lnTo>
                        <a:pt x="144" y="288"/>
                      </a:lnTo>
                      <a:lnTo>
                        <a:pt x="144" y="288"/>
                      </a:lnTo>
                      <a:lnTo>
                        <a:pt x="150" y="288"/>
                      </a:lnTo>
                      <a:lnTo>
                        <a:pt x="150" y="288"/>
                      </a:lnTo>
                      <a:lnTo>
                        <a:pt x="150" y="294"/>
                      </a:lnTo>
                      <a:lnTo>
                        <a:pt x="150" y="294"/>
                      </a:lnTo>
                      <a:lnTo>
                        <a:pt x="156" y="294"/>
                      </a:lnTo>
                      <a:lnTo>
                        <a:pt x="156" y="300"/>
                      </a:lnTo>
                      <a:lnTo>
                        <a:pt x="156" y="300"/>
                      </a:lnTo>
                      <a:lnTo>
                        <a:pt x="156" y="300"/>
                      </a:lnTo>
                      <a:lnTo>
                        <a:pt x="162" y="300"/>
                      </a:lnTo>
                      <a:lnTo>
                        <a:pt x="162" y="306"/>
                      </a:lnTo>
                      <a:lnTo>
                        <a:pt x="162" y="306"/>
                      </a:lnTo>
                      <a:lnTo>
                        <a:pt x="162" y="306"/>
                      </a:lnTo>
                      <a:lnTo>
                        <a:pt x="162" y="312"/>
                      </a:lnTo>
                      <a:lnTo>
                        <a:pt x="168" y="312"/>
                      </a:lnTo>
                      <a:lnTo>
                        <a:pt x="168" y="312"/>
                      </a:lnTo>
                      <a:lnTo>
                        <a:pt x="168" y="312"/>
                      </a:lnTo>
                      <a:lnTo>
                        <a:pt x="168" y="318"/>
                      </a:lnTo>
                      <a:lnTo>
                        <a:pt x="174" y="318"/>
                      </a:lnTo>
                      <a:lnTo>
                        <a:pt x="174" y="318"/>
                      </a:lnTo>
                      <a:lnTo>
                        <a:pt x="174" y="324"/>
                      </a:lnTo>
                      <a:lnTo>
                        <a:pt x="174" y="324"/>
                      </a:lnTo>
                      <a:lnTo>
                        <a:pt x="180" y="324"/>
                      </a:lnTo>
                      <a:lnTo>
                        <a:pt x="180" y="324"/>
                      </a:lnTo>
                      <a:lnTo>
                        <a:pt x="180" y="330"/>
                      </a:lnTo>
                      <a:lnTo>
                        <a:pt x="180" y="330"/>
                      </a:lnTo>
                      <a:lnTo>
                        <a:pt x="186" y="330"/>
                      </a:lnTo>
                      <a:lnTo>
                        <a:pt x="186" y="336"/>
                      </a:lnTo>
                      <a:lnTo>
                        <a:pt x="186" y="336"/>
                      </a:lnTo>
                      <a:lnTo>
                        <a:pt x="186" y="336"/>
                      </a:lnTo>
                      <a:lnTo>
                        <a:pt x="186" y="336"/>
                      </a:lnTo>
                      <a:lnTo>
                        <a:pt x="192" y="342"/>
                      </a:lnTo>
                      <a:lnTo>
                        <a:pt x="192" y="342"/>
                      </a:lnTo>
                      <a:lnTo>
                        <a:pt x="192" y="342"/>
                      </a:lnTo>
                      <a:lnTo>
                        <a:pt x="192" y="348"/>
                      </a:lnTo>
                      <a:lnTo>
                        <a:pt x="198" y="348"/>
                      </a:lnTo>
                      <a:lnTo>
                        <a:pt x="198" y="348"/>
                      </a:lnTo>
                      <a:lnTo>
                        <a:pt x="198" y="348"/>
                      </a:lnTo>
                      <a:lnTo>
                        <a:pt x="198" y="354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04" y="360"/>
                      </a:lnTo>
                      <a:lnTo>
                        <a:pt x="210" y="360"/>
                      </a:lnTo>
                      <a:lnTo>
                        <a:pt x="210" y="360"/>
                      </a:lnTo>
                      <a:lnTo>
                        <a:pt x="210" y="366"/>
                      </a:lnTo>
                      <a:lnTo>
                        <a:pt x="210" y="366"/>
                      </a:lnTo>
                      <a:lnTo>
                        <a:pt x="210" y="366"/>
                      </a:lnTo>
                      <a:lnTo>
                        <a:pt x="216" y="366"/>
                      </a:lnTo>
                      <a:lnTo>
                        <a:pt x="216" y="372"/>
                      </a:lnTo>
                      <a:lnTo>
                        <a:pt x="216" y="372"/>
                      </a:lnTo>
                      <a:lnTo>
                        <a:pt x="216" y="372"/>
                      </a:lnTo>
                      <a:lnTo>
                        <a:pt x="222" y="372"/>
                      </a:lnTo>
                      <a:lnTo>
                        <a:pt x="222" y="378"/>
                      </a:lnTo>
                      <a:lnTo>
                        <a:pt x="222" y="378"/>
                      </a:lnTo>
                      <a:lnTo>
                        <a:pt x="222" y="378"/>
                      </a:lnTo>
                      <a:lnTo>
                        <a:pt x="228" y="384"/>
                      </a:lnTo>
                      <a:lnTo>
                        <a:pt x="228" y="384"/>
                      </a:lnTo>
                      <a:lnTo>
                        <a:pt x="228" y="384"/>
                      </a:lnTo>
                      <a:lnTo>
                        <a:pt x="228" y="384"/>
                      </a:lnTo>
                      <a:lnTo>
                        <a:pt x="234" y="390"/>
                      </a:lnTo>
                      <a:lnTo>
                        <a:pt x="234" y="390"/>
                      </a:lnTo>
                      <a:lnTo>
                        <a:pt x="234" y="390"/>
                      </a:lnTo>
                      <a:lnTo>
                        <a:pt x="234" y="390"/>
                      </a:lnTo>
                      <a:lnTo>
                        <a:pt x="234" y="396"/>
                      </a:lnTo>
                      <a:lnTo>
                        <a:pt x="240" y="396"/>
                      </a:lnTo>
                      <a:lnTo>
                        <a:pt x="240" y="396"/>
                      </a:lnTo>
                      <a:lnTo>
                        <a:pt x="240" y="396"/>
                      </a:lnTo>
                      <a:lnTo>
                        <a:pt x="240" y="402"/>
                      </a:lnTo>
                      <a:lnTo>
                        <a:pt x="246" y="402"/>
                      </a:lnTo>
                      <a:lnTo>
                        <a:pt x="246" y="402"/>
                      </a:lnTo>
                      <a:lnTo>
                        <a:pt x="246" y="408"/>
                      </a:lnTo>
                      <a:lnTo>
                        <a:pt x="246" y="408"/>
                      </a:lnTo>
                      <a:lnTo>
                        <a:pt x="252" y="408"/>
                      </a:lnTo>
                      <a:lnTo>
                        <a:pt x="252" y="408"/>
                      </a:lnTo>
                      <a:lnTo>
                        <a:pt x="252" y="414"/>
                      </a:lnTo>
                      <a:lnTo>
                        <a:pt x="252" y="414"/>
                      </a:lnTo>
                      <a:lnTo>
                        <a:pt x="258" y="414"/>
                      </a:lnTo>
                      <a:lnTo>
                        <a:pt x="258" y="414"/>
                      </a:lnTo>
                      <a:lnTo>
                        <a:pt x="258" y="420"/>
                      </a:lnTo>
                      <a:lnTo>
                        <a:pt x="258" y="420"/>
                      </a:lnTo>
                      <a:lnTo>
                        <a:pt x="258" y="420"/>
                      </a:lnTo>
                      <a:lnTo>
                        <a:pt x="264" y="420"/>
                      </a:lnTo>
                      <a:lnTo>
                        <a:pt x="264" y="426"/>
                      </a:lnTo>
                      <a:lnTo>
                        <a:pt x="264" y="426"/>
                      </a:lnTo>
                      <a:lnTo>
                        <a:pt x="264" y="426"/>
                      </a:lnTo>
                      <a:lnTo>
                        <a:pt x="270" y="432"/>
                      </a:lnTo>
                      <a:lnTo>
                        <a:pt x="270" y="432"/>
                      </a:lnTo>
                      <a:lnTo>
                        <a:pt x="270" y="432"/>
                      </a:lnTo>
                      <a:lnTo>
                        <a:pt x="270" y="432"/>
                      </a:lnTo>
                      <a:lnTo>
                        <a:pt x="276" y="438"/>
                      </a:lnTo>
                      <a:lnTo>
                        <a:pt x="276" y="438"/>
                      </a:lnTo>
                      <a:lnTo>
                        <a:pt x="276" y="438"/>
                      </a:lnTo>
                      <a:lnTo>
                        <a:pt x="276" y="438"/>
                      </a:lnTo>
                      <a:lnTo>
                        <a:pt x="282" y="444"/>
                      </a:lnTo>
                      <a:lnTo>
                        <a:pt x="282" y="444"/>
                      </a:lnTo>
                      <a:lnTo>
                        <a:pt x="282" y="444"/>
                      </a:lnTo>
                      <a:lnTo>
                        <a:pt x="282" y="444"/>
                      </a:lnTo>
                      <a:lnTo>
                        <a:pt x="282" y="450"/>
                      </a:lnTo>
                      <a:lnTo>
                        <a:pt x="288" y="450"/>
                      </a:lnTo>
                      <a:lnTo>
                        <a:pt x="288" y="450"/>
                      </a:lnTo>
                      <a:lnTo>
                        <a:pt x="288" y="450"/>
                      </a:lnTo>
                      <a:lnTo>
                        <a:pt x="288" y="456"/>
                      </a:lnTo>
                      <a:lnTo>
                        <a:pt x="294" y="456"/>
                      </a:lnTo>
                      <a:lnTo>
                        <a:pt x="294" y="456"/>
                      </a:lnTo>
                      <a:lnTo>
                        <a:pt x="294" y="456"/>
                      </a:lnTo>
                      <a:lnTo>
                        <a:pt x="294" y="462"/>
                      </a:lnTo>
                      <a:lnTo>
                        <a:pt x="300" y="462"/>
                      </a:lnTo>
                      <a:lnTo>
                        <a:pt x="300" y="462"/>
                      </a:lnTo>
                      <a:lnTo>
                        <a:pt x="300" y="462"/>
                      </a:lnTo>
                      <a:lnTo>
                        <a:pt x="300" y="468"/>
                      </a:lnTo>
                      <a:lnTo>
                        <a:pt x="306" y="468"/>
                      </a:lnTo>
                      <a:lnTo>
                        <a:pt x="306" y="468"/>
                      </a:lnTo>
                      <a:lnTo>
                        <a:pt x="306" y="474"/>
                      </a:lnTo>
                      <a:lnTo>
                        <a:pt x="306" y="474"/>
                      </a:lnTo>
                      <a:lnTo>
                        <a:pt x="306" y="474"/>
                      </a:lnTo>
                      <a:lnTo>
                        <a:pt x="312" y="474"/>
                      </a:lnTo>
                      <a:lnTo>
                        <a:pt x="312" y="480"/>
                      </a:lnTo>
                      <a:lnTo>
                        <a:pt x="312" y="480"/>
                      </a:lnTo>
                      <a:lnTo>
                        <a:pt x="312" y="480"/>
                      </a:lnTo>
                      <a:lnTo>
                        <a:pt x="318" y="480"/>
                      </a:lnTo>
                      <a:lnTo>
                        <a:pt x="318" y="486"/>
                      </a:lnTo>
                      <a:lnTo>
                        <a:pt x="318" y="486"/>
                      </a:lnTo>
                      <a:lnTo>
                        <a:pt x="318" y="486"/>
                      </a:lnTo>
                      <a:lnTo>
                        <a:pt x="324" y="486"/>
                      </a:lnTo>
                      <a:lnTo>
                        <a:pt x="324" y="492"/>
                      </a:lnTo>
                      <a:lnTo>
                        <a:pt x="324" y="492"/>
                      </a:lnTo>
                      <a:lnTo>
                        <a:pt x="324" y="492"/>
                      </a:lnTo>
                      <a:lnTo>
                        <a:pt x="330" y="492"/>
                      </a:lnTo>
                      <a:lnTo>
                        <a:pt x="330" y="498"/>
                      </a:lnTo>
                      <a:lnTo>
                        <a:pt x="330" y="498"/>
                      </a:lnTo>
                      <a:lnTo>
                        <a:pt x="330" y="498"/>
                      </a:lnTo>
                      <a:lnTo>
                        <a:pt x="330" y="498"/>
                      </a:lnTo>
                      <a:lnTo>
                        <a:pt x="336" y="504"/>
                      </a:lnTo>
                      <a:lnTo>
                        <a:pt x="336" y="504"/>
                      </a:lnTo>
                      <a:lnTo>
                        <a:pt x="336" y="504"/>
                      </a:lnTo>
                      <a:lnTo>
                        <a:pt x="336" y="504"/>
                      </a:lnTo>
                      <a:lnTo>
                        <a:pt x="342" y="510"/>
                      </a:lnTo>
                      <a:lnTo>
                        <a:pt x="342" y="510"/>
                      </a:lnTo>
                      <a:lnTo>
                        <a:pt x="342" y="510"/>
                      </a:lnTo>
                      <a:lnTo>
                        <a:pt x="342" y="510"/>
                      </a:lnTo>
                      <a:lnTo>
                        <a:pt x="348" y="516"/>
                      </a:lnTo>
                      <a:lnTo>
                        <a:pt x="348" y="516"/>
                      </a:lnTo>
                      <a:lnTo>
                        <a:pt x="348" y="516"/>
                      </a:lnTo>
                      <a:lnTo>
                        <a:pt x="348" y="516"/>
                      </a:lnTo>
                      <a:lnTo>
                        <a:pt x="348" y="522"/>
                      </a:lnTo>
                      <a:lnTo>
                        <a:pt x="354" y="522"/>
                      </a:lnTo>
                      <a:lnTo>
                        <a:pt x="354" y="522"/>
                      </a:lnTo>
                      <a:lnTo>
                        <a:pt x="354" y="522"/>
                      </a:lnTo>
                      <a:lnTo>
                        <a:pt x="354" y="528"/>
                      </a:lnTo>
                      <a:lnTo>
                        <a:pt x="360" y="528"/>
                      </a:lnTo>
                    </a:path>
                  </a:pathLst>
                </a:custGeom>
                <a:noFill/>
                <a:ln w="12700">
                  <a:solidFill>
                    <a:srgbClr val="0064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Freeform 45">
                  <a:extLst>
                    <a:ext uri="{FF2B5EF4-FFF2-40B4-BE49-F238E27FC236}">
                      <a16:creationId xmlns:a16="http://schemas.microsoft.com/office/drawing/2014/main" id="{673AAB8A-DD47-4761-A661-C59554E266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77383" y="1902367"/>
                  <a:ext cx="399317" cy="586355"/>
                </a:xfrm>
                <a:custGeom>
                  <a:avLst/>
                  <a:gdLst>
                    <a:gd name="T0" fmla="*/ 6 w 360"/>
                    <a:gd name="T1" fmla="*/ 486 h 528"/>
                    <a:gd name="T2" fmla="*/ 12 w 360"/>
                    <a:gd name="T3" fmla="*/ 462 h 528"/>
                    <a:gd name="T4" fmla="*/ 18 w 360"/>
                    <a:gd name="T5" fmla="*/ 444 h 528"/>
                    <a:gd name="T6" fmla="*/ 24 w 360"/>
                    <a:gd name="T7" fmla="*/ 426 h 528"/>
                    <a:gd name="T8" fmla="*/ 30 w 360"/>
                    <a:gd name="T9" fmla="*/ 408 h 528"/>
                    <a:gd name="T10" fmla="*/ 42 w 360"/>
                    <a:gd name="T11" fmla="*/ 396 h 528"/>
                    <a:gd name="T12" fmla="*/ 48 w 360"/>
                    <a:gd name="T13" fmla="*/ 384 h 528"/>
                    <a:gd name="T14" fmla="*/ 54 w 360"/>
                    <a:gd name="T15" fmla="*/ 372 h 528"/>
                    <a:gd name="T16" fmla="*/ 60 w 360"/>
                    <a:gd name="T17" fmla="*/ 360 h 528"/>
                    <a:gd name="T18" fmla="*/ 66 w 360"/>
                    <a:gd name="T19" fmla="*/ 348 h 528"/>
                    <a:gd name="T20" fmla="*/ 72 w 360"/>
                    <a:gd name="T21" fmla="*/ 336 h 528"/>
                    <a:gd name="T22" fmla="*/ 84 w 360"/>
                    <a:gd name="T23" fmla="*/ 330 h 528"/>
                    <a:gd name="T24" fmla="*/ 90 w 360"/>
                    <a:gd name="T25" fmla="*/ 318 h 528"/>
                    <a:gd name="T26" fmla="*/ 96 w 360"/>
                    <a:gd name="T27" fmla="*/ 306 h 528"/>
                    <a:gd name="T28" fmla="*/ 102 w 360"/>
                    <a:gd name="T29" fmla="*/ 300 h 528"/>
                    <a:gd name="T30" fmla="*/ 108 w 360"/>
                    <a:gd name="T31" fmla="*/ 288 h 528"/>
                    <a:gd name="T32" fmla="*/ 114 w 360"/>
                    <a:gd name="T33" fmla="*/ 276 h 528"/>
                    <a:gd name="T34" fmla="*/ 126 w 360"/>
                    <a:gd name="T35" fmla="*/ 270 h 528"/>
                    <a:gd name="T36" fmla="*/ 132 w 360"/>
                    <a:gd name="T37" fmla="*/ 258 h 528"/>
                    <a:gd name="T38" fmla="*/ 138 w 360"/>
                    <a:gd name="T39" fmla="*/ 252 h 528"/>
                    <a:gd name="T40" fmla="*/ 144 w 360"/>
                    <a:gd name="T41" fmla="*/ 240 h 528"/>
                    <a:gd name="T42" fmla="*/ 150 w 360"/>
                    <a:gd name="T43" fmla="*/ 234 h 528"/>
                    <a:gd name="T44" fmla="*/ 162 w 360"/>
                    <a:gd name="T45" fmla="*/ 228 h 528"/>
                    <a:gd name="T46" fmla="*/ 168 w 360"/>
                    <a:gd name="T47" fmla="*/ 216 h 528"/>
                    <a:gd name="T48" fmla="*/ 174 w 360"/>
                    <a:gd name="T49" fmla="*/ 210 h 528"/>
                    <a:gd name="T50" fmla="*/ 180 w 360"/>
                    <a:gd name="T51" fmla="*/ 198 h 528"/>
                    <a:gd name="T52" fmla="*/ 186 w 360"/>
                    <a:gd name="T53" fmla="*/ 192 h 528"/>
                    <a:gd name="T54" fmla="*/ 192 w 360"/>
                    <a:gd name="T55" fmla="*/ 180 h 528"/>
                    <a:gd name="T56" fmla="*/ 204 w 360"/>
                    <a:gd name="T57" fmla="*/ 174 h 528"/>
                    <a:gd name="T58" fmla="*/ 210 w 360"/>
                    <a:gd name="T59" fmla="*/ 168 h 528"/>
                    <a:gd name="T60" fmla="*/ 216 w 360"/>
                    <a:gd name="T61" fmla="*/ 156 h 528"/>
                    <a:gd name="T62" fmla="*/ 222 w 360"/>
                    <a:gd name="T63" fmla="*/ 150 h 528"/>
                    <a:gd name="T64" fmla="*/ 228 w 360"/>
                    <a:gd name="T65" fmla="*/ 144 h 528"/>
                    <a:gd name="T66" fmla="*/ 234 w 360"/>
                    <a:gd name="T67" fmla="*/ 132 h 528"/>
                    <a:gd name="T68" fmla="*/ 246 w 360"/>
                    <a:gd name="T69" fmla="*/ 126 h 528"/>
                    <a:gd name="T70" fmla="*/ 252 w 360"/>
                    <a:gd name="T71" fmla="*/ 120 h 528"/>
                    <a:gd name="T72" fmla="*/ 258 w 360"/>
                    <a:gd name="T73" fmla="*/ 108 h 528"/>
                    <a:gd name="T74" fmla="*/ 264 w 360"/>
                    <a:gd name="T75" fmla="*/ 102 h 528"/>
                    <a:gd name="T76" fmla="*/ 270 w 360"/>
                    <a:gd name="T77" fmla="*/ 96 h 528"/>
                    <a:gd name="T78" fmla="*/ 282 w 360"/>
                    <a:gd name="T79" fmla="*/ 84 h 528"/>
                    <a:gd name="T80" fmla="*/ 288 w 360"/>
                    <a:gd name="T81" fmla="*/ 78 h 528"/>
                    <a:gd name="T82" fmla="*/ 294 w 360"/>
                    <a:gd name="T83" fmla="*/ 72 h 528"/>
                    <a:gd name="T84" fmla="*/ 300 w 360"/>
                    <a:gd name="T85" fmla="*/ 66 h 528"/>
                    <a:gd name="T86" fmla="*/ 306 w 360"/>
                    <a:gd name="T87" fmla="*/ 54 h 528"/>
                    <a:gd name="T88" fmla="*/ 312 w 360"/>
                    <a:gd name="T89" fmla="*/ 48 h 528"/>
                    <a:gd name="T90" fmla="*/ 324 w 360"/>
                    <a:gd name="T91" fmla="*/ 42 h 528"/>
                    <a:gd name="T92" fmla="*/ 330 w 360"/>
                    <a:gd name="T93" fmla="*/ 30 h 528"/>
                    <a:gd name="T94" fmla="*/ 336 w 360"/>
                    <a:gd name="T95" fmla="*/ 24 h 528"/>
                    <a:gd name="T96" fmla="*/ 342 w 360"/>
                    <a:gd name="T97" fmla="*/ 18 h 528"/>
                    <a:gd name="T98" fmla="*/ 348 w 360"/>
                    <a:gd name="T99" fmla="*/ 12 h 528"/>
                    <a:gd name="T100" fmla="*/ 354 w 360"/>
                    <a:gd name="T101" fmla="*/ 0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360" h="528">
                      <a:moveTo>
                        <a:pt x="0" y="528"/>
                      </a:moveTo>
                      <a:lnTo>
                        <a:pt x="0" y="510"/>
                      </a:lnTo>
                      <a:lnTo>
                        <a:pt x="0" y="504"/>
                      </a:lnTo>
                      <a:lnTo>
                        <a:pt x="0" y="492"/>
                      </a:lnTo>
                      <a:lnTo>
                        <a:pt x="6" y="486"/>
                      </a:lnTo>
                      <a:lnTo>
                        <a:pt x="6" y="480"/>
                      </a:lnTo>
                      <a:lnTo>
                        <a:pt x="6" y="474"/>
                      </a:lnTo>
                      <a:lnTo>
                        <a:pt x="6" y="468"/>
                      </a:lnTo>
                      <a:lnTo>
                        <a:pt x="12" y="468"/>
                      </a:lnTo>
                      <a:lnTo>
                        <a:pt x="12" y="462"/>
                      </a:lnTo>
                      <a:lnTo>
                        <a:pt x="12" y="456"/>
                      </a:lnTo>
                      <a:lnTo>
                        <a:pt x="12" y="456"/>
                      </a:lnTo>
                      <a:lnTo>
                        <a:pt x="18" y="450"/>
                      </a:lnTo>
                      <a:lnTo>
                        <a:pt x="18" y="444"/>
                      </a:lnTo>
                      <a:lnTo>
                        <a:pt x="18" y="444"/>
                      </a:lnTo>
                      <a:lnTo>
                        <a:pt x="18" y="438"/>
                      </a:lnTo>
                      <a:lnTo>
                        <a:pt x="24" y="432"/>
                      </a:lnTo>
                      <a:lnTo>
                        <a:pt x="24" y="432"/>
                      </a:lnTo>
                      <a:lnTo>
                        <a:pt x="24" y="426"/>
                      </a:lnTo>
                      <a:lnTo>
                        <a:pt x="24" y="426"/>
                      </a:lnTo>
                      <a:lnTo>
                        <a:pt x="24" y="420"/>
                      </a:lnTo>
                      <a:lnTo>
                        <a:pt x="30" y="420"/>
                      </a:lnTo>
                      <a:lnTo>
                        <a:pt x="30" y="414"/>
                      </a:lnTo>
                      <a:lnTo>
                        <a:pt x="30" y="414"/>
                      </a:lnTo>
                      <a:lnTo>
                        <a:pt x="30" y="408"/>
                      </a:lnTo>
                      <a:lnTo>
                        <a:pt x="36" y="408"/>
                      </a:lnTo>
                      <a:lnTo>
                        <a:pt x="36" y="402"/>
                      </a:lnTo>
                      <a:lnTo>
                        <a:pt x="36" y="402"/>
                      </a:lnTo>
                      <a:lnTo>
                        <a:pt x="36" y="402"/>
                      </a:lnTo>
                      <a:lnTo>
                        <a:pt x="42" y="396"/>
                      </a:lnTo>
                      <a:lnTo>
                        <a:pt x="42" y="396"/>
                      </a:lnTo>
                      <a:lnTo>
                        <a:pt x="42" y="390"/>
                      </a:lnTo>
                      <a:lnTo>
                        <a:pt x="42" y="390"/>
                      </a:lnTo>
                      <a:lnTo>
                        <a:pt x="48" y="384"/>
                      </a:lnTo>
                      <a:lnTo>
                        <a:pt x="48" y="384"/>
                      </a:lnTo>
                      <a:lnTo>
                        <a:pt x="48" y="384"/>
                      </a:lnTo>
                      <a:lnTo>
                        <a:pt x="48" y="378"/>
                      </a:lnTo>
                      <a:lnTo>
                        <a:pt x="48" y="378"/>
                      </a:lnTo>
                      <a:lnTo>
                        <a:pt x="54" y="372"/>
                      </a:lnTo>
                      <a:lnTo>
                        <a:pt x="54" y="372"/>
                      </a:lnTo>
                      <a:lnTo>
                        <a:pt x="54" y="372"/>
                      </a:lnTo>
                      <a:lnTo>
                        <a:pt x="54" y="366"/>
                      </a:lnTo>
                      <a:lnTo>
                        <a:pt x="60" y="366"/>
                      </a:lnTo>
                      <a:lnTo>
                        <a:pt x="60" y="360"/>
                      </a:lnTo>
                      <a:lnTo>
                        <a:pt x="60" y="360"/>
                      </a:lnTo>
                      <a:lnTo>
                        <a:pt x="60" y="360"/>
                      </a:lnTo>
                      <a:lnTo>
                        <a:pt x="66" y="354"/>
                      </a:lnTo>
                      <a:lnTo>
                        <a:pt x="66" y="354"/>
                      </a:lnTo>
                      <a:lnTo>
                        <a:pt x="66" y="348"/>
                      </a:lnTo>
                      <a:lnTo>
                        <a:pt x="66" y="348"/>
                      </a:lnTo>
                      <a:lnTo>
                        <a:pt x="66" y="348"/>
                      </a:lnTo>
                      <a:lnTo>
                        <a:pt x="72" y="342"/>
                      </a:lnTo>
                      <a:lnTo>
                        <a:pt x="72" y="342"/>
                      </a:lnTo>
                      <a:lnTo>
                        <a:pt x="72" y="342"/>
                      </a:lnTo>
                      <a:lnTo>
                        <a:pt x="72" y="336"/>
                      </a:lnTo>
                      <a:lnTo>
                        <a:pt x="78" y="336"/>
                      </a:lnTo>
                      <a:lnTo>
                        <a:pt x="78" y="336"/>
                      </a:lnTo>
                      <a:lnTo>
                        <a:pt x="78" y="330"/>
                      </a:lnTo>
                      <a:lnTo>
                        <a:pt x="78" y="330"/>
                      </a:lnTo>
                      <a:lnTo>
                        <a:pt x="84" y="330"/>
                      </a:lnTo>
                      <a:lnTo>
                        <a:pt x="84" y="324"/>
                      </a:lnTo>
                      <a:lnTo>
                        <a:pt x="84" y="324"/>
                      </a:lnTo>
                      <a:lnTo>
                        <a:pt x="84" y="324"/>
                      </a:lnTo>
                      <a:lnTo>
                        <a:pt x="90" y="318"/>
                      </a:lnTo>
                      <a:lnTo>
                        <a:pt x="90" y="318"/>
                      </a:lnTo>
                      <a:lnTo>
                        <a:pt x="90" y="318"/>
                      </a:lnTo>
                      <a:lnTo>
                        <a:pt x="90" y="312"/>
                      </a:lnTo>
                      <a:lnTo>
                        <a:pt x="90" y="312"/>
                      </a:lnTo>
                      <a:lnTo>
                        <a:pt x="96" y="312"/>
                      </a:lnTo>
                      <a:lnTo>
                        <a:pt x="96" y="306"/>
                      </a:lnTo>
                      <a:lnTo>
                        <a:pt x="96" y="306"/>
                      </a:lnTo>
                      <a:lnTo>
                        <a:pt x="96" y="306"/>
                      </a:lnTo>
                      <a:lnTo>
                        <a:pt x="102" y="300"/>
                      </a:lnTo>
                      <a:lnTo>
                        <a:pt x="102" y="300"/>
                      </a:lnTo>
                      <a:lnTo>
                        <a:pt x="102" y="300"/>
                      </a:lnTo>
                      <a:lnTo>
                        <a:pt x="102" y="294"/>
                      </a:lnTo>
                      <a:lnTo>
                        <a:pt x="108" y="294"/>
                      </a:lnTo>
                      <a:lnTo>
                        <a:pt x="108" y="294"/>
                      </a:lnTo>
                      <a:lnTo>
                        <a:pt x="108" y="288"/>
                      </a:lnTo>
                      <a:lnTo>
                        <a:pt x="108" y="288"/>
                      </a:lnTo>
                      <a:lnTo>
                        <a:pt x="114" y="288"/>
                      </a:lnTo>
                      <a:lnTo>
                        <a:pt x="114" y="282"/>
                      </a:lnTo>
                      <a:lnTo>
                        <a:pt x="114" y="282"/>
                      </a:lnTo>
                      <a:lnTo>
                        <a:pt x="114" y="282"/>
                      </a:lnTo>
                      <a:lnTo>
                        <a:pt x="114" y="276"/>
                      </a:lnTo>
                      <a:lnTo>
                        <a:pt x="120" y="276"/>
                      </a:lnTo>
                      <a:lnTo>
                        <a:pt x="120" y="276"/>
                      </a:lnTo>
                      <a:lnTo>
                        <a:pt x="120" y="276"/>
                      </a:lnTo>
                      <a:lnTo>
                        <a:pt x="120" y="270"/>
                      </a:lnTo>
                      <a:lnTo>
                        <a:pt x="126" y="270"/>
                      </a:lnTo>
                      <a:lnTo>
                        <a:pt x="126" y="270"/>
                      </a:lnTo>
                      <a:lnTo>
                        <a:pt x="126" y="264"/>
                      </a:lnTo>
                      <a:lnTo>
                        <a:pt x="126" y="264"/>
                      </a:lnTo>
                      <a:lnTo>
                        <a:pt x="132" y="264"/>
                      </a:lnTo>
                      <a:lnTo>
                        <a:pt x="132" y="258"/>
                      </a:lnTo>
                      <a:lnTo>
                        <a:pt x="132" y="258"/>
                      </a:lnTo>
                      <a:lnTo>
                        <a:pt x="132" y="258"/>
                      </a:lnTo>
                      <a:lnTo>
                        <a:pt x="138" y="258"/>
                      </a:lnTo>
                      <a:lnTo>
                        <a:pt x="138" y="252"/>
                      </a:lnTo>
                      <a:lnTo>
                        <a:pt x="138" y="252"/>
                      </a:lnTo>
                      <a:lnTo>
                        <a:pt x="138" y="252"/>
                      </a:lnTo>
                      <a:lnTo>
                        <a:pt x="138" y="246"/>
                      </a:lnTo>
                      <a:lnTo>
                        <a:pt x="144" y="246"/>
                      </a:lnTo>
                      <a:lnTo>
                        <a:pt x="144" y="246"/>
                      </a:lnTo>
                      <a:lnTo>
                        <a:pt x="144" y="240"/>
                      </a:lnTo>
                      <a:lnTo>
                        <a:pt x="144" y="240"/>
                      </a:lnTo>
                      <a:lnTo>
                        <a:pt x="150" y="240"/>
                      </a:lnTo>
                      <a:lnTo>
                        <a:pt x="150" y="240"/>
                      </a:lnTo>
                      <a:lnTo>
                        <a:pt x="150" y="234"/>
                      </a:lnTo>
                      <a:lnTo>
                        <a:pt x="150" y="234"/>
                      </a:lnTo>
                      <a:lnTo>
                        <a:pt x="156" y="234"/>
                      </a:lnTo>
                      <a:lnTo>
                        <a:pt x="156" y="228"/>
                      </a:lnTo>
                      <a:lnTo>
                        <a:pt x="156" y="228"/>
                      </a:lnTo>
                      <a:lnTo>
                        <a:pt x="156" y="228"/>
                      </a:lnTo>
                      <a:lnTo>
                        <a:pt x="162" y="228"/>
                      </a:lnTo>
                      <a:lnTo>
                        <a:pt x="162" y="222"/>
                      </a:lnTo>
                      <a:lnTo>
                        <a:pt x="162" y="222"/>
                      </a:lnTo>
                      <a:lnTo>
                        <a:pt x="162" y="222"/>
                      </a:lnTo>
                      <a:lnTo>
                        <a:pt x="162" y="216"/>
                      </a:lnTo>
                      <a:lnTo>
                        <a:pt x="168" y="216"/>
                      </a:lnTo>
                      <a:lnTo>
                        <a:pt x="168" y="216"/>
                      </a:lnTo>
                      <a:lnTo>
                        <a:pt x="168" y="216"/>
                      </a:lnTo>
                      <a:lnTo>
                        <a:pt x="168" y="210"/>
                      </a:lnTo>
                      <a:lnTo>
                        <a:pt x="174" y="210"/>
                      </a:lnTo>
                      <a:lnTo>
                        <a:pt x="174" y="210"/>
                      </a:lnTo>
                      <a:lnTo>
                        <a:pt x="174" y="204"/>
                      </a:lnTo>
                      <a:lnTo>
                        <a:pt x="174" y="204"/>
                      </a:lnTo>
                      <a:lnTo>
                        <a:pt x="180" y="204"/>
                      </a:lnTo>
                      <a:lnTo>
                        <a:pt x="180" y="204"/>
                      </a:lnTo>
                      <a:lnTo>
                        <a:pt x="180" y="198"/>
                      </a:lnTo>
                      <a:lnTo>
                        <a:pt x="180" y="198"/>
                      </a:lnTo>
                      <a:lnTo>
                        <a:pt x="186" y="198"/>
                      </a:lnTo>
                      <a:lnTo>
                        <a:pt x="186" y="192"/>
                      </a:lnTo>
                      <a:lnTo>
                        <a:pt x="186" y="192"/>
                      </a:lnTo>
                      <a:lnTo>
                        <a:pt x="186" y="192"/>
                      </a:lnTo>
                      <a:lnTo>
                        <a:pt x="186" y="192"/>
                      </a:lnTo>
                      <a:lnTo>
                        <a:pt x="192" y="186"/>
                      </a:lnTo>
                      <a:lnTo>
                        <a:pt x="192" y="186"/>
                      </a:lnTo>
                      <a:lnTo>
                        <a:pt x="192" y="186"/>
                      </a:lnTo>
                      <a:lnTo>
                        <a:pt x="192" y="180"/>
                      </a:lnTo>
                      <a:lnTo>
                        <a:pt x="198" y="180"/>
                      </a:lnTo>
                      <a:lnTo>
                        <a:pt x="198" y="180"/>
                      </a:lnTo>
                      <a:lnTo>
                        <a:pt x="198" y="180"/>
                      </a:lnTo>
                      <a:lnTo>
                        <a:pt x="198" y="174"/>
                      </a:lnTo>
                      <a:lnTo>
                        <a:pt x="204" y="174"/>
                      </a:lnTo>
                      <a:lnTo>
                        <a:pt x="204" y="174"/>
                      </a:lnTo>
                      <a:lnTo>
                        <a:pt x="204" y="174"/>
                      </a:lnTo>
                      <a:lnTo>
                        <a:pt x="204" y="168"/>
                      </a:lnTo>
                      <a:lnTo>
                        <a:pt x="210" y="168"/>
                      </a:lnTo>
                      <a:lnTo>
                        <a:pt x="210" y="168"/>
                      </a:lnTo>
                      <a:lnTo>
                        <a:pt x="210" y="162"/>
                      </a:lnTo>
                      <a:lnTo>
                        <a:pt x="210" y="162"/>
                      </a:lnTo>
                      <a:lnTo>
                        <a:pt x="210" y="162"/>
                      </a:lnTo>
                      <a:lnTo>
                        <a:pt x="216" y="162"/>
                      </a:lnTo>
                      <a:lnTo>
                        <a:pt x="216" y="156"/>
                      </a:lnTo>
                      <a:lnTo>
                        <a:pt x="216" y="156"/>
                      </a:lnTo>
                      <a:lnTo>
                        <a:pt x="216" y="156"/>
                      </a:lnTo>
                      <a:lnTo>
                        <a:pt x="222" y="156"/>
                      </a:lnTo>
                      <a:lnTo>
                        <a:pt x="222" y="150"/>
                      </a:lnTo>
                      <a:lnTo>
                        <a:pt x="222" y="150"/>
                      </a:lnTo>
                      <a:lnTo>
                        <a:pt x="222" y="150"/>
                      </a:lnTo>
                      <a:lnTo>
                        <a:pt x="228" y="144"/>
                      </a:lnTo>
                      <a:lnTo>
                        <a:pt x="228" y="144"/>
                      </a:lnTo>
                      <a:lnTo>
                        <a:pt x="228" y="144"/>
                      </a:lnTo>
                      <a:lnTo>
                        <a:pt x="228" y="144"/>
                      </a:lnTo>
                      <a:lnTo>
                        <a:pt x="234" y="138"/>
                      </a:lnTo>
                      <a:lnTo>
                        <a:pt x="234" y="138"/>
                      </a:lnTo>
                      <a:lnTo>
                        <a:pt x="234" y="138"/>
                      </a:lnTo>
                      <a:lnTo>
                        <a:pt x="234" y="138"/>
                      </a:lnTo>
                      <a:lnTo>
                        <a:pt x="234" y="132"/>
                      </a:lnTo>
                      <a:lnTo>
                        <a:pt x="240" y="132"/>
                      </a:lnTo>
                      <a:lnTo>
                        <a:pt x="240" y="132"/>
                      </a:lnTo>
                      <a:lnTo>
                        <a:pt x="240" y="132"/>
                      </a:lnTo>
                      <a:lnTo>
                        <a:pt x="240" y="126"/>
                      </a:lnTo>
                      <a:lnTo>
                        <a:pt x="246" y="126"/>
                      </a:lnTo>
                      <a:lnTo>
                        <a:pt x="246" y="126"/>
                      </a:lnTo>
                      <a:lnTo>
                        <a:pt x="246" y="120"/>
                      </a:lnTo>
                      <a:lnTo>
                        <a:pt x="246" y="120"/>
                      </a:lnTo>
                      <a:lnTo>
                        <a:pt x="252" y="120"/>
                      </a:lnTo>
                      <a:lnTo>
                        <a:pt x="252" y="120"/>
                      </a:lnTo>
                      <a:lnTo>
                        <a:pt x="252" y="114"/>
                      </a:lnTo>
                      <a:lnTo>
                        <a:pt x="252" y="114"/>
                      </a:lnTo>
                      <a:lnTo>
                        <a:pt x="258" y="114"/>
                      </a:lnTo>
                      <a:lnTo>
                        <a:pt x="258" y="114"/>
                      </a:lnTo>
                      <a:lnTo>
                        <a:pt x="258" y="108"/>
                      </a:lnTo>
                      <a:lnTo>
                        <a:pt x="258" y="108"/>
                      </a:lnTo>
                      <a:lnTo>
                        <a:pt x="258" y="108"/>
                      </a:lnTo>
                      <a:lnTo>
                        <a:pt x="264" y="108"/>
                      </a:lnTo>
                      <a:lnTo>
                        <a:pt x="264" y="102"/>
                      </a:lnTo>
                      <a:lnTo>
                        <a:pt x="264" y="102"/>
                      </a:lnTo>
                      <a:lnTo>
                        <a:pt x="264" y="102"/>
                      </a:lnTo>
                      <a:lnTo>
                        <a:pt x="270" y="96"/>
                      </a:lnTo>
                      <a:lnTo>
                        <a:pt x="270" y="96"/>
                      </a:lnTo>
                      <a:lnTo>
                        <a:pt x="270" y="96"/>
                      </a:lnTo>
                      <a:lnTo>
                        <a:pt x="270" y="96"/>
                      </a:lnTo>
                      <a:lnTo>
                        <a:pt x="276" y="90"/>
                      </a:lnTo>
                      <a:lnTo>
                        <a:pt x="276" y="90"/>
                      </a:lnTo>
                      <a:lnTo>
                        <a:pt x="276" y="90"/>
                      </a:lnTo>
                      <a:lnTo>
                        <a:pt x="276" y="90"/>
                      </a:lnTo>
                      <a:lnTo>
                        <a:pt x="282" y="84"/>
                      </a:lnTo>
                      <a:lnTo>
                        <a:pt x="282" y="84"/>
                      </a:lnTo>
                      <a:lnTo>
                        <a:pt x="282" y="84"/>
                      </a:lnTo>
                      <a:lnTo>
                        <a:pt x="282" y="84"/>
                      </a:lnTo>
                      <a:lnTo>
                        <a:pt x="282" y="78"/>
                      </a:lnTo>
                      <a:lnTo>
                        <a:pt x="288" y="78"/>
                      </a:lnTo>
                      <a:lnTo>
                        <a:pt x="288" y="78"/>
                      </a:lnTo>
                      <a:lnTo>
                        <a:pt x="288" y="78"/>
                      </a:lnTo>
                      <a:lnTo>
                        <a:pt x="288" y="72"/>
                      </a:lnTo>
                      <a:lnTo>
                        <a:pt x="294" y="72"/>
                      </a:lnTo>
                      <a:lnTo>
                        <a:pt x="294" y="72"/>
                      </a:lnTo>
                      <a:lnTo>
                        <a:pt x="294" y="72"/>
                      </a:lnTo>
                      <a:lnTo>
                        <a:pt x="294" y="66"/>
                      </a:lnTo>
                      <a:lnTo>
                        <a:pt x="300" y="66"/>
                      </a:lnTo>
                      <a:lnTo>
                        <a:pt x="300" y="66"/>
                      </a:lnTo>
                      <a:lnTo>
                        <a:pt x="300" y="66"/>
                      </a:lnTo>
                      <a:lnTo>
                        <a:pt x="300" y="60"/>
                      </a:lnTo>
                      <a:lnTo>
                        <a:pt x="306" y="60"/>
                      </a:lnTo>
                      <a:lnTo>
                        <a:pt x="306" y="60"/>
                      </a:lnTo>
                      <a:lnTo>
                        <a:pt x="306" y="54"/>
                      </a:lnTo>
                      <a:lnTo>
                        <a:pt x="306" y="54"/>
                      </a:lnTo>
                      <a:lnTo>
                        <a:pt x="306" y="54"/>
                      </a:lnTo>
                      <a:lnTo>
                        <a:pt x="312" y="54"/>
                      </a:lnTo>
                      <a:lnTo>
                        <a:pt x="312" y="48"/>
                      </a:lnTo>
                      <a:lnTo>
                        <a:pt x="312" y="48"/>
                      </a:lnTo>
                      <a:lnTo>
                        <a:pt x="312" y="48"/>
                      </a:lnTo>
                      <a:lnTo>
                        <a:pt x="318" y="48"/>
                      </a:lnTo>
                      <a:lnTo>
                        <a:pt x="318" y="42"/>
                      </a:lnTo>
                      <a:lnTo>
                        <a:pt x="318" y="42"/>
                      </a:lnTo>
                      <a:lnTo>
                        <a:pt x="318" y="42"/>
                      </a:lnTo>
                      <a:lnTo>
                        <a:pt x="324" y="42"/>
                      </a:lnTo>
                      <a:lnTo>
                        <a:pt x="324" y="36"/>
                      </a:lnTo>
                      <a:lnTo>
                        <a:pt x="324" y="36"/>
                      </a:lnTo>
                      <a:lnTo>
                        <a:pt x="324" y="36"/>
                      </a:lnTo>
                      <a:lnTo>
                        <a:pt x="330" y="36"/>
                      </a:lnTo>
                      <a:lnTo>
                        <a:pt x="330" y="30"/>
                      </a:lnTo>
                      <a:lnTo>
                        <a:pt x="330" y="30"/>
                      </a:lnTo>
                      <a:lnTo>
                        <a:pt x="330" y="30"/>
                      </a:lnTo>
                      <a:lnTo>
                        <a:pt x="330" y="30"/>
                      </a:lnTo>
                      <a:lnTo>
                        <a:pt x="336" y="24"/>
                      </a:lnTo>
                      <a:lnTo>
                        <a:pt x="336" y="24"/>
                      </a:lnTo>
                      <a:lnTo>
                        <a:pt x="336" y="24"/>
                      </a:lnTo>
                      <a:lnTo>
                        <a:pt x="336" y="24"/>
                      </a:lnTo>
                      <a:lnTo>
                        <a:pt x="342" y="18"/>
                      </a:lnTo>
                      <a:lnTo>
                        <a:pt x="342" y="18"/>
                      </a:lnTo>
                      <a:lnTo>
                        <a:pt x="342" y="18"/>
                      </a:lnTo>
                      <a:lnTo>
                        <a:pt x="342" y="18"/>
                      </a:lnTo>
                      <a:lnTo>
                        <a:pt x="348" y="12"/>
                      </a:lnTo>
                      <a:lnTo>
                        <a:pt x="348" y="12"/>
                      </a:lnTo>
                      <a:lnTo>
                        <a:pt x="348" y="12"/>
                      </a:lnTo>
                      <a:lnTo>
                        <a:pt x="348" y="12"/>
                      </a:lnTo>
                      <a:lnTo>
                        <a:pt x="348" y="6"/>
                      </a:lnTo>
                      <a:lnTo>
                        <a:pt x="354" y="6"/>
                      </a:lnTo>
                      <a:lnTo>
                        <a:pt x="354" y="6"/>
                      </a:lnTo>
                      <a:lnTo>
                        <a:pt x="354" y="6"/>
                      </a:lnTo>
                      <a:lnTo>
                        <a:pt x="354" y="0"/>
                      </a:lnTo>
                      <a:lnTo>
                        <a:pt x="360" y="0"/>
                      </a:lnTo>
                    </a:path>
                  </a:pathLst>
                </a:custGeom>
                <a:noFill/>
                <a:ln w="12700">
                  <a:solidFill>
                    <a:srgbClr val="0064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</p:grp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F3397EE-26BD-43A3-8099-B144DE7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00025" y="1534759"/>
                <a:ext cx="13961" cy="130314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564601A9-996C-474A-9CA9-D9A33A76C6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6296" y="1590334"/>
                <a:ext cx="0" cy="126590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B6F326E5-22E0-4EA2-A163-E9C2A80653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6105163"/>
                  </p:ext>
                </p:extLst>
              </p:nvPr>
            </p:nvGraphicFramePr>
            <p:xfrm>
              <a:off x="6149691" y="2823976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204" name="Equation" r:id="rId43" imgW="177480" imgH="190440" progId="Equation.DSMT4">
                      <p:embed/>
                    </p:oleObj>
                  </mc:Choice>
                  <mc:Fallback>
                    <p:oleObj name="Equation" r:id="rId43" imgW="177480" imgH="190440" progId="Equation.DSMT4">
                      <p:embed/>
                      <p:pic>
                        <p:nvPicPr>
                          <p:cNvPr id="35" name="对象 34">
                            <a:extLst>
                              <a:ext uri="{FF2B5EF4-FFF2-40B4-BE49-F238E27FC236}">
                                <a16:creationId xmlns:a16="http://schemas.microsoft.com/office/drawing/2014/main" id="{F3E3682D-24FB-493B-AFFC-F86ED734ABB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6149691" y="2823976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对象 29">
                <a:extLst>
                  <a:ext uri="{FF2B5EF4-FFF2-40B4-BE49-F238E27FC236}">
                    <a16:creationId xmlns:a16="http://schemas.microsoft.com/office/drawing/2014/main" id="{7469222C-5122-41C3-B9F0-A71BAFFBA4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3783219"/>
                  </p:ext>
                </p:extLst>
              </p:nvPr>
            </p:nvGraphicFramePr>
            <p:xfrm>
              <a:off x="7184598" y="2849913"/>
              <a:ext cx="165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205" name="Equation" r:id="rId45" imgW="164880" imgH="253800" progId="Equation.DSMT4">
                      <p:embed/>
                    </p:oleObj>
                  </mc:Choice>
                  <mc:Fallback>
                    <p:oleObj name="Equation" r:id="rId45" imgW="164880" imgH="253800" progId="Equation.DSMT4">
                      <p:embed/>
                      <p:pic>
                        <p:nvPicPr>
                          <p:cNvPr id="36" name="对象 35">
                            <a:extLst>
                              <a:ext uri="{FF2B5EF4-FFF2-40B4-BE49-F238E27FC236}">
                                <a16:creationId xmlns:a16="http://schemas.microsoft.com/office/drawing/2014/main" id="{9A6694A9-2639-41C0-8650-0C049932F22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7184598" y="2849913"/>
                            <a:ext cx="1651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2" name="对象 51">
              <a:extLst>
                <a:ext uri="{FF2B5EF4-FFF2-40B4-BE49-F238E27FC236}">
                  <a16:creationId xmlns:a16="http://schemas.microsoft.com/office/drawing/2014/main" id="{46502EAD-9CB6-415C-9CE1-1DF83D50C1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7937846"/>
                </p:ext>
              </p:extLst>
            </p:nvPr>
          </p:nvGraphicFramePr>
          <p:xfrm>
            <a:off x="7062788" y="2811463"/>
            <a:ext cx="203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206" name="Equation" r:id="rId47" imgW="203040" imgH="279360" progId="Equation.DSMT4">
                    <p:embed/>
                  </p:oleObj>
                </mc:Choice>
                <mc:Fallback>
                  <p:oleObj name="Equation" r:id="rId47" imgW="2030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7062788" y="2811463"/>
                          <a:ext cx="203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D07E10D-8965-4CBF-8183-C670C676609B}"/>
                </a:ext>
              </a:extLst>
            </p:cNvPr>
            <p:cNvCxnSpPr>
              <a:cxnSpLocks/>
              <a:stCxn id="35" idx="15"/>
            </p:cNvCxnSpPr>
            <p:nvPr/>
          </p:nvCxnSpPr>
          <p:spPr>
            <a:xfrm>
              <a:off x="7153841" y="2190872"/>
              <a:ext cx="3303" cy="564958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E33DD3D6-9E64-442D-AF61-430163C11C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9661" y="1652303"/>
              <a:ext cx="10576" cy="1114444"/>
            </a:xfrm>
            <a:prstGeom prst="line">
              <a:avLst/>
            </a:prstGeom>
            <a:ln w="9525">
              <a:solidFill>
                <a:srgbClr val="0064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6" name="对象 65">
              <a:extLst>
                <a:ext uri="{FF2B5EF4-FFF2-40B4-BE49-F238E27FC236}">
                  <a16:creationId xmlns:a16="http://schemas.microsoft.com/office/drawing/2014/main" id="{2C1EF967-3066-4995-948B-887C4F4E8B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2021601"/>
                </p:ext>
              </p:extLst>
            </p:nvPr>
          </p:nvGraphicFramePr>
          <p:xfrm>
            <a:off x="6833576" y="2804826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207" name="Equation" r:id="rId49" imgW="190440" imgH="279360" progId="Equation.DSMT4">
                    <p:embed/>
                  </p:oleObj>
                </mc:Choice>
                <mc:Fallback>
                  <p:oleObj name="Equation" r:id="rId49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6833576" y="2804826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4E4C6CB-4F61-4EBD-9EE7-6B2EEA2A4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7377" y="1747212"/>
              <a:ext cx="15018" cy="1019535"/>
            </a:xfrm>
            <a:prstGeom prst="line">
              <a:avLst/>
            </a:prstGeom>
            <a:ln w="9525">
              <a:solidFill>
                <a:srgbClr val="0064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0" name="对象 69">
              <a:extLst>
                <a:ext uri="{FF2B5EF4-FFF2-40B4-BE49-F238E27FC236}">
                  <a16:creationId xmlns:a16="http://schemas.microsoft.com/office/drawing/2014/main" id="{150F1BA1-2961-4EC8-9F26-89AD1ADE59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6632059"/>
                </p:ext>
              </p:extLst>
            </p:nvPr>
          </p:nvGraphicFramePr>
          <p:xfrm>
            <a:off x="7597391" y="2821941"/>
            <a:ext cx="165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208" name="Equation" r:id="rId51" imgW="164880" imgH="279360" progId="Equation.DSMT4">
                    <p:embed/>
                  </p:oleObj>
                </mc:Choice>
                <mc:Fallback>
                  <p:oleObj name="Equation" r:id="rId51" imgW="164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7597391" y="2821941"/>
                          <a:ext cx="165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7CD73F5-110A-4E60-B168-2EAA622D0393}"/>
                </a:ext>
              </a:extLst>
            </p:cNvPr>
            <p:cNvCxnSpPr>
              <a:cxnSpLocks/>
            </p:cNvCxnSpPr>
            <p:nvPr/>
          </p:nvCxnSpPr>
          <p:spPr>
            <a:xfrm>
              <a:off x="6685240" y="2003083"/>
              <a:ext cx="1102736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6" name="对象 75">
              <a:extLst>
                <a:ext uri="{FF2B5EF4-FFF2-40B4-BE49-F238E27FC236}">
                  <a16:creationId xmlns:a16="http://schemas.microsoft.com/office/drawing/2014/main" id="{A0F14D8F-3526-483F-8AEE-E910F41A42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2967948"/>
                </p:ext>
              </p:extLst>
            </p:nvPr>
          </p:nvGraphicFramePr>
          <p:xfrm>
            <a:off x="6423565" y="1947547"/>
            <a:ext cx="2540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209" name="Equation" r:id="rId53" imgW="253800" imgH="190440" progId="Equation.DSMT4">
                    <p:embed/>
                  </p:oleObj>
                </mc:Choice>
                <mc:Fallback>
                  <p:oleObj name="Equation" r:id="rId53" imgW="2538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4"/>
                        <a:stretch>
                          <a:fillRect/>
                        </a:stretch>
                      </p:blipFill>
                      <p:spPr>
                        <a:xfrm>
                          <a:off x="6423565" y="1947547"/>
                          <a:ext cx="2540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1CA18A79-9EE7-4FBB-BE86-E5936A703892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07" y="2190872"/>
              <a:ext cx="421057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A47F6140-BF5E-44AB-B688-C8CAE7C27AF1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07" y="1699847"/>
              <a:ext cx="272151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116DC964-6C23-4B30-91F5-BFF4A88E7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8107" y="1815189"/>
              <a:ext cx="954657" cy="986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BC35374B-036B-4E4A-8625-E4BE7199F7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415484"/>
              </p:ext>
            </p:extLst>
          </p:nvPr>
        </p:nvGraphicFramePr>
        <p:xfrm>
          <a:off x="509658" y="3593680"/>
          <a:ext cx="3479801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10" name="Equation" r:id="rId55" imgW="3479760" imgH="393480" progId="Equation.DSMT4">
                  <p:embed/>
                </p:oleObj>
              </mc:Choice>
              <mc:Fallback>
                <p:oleObj name="Equation" r:id="rId55" imgW="3479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509658" y="3593680"/>
                        <a:ext cx="3479801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B89BB17C-C7C6-4762-95E9-4C47C38DB39F}"/>
              </a:ext>
            </a:extLst>
          </p:cNvPr>
          <p:cNvGrpSpPr/>
          <p:nvPr/>
        </p:nvGrpSpPr>
        <p:grpSpPr>
          <a:xfrm>
            <a:off x="3989459" y="3529154"/>
            <a:ext cx="4304723" cy="448969"/>
            <a:chOff x="3983907" y="3869891"/>
            <a:chExt cx="4304723" cy="448969"/>
          </a:xfrm>
        </p:grpSpPr>
        <p:sp>
          <p:nvSpPr>
            <p:cNvPr id="93" name="TextBox 70">
              <a:extLst>
                <a:ext uri="{FF2B5EF4-FFF2-40B4-BE49-F238E27FC236}">
                  <a16:creationId xmlns:a16="http://schemas.microsoft.com/office/drawing/2014/main" id="{7CB265AE-E9AE-453E-B54D-7C2EF3851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3907" y="3869891"/>
              <a:ext cx="4188493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从而            即</a:t>
              </a:r>
            </a:p>
          </p:txBody>
        </p:sp>
        <p:graphicFrame>
          <p:nvGraphicFramePr>
            <p:cNvPr id="94" name="对象 93">
              <a:extLst>
                <a:ext uri="{FF2B5EF4-FFF2-40B4-BE49-F238E27FC236}">
                  <a16:creationId xmlns:a16="http://schemas.microsoft.com/office/drawing/2014/main" id="{384CA97C-3AC8-4F10-94BA-3550B4F651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0139907"/>
                </p:ext>
              </p:extLst>
            </p:nvPr>
          </p:nvGraphicFramePr>
          <p:xfrm>
            <a:off x="4767312" y="3916292"/>
            <a:ext cx="1638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211" name="Equation" r:id="rId57" imgW="1638000" imgH="380880" progId="Equation.DSMT4">
                    <p:embed/>
                  </p:oleObj>
                </mc:Choice>
                <mc:Fallback>
                  <p:oleObj name="Equation" r:id="rId57" imgW="16380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8"/>
                        <a:stretch>
                          <a:fillRect/>
                        </a:stretch>
                      </p:blipFill>
                      <p:spPr>
                        <a:xfrm>
                          <a:off x="4767312" y="3916292"/>
                          <a:ext cx="1638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对象 94">
              <a:extLst>
                <a:ext uri="{FF2B5EF4-FFF2-40B4-BE49-F238E27FC236}">
                  <a16:creationId xmlns:a16="http://schemas.microsoft.com/office/drawing/2014/main" id="{CC3D2D21-985D-47E4-BACA-60754AE5B6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556682"/>
                </p:ext>
              </p:extLst>
            </p:nvPr>
          </p:nvGraphicFramePr>
          <p:xfrm>
            <a:off x="6955130" y="3880169"/>
            <a:ext cx="1333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212" name="Equation" r:id="rId59" imgW="1333440" imgH="380880" progId="Equation.DSMT4">
                    <p:embed/>
                  </p:oleObj>
                </mc:Choice>
                <mc:Fallback>
                  <p:oleObj name="Equation" r:id="rId59" imgW="13334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0"/>
                        <a:stretch>
                          <a:fillRect/>
                        </a:stretch>
                      </p:blipFill>
                      <p:spPr>
                        <a:xfrm>
                          <a:off x="6955130" y="3880169"/>
                          <a:ext cx="1333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26ADF17C-472B-4DB4-A25D-FE77496402CE}"/>
              </a:ext>
            </a:extLst>
          </p:cNvPr>
          <p:cNvGrpSpPr/>
          <p:nvPr/>
        </p:nvGrpSpPr>
        <p:grpSpPr>
          <a:xfrm>
            <a:off x="509658" y="4046582"/>
            <a:ext cx="2208014" cy="448969"/>
            <a:chOff x="504106" y="4387319"/>
            <a:chExt cx="2208014" cy="448969"/>
          </a:xfrm>
        </p:grpSpPr>
        <p:sp>
          <p:nvSpPr>
            <p:cNvPr id="96" name="TextBox 70">
              <a:extLst>
                <a:ext uri="{FF2B5EF4-FFF2-40B4-BE49-F238E27FC236}">
                  <a16:creationId xmlns:a16="http://schemas.microsoft.com/office/drawing/2014/main" id="{1B409EB6-135B-4628-8D4D-7C296E449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106" y="4387319"/>
              <a:ext cx="2208014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于是</a:t>
              </a:r>
            </a:p>
          </p:txBody>
        </p:sp>
        <p:graphicFrame>
          <p:nvGraphicFramePr>
            <p:cNvPr id="97" name="对象 96">
              <a:extLst>
                <a:ext uri="{FF2B5EF4-FFF2-40B4-BE49-F238E27FC236}">
                  <a16:creationId xmlns:a16="http://schemas.microsoft.com/office/drawing/2014/main" id="{0387E6C2-4DF4-49C4-B3AD-E6DAE3B5BC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5346811"/>
                </p:ext>
              </p:extLst>
            </p:nvPr>
          </p:nvGraphicFramePr>
          <p:xfrm>
            <a:off x="1293830" y="4474408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213" name="Equation" r:id="rId61" imgW="1218960" imgH="355320" progId="Equation.DSMT4">
                    <p:embed/>
                  </p:oleObj>
                </mc:Choice>
                <mc:Fallback>
                  <p:oleObj name="Equation" r:id="rId61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2"/>
                        <a:stretch>
                          <a:fillRect/>
                        </a:stretch>
                      </p:blipFill>
                      <p:spPr>
                        <a:xfrm>
                          <a:off x="1293830" y="4474408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" name="矩形 97">
            <a:extLst>
              <a:ext uri="{FF2B5EF4-FFF2-40B4-BE49-F238E27FC236}">
                <a16:creationId xmlns:a16="http://schemas.microsoft.com/office/drawing/2014/main" id="{8B78DDF1-358F-4C01-8994-146A84FE34A3}"/>
              </a:ext>
            </a:extLst>
          </p:cNvPr>
          <p:cNvSpPr/>
          <p:nvPr/>
        </p:nvSpPr>
        <p:spPr>
          <a:xfrm>
            <a:off x="595953" y="108747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cs typeface="宋体" panose="02010600030101010101" pitchFamily="2" charset="-122"/>
                <a:sym typeface="+mn-ea"/>
              </a:rPr>
              <a:t>因为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1199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393B6F-1901-4077-A255-3317EDB8C852}"/>
              </a:ext>
            </a:extLst>
          </p:cNvPr>
          <p:cNvSpPr/>
          <p:nvPr/>
        </p:nvSpPr>
        <p:spPr>
          <a:xfrm>
            <a:off x="590401" y="627534"/>
            <a:ext cx="57817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sym typeface="+mn-ea"/>
              </a:rPr>
              <a:t>当            为无穷区间，类似可证</a:t>
            </a:r>
            <a:r>
              <a:rPr lang="en-US" altLang="zh-CN" sz="2400" b="1" dirty="0">
                <a:latin typeface="+mj-ea"/>
                <a:sym typeface="+mn-ea"/>
              </a:rPr>
              <a:t>.</a:t>
            </a:r>
            <a:r>
              <a:rPr lang="zh-CN" altLang="en-US" sz="2400" b="1" dirty="0">
                <a:latin typeface="+mj-ea"/>
                <a:sym typeface="+mn-ea"/>
              </a:rPr>
              <a:t>             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EFC6600-C65B-4015-A1CB-A4EC8159F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044898"/>
              </p:ext>
            </p:extLst>
          </p:nvPr>
        </p:nvGraphicFramePr>
        <p:xfrm>
          <a:off x="1082844" y="686916"/>
          <a:ext cx="1663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19" name="Equation" r:id="rId3" imgW="1663560" imgH="342720" progId="Equation.DSMT4">
                  <p:embed/>
                </p:oleObj>
              </mc:Choice>
              <mc:Fallback>
                <p:oleObj name="Equation" r:id="rId3" imgW="1663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844" y="686916"/>
                        <a:ext cx="1663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B29DC20-D68F-4EAB-8A73-D674B12BE94D}"/>
              </a:ext>
            </a:extLst>
          </p:cNvPr>
          <p:cNvSpPr/>
          <p:nvPr/>
        </p:nvSpPr>
        <p:spPr>
          <a:xfrm>
            <a:off x="590401" y="1191051"/>
            <a:ext cx="57817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sym typeface="+mn-ea"/>
              </a:rPr>
              <a:t>当        类似可证</a:t>
            </a:r>
            <a:r>
              <a:rPr lang="en-US" altLang="zh-CN" sz="2400" b="1" dirty="0">
                <a:latin typeface="+mj-ea"/>
                <a:sym typeface="+mn-ea"/>
              </a:rPr>
              <a:t>.</a:t>
            </a:r>
            <a:r>
              <a:rPr lang="zh-CN" altLang="en-US" sz="2400" b="1" dirty="0">
                <a:latin typeface="+mj-ea"/>
                <a:sym typeface="+mn-ea"/>
              </a:rPr>
              <a:t>                     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4B4B8BB-CF10-464F-9916-083A5CCDD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753205"/>
              </p:ext>
            </p:extLst>
          </p:nvPr>
        </p:nvGraphicFramePr>
        <p:xfrm>
          <a:off x="1127795" y="1257300"/>
          <a:ext cx="1016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0" name="Equation" r:id="rId5" imgW="1015920" imgH="330120" progId="Equation.DSMT4">
                  <p:embed/>
                </p:oleObj>
              </mc:Choice>
              <mc:Fallback>
                <p:oleObj name="Equation" r:id="rId5" imgW="101592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EFC6600-C65B-4015-A1CB-A4EC8159FA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7795" y="1257300"/>
                        <a:ext cx="1016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8939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1C0D6F-AE7A-4113-A539-22938F74CB9C}"/>
              </a:ext>
            </a:extLst>
          </p:cNvPr>
          <p:cNvSpPr/>
          <p:nvPr/>
        </p:nvSpPr>
        <p:spPr>
          <a:xfrm>
            <a:off x="611560" y="267494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在             上可导，且                              证明：      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0938C04-E0BC-48BA-A72B-1FC439756D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273350"/>
              </p:ext>
            </p:extLst>
          </p:nvPr>
        </p:nvGraphicFramePr>
        <p:xfrm>
          <a:off x="2195736" y="35317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8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A789C57-4F8F-40CB-8301-1B3CB684D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35317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2CAA9BD-D1C7-45AE-81DA-8EAEA14E7F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773681"/>
              </p:ext>
            </p:extLst>
          </p:nvPr>
        </p:nvGraphicFramePr>
        <p:xfrm>
          <a:off x="3131840" y="339024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83" name="Equation" r:id="rId5" imgW="876240" imgH="342720" progId="Equation.DSMT4">
                  <p:embed/>
                </p:oleObj>
              </mc:Choice>
              <mc:Fallback>
                <p:oleObj name="Equation" r:id="rId5" imgW="8762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9FF567E-F469-43CE-86B2-D3151A67CE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339024"/>
                        <a:ext cx="876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9092ACD-55CA-4003-835C-BE1A988FD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38383"/>
              </p:ext>
            </p:extLst>
          </p:nvPr>
        </p:nvGraphicFramePr>
        <p:xfrm>
          <a:off x="5640466" y="130026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84" name="Equation" r:id="rId7" imgW="2171520" imgH="736560" progId="Equation.DSMT4">
                  <p:embed/>
                </p:oleObj>
              </mc:Choice>
              <mc:Fallback>
                <p:oleObj name="Equation" r:id="rId7" imgW="217152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87C7C9B-A603-41CC-AD4E-1F4593404F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40466" y="130026"/>
                        <a:ext cx="2171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0489155-8836-48DD-BCAF-B5187620EC6B}"/>
              </a:ext>
            </a:extLst>
          </p:cNvPr>
          <p:cNvSpPr/>
          <p:nvPr/>
        </p:nvSpPr>
        <p:spPr>
          <a:xfrm>
            <a:off x="107504" y="875040"/>
            <a:ext cx="24945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            使得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B589A5B-636A-4BC5-9E1F-07D803F254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169164"/>
              </p:ext>
            </p:extLst>
          </p:nvPr>
        </p:nvGraphicFramePr>
        <p:xfrm>
          <a:off x="899592" y="940772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85" name="Equation" r:id="rId9" imgW="736560" imgH="330120" progId="Equation.DSMT4">
                  <p:embed/>
                </p:oleObj>
              </mc:Choice>
              <mc:Fallback>
                <p:oleObj name="Equation" r:id="rId9" imgW="73656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34B7255-3D58-4317-973F-579792F4C9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9592" y="940772"/>
                        <a:ext cx="73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24E1425-FEBD-4D7D-B0BD-73ADAC74AF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812913"/>
              </p:ext>
            </p:extLst>
          </p:nvPr>
        </p:nvGraphicFramePr>
        <p:xfrm>
          <a:off x="2343760" y="693122"/>
          <a:ext cx="2146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86" name="Equation" r:id="rId11" imgW="2145960" imgH="825480" progId="Equation.DSMT4">
                  <p:embed/>
                </p:oleObj>
              </mc:Choice>
              <mc:Fallback>
                <p:oleObj name="Equation" r:id="rId11" imgW="2145960" imgH="825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7291A82-6445-40F3-B5B5-921DBC2A48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43760" y="693122"/>
                        <a:ext cx="2146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70">
            <a:extLst>
              <a:ext uri="{FF2B5EF4-FFF2-40B4-BE49-F238E27FC236}">
                <a16:creationId xmlns:a16="http://schemas.microsoft.com/office/drawing/2014/main" id="{DEBA2E72-2481-44B3-AA1F-C97307661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956796"/>
            <a:ext cx="1190160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分析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C439AC2-DCC8-46EB-952A-7964AA358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270726"/>
              </p:ext>
            </p:extLst>
          </p:nvPr>
        </p:nvGraphicFramePr>
        <p:xfrm>
          <a:off x="1761108" y="1694637"/>
          <a:ext cx="2882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87" name="Equation" r:id="rId13" imgW="2882880" imgH="990360" progId="Equation.DSMT4">
                  <p:embed/>
                </p:oleObj>
              </mc:Choice>
              <mc:Fallback>
                <p:oleObj name="Equation" r:id="rId13" imgW="2882880" imgH="990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1FC0ACF-A44D-44AD-9A2D-F03904D77F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61108" y="1694637"/>
                        <a:ext cx="28829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70">
            <a:extLst>
              <a:ext uri="{FF2B5EF4-FFF2-40B4-BE49-F238E27FC236}">
                <a16:creationId xmlns:a16="http://schemas.microsoft.com/office/drawing/2014/main" id="{E90A5929-23AC-4F68-B670-A45E51335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043168"/>
            <a:ext cx="576064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证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254379F-5F84-4281-97CB-81D85AA5D5E1}"/>
              </a:ext>
            </a:extLst>
          </p:cNvPr>
          <p:cNvGrpSpPr/>
          <p:nvPr/>
        </p:nvGrpSpPr>
        <p:grpSpPr>
          <a:xfrm>
            <a:off x="1063390" y="2947396"/>
            <a:ext cx="3580618" cy="736600"/>
            <a:chOff x="1207406" y="3156134"/>
            <a:chExt cx="3580618" cy="736600"/>
          </a:xfrm>
        </p:grpSpPr>
        <p:sp>
          <p:nvSpPr>
            <p:cNvPr id="13" name="TextBox 70">
              <a:extLst>
                <a:ext uri="{FF2B5EF4-FFF2-40B4-BE49-F238E27FC236}">
                  <a16:creationId xmlns:a16="http://schemas.microsoft.com/office/drawing/2014/main" id="{BC0EB29C-9F76-4716-870C-0F97F4B37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406" y="3251905"/>
              <a:ext cx="3580618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令                 则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232C658-81DA-4FD8-825E-A818ED1606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5694009"/>
                </p:ext>
              </p:extLst>
            </p:nvPr>
          </p:nvGraphicFramePr>
          <p:xfrm>
            <a:off x="1615823" y="3156134"/>
            <a:ext cx="2603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788" name="Equation" r:id="rId15" imgW="2603160" imgH="736560" progId="Equation.DSMT4">
                    <p:embed/>
                  </p:oleObj>
                </mc:Choice>
                <mc:Fallback>
                  <p:oleObj name="Equation" r:id="rId15" imgW="2603160" imgH="7365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AE8FD3EF-C20F-419F-8D17-915FF30247F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15823" y="3156134"/>
                          <a:ext cx="2603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294C7FF-D566-4E6E-A735-7F8A4F205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130129"/>
              </p:ext>
            </p:extLst>
          </p:nvPr>
        </p:nvGraphicFramePr>
        <p:xfrm>
          <a:off x="4456960" y="3144246"/>
          <a:ext cx="205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89" name="Equation" r:id="rId17" imgW="2057400" imgH="342720" progId="Equation.DSMT4">
                  <p:embed/>
                </p:oleObj>
              </mc:Choice>
              <mc:Fallback>
                <p:oleObj name="Equation" r:id="rId17" imgW="205740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1D39880-0929-42A7-871D-7E55A887C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6960" y="3144246"/>
                        <a:ext cx="2057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3D93415-614A-496E-AC34-2A31C056CD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908056"/>
              </p:ext>
            </p:extLst>
          </p:nvPr>
        </p:nvGraphicFramePr>
        <p:xfrm>
          <a:off x="6521824" y="3149456"/>
          <a:ext cx="208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90" name="Equation" r:id="rId19" imgW="2082600" imgH="342720" progId="Equation.DSMT4">
                  <p:embed/>
                </p:oleObj>
              </mc:Choice>
              <mc:Fallback>
                <p:oleObj name="Equation" r:id="rId19" imgW="208260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2206D26-F6AE-403E-ACDE-33DE4D066E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21824" y="3149456"/>
                        <a:ext cx="2082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70">
            <a:extLst>
              <a:ext uri="{FF2B5EF4-FFF2-40B4-BE49-F238E27FC236}">
                <a16:creationId xmlns:a16="http://schemas.microsoft.com/office/drawing/2014/main" id="{3C255CA3-5E54-4E83-BF7B-B23D98179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785252"/>
            <a:ext cx="2808312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且由可导必连续知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103DB2A-CAFD-4C95-8FB0-CAB334ADB3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80389"/>
              </p:ext>
            </p:extLst>
          </p:nvPr>
        </p:nvGraphicFramePr>
        <p:xfrm>
          <a:off x="3202558" y="3808786"/>
          <a:ext cx="2070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91" name="Equation" r:id="rId21" imgW="2070000" imgH="495000" progId="Equation.DSMT4">
                  <p:embed/>
                </p:oleObj>
              </mc:Choice>
              <mc:Fallback>
                <p:oleObj name="Equation" r:id="rId21" imgW="2070000" imgH="4950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1A48801-D51B-49E8-9B0B-12F2D8B6E0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02558" y="3808786"/>
                        <a:ext cx="20701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17DB01CE-309E-4393-ABA1-892B3FF04DAD}"/>
              </a:ext>
            </a:extLst>
          </p:cNvPr>
          <p:cNvGrpSpPr/>
          <p:nvPr/>
        </p:nvGrpSpPr>
        <p:grpSpPr>
          <a:xfrm>
            <a:off x="5302015" y="3785056"/>
            <a:ext cx="3580618" cy="545193"/>
            <a:chOff x="5446031" y="3993794"/>
            <a:chExt cx="3580618" cy="545193"/>
          </a:xfrm>
        </p:grpSpPr>
        <p:sp>
          <p:nvSpPr>
            <p:cNvPr id="20" name="TextBox 70">
              <a:extLst>
                <a:ext uri="{FF2B5EF4-FFF2-40B4-BE49-F238E27FC236}">
                  <a16:creationId xmlns:a16="http://schemas.microsoft.com/office/drawing/2014/main" id="{C0857F21-7B00-4A56-AB5D-3F9EFB6CAF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6031" y="3993794"/>
              <a:ext cx="3580618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且易知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2F19599-4344-402B-9C2A-E9146020DD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0068775"/>
                </p:ext>
              </p:extLst>
            </p:nvPr>
          </p:nvGraphicFramePr>
          <p:xfrm>
            <a:off x="6516216" y="4043687"/>
            <a:ext cx="20701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792" name="Equation" r:id="rId23" imgW="2070000" imgH="495000" progId="Equation.DSMT4">
                    <p:embed/>
                  </p:oleObj>
                </mc:Choice>
                <mc:Fallback>
                  <p:oleObj name="Equation" r:id="rId23" imgW="2070000" imgH="49500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8A05B010-93D3-45CA-A24B-2144AE949B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516216" y="4043687"/>
                          <a:ext cx="20701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1163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FAF225-A3AF-4AC1-8FD8-20F60189E6D8}"/>
              </a:ext>
            </a:extLst>
          </p:cNvPr>
          <p:cNvSpPr/>
          <p:nvPr/>
        </p:nvSpPr>
        <p:spPr>
          <a:xfrm>
            <a:off x="4643140" y="1764655"/>
            <a:ext cx="22293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由夹逼准则知，</a:t>
            </a:r>
            <a:endParaRPr lang="zh-CN" altLang="en-US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7B51A1-863B-432D-A4A5-6C4C71778FD1}"/>
              </a:ext>
            </a:extLst>
          </p:cNvPr>
          <p:cNvGrpSpPr/>
          <p:nvPr/>
        </p:nvGrpSpPr>
        <p:grpSpPr>
          <a:xfrm>
            <a:off x="2653562" y="1679575"/>
            <a:ext cx="2023213" cy="673100"/>
            <a:chOff x="2653562" y="1679575"/>
            <a:chExt cx="2023213" cy="6731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1F456B0-09E2-4FA0-BFFE-98C51CA254CF}"/>
                </a:ext>
              </a:extLst>
            </p:cNvPr>
            <p:cNvSpPr/>
            <p:nvPr/>
          </p:nvSpPr>
          <p:spPr>
            <a:xfrm>
              <a:off x="2653562" y="1777344"/>
              <a:ext cx="4498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2459D11-37F8-4116-A28F-CEEEC8A81F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277835"/>
                </p:ext>
              </p:extLst>
            </p:nvPr>
          </p:nvGraphicFramePr>
          <p:xfrm>
            <a:off x="3114675" y="1679575"/>
            <a:ext cx="15621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40" name="Equation" r:id="rId3" imgW="1562040" imgH="672840" progId="Equation.DSMT4">
                    <p:embed/>
                  </p:oleObj>
                </mc:Choice>
                <mc:Fallback>
                  <p:oleObj name="Equation" r:id="rId3" imgW="1562040" imgH="67284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B1D58A6B-FC4B-4AC8-B5E2-D04221D4E9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14675" y="1679575"/>
                          <a:ext cx="15621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0A2DE09-FD8E-46C2-93CD-5ED277AE95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446963"/>
              </p:ext>
            </p:extLst>
          </p:nvPr>
        </p:nvGraphicFramePr>
        <p:xfrm>
          <a:off x="6683634" y="1832298"/>
          <a:ext cx="231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1" name="Equation" r:id="rId5" imgW="2311200" imgH="457200" progId="Equation.DSMT4">
                  <p:embed/>
                </p:oleObj>
              </mc:Choice>
              <mc:Fallback>
                <p:oleObj name="Equation" r:id="rId5" imgW="2311200" imgH="457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6414269-912A-4CD6-96CC-F4849DEDE0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83634" y="1832298"/>
                        <a:ext cx="2311400" cy="4572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41B1227-F24B-4BB0-B500-E936C3D983C7}"/>
              </a:ext>
            </a:extLst>
          </p:cNvPr>
          <p:cNvSpPr/>
          <p:nvPr/>
        </p:nvSpPr>
        <p:spPr>
          <a:xfrm>
            <a:off x="148966" y="242282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endParaRPr lang="zh-CN" altLang="en-US" sz="24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D19B83C-61F9-4459-A4CF-ADFEFB14925D}"/>
              </a:ext>
            </a:extLst>
          </p:cNvPr>
          <p:cNvGrpSpPr/>
          <p:nvPr/>
        </p:nvGrpSpPr>
        <p:grpSpPr>
          <a:xfrm>
            <a:off x="168016" y="1644650"/>
            <a:ext cx="2454534" cy="673100"/>
            <a:chOff x="168016" y="1644650"/>
            <a:chExt cx="2454534" cy="673100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8C7E1D2-EF23-4EBE-8017-B13D72A6CD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5706388"/>
                </p:ext>
              </p:extLst>
            </p:nvPr>
          </p:nvGraphicFramePr>
          <p:xfrm>
            <a:off x="628650" y="1644650"/>
            <a:ext cx="19939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42" name="Equation" r:id="rId7" imgW="1993680" imgH="672840" progId="Equation.DSMT4">
                    <p:embed/>
                  </p:oleObj>
                </mc:Choice>
                <mc:Fallback>
                  <p:oleObj name="Equation" r:id="rId7" imgW="1993680" imgH="67284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20696C5B-C49C-4898-A1E5-84886AB370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28650" y="1644650"/>
                          <a:ext cx="19939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58D9061-1A01-4F54-B2E9-EFC7F38B89FF}"/>
                </a:ext>
              </a:extLst>
            </p:cNvPr>
            <p:cNvSpPr/>
            <p:nvPr/>
          </p:nvSpPr>
          <p:spPr>
            <a:xfrm>
              <a:off x="168016" y="173106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</a:t>
              </a:r>
              <a:endParaRPr lang="zh-CN" altLang="en-US" sz="2400" dirty="0"/>
            </a:p>
          </p:txBody>
        </p:sp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3FADBB6-A98C-4159-8D9F-2E3296A89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359613"/>
              </p:ext>
            </p:extLst>
          </p:nvPr>
        </p:nvGraphicFramePr>
        <p:xfrm>
          <a:off x="1010929" y="2502539"/>
          <a:ext cx="231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3" name="Equation" r:id="rId9" imgW="2311200" imgH="457200" progId="Equation.DSMT4">
                  <p:embed/>
                </p:oleObj>
              </mc:Choice>
              <mc:Fallback>
                <p:oleObj name="Equation" r:id="rId9" imgW="2311200" imgH="457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49D6646-0197-4B9B-B382-4149729810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10929" y="2502539"/>
                        <a:ext cx="2311400" cy="4572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AC008C-2AF8-4FC8-A800-7813984AEAB6}"/>
              </a:ext>
            </a:extLst>
          </p:cNvPr>
          <p:cNvSpPr/>
          <p:nvPr/>
        </p:nvSpPr>
        <p:spPr>
          <a:xfrm>
            <a:off x="628650" y="314653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6F25E94-BB40-4D76-9A05-4EFA70D147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29918"/>
              </p:ext>
            </p:extLst>
          </p:nvPr>
        </p:nvGraphicFramePr>
        <p:xfrm>
          <a:off x="1145582" y="3034091"/>
          <a:ext cx="4660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4" name="Equation" r:id="rId11" imgW="4660560" imgH="672840" progId="Equation.DSMT4">
                  <p:embed/>
                </p:oleObj>
              </mc:Choice>
              <mc:Fallback>
                <p:oleObj name="Equation" r:id="rId11" imgW="4660560" imgH="6728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FE0EAC63-6E21-4AD6-9E74-FD6CA26A3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5582" y="3034091"/>
                        <a:ext cx="46609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ACB1B3CB-3F78-4F36-9137-C99AC16E8FD7}"/>
              </a:ext>
            </a:extLst>
          </p:cNvPr>
          <p:cNvSpPr/>
          <p:nvPr/>
        </p:nvSpPr>
        <p:spPr>
          <a:xfrm>
            <a:off x="5762752" y="316732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F757376-CD38-4C64-84BE-95591DF48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839688"/>
              </p:ext>
            </p:extLst>
          </p:nvPr>
        </p:nvGraphicFramePr>
        <p:xfrm>
          <a:off x="6356350" y="3040817"/>
          <a:ext cx="2159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5" name="Equation" r:id="rId13" imgW="2158920" imgH="672840" progId="Equation.DSMT4">
                  <p:embed/>
                </p:oleObj>
              </mc:Choice>
              <mc:Fallback>
                <p:oleObj name="Equation" r:id="rId13" imgW="2158920" imgH="6728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49E4C8A9-B327-4D6E-984E-711FC2DC8A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56350" y="3040817"/>
                        <a:ext cx="21590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AFCF4D6C-7F53-4DE6-B947-2D1032A65BE8}"/>
              </a:ext>
            </a:extLst>
          </p:cNvPr>
          <p:cNvSpPr/>
          <p:nvPr/>
        </p:nvSpPr>
        <p:spPr>
          <a:xfrm>
            <a:off x="2746341" y="3976711"/>
            <a:ext cx="31309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从而由夹逼准则知，</a:t>
            </a:r>
            <a:endParaRPr lang="zh-CN" altLang="en-US" sz="2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CE765-0F11-4AA9-9EDE-8BCDC4A34613}"/>
              </a:ext>
            </a:extLst>
          </p:cNvPr>
          <p:cNvSpPr/>
          <p:nvPr/>
        </p:nvSpPr>
        <p:spPr>
          <a:xfrm>
            <a:off x="170366" y="393990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易知</a:t>
            </a:r>
            <a:endParaRPr lang="zh-CN" altLang="en-US" sz="2400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B5B911A-FB2F-4038-A3F8-75F898FE8B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928154"/>
              </p:ext>
            </p:extLst>
          </p:nvPr>
        </p:nvGraphicFramePr>
        <p:xfrm>
          <a:off x="886657" y="3834184"/>
          <a:ext cx="1828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6" name="Equation" r:id="rId15" imgW="1828800" imgH="672840" progId="Equation.DSMT4">
                  <p:embed/>
                </p:oleObj>
              </mc:Choice>
              <mc:Fallback>
                <p:oleObj name="Equation" r:id="rId15" imgW="1828800" imgH="6728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05C2903A-D7E0-4B2D-9E02-7B1D292FD5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86657" y="3834184"/>
                        <a:ext cx="18288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4E22BCC-B6D9-428D-B20B-170704E0B9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846898"/>
              </p:ext>
            </p:extLst>
          </p:nvPr>
        </p:nvGraphicFramePr>
        <p:xfrm>
          <a:off x="5580112" y="4039889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7" name="Equation" r:id="rId17" imgW="1422360" imgH="406080" progId="Equation.DSMT4">
                  <p:embed/>
                </p:oleObj>
              </mc:Choice>
              <mc:Fallback>
                <p:oleObj name="Equation" r:id="rId17" imgW="1422360" imgH="4060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29653C3-2483-4F75-A60D-C2429E5BA0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80112" y="4039889"/>
                        <a:ext cx="14224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A57C1FE1-46D5-4943-B4E7-DDB28E6E7A89}"/>
              </a:ext>
            </a:extLst>
          </p:cNvPr>
          <p:cNvSpPr/>
          <p:nvPr/>
        </p:nvSpPr>
        <p:spPr>
          <a:xfrm>
            <a:off x="610692" y="90326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在             上可导，且                              证明：      </a:t>
            </a:r>
            <a:endParaRPr lang="zh-CN" altLang="en-US" sz="24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9102ACB-1F7B-4C04-AE55-121C66A766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309116"/>
              </p:ext>
            </p:extLst>
          </p:nvPr>
        </p:nvGraphicFramePr>
        <p:xfrm>
          <a:off x="2071468" y="13020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8" name="Equation" r:id="rId19" imgW="622080" imgH="342720" progId="Equation.DSMT4">
                  <p:embed/>
                </p:oleObj>
              </mc:Choice>
              <mc:Fallback>
                <p:oleObj name="Equation" r:id="rId19" imgW="622080" imgH="3427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F88B48C-1419-4C4B-9197-96B9ACC150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71468" y="13020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9C349D7-D51B-4076-A5F9-02C373C75E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978571"/>
              </p:ext>
            </p:extLst>
          </p:nvPr>
        </p:nvGraphicFramePr>
        <p:xfrm>
          <a:off x="3102172" y="156560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9" name="Equation" r:id="rId21" imgW="876240" imgH="342720" progId="Equation.DSMT4">
                  <p:embed/>
                </p:oleObj>
              </mc:Choice>
              <mc:Fallback>
                <p:oleObj name="Equation" r:id="rId21" imgW="876240" imgH="3427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EE4F2085-9E63-4804-BF9A-98CC37068F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02172" y="156560"/>
                        <a:ext cx="876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DD7DE01-5C34-4723-BE3D-B40DA6B0B9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606679"/>
              </p:ext>
            </p:extLst>
          </p:nvPr>
        </p:nvGraphicFramePr>
        <p:xfrm>
          <a:off x="5507236" y="-47142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0" name="Equation" r:id="rId23" imgW="2171520" imgH="736560" progId="Equation.DSMT4">
                  <p:embed/>
                </p:oleObj>
              </mc:Choice>
              <mc:Fallback>
                <p:oleObj name="Equation" r:id="rId23" imgW="217152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915C6BF-E7AF-4AD7-BB7A-917A34CF2D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507236" y="-47142"/>
                        <a:ext cx="2171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448DE856-8EC3-4038-9408-02663579033A}"/>
              </a:ext>
            </a:extLst>
          </p:cNvPr>
          <p:cNvSpPr/>
          <p:nvPr/>
        </p:nvSpPr>
        <p:spPr>
          <a:xfrm>
            <a:off x="106636" y="697872"/>
            <a:ext cx="24945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            使得</a:t>
            </a:r>
            <a:endParaRPr lang="zh-CN" altLang="en-US" sz="2400" dirty="0"/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4B3A3713-BF6F-4707-BF9B-9CC7D8762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969550"/>
              </p:ext>
            </p:extLst>
          </p:nvPr>
        </p:nvGraphicFramePr>
        <p:xfrm>
          <a:off x="898724" y="763604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1" name="Equation" r:id="rId25" imgW="736560" imgH="330120" progId="Equation.DSMT4">
                  <p:embed/>
                </p:oleObj>
              </mc:Choice>
              <mc:Fallback>
                <p:oleObj name="Equation" r:id="rId25" imgW="736560" imgH="3301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D78D11B-EE72-4CE1-A96B-8DEAC062FF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98724" y="763604"/>
                        <a:ext cx="73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4D4F598-6A5C-40FD-A285-0D8A9DCD5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963043"/>
              </p:ext>
            </p:extLst>
          </p:nvPr>
        </p:nvGraphicFramePr>
        <p:xfrm>
          <a:off x="2342892" y="515954"/>
          <a:ext cx="2146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2" name="Equation" r:id="rId27" imgW="2145960" imgH="825480" progId="Equation.DSMT4">
                  <p:embed/>
                </p:oleObj>
              </mc:Choice>
              <mc:Fallback>
                <p:oleObj name="Equation" r:id="rId27" imgW="2145960" imgH="8254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8AE01F8D-C576-4FD7-B3A5-4E84579E04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342892" y="515954"/>
                        <a:ext cx="2146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30E05B3-09AB-42E2-8C83-03802B275B34}"/>
              </a:ext>
            </a:extLst>
          </p:cNvPr>
          <p:cNvCxnSpPr/>
          <p:nvPr/>
        </p:nvCxnSpPr>
        <p:spPr>
          <a:xfrm>
            <a:off x="35496" y="1491630"/>
            <a:ext cx="9108504" cy="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17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2" grpId="0"/>
      <p:bldP spid="14" grpId="0"/>
      <p:bldP spid="16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70A4B37-6C18-4EF2-AC4D-D4FD50E302B8}"/>
              </a:ext>
            </a:extLst>
          </p:cNvPr>
          <p:cNvSpPr/>
          <p:nvPr/>
        </p:nvSpPr>
        <p:spPr>
          <a:xfrm>
            <a:off x="827584" y="627534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所以由广义罗尔定理得，存在           使得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DBB623D-28EE-47FA-ACB3-5F80F63E3E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506208"/>
              </p:ext>
            </p:extLst>
          </p:nvPr>
        </p:nvGraphicFramePr>
        <p:xfrm>
          <a:off x="4932040" y="693266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98" name="Equation" r:id="rId3" imgW="736560" imgH="330120" progId="Equation.DSMT4">
                  <p:embed/>
                </p:oleObj>
              </mc:Choice>
              <mc:Fallback>
                <p:oleObj name="Equation" r:id="rId3" imgW="73656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9484CF4-93EB-4CC3-97D9-502C8F0CF3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2040" y="693266"/>
                        <a:ext cx="73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5CB4F7A-2B7A-49AD-86F9-84D00F655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16686"/>
              </p:ext>
            </p:extLst>
          </p:nvPr>
        </p:nvGraphicFramePr>
        <p:xfrm>
          <a:off x="3131840" y="1491630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99" name="Equation" r:id="rId5" imgW="1143000" imgH="330120" progId="Equation.DSMT4">
                  <p:embed/>
                </p:oleObj>
              </mc:Choice>
              <mc:Fallback>
                <p:oleObj name="Equation" r:id="rId5" imgW="114300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F0F1C22-C73E-4877-8B84-CA86B49AC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1491630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5125D68-53F3-444E-ABEF-AB05BFC99A81}"/>
              </a:ext>
            </a:extLst>
          </p:cNvPr>
          <p:cNvSpPr/>
          <p:nvPr/>
        </p:nvSpPr>
        <p:spPr>
          <a:xfrm>
            <a:off x="827584" y="234091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3307F7C-192F-4F26-B920-E238B67B68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489694"/>
              </p:ext>
            </p:extLst>
          </p:nvPr>
        </p:nvGraphicFramePr>
        <p:xfrm>
          <a:off x="2398825" y="2159000"/>
          <a:ext cx="2552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00" name="Equation" r:id="rId7" imgW="2552400" imgH="825480" progId="Equation.DSMT4">
                  <p:embed/>
                </p:oleObj>
              </mc:Choice>
              <mc:Fallback>
                <p:oleObj name="Equation" r:id="rId7" imgW="2552400" imgH="825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48B76D3-E4C3-43AC-BE1A-868470C720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98825" y="2159000"/>
                        <a:ext cx="2552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6AEC1E8-5BFF-4818-B8AC-5C1200FDF419}"/>
              </a:ext>
            </a:extLst>
          </p:cNvPr>
          <p:cNvSpPr/>
          <p:nvPr/>
        </p:nvSpPr>
        <p:spPr>
          <a:xfrm>
            <a:off x="827584" y="33638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86CF73A-A512-4F9B-9045-15B537820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336797"/>
              </p:ext>
            </p:extLst>
          </p:nvPr>
        </p:nvGraphicFramePr>
        <p:xfrm>
          <a:off x="2425700" y="3295492"/>
          <a:ext cx="2146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01" name="Equation" r:id="rId9" imgW="2145960" imgH="825480" progId="Equation.DSMT4">
                  <p:embed/>
                </p:oleObj>
              </mc:Choice>
              <mc:Fallback>
                <p:oleObj name="Equation" r:id="rId9" imgW="2145960" imgH="825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C7DB255-8CE5-4F11-AABA-C462268727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5700" y="3295492"/>
                        <a:ext cx="2146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1084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9"/>
          <p:cNvSpPr txBox="1">
            <a:spLocks noChangeArrowheads="1"/>
          </p:cNvSpPr>
          <p:nvPr/>
        </p:nvSpPr>
        <p:spPr bwMode="auto">
          <a:xfrm>
            <a:off x="276411" y="837576"/>
            <a:ext cx="5661360" cy="559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     内至少存在一点  ，使得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TextBox 69"/>
          <p:cNvSpPr txBox="1">
            <a:spLocks noChangeArrowheads="1"/>
          </p:cNvSpPr>
          <p:nvPr/>
        </p:nvSpPr>
        <p:spPr bwMode="auto">
          <a:xfrm>
            <a:off x="251520" y="222935"/>
            <a:ext cx="8424936" cy="583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indent="648000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</a:t>
            </a: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设函数    在    上连续，在     内可导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，证明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14848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250028"/>
              </p:ext>
            </p:extLst>
          </p:nvPr>
        </p:nvGraphicFramePr>
        <p:xfrm>
          <a:off x="2627313" y="425788"/>
          <a:ext cx="6207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79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25788"/>
                        <a:ext cx="6207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169799"/>
              </p:ext>
            </p:extLst>
          </p:nvPr>
        </p:nvGraphicFramePr>
        <p:xfrm>
          <a:off x="3578548" y="403141"/>
          <a:ext cx="6334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80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548" y="403141"/>
                        <a:ext cx="63341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822369"/>
              </p:ext>
            </p:extLst>
          </p:nvPr>
        </p:nvGraphicFramePr>
        <p:xfrm>
          <a:off x="5795963" y="400388"/>
          <a:ext cx="6588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81" name="Equation" r:id="rId7" imgW="660240" imgH="342720" progId="Equation.DSMT4">
                  <p:embed/>
                </p:oleObj>
              </mc:Choice>
              <mc:Fallback>
                <p:oleObj name="Equation" r:id="rId7" imgW="660240" imgH="342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00388"/>
                        <a:ext cx="6588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646477"/>
              </p:ext>
            </p:extLst>
          </p:nvPr>
        </p:nvGraphicFramePr>
        <p:xfrm>
          <a:off x="1321718" y="1042557"/>
          <a:ext cx="6588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82" name="Equation" r:id="rId9" imgW="660240" imgH="342720" progId="Equation.DSMT4">
                  <p:embed/>
                </p:oleObj>
              </mc:Choice>
              <mc:Fallback>
                <p:oleObj name="Equation" r:id="rId9" imgW="660240" imgH="3427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1718" y="1042557"/>
                        <a:ext cx="658813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523974"/>
              </p:ext>
            </p:extLst>
          </p:nvPr>
        </p:nvGraphicFramePr>
        <p:xfrm>
          <a:off x="4254500" y="1035775"/>
          <a:ext cx="2016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83" name="Equation" r:id="rId11" imgW="203040" imgH="330120" progId="Equation.DSMT4">
                  <p:embed/>
                </p:oleObj>
              </mc:Choice>
              <mc:Fallback>
                <p:oleObj name="Equation" r:id="rId11" imgW="203040" imgH="3301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1035775"/>
                        <a:ext cx="20161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664252"/>
              </p:ext>
            </p:extLst>
          </p:nvPr>
        </p:nvGraphicFramePr>
        <p:xfrm>
          <a:off x="2811463" y="1519575"/>
          <a:ext cx="25447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84" name="Equation" r:id="rId13" imgW="2552400" imgH="736560" progId="Equation.DSMT4">
                  <p:embed/>
                </p:oleObj>
              </mc:Choice>
              <mc:Fallback>
                <p:oleObj name="Equation" r:id="rId13" imgW="2552400" imgH="73656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1519575"/>
                        <a:ext cx="254476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265932" y="2403425"/>
            <a:ext cx="5530204" cy="748100"/>
            <a:chOff x="265932" y="2592000"/>
            <a:chExt cx="5530204" cy="748100"/>
          </a:xfrm>
        </p:grpSpPr>
        <p:graphicFrame>
          <p:nvGraphicFramePr>
            <p:cNvPr id="148488" name="Object 8"/>
            <p:cNvGraphicFramePr>
              <a:graphicFrameLocks noChangeAspect="1"/>
            </p:cNvGraphicFramePr>
            <p:nvPr/>
          </p:nvGraphicFramePr>
          <p:xfrm>
            <a:off x="2806055" y="2619375"/>
            <a:ext cx="2486025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085" name="Equation" r:id="rId15" imgW="2489040" imgH="736560" progId="Equation.DSMT4">
                    <p:embed/>
                  </p:oleObj>
                </mc:Choice>
                <mc:Fallback>
                  <p:oleObj name="Equation" r:id="rId15" imgW="2489040" imgH="73656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6055" y="2619375"/>
                          <a:ext cx="2486025" cy="720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69"/>
            <p:cNvSpPr txBox="1">
              <a:spLocks noChangeArrowheads="1"/>
            </p:cNvSpPr>
            <p:nvPr/>
          </p:nvSpPr>
          <p:spPr bwMode="auto">
            <a:xfrm>
              <a:off x="265932" y="2592000"/>
              <a:ext cx="553020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分析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要证       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51520" y="3246626"/>
            <a:ext cx="8352928" cy="720725"/>
            <a:chOff x="251520" y="3435201"/>
            <a:chExt cx="8352928" cy="720725"/>
          </a:xfrm>
        </p:grpSpPr>
        <p:graphicFrame>
          <p:nvGraphicFramePr>
            <p:cNvPr id="148499" name="Object 19"/>
            <p:cNvGraphicFramePr>
              <a:graphicFrameLocks noChangeAspect="1"/>
            </p:cNvGraphicFramePr>
            <p:nvPr/>
          </p:nvGraphicFramePr>
          <p:xfrm>
            <a:off x="2814638" y="3435201"/>
            <a:ext cx="2903537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086" name="Equation" r:id="rId17" imgW="2908080" imgH="736560" progId="Equation.DSMT4">
                    <p:embed/>
                  </p:oleObj>
                </mc:Choice>
                <mc:Fallback>
                  <p:oleObj name="Equation" r:id="rId17" imgW="2908080" imgH="736560" progId="Equation.DSMT4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4638" y="3435201"/>
                          <a:ext cx="2903537" cy="720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69"/>
            <p:cNvSpPr txBox="1">
              <a:spLocks noChangeArrowheads="1"/>
            </p:cNvSpPr>
            <p:nvPr/>
          </p:nvSpPr>
          <p:spPr bwMode="auto">
            <a:xfrm>
              <a:off x="251520" y="3507854"/>
              <a:ext cx="8352928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即证         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79353" y="3935750"/>
            <a:ext cx="8352928" cy="968375"/>
            <a:chOff x="179353" y="4124325"/>
            <a:chExt cx="8352928" cy="968375"/>
          </a:xfrm>
        </p:grpSpPr>
        <p:graphicFrame>
          <p:nvGraphicFramePr>
            <p:cNvPr id="14850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3467271"/>
                </p:ext>
              </p:extLst>
            </p:nvPr>
          </p:nvGraphicFramePr>
          <p:xfrm>
            <a:off x="2479675" y="4124325"/>
            <a:ext cx="3751263" cy="968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087" name="Equation" r:id="rId19" imgW="3759120" imgH="990360" progId="Equation.DSMT4">
                    <p:embed/>
                  </p:oleObj>
                </mc:Choice>
                <mc:Fallback>
                  <p:oleObj name="Equation" r:id="rId19" imgW="3759120" imgH="990360" progId="Equation.DSMT4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9675" y="4124325"/>
                          <a:ext cx="3751263" cy="968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69"/>
            <p:cNvSpPr txBox="1">
              <a:spLocks noChangeArrowheads="1"/>
            </p:cNvSpPr>
            <p:nvPr/>
          </p:nvSpPr>
          <p:spPr bwMode="auto">
            <a:xfrm>
              <a:off x="179353" y="4299941"/>
              <a:ext cx="8352928" cy="559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亦即      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7FE4D7E-789C-45E4-B8C4-27EFF610E080}"/>
              </a:ext>
            </a:extLst>
          </p:cNvPr>
          <p:cNvGrpSpPr/>
          <p:nvPr/>
        </p:nvGrpSpPr>
        <p:grpSpPr>
          <a:xfrm>
            <a:off x="5621487" y="1086556"/>
            <a:ext cx="3645939" cy="2214926"/>
            <a:chOff x="5868043" y="1887934"/>
            <a:chExt cx="3645939" cy="2343114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3CD8195-BF2F-4DC1-83A7-9A4E1A6273F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868043" y="1887934"/>
              <a:ext cx="3645939" cy="2343114"/>
              <a:chOff x="337299" y="1275680"/>
              <a:chExt cx="5946236" cy="3821429"/>
            </a:xfrm>
          </p:grpSpPr>
          <p:sp>
            <p:nvSpPr>
              <p:cNvPr id="23" name="Text Box 19">
                <a:extLst>
                  <a:ext uri="{FF2B5EF4-FFF2-40B4-BE49-F238E27FC236}">
                    <a16:creationId xmlns:a16="http://schemas.microsoft.com/office/drawing/2014/main" id="{E88C83D5-49BD-4C86-987F-4A9FCAB62B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5869" y="4410992"/>
                <a:ext cx="1223963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500" i="1" dirty="0">
                    <a:solidFill>
                      <a:srgbClr val="000000"/>
                    </a:solidFill>
                    <a:latin typeface="Symbol" pitchFamily="18" charset="2"/>
                  </a:rPr>
                  <a:t>x</a:t>
                </a:r>
              </a:p>
            </p:txBody>
          </p:sp>
          <p:grpSp>
            <p:nvGrpSpPr>
              <p:cNvPr id="24" name="Group 11">
                <a:extLst>
                  <a:ext uri="{FF2B5EF4-FFF2-40B4-BE49-F238E27FC236}">
                    <a16:creationId xmlns:a16="http://schemas.microsoft.com/office/drawing/2014/main" id="{079572A2-75DC-4D2B-BC01-FBBA40E3BE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299" y="1275680"/>
                <a:ext cx="5946236" cy="3821429"/>
                <a:chOff x="307" y="0"/>
                <a:chExt cx="10134" cy="6019"/>
              </a:xfrm>
            </p:grpSpPr>
            <p:sp>
              <p:nvSpPr>
                <p:cNvPr id="29" name="Text Box 22">
                  <a:extLst>
                    <a:ext uri="{FF2B5EF4-FFF2-40B4-BE49-F238E27FC236}">
                      <a16:creationId xmlns:a16="http://schemas.microsoft.com/office/drawing/2014/main" id="{4CADE724-42B4-4998-8996-4BEBC5EE99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8" y="3051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30" name="Text Box 23">
                  <a:extLst>
                    <a:ext uri="{FF2B5EF4-FFF2-40B4-BE49-F238E27FC236}">
                      <a16:creationId xmlns:a16="http://schemas.microsoft.com/office/drawing/2014/main" id="{EDABD067-491D-4ED6-BFAE-3945F6FC2F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2" y="795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31" name="Line 5">
                  <a:extLst>
                    <a:ext uri="{FF2B5EF4-FFF2-40B4-BE49-F238E27FC236}">
                      <a16:creationId xmlns:a16="http://schemas.microsoft.com/office/drawing/2014/main" id="{83EF0478-B0D4-4EFB-B0FF-BAE158DC9D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3971"/>
                  <a:ext cx="1" cy="1133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Line 6">
                  <a:extLst>
                    <a:ext uri="{FF2B5EF4-FFF2-40B4-BE49-F238E27FC236}">
                      <a16:creationId xmlns:a16="http://schemas.microsoft.com/office/drawing/2014/main" id="{11113693-9BB1-4487-8DC3-F632CBCAA5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940" y="1360"/>
                  <a:ext cx="1" cy="3628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" name="Text Box 8">
                  <a:extLst>
                    <a:ext uri="{FF2B5EF4-FFF2-40B4-BE49-F238E27FC236}">
                      <a16:creationId xmlns:a16="http://schemas.microsoft.com/office/drawing/2014/main" id="{C329873A-FB29-4B58-B217-2EB016C16D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12" y="4970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 pitchFamily="34" charset="0"/>
                    </a:rPr>
                    <a:t>b</a:t>
                  </a:r>
                </a:p>
              </p:txBody>
            </p:sp>
            <p:sp>
              <p:nvSpPr>
                <p:cNvPr id="34" name="Text Box 9">
                  <a:extLst>
                    <a:ext uri="{FF2B5EF4-FFF2-40B4-BE49-F238E27FC236}">
                      <a16:creationId xmlns:a16="http://schemas.microsoft.com/office/drawing/2014/main" id="{47475880-E8E3-41BE-99EB-7A21FF129F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8" y="4877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grpSp>
              <p:nvGrpSpPr>
                <p:cNvPr id="35" name="Group 18">
                  <a:extLst>
                    <a:ext uri="{FF2B5EF4-FFF2-40B4-BE49-F238E27FC236}">
                      <a16:creationId xmlns:a16="http://schemas.microsoft.com/office/drawing/2014/main" id="{1CC1E2AB-2173-4597-B705-4F44ABB78C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" y="0"/>
                  <a:ext cx="10134" cy="6019"/>
                  <a:chOff x="307" y="0"/>
                  <a:chExt cx="10134" cy="6019"/>
                </a:xfrm>
              </p:grpSpPr>
              <p:sp>
                <p:nvSpPr>
                  <p:cNvPr id="36" name="Line 3">
                    <a:extLst>
                      <a:ext uri="{FF2B5EF4-FFF2-40B4-BE49-F238E27FC236}">
                        <a16:creationId xmlns:a16="http://schemas.microsoft.com/office/drawing/2014/main" id="{56EFCD17-83C3-49E3-B6E9-3B84FA5AEF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51" y="4970"/>
                    <a:ext cx="8959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7" name="Line 4">
                    <a:extLst>
                      <a:ext uri="{FF2B5EF4-FFF2-40B4-BE49-F238E27FC236}">
                        <a16:creationId xmlns:a16="http://schemas.microsoft.com/office/drawing/2014/main" id="{25E7C2D9-FC27-4D4E-9110-022DC52FCB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83" y="226"/>
                    <a:ext cx="0" cy="5785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" name="Text Box 7">
                    <a:extLst>
                      <a:ext uri="{FF2B5EF4-FFF2-40B4-BE49-F238E27FC236}">
                        <a16:creationId xmlns:a16="http://schemas.microsoft.com/office/drawing/2014/main" id="{48DE1412-4E20-4300-9D21-BCE3D509BA3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13" y="4991"/>
                    <a:ext cx="1928" cy="102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itchFamily="34" charset="0"/>
                      </a:rPr>
                      <a:t>x</a:t>
                    </a:r>
                  </a:p>
                </p:txBody>
              </p:sp>
              <p:sp>
                <p:nvSpPr>
                  <p:cNvPr id="39" name="Text Box 10">
                    <a:extLst>
                      <a:ext uri="{FF2B5EF4-FFF2-40B4-BE49-F238E27FC236}">
                        <a16:creationId xmlns:a16="http://schemas.microsoft.com/office/drawing/2014/main" id="{0E4C60A4-A6AA-46F3-97FB-5A53A25B5AA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3" y="0"/>
                    <a:ext cx="1927" cy="102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altLang="zh-CN" sz="2000" i="1" kern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  <a:sym typeface="Arial" pitchFamily="34" charset="0"/>
                      </a:rPr>
                      <a:t>y</a:t>
                    </a:r>
                  </a:p>
                </p:txBody>
              </p:sp>
              <p:sp>
                <p:nvSpPr>
                  <p:cNvPr id="40" name="Text Box 11">
                    <a:extLst>
                      <a:ext uri="{FF2B5EF4-FFF2-40B4-BE49-F238E27FC236}">
                        <a16:creationId xmlns:a16="http://schemas.microsoft.com/office/drawing/2014/main" id="{FEAB37A2-985C-4B49-AAB9-A56E0DE8E47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7" y="4991"/>
                    <a:ext cx="1077" cy="94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itchFamily="34" charset="0"/>
                      </a:rPr>
                      <a:t>O</a:t>
                    </a:r>
                  </a:p>
                </p:txBody>
              </p:sp>
              <p:sp>
                <p:nvSpPr>
                  <p:cNvPr id="41" name="曲线 88">
                    <a:extLst>
                      <a:ext uri="{FF2B5EF4-FFF2-40B4-BE49-F238E27FC236}">
                        <a16:creationId xmlns:a16="http://schemas.microsoft.com/office/drawing/2014/main" id="{04C806F7-2970-4DA3-989B-66538DDBD1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44" y="1361"/>
                    <a:ext cx="5897" cy="2644"/>
                  </a:xfrm>
                  <a:custGeom>
                    <a:avLst/>
                    <a:gdLst>
                      <a:gd name="T0" fmla="*/ 1 w 21600"/>
                      <a:gd name="T1" fmla="*/ 0 h 21600"/>
                      <a:gd name="T2" fmla="*/ 1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600"/>
                      <a:gd name="T13" fmla="*/ 0 h 21600"/>
                      <a:gd name="T14" fmla="*/ 21600 w 21600"/>
                      <a:gd name="T15" fmla="*/ 2160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21600" y="0"/>
                        </a:moveTo>
                        <a:cubicBezTo>
                          <a:pt x="20473" y="4501"/>
                          <a:pt x="18315" y="20047"/>
                          <a:pt x="14959" y="20823"/>
                        </a:cubicBezTo>
                        <a:cubicBezTo>
                          <a:pt x="11604" y="21600"/>
                          <a:pt x="7818" y="3880"/>
                          <a:pt x="4824" y="3880"/>
                        </a:cubicBezTo>
                        <a:cubicBezTo>
                          <a:pt x="1831" y="3880"/>
                          <a:pt x="763" y="17098"/>
                          <a:pt x="0" y="20823"/>
                        </a:cubicBezTo>
                      </a:path>
                    </a:pathLst>
                  </a:custGeom>
                  <a:noFill/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5" name="Line 18">
                <a:extLst>
                  <a:ext uri="{FF2B5EF4-FFF2-40B4-BE49-F238E27FC236}">
                    <a16:creationId xmlns:a16="http://schemas.microsoft.com/office/drawing/2014/main" id="{84CC17E3-1576-4F8F-BC90-7207B62AE0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7075" y="2467892"/>
                <a:ext cx="34925" cy="197485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Line 13">
                <a:extLst>
                  <a:ext uri="{FF2B5EF4-FFF2-40B4-BE49-F238E27FC236}">
                    <a16:creationId xmlns:a16="http://schemas.microsoft.com/office/drawing/2014/main" id="{A6BE9165-B550-4DF7-9FF3-A0E5F306F7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43356">
                <a:off x="1169988" y="2921917"/>
                <a:ext cx="3854450" cy="79375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Line 13">
                <a:extLst>
                  <a:ext uri="{FF2B5EF4-FFF2-40B4-BE49-F238E27FC236}">
                    <a16:creationId xmlns:a16="http://schemas.microsoft.com/office/drawing/2014/main" id="{8E536ACA-C956-43A9-8048-06992EF34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40000">
                <a:off x="954088" y="2442492"/>
                <a:ext cx="2051050" cy="65088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Text Box 23">
                <a:extLst>
                  <a:ext uri="{FF2B5EF4-FFF2-40B4-BE49-F238E27FC236}">
                    <a16:creationId xmlns:a16="http://schemas.microsoft.com/office/drawing/2014/main" id="{D151A686-6611-4C03-8C58-B8181E1A90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1852" y="1803732"/>
                <a:ext cx="1223963" cy="6525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  <p:graphicFrame>
          <p:nvGraphicFramePr>
            <p:cNvPr id="22" name="Object 1">
              <a:extLst>
                <a:ext uri="{FF2B5EF4-FFF2-40B4-BE49-F238E27FC236}">
                  <a16:creationId xmlns:a16="http://schemas.microsoft.com/office/drawing/2014/main" id="{84C3F5F1-E3E1-4761-9A4C-454C8DFBA7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27010" y="3291830"/>
            <a:ext cx="6207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088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47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7010" y="3291830"/>
                          <a:ext cx="6207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79512" y="2618798"/>
            <a:ext cx="8892480" cy="559769"/>
            <a:chOff x="53753" y="3304963"/>
            <a:chExt cx="8892480" cy="559769"/>
          </a:xfrm>
        </p:grpSpPr>
        <p:sp>
          <p:nvSpPr>
            <p:cNvPr id="13" name="TextBox 69"/>
            <p:cNvSpPr txBox="1">
              <a:spLocks noChangeArrowheads="1"/>
            </p:cNvSpPr>
            <p:nvPr/>
          </p:nvSpPr>
          <p:spPr bwMode="auto">
            <a:xfrm>
              <a:off x="53753" y="3304963"/>
              <a:ext cx="8892480" cy="559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罗尔定理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可知，至少存在一点        使得        ，即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5464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5166579"/>
                </p:ext>
              </p:extLst>
            </p:nvPr>
          </p:nvGraphicFramePr>
          <p:xfrm>
            <a:off x="5188127" y="3512591"/>
            <a:ext cx="11271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71" name="Equation" r:id="rId3" imgW="1130040" imgH="342720" progId="Equation.DSMT4">
                    <p:embed/>
                  </p:oleObj>
                </mc:Choice>
                <mc:Fallback>
                  <p:oleObj name="Equation" r:id="rId3" imgW="1130040" imgH="34272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8127" y="3512591"/>
                          <a:ext cx="11271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4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2303847"/>
                </p:ext>
              </p:extLst>
            </p:nvPr>
          </p:nvGraphicFramePr>
          <p:xfrm>
            <a:off x="7020272" y="3484544"/>
            <a:ext cx="112712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72" name="Equation" r:id="rId5" imgW="1130040" imgH="355320" progId="Equation.DSMT4">
                    <p:embed/>
                  </p:oleObj>
                </mc:Choice>
                <mc:Fallback>
                  <p:oleObj name="Equation" r:id="rId5" imgW="1130040" imgH="355320" progId="Equation.DSMT4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0272" y="3484544"/>
                          <a:ext cx="1127125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Box 69"/>
          <p:cNvSpPr txBox="1">
            <a:spLocks noChangeArrowheads="1"/>
          </p:cNvSpPr>
          <p:nvPr/>
        </p:nvSpPr>
        <p:spPr bwMode="auto">
          <a:xfrm>
            <a:off x="428039" y="198003"/>
            <a:ext cx="1728192" cy="583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证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令                 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148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173926"/>
              </p:ext>
            </p:extLst>
          </p:nvPr>
        </p:nvGraphicFramePr>
        <p:xfrm>
          <a:off x="2065195" y="167342"/>
          <a:ext cx="34940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73" name="Equation" r:id="rId7" imgW="3504960" imgH="736560" progId="Equation.DSMT4">
                  <p:embed/>
                </p:oleObj>
              </mc:Choice>
              <mc:Fallback>
                <p:oleObj name="Equation" r:id="rId7" imgW="3504960" imgH="7365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195" y="167342"/>
                        <a:ext cx="3494088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400987" y="910904"/>
            <a:ext cx="6822504" cy="559769"/>
            <a:chOff x="-396552" y="1707654"/>
            <a:chExt cx="6822504" cy="559769"/>
          </a:xfrm>
        </p:grpSpPr>
        <p:sp>
          <p:nvSpPr>
            <p:cNvPr id="12" name="TextBox 69"/>
            <p:cNvSpPr txBox="1">
              <a:spLocks noChangeArrowheads="1"/>
            </p:cNvSpPr>
            <p:nvPr/>
          </p:nvSpPr>
          <p:spPr bwMode="auto">
            <a:xfrm>
              <a:off x="-396552" y="1707654"/>
              <a:ext cx="6822504" cy="559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显然    在    上连续，在     内可导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</a:p>
          </p:txBody>
        </p:sp>
        <p:graphicFrame>
          <p:nvGraphicFramePr>
            <p:cNvPr id="154636" name="Object 12"/>
            <p:cNvGraphicFramePr>
              <a:graphicFrameLocks noChangeAspect="1"/>
            </p:cNvGraphicFramePr>
            <p:nvPr/>
          </p:nvGraphicFramePr>
          <p:xfrm>
            <a:off x="1001076" y="1877384"/>
            <a:ext cx="5953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74" name="Equation" r:id="rId9" imgW="596880" imgH="342720" progId="Equation.DSMT4">
                    <p:embed/>
                  </p:oleObj>
                </mc:Choice>
                <mc:Fallback>
                  <p:oleObj name="Equation" r:id="rId9" imgW="596880" imgH="34272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076" y="1877384"/>
                          <a:ext cx="5953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37" name="Object 13"/>
            <p:cNvGraphicFramePr>
              <a:graphicFrameLocks noChangeAspect="1"/>
            </p:cNvGraphicFramePr>
            <p:nvPr/>
          </p:nvGraphicFramePr>
          <p:xfrm>
            <a:off x="1905281" y="1887860"/>
            <a:ext cx="633413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75" name="Equation" r:id="rId11" imgW="634680" imgH="330120" progId="Equation.DSMT4">
                    <p:embed/>
                  </p:oleObj>
                </mc:Choice>
                <mc:Fallback>
                  <p:oleObj name="Equation" r:id="rId11" imgW="634680" imgH="33012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5281" y="1887860"/>
                          <a:ext cx="633413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38" name="Object 14"/>
            <p:cNvGraphicFramePr>
              <a:graphicFrameLocks noChangeAspect="1"/>
            </p:cNvGraphicFramePr>
            <p:nvPr/>
          </p:nvGraphicFramePr>
          <p:xfrm>
            <a:off x="4118686" y="1894996"/>
            <a:ext cx="6588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76" name="Equation" r:id="rId13" imgW="660240" imgH="342720" progId="Equation.DSMT4">
                    <p:embed/>
                  </p:oleObj>
                </mc:Choice>
                <mc:Fallback>
                  <p:oleObj name="Equation" r:id="rId13" imgW="660240" imgH="34272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8686" y="1894996"/>
                          <a:ext cx="6588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46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006231"/>
              </p:ext>
            </p:extLst>
          </p:nvPr>
        </p:nvGraphicFramePr>
        <p:xfrm>
          <a:off x="1928813" y="1743364"/>
          <a:ext cx="35194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77" name="Equation" r:id="rId15" imgW="3530520" imgH="736560" progId="Equation.DSMT4">
                  <p:embed/>
                </p:oleObj>
              </mc:Choice>
              <mc:Fallback>
                <p:oleObj name="Equation" r:id="rId15" imgW="3530520" imgH="73656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1743364"/>
                        <a:ext cx="3519487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2366165" y="3595356"/>
            <a:ext cx="3238933" cy="723900"/>
            <a:chOff x="1662113" y="4152106"/>
            <a:chExt cx="3238933" cy="723900"/>
          </a:xfrm>
        </p:grpSpPr>
        <p:graphicFrame>
          <p:nvGraphicFramePr>
            <p:cNvPr id="154642" name="Object 18"/>
            <p:cNvGraphicFramePr>
              <a:graphicFrameLocks noChangeAspect="1"/>
            </p:cNvGraphicFramePr>
            <p:nvPr/>
          </p:nvGraphicFramePr>
          <p:xfrm>
            <a:off x="1662113" y="4152106"/>
            <a:ext cx="2898775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78" name="Equation" r:id="rId17" imgW="2908080" imgH="736560" progId="Equation.DSMT4">
                    <p:embed/>
                  </p:oleObj>
                </mc:Choice>
                <mc:Fallback>
                  <p:oleObj name="Equation" r:id="rId17" imgW="2908080" imgH="736560" progId="Equation.DSMT4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2113" y="4152106"/>
                          <a:ext cx="2898775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/>
            <p:nvPr/>
          </p:nvSpPr>
          <p:spPr>
            <a:xfrm>
              <a:off x="4560888" y="4414341"/>
              <a:ext cx="3401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69"/>
          <p:cNvSpPr txBox="1">
            <a:spLocks noChangeArrowheads="1"/>
          </p:cNvSpPr>
          <p:nvPr/>
        </p:nvSpPr>
        <p:spPr bwMode="auto">
          <a:xfrm>
            <a:off x="251520" y="60690"/>
            <a:ext cx="8352928" cy="819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拉格朗日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(Lagrange)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中值定理及其证明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37945" y="1934150"/>
            <a:ext cx="4167050" cy="714747"/>
            <a:chOff x="237945" y="2459513"/>
            <a:chExt cx="4167050" cy="714747"/>
          </a:xfrm>
        </p:grpSpPr>
        <p:graphicFrame>
          <p:nvGraphicFramePr>
            <p:cNvPr id="14745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1761216"/>
                </p:ext>
              </p:extLst>
            </p:nvPr>
          </p:nvGraphicFramePr>
          <p:xfrm>
            <a:off x="2588997" y="2762854"/>
            <a:ext cx="633413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909" name="Equation" r:id="rId3" imgW="634680" imgH="330120" progId="Equation.DSMT4">
                    <p:embed/>
                  </p:oleObj>
                </mc:Choice>
                <mc:Fallback>
                  <p:oleObj name="Equation" r:id="rId3" imgW="634680" imgH="33012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8997" y="2762854"/>
                          <a:ext cx="633413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Box 69"/>
            <p:cNvSpPr txBox="1">
              <a:spLocks noChangeArrowheads="1"/>
            </p:cNvSpPr>
            <p:nvPr/>
          </p:nvSpPr>
          <p:spPr bwMode="auto">
            <a:xfrm>
              <a:off x="237945" y="2459513"/>
              <a:ext cx="4167050" cy="7147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(1)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在闭区间    上连续；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206744" y="2576777"/>
            <a:ext cx="4360549" cy="714747"/>
            <a:chOff x="206744" y="2792801"/>
            <a:chExt cx="4360549" cy="714747"/>
          </a:xfrm>
        </p:grpSpPr>
        <p:graphicFrame>
          <p:nvGraphicFramePr>
            <p:cNvPr id="14745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6207758"/>
                </p:ext>
              </p:extLst>
            </p:nvPr>
          </p:nvGraphicFramePr>
          <p:xfrm>
            <a:off x="2588997" y="3132928"/>
            <a:ext cx="6588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910" name="Equation" r:id="rId5" imgW="660240" imgH="342720" progId="Equation.DSMT4">
                    <p:embed/>
                  </p:oleObj>
                </mc:Choice>
                <mc:Fallback>
                  <p:oleObj name="Equation" r:id="rId5" imgW="660240" imgH="3427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8997" y="3132928"/>
                          <a:ext cx="6588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Box 69"/>
            <p:cNvSpPr txBox="1">
              <a:spLocks noChangeArrowheads="1"/>
            </p:cNvSpPr>
            <p:nvPr/>
          </p:nvSpPr>
          <p:spPr bwMode="auto">
            <a:xfrm>
              <a:off x="206744" y="2792801"/>
              <a:ext cx="4360549" cy="7147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(2)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在开区间     内可导，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23858" y="3169626"/>
            <a:ext cx="5654654" cy="698268"/>
            <a:chOff x="104196" y="3457454"/>
            <a:chExt cx="5654654" cy="698268"/>
          </a:xfrm>
        </p:grpSpPr>
        <p:sp>
          <p:nvSpPr>
            <p:cNvPr id="40" name="TextBox 69"/>
            <p:cNvSpPr txBox="1">
              <a:spLocks noChangeArrowheads="1"/>
            </p:cNvSpPr>
            <p:nvPr/>
          </p:nvSpPr>
          <p:spPr bwMode="auto">
            <a:xfrm>
              <a:off x="104196" y="3457454"/>
              <a:ext cx="5654654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则在    内 至少存在一点  ，使得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4746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1509756"/>
                </p:ext>
              </p:extLst>
            </p:nvPr>
          </p:nvGraphicFramePr>
          <p:xfrm>
            <a:off x="1466986" y="3806756"/>
            <a:ext cx="6588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911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6986" y="3806756"/>
                          <a:ext cx="6588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461" name="Object 5"/>
            <p:cNvGraphicFramePr>
              <a:graphicFrameLocks noChangeAspect="1"/>
            </p:cNvGraphicFramePr>
            <p:nvPr/>
          </p:nvGraphicFramePr>
          <p:xfrm>
            <a:off x="4427984" y="3772396"/>
            <a:ext cx="201613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912" name="Equation" r:id="rId9" imgW="203040" imgH="330120" progId="Equation.DSMT4">
                    <p:embed/>
                  </p:oleObj>
                </mc:Choice>
                <mc:Fallback>
                  <p:oleObj name="Equation" r:id="rId9" imgW="203040" imgH="33012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984" y="3772396"/>
                          <a:ext cx="201613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/>
          <p:cNvGrpSpPr/>
          <p:nvPr/>
        </p:nvGrpSpPr>
        <p:grpSpPr>
          <a:xfrm>
            <a:off x="2466975" y="4011910"/>
            <a:ext cx="2753097" cy="792088"/>
            <a:chOff x="2466975" y="4155926"/>
            <a:chExt cx="2753097" cy="792088"/>
          </a:xfrm>
        </p:grpSpPr>
        <p:graphicFrame>
          <p:nvGraphicFramePr>
            <p:cNvPr id="147462" name="Object 6"/>
            <p:cNvGraphicFramePr>
              <a:graphicFrameLocks noChangeAspect="1"/>
            </p:cNvGraphicFramePr>
            <p:nvPr/>
          </p:nvGraphicFramePr>
          <p:xfrm>
            <a:off x="2466975" y="4224114"/>
            <a:ext cx="2481263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913" name="Equation" r:id="rId11" imgW="2489040" imgH="736560" progId="Equation.DSMT4">
                    <p:embed/>
                  </p:oleObj>
                </mc:Choice>
                <mc:Fallback>
                  <p:oleObj name="Equation" r:id="rId11" imgW="2489040" imgH="73656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6975" y="4224114"/>
                          <a:ext cx="2481263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矩形 44"/>
            <p:cNvSpPr/>
            <p:nvPr/>
          </p:nvSpPr>
          <p:spPr>
            <a:xfrm>
              <a:off x="4225889" y="4155926"/>
              <a:ext cx="994183" cy="6982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indent="648000">
                <a:lnSpc>
                  <a:spcPct val="200000"/>
                </a:lnSpc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654750" y="1887934"/>
            <a:ext cx="3645939" cy="2214926"/>
            <a:chOff x="5868043" y="1887934"/>
            <a:chExt cx="3645939" cy="2343114"/>
          </a:xfrm>
        </p:grpSpPr>
        <p:grpSp>
          <p:nvGrpSpPr>
            <p:cNvPr id="36" name="组合 35"/>
            <p:cNvGrpSpPr>
              <a:grpSpLocks noChangeAspect="1"/>
            </p:cNvGrpSpPr>
            <p:nvPr/>
          </p:nvGrpSpPr>
          <p:grpSpPr>
            <a:xfrm>
              <a:off x="5868043" y="1887934"/>
              <a:ext cx="3645939" cy="2343114"/>
              <a:chOff x="337299" y="1275680"/>
              <a:chExt cx="5946236" cy="3821429"/>
            </a:xfrm>
          </p:grpSpPr>
          <p:sp>
            <p:nvSpPr>
              <p:cNvPr id="9" name="Text Box 19"/>
              <p:cNvSpPr txBox="1">
                <a:spLocks noChangeArrowheads="1"/>
              </p:cNvSpPr>
              <p:nvPr/>
            </p:nvSpPr>
            <p:spPr bwMode="auto">
              <a:xfrm>
                <a:off x="1835869" y="4410992"/>
                <a:ext cx="1223963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500" i="1" dirty="0">
                    <a:solidFill>
                      <a:srgbClr val="000000"/>
                    </a:solidFill>
                    <a:latin typeface="Symbol" pitchFamily="18" charset="2"/>
                  </a:rPr>
                  <a:t>x</a:t>
                </a:r>
              </a:p>
            </p:txBody>
          </p:sp>
          <p:grpSp>
            <p:nvGrpSpPr>
              <p:cNvPr id="12" name="Group 11"/>
              <p:cNvGrpSpPr>
                <a:grpSpLocks/>
              </p:cNvGrpSpPr>
              <p:nvPr/>
            </p:nvGrpSpPr>
            <p:grpSpPr bwMode="auto">
              <a:xfrm>
                <a:off x="337299" y="1275680"/>
                <a:ext cx="5946236" cy="3821429"/>
                <a:chOff x="307" y="0"/>
                <a:chExt cx="10134" cy="6019"/>
              </a:xfrm>
            </p:grpSpPr>
            <p:sp>
              <p:nvSpPr>
                <p:cNvPr id="1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308" y="3051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4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7682" y="795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15" name="Line 5"/>
                <p:cNvSpPr>
                  <a:spLocks noChangeShapeType="1"/>
                </p:cNvSpPr>
                <p:nvPr/>
              </p:nvSpPr>
              <p:spPr bwMode="auto">
                <a:xfrm>
                  <a:off x="2063" y="3971"/>
                  <a:ext cx="1" cy="1133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" name="Line 6"/>
                <p:cNvSpPr>
                  <a:spLocks noChangeShapeType="1"/>
                </p:cNvSpPr>
                <p:nvPr/>
              </p:nvSpPr>
              <p:spPr bwMode="auto">
                <a:xfrm>
                  <a:off x="7940" y="1360"/>
                  <a:ext cx="1" cy="3628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7312" y="4970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 pitchFamily="34" charset="0"/>
                    </a:rPr>
                    <a:t>b</a:t>
                  </a:r>
                </a:p>
              </p:txBody>
            </p:sp>
            <p:sp>
              <p:nvSpPr>
                <p:cNvPr id="18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508" y="4877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grpSp>
              <p:nvGrpSpPr>
                <p:cNvPr id="19" name="Group 18"/>
                <p:cNvGrpSpPr>
                  <a:grpSpLocks/>
                </p:cNvGrpSpPr>
                <p:nvPr/>
              </p:nvGrpSpPr>
              <p:grpSpPr bwMode="auto">
                <a:xfrm>
                  <a:off x="307" y="0"/>
                  <a:ext cx="10134" cy="6019"/>
                  <a:chOff x="307" y="0"/>
                  <a:chExt cx="10134" cy="6019"/>
                </a:xfrm>
              </p:grpSpPr>
              <p:sp>
                <p:nvSpPr>
                  <p:cNvPr id="20" name="Line 3"/>
                  <p:cNvSpPr>
                    <a:spLocks noChangeShapeType="1"/>
                  </p:cNvSpPr>
                  <p:nvPr/>
                </p:nvSpPr>
                <p:spPr bwMode="auto">
                  <a:xfrm>
                    <a:off x="651" y="4970"/>
                    <a:ext cx="8959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" name="Line 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83" y="226"/>
                    <a:ext cx="0" cy="5785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2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13" y="4991"/>
                    <a:ext cx="1928" cy="102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itchFamily="34" charset="0"/>
                      </a:rPr>
                      <a:t>x</a:t>
                    </a:r>
                  </a:p>
                </p:txBody>
              </p:sp>
              <p:sp>
                <p:nvSpPr>
                  <p:cNvPr id="23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3" y="0"/>
                    <a:ext cx="1927" cy="102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altLang="zh-CN" sz="2000" i="1" kern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  <a:sym typeface="Arial" pitchFamily="34" charset="0"/>
                      </a:rPr>
                      <a:t>y</a:t>
                    </a:r>
                  </a:p>
                </p:txBody>
              </p:sp>
              <p:sp>
                <p:nvSpPr>
                  <p:cNvPr id="24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7" y="4991"/>
                    <a:ext cx="1077" cy="94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itchFamily="34" charset="0"/>
                      </a:rPr>
                      <a:t>O</a:t>
                    </a:r>
                  </a:p>
                </p:txBody>
              </p:sp>
              <p:sp>
                <p:nvSpPr>
                  <p:cNvPr id="25" name="曲线 88"/>
                  <p:cNvSpPr>
                    <a:spLocks/>
                  </p:cNvSpPr>
                  <p:nvPr/>
                </p:nvSpPr>
                <p:spPr bwMode="auto">
                  <a:xfrm>
                    <a:off x="2044" y="1361"/>
                    <a:ext cx="5897" cy="2644"/>
                  </a:xfrm>
                  <a:custGeom>
                    <a:avLst/>
                    <a:gdLst>
                      <a:gd name="T0" fmla="*/ 1 w 21600"/>
                      <a:gd name="T1" fmla="*/ 0 h 21600"/>
                      <a:gd name="T2" fmla="*/ 1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600"/>
                      <a:gd name="T13" fmla="*/ 0 h 21600"/>
                      <a:gd name="T14" fmla="*/ 21600 w 21600"/>
                      <a:gd name="T15" fmla="*/ 2160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21600" y="0"/>
                        </a:moveTo>
                        <a:cubicBezTo>
                          <a:pt x="20473" y="4501"/>
                          <a:pt x="18315" y="20047"/>
                          <a:pt x="14959" y="20823"/>
                        </a:cubicBezTo>
                        <a:cubicBezTo>
                          <a:pt x="11604" y="21600"/>
                          <a:pt x="7818" y="3880"/>
                          <a:pt x="4824" y="3880"/>
                        </a:cubicBezTo>
                        <a:cubicBezTo>
                          <a:pt x="1831" y="3880"/>
                          <a:pt x="763" y="17098"/>
                          <a:pt x="0" y="20823"/>
                        </a:cubicBezTo>
                      </a:path>
                    </a:pathLst>
                  </a:custGeom>
                  <a:noFill/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32" name="Line 18"/>
              <p:cNvSpPr>
                <a:spLocks noChangeShapeType="1"/>
              </p:cNvSpPr>
              <p:nvPr/>
            </p:nvSpPr>
            <p:spPr bwMode="auto">
              <a:xfrm>
                <a:off x="1997075" y="2467892"/>
                <a:ext cx="34925" cy="197485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Line 13"/>
              <p:cNvSpPr>
                <a:spLocks noChangeShapeType="1"/>
              </p:cNvSpPr>
              <p:nvPr/>
            </p:nvSpPr>
            <p:spPr bwMode="auto">
              <a:xfrm rot="20043356">
                <a:off x="1169988" y="2921917"/>
                <a:ext cx="3854450" cy="79375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Line 13"/>
              <p:cNvSpPr>
                <a:spLocks noChangeShapeType="1"/>
              </p:cNvSpPr>
              <p:nvPr/>
            </p:nvSpPr>
            <p:spPr bwMode="auto">
              <a:xfrm rot="20040000">
                <a:off x="954088" y="2442492"/>
                <a:ext cx="2051050" cy="65088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Text Box 23"/>
              <p:cNvSpPr txBox="1">
                <a:spLocks noChangeArrowheads="1"/>
              </p:cNvSpPr>
              <p:nvPr/>
            </p:nvSpPr>
            <p:spPr bwMode="auto">
              <a:xfrm>
                <a:off x="1691852" y="1803732"/>
                <a:ext cx="1223963" cy="6525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  <p:graphicFrame>
          <p:nvGraphicFramePr>
            <p:cNvPr id="47" name="Object 1"/>
            <p:cNvGraphicFramePr>
              <a:graphicFrameLocks noChangeAspect="1"/>
            </p:cNvGraphicFramePr>
            <p:nvPr/>
          </p:nvGraphicFramePr>
          <p:xfrm>
            <a:off x="7227010" y="3291830"/>
            <a:ext cx="6207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914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7010" y="3291830"/>
                          <a:ext cx="6207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TextBox 69"/>
          <p:cNvSpPr txBox="1">
            <a:spLocks noChangeArrowheads="1"/>
          </p:cNvSpPr>
          <p:nvPr/>
        </p:nvSpPr>
        <p:spPr bwMode="auto">
          <a:xfrm>
            <a:off x="251520" y="1131590"/>
            <a:ext cx="4824536" cy="721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拉格朗日中值定理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193472" y="1118274"/>
            <a:ext cx="4530959" cy="830997"/>
            <a:chOff x="4073489" y="1275606"/>
            <a:chExt cx="4530959" cy="830997"/>
          </a:xfrm>
        </p:grpSpPr>
        <p:sp>
          <p:nvSpPr>
            <p:cNvPr id="59" name="TextBox 69"/>
            <p:cNvSpPr txBox="1">
              <a:spLocks noChangeArrowheads="1"/>
            </p:cNvSpPr>
            <p:nvPr/>
          </p:nvSpPr>
          <p:spPr bwMode="auto">
            <a:xfrm>
              <a:off x="4073489" y="1275606"/>
              <a:ext cx="4530959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如果函数     满足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60" name="Object 1"/>
            <p:cNvGraphicFramePr>
              <a:graphicFrameLocks noChangeAspect="1"/>
            </p:cNvGraphicFramePr>
            <p:nvPr/>
          </p:nvGraphicFramePr>
          <p:xfrm>
            <a:off x="6111528" y="1587128"/>
            <a:ext cx="6207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915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1528" y="1587128"/>
                          <a:ext cx="6207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utoUpdateAnimBg="0"/>
      <p:bldP spid="5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69"/>
          <p:cNvSpPr txBox="1">
            <a:spLocks noChangeArrowheads="1"/>
          </p:cNvSpPr>
          <p:nvPr/>
        </p:nvSpPr>
        <p:spPr bwMode="auto">
          <a:xfrm>
            <a:off x="281285" y="45455"/>
            <a:ext cx="8352928" cy="721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证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直线   的方程为：                 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-268299" y="1631978"/>
            <a:ext cx="8750498" cy="708807"/>
            <a:chOff x="-476473" y="1740193"/>
            <a:chExt cx="8750498" cy="708807"/>
          </a:xfrm>
        </p:grpSpPr>
        <p:sp>
          <p:nvSpPr>
            <p:cNvPr id="17" name="TextBox 69"/>
            <p:cNvSpPr txBox="1">
              <a:spLocks noChangeArrowheads="1"/>
            </p:cNvSpPr>
            <p:nvPr/>
          </p:nvSpPr>
          <p:spPr bwMode="auto">
            <a:xfrm>
              <a:off x="-476473" y="1740193"/>
              <a:ext cx="7128792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由于    在    上连续，在     内可导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又              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46436" name="Object 4"/>
            <p:cNvGraphicFramePr>
              <a:graphicFrameLocks noChangeAspect="1"/>
            </p:cNvGraphicFramePr>
            <p:nvPr/>
          </p:nvGraphicFramePr>
          <p:xfrm>
            <a:off x="899592" y="2091184"/>
            <a:ext cx="5953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67" name="Equation" r:id="rId3" imgW="596880" imgH="342720" progId="Equation.DSMT4">
                    <p:embed/>
                  </p:oleObj>
                </mc:Choice>
                <mc:Fallback>
                  <p:oleObj name="Equation" r:id="rId3" imgW="596880" imgH="34272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2091184"/>
                          <a:ext cx="5953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437" name="Object 5"/>
            <p:cNvGraphicFramePr>
              <a:graphicFrameLocks noChangeAspect="1"/>
            </p:cNvGraphicFramePr>
            <p:nvPr/>
          </p:nvGraphicFramePr>
          <p:xfrm>
            <a:off x="1835696" y="2125150"/>
            <a:ext cx="633412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68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2125150"/>
                          <a:ext cx="633412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438" name="Object 6"/>
            <p:cNvGraphicFramePr>
              <a:graphicFrameLocks noChangeAspect="1"/>
            </p:cNvGraphicFramePr>
            <p:nvPr/>
          </p:nvGraphicFramePr>
          <p:xfrm>
            <a:off x="4067944" y="2091184"/>
            <a:ext cx="6588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69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2091184"/>
                          <a:ext cx="6588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439" name="Object 7"/>
            <p:cNvGraphicFramePr>
              <a:graphicFrameLocks noChangeAspect="1"/>
            </p:cNvGraphicFramePr>
            <p:nvPr/>
          </p:nvGraphicFramePr>
          <p:xfrm>
            <a:off x="6372200" y="2091184"/>
            <a:ext cx="19018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70" name="Equation" r:id="rId9" imgW="1904760" imgH="342720" progId="Equation.DSMT4">
                    <p:embed/>
                  </p:oleObj>
                </mc:Choice>
                <mc:Fallback>
                  <p:oleObj name="Equation" r:id="rId9" imgW="1904760" imgH="34272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2200" y="2091184"/>
                          <a:ext cx="19018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43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179303"/>
              </p:ext>
            </p:extLst>
          </p:nvPr>
        </p:nvGraphicFramePr>
        <p:xfrm>
          <a:off x="2278993" y="405444"/>
          <a:ext cx="442913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71" name="Equation" r:id="rId11" imgW="444240" imgH="266400" progId="Equation.DSMT4">
                  <p:embed/>
                </p:oleObj>
              </mc:Choice>
              <mc:Fallback>
                <p:oleObj name="Equation" r:id="rId11" imgW="444240" imgH="2664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993" y="405444"/>
                        <a:ext cx="442913" cy="261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594479"/>
              </p:ext>
            </p:extLst>
          </p:nvPr>
        </p:nvGraphicFramePr>
        <p:xfrm>
          <a:off x="4211960" y="142334"/>
          <a:ext cx="37607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72" name="Equation" r:id="rId13" imgW="3771720" imgH="736560" progId="Equation.DSMT4">
                  <p:embed/>
                </p:oleObj>
              </mc:Choice>
              <mc:Fallback>
                <p:oleObj name="Equation" r:id="rId13" imgW="3771720" imgH="7365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142334"/>
                        <a:ext cx="3760788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208174" y="963113"/>
            <a:ext cx="8477250" cy="822560"/>
            <a:chOff x="0" y="1071328"/>
            <a:chExt cx="8477250" cy="822560"/>
          </a:xfrm>
        </p:grpSpPr>
        <p:graphicFrame>
          <p:nvGraphicFramePr>
            <p:cNvPr id="14643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323507"/>
                </p:ext>
              </p:extLst>
            </p:nvPr>
          </p:nvGraphicFramePr>
          <p:xfrm>
            <a:off x="3487738" y="1169988"/>
            <a:ext cx="4989512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73" name="Equation" r:id="rId15" imgW="5003640" imgH="736560" progId="Equation.DSMT4">
                    <p:embed/>
                  </p:oleObj>
                </mc:Choice>
                <mc:Fallback>
                  <p:oleObj name="Equation" r:id="rId15" imgW="5003640" imgH="73656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7738" y="1169988"/>
                          <a:ext cx="4989512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69"/>
            <p:cNvSpPr txBox="1">
              <a:spLocks noChangeArrowheads="1"/>
            </p:cNvSpPr>
            <p:nvPr/>
          </p:nvSpPr>
          <p:spPr bwMode="auto">
            <a:xfrm>
              <a:off x="0" y="1071328"/>
              <a:ext cx="3600400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故构造一个辅助函数                                 </a:t>
              </a:r>
              <a:endPara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59694" y="3111607"/>
            <a:ext cx="4248472" cy="698268"/>
            <a:chOff x="971600" y="3219822"/>
            <a:chExt cx="4248472" cy="698268"/>
          </a:xfrm>
        </p:grpSpPr>
        <p:sp>
          <p:nvSpPr>
            <p:cNvPr id="20" name="TextBox 69"/>
            <p:cNvSpPr txBox="1">
              <a:spLocks noChangeArrowheads="1"/>
            </p:cNvSpPr>
            <p:nvPr/>
          </p:nvSpPr>
          <p:spPr bwMode="auto">
            <a:xfrm>
              <a:off x="971600" y="3219822"/>
              <a:ext cx="4248472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，使得       ， 即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46442" name="Object 10"/>
            <p:cNvGraphicFramePr>
              <a:graphicFrameLocks noChangeAspect="1"/>
            </p:cNvGraphicFramePr>
            <p:nvPr/>
          </p:nvGraphicFramePr>
          <p:xfrm>
            <a:off x="1001365" y="3569229"/>
            <a:ext cx="112236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74" name="Equation" r:id="rId17" imgW="1130040" imgH="342720" progId="Equation.DSMT4">
                    <p:embed/>
                  </p:oleObj>
                </mc:Choice>
                <mc:Fallback>
                  <p:oleObj name="Equation" r:id="rId17" imgW="1130040" imgH="34272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365" y="3569229"/>
                          <a:ext cx="112236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443" name="Object 11"/>
            <p:cNvGraphicFramePr>
              <a:graphicFrameLocks noChangeAspect="1"/>
            </p:cNvGraphicFramePr>
            <p:nvPr/>
          </p:nvGraphicFramePr>
          <p:xfrm>
            <a:off x="3174083" y="3507854"/>
            <a:ext cx="1008062" cy="347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75" name="Equation" r:id="rId19" imgW="1015920" imgH="355320" progId="Equation.DSMT4">
                    <p:embed/>
                  </p:oleObj>
                </mc:Choice>
                <mc:Fallback>
                  <p:oleObj name="Equation" r:id="rId19" imgW="1015920" imgH="35532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4083" y="3507854"/>
                          <a:ext cx="1008062" cy="347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742405"/>
              </p:ext>
            </p:extLst>
          </p:nvPr>
        </p:nvGraphicFramePr>
        <p:xfrm>
          <a:off x="2918831" y="3975747"/>
          <a:ext cx="25463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76" name="Equation" r:id="rId21" imgW="2552400" imgH="736560" progId="Equation.DSMT4">
                  <p:embed/>
                </p:oleObj>
              </mc:Choice>
              <mc:Fallback>
                <p:oleObj name="Equation" r:id="rId21" imgW="2552400" imgH="73656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831" y="3975747"/>
                        <a:ext cx="254635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459694" y="2361264"/>
            <a:ext cx="6192688" cy="830997"/>
            <a:chOff x="-468560" y="2521554"/>
            <a:chExt cx="6192688" cy="830997"/>
          </a:xfrm>
        </p:grpSpPr>
        <p:sp>
          <p:nvSpPr>
            <p:cNvPr id="28" name="TextBox 69"/>
            <p:cNvSpPr txBox="1">
              <a:spLocks noChangeArrowheads="1"/>
            </p:cNvSpPr>
            <p:nvPr/>
          </p:nvSpPr>
          <p:spPr bwMode="auto">
            <a:xfrm>
              <a:off x="-468560" y="2521554"/>
              <a:ext cx="6192688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故    在    上满足罗尔定理的条件，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29" name="Object 8"/>
            <p:cNvGraphicFramePr>
              <a:graphicFrameLocks noChangeAspect="1"/>
            </p:cNvGraphicFramePr>
            <p:nvPr/>
          </p:nvGraphicFramePr>
          <p:xfrm>
            <a:off x="611560" y="2838516"/>
            <a:ext cx="5953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77" name="Equation" r:id="rId23" imgW="596880" imgH="342720" progId="Equation.DSMT4">
                    <p:embed/>
                  </p:oleObj>
                </mc:Choice>
                <mc:Fallback>
                  <p:oleObj name="Equation" r:id="rId23" imgW="596880" imgH="34272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2838516"/>
                          <a:ext cx="5953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9"/>
            <p:cNvGraphicFramePr>
              <a:graphicFrameLocks noChangeAspect="1"/>
            </p:cNvGraphicFramePr>
            <p:nvPr/>
          </p:nvGraphicFramePr>
          <p:xfrm>
            <a:off x="1547664" y="2834597"/>
            <a:ext cx="633412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78" name="Equation" r:id="rId25" imgW="634680" imgH="330120" progId="Equation.DSMT4">
                    <p:embed/>
                  </p:oleObj>
                </mc:Choice>
                <mc:Fallback>
                  <p:oleObj name="Equation" r:id="rId25" imgW="634680" imgH="33012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2834597"/>
                          <a:ext cx="633412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TextBox 69"/>
          <p:cNvSpPr txBox="1">
            <a:spLocks noChangeArrowheads="1"/>
          </p:cNvSpPr>
          <p:nvPr/>
        </p:nvSpPr>
        <p:spPr bwMode="auto">
          <a:xfrm>
            <a:off x="5572262" y="2372696"/>
            <a:ext cx="359804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因此至少存在一点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Text Box 4">
            <a:extLst>
              <a:ext uri="{FF2B5EF4-FFF2-40B4-BE49-F238E27FC236}">
                <a16:creationId xmlns:a16="http://schemas.microsoft.com/office/drawing/2014/main" id="{1AEDCAA7-3507-4D7D-983B-2F093EC3A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217232"/>
            <a:ext cx="7006262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定理的证明方法很多</a:t>
            </a:r>
            <a:r>
              <a:rPr kumimoji="1" lang="en-US" altLang="zh-CN" sz="2400" b="1" dirty="0">
                <a:latin typeface="+mj-ea"/>
                <a:ea typeface="+mj-ea"/>
              </a:rPr>
              <a:t>.  </a:t>
            </a:r>
            <a:r>
              <a:rPr kumimoji="1" lang="zh-CN" altLang="en-US" sz="2400" b="1" dirty="0">
                <a:latin typeface="+mj-ea"/>
                <a:ea typeface="+mj-ea"/>
              </a:rPr>
              <a:t>例如</a:t>
            </a:r>
            <a:r>
              <a:rPr kumimoji="1" lang="en-US" altLang="zh-CN" sz="2400" b="1" dirty="0">
                <a:latin typeface="+mj-ea"/>
                <a:ea typeface="+mj-ea"/>
              </a:rPr>
              <a:t>, </a:t>
            </a:r>
            <a:r>
              <a:rPr kumimoji="1" lang="zh-CN" altLang="en-US" sz="2400" b="1" dirty="0">
                <a:latin typeface="+mj-ea"/>
                <a:ea typeface="+mj-ea"/>
              </a:rPr>
              <a:t>可作辅助函数</a:t>
            </a:r>
          </a:p>
        </p:txBody>
      </p:sp>
      <p:sp>
        <p:nvSpPr>
          <p:cNvPr id="158746" name="Text Box 26">
            <a:extLst>
              <a:ext uri="{FF2B5EF4-FFF2-40B4-BE49-F238E27FC236}">
                <a16:creationId xmlns:a16="http://schemas.microsoft.com/office/drawing/2014/main" id="{B83C0AD7-D9B4-4629-92CE-0A31F883C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111" y="202393"/>
            <a:ext cx="11608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注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</a:t>
            </a:r>
            <a:endParaRPr lang="zh-CN" altLang="en-US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A6307992-D6E8-4A9D-A040-7EE4EE989B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017290"/>
              </p:ext>
            </p:extLst>
          </p:nvPr>
        </p:nvGraphicFramePr>
        <p:xfrm>
          <a:off x="2536504" y="935611"/>
          <a:ext cx="35179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7" name="Equation" r:id="rId3" imgW="3517560" imgH="736560" progId="Equation.DSMT4">
                  <p:embed/>
                </p:oleObj>
              </mc:Choice>
              <mc:Fallback>
                <p:oleObj name="Equation" r:id="rId3" imgW="3517560" imgH="736560" progId="Equation.DSMT4">
                  <p:embed/>
                  <p:pic>
                    <p:nvPicPr>
                      <p:cNvPr id="158725" name="Object 5">
                        <a:extLst>
                          <a:ext uri="{FF2B5EF4-FFF2-40B4-BE49-F238E27FC236}">
                            <a16:creationId xmlns:a16="http://schemas.microsoft.com/office/drawing/2014/main" id="{DADF5224-44CE-440B-9392-730D492009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504" y="935611"/>
                        <a:ext cx="35179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0915397F-890E-48CB-8D0E-D43233D5BC74}"/>
              </a:ext>
            </a:extLst>
          </p:cNvPr>
          <p:cNvGrpSpPr/>
          <p:nvPr/>
        </p:nvGrpSpPr>
        <p:grpSpPr>
          <a:xfrm>
            <a:off x="2609579" y="2067694"/>
            <a:ext cx="3645939" cy="2214926"/>
            <a:chOff x="5868043" y="1887934"/>
            <a:chExt cx="3645939" cy="2343114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0558238-3F71-407D-A5D6-3B167DC96A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868043" y="1887934"/>
              <a:ext cx="3645939" cy="2343114"/>
              <a:chOff x="337299" y="1275680"/>
              <a:chExt cx="5946236" cy="3821429"/>
            </a:xfrm>
          </p:grpSpPr>
          <p:sp>
            <p:nvSpPr>
              <p:cNvPr id="28" name="Text Box 19">
                <a:extLst>
                  <a:ext uri="{FF2B5EF4-FFF2-40B4-BE49-F238E27FC236}">
                    <a16:creationId xmlns:a16="http://schemas.microsoft.com/office/drawing/2014/main" id="{26B1883D-D42C-444F-BEAE-D50A3C2561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5869" y="4410992"/>
                <a:ext cx="1223963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500" i="1" dirty="0">
                    <a:solidFill>
                      <a:srgbClr val="000000"/>
                    </a:solidFill>
                    <a:latin typeface="Symbol" pitchFamily="18" charset="2"/>
                  </a:rPr>
                  <a:t>x</a:t>
                </a:r>
              </a:p>
            </p:txBody>
          </p:sp>
          <p:grpSp>
            <p:nvGrpSpPr>
              <p:cNvPr id="29" name="Group 11">
                <a:extLst>
                  <a:ext uri="{FF2B5EF4-FFF2-40B4-BE49-F238E27FC236}">
                    <a16:creationId xmlns:a16="http://schemas.microsoft.com/office/drawing/2014/main" id="{C14B6C8E-C5C6-425D-A3AC-4F57A2AD93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299" y="1275680"/>
                <a:ext cx="5946236" cy="3821429"/>
                <a:chOff x="307" y="0"/>
                <a:chExt cx="10134" cy="6019"/>
              </a:xfrm>
            </p:grpSpPr>
            <p:sp>
              <p:nvSpPr>
                <p:cNvPr id="34" name="Text Box 22">
                  <a:extLst>
                    <a:ext uri="{FF2B5EF4-FFF2-40B4-BE49-F238E27FC236}">
                      <a16:creationId xmlns:a16="http://schemas.microsoft.com/office/drawing/2014/main" id="{841CCE1D-DFB3-4855-B3FC-9698013738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8" y="3051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35" name="Text Box 23">
                  <a:extLst>
                    <a:ext uri="{FF2B5EF4-FFF2-40B4-BE49-F238E27FC236}">
                      <a16:creationId xmlns:a16="http://schemas.microsoft.com/office/drawing/2014/main" id="{7B39D336-B0DC-40EB-B074-4F6DE82E1A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2" y="795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36" name="Line 5">
                  <a:extLst>
                    <a:ext uri="{FF2B5EF4-FFF2-40B4-BE49-F238E27FC236}">
                      <a16:creationId xmlns:a16="http://schemas.microsoft.com/office/drawing/2014/main" id="{705F17FB-3215-407B-A174-783E13F99A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3971"/>
                  <a:ext cx="1" cy="1133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" name="Line 6">
                  <a:extLst>
                    <a:ext uri="{FF2B5EF4-FFF2-40B4-BE49-F238E27FC236}">
                      <a16:creationId xmlns:a16="http://schemas.microsoft.com/office/drawing/2014/main" id="{F544DE70-8C3C-407E-92C3-C4EE8B119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940" y="1360"/>
                  <a:ext cx="1" cy="3628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" name="Text Box 8">
                  <a:extLst>
                    <a:ext uri="{FF2B5EF4-FFF2-40B4-BE49-F238E27FC236}">
                      <a16:creationId xmlns:a16="http://schemas.microsoft.com/office/drawing/2014/main" id="{C2661CAA-A5CC-456F-AC7D-542A53CC89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12" y="4970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 pitchFamily="34" charset="0"/>
                    </a:rPr>
                    <a:t>b</a:t>
                  </a:r>
                </a:p>
              </p:txBody>
            </p:sp>
            <p:sp>
              <p:nvSpPr>
                <p:cNvPr id="39" name="Text Box 9">
                  <a:extLst>
                    <a:ext uri="{FF2B5EF4-FFF2-40B4-BE49-F238E27FC236}">
                      <a16:creationId xmlns:a16="http://schemas.microsoft.com/office/drawing/2014/main" id="{1A857037-1B35-41AE-9DBD-11A2DB7682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8" y="4877"/>
                  <a:ext cx="1928" cy="1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grpSp>
              <p:nvGrpSpPr>
                <p:cNvPr id="40" name="Group 18">
                  <a:extLst>
                    <a:ext uri="{FF2B5EF4-FFF2-40B4-BE49-F238E27FC236}">
                      <a16:creationId xmlns:a16="http://schemas.microsoft.com/office/drawing/2014/main" id="{72ED1975-8947-4FFD-89B7-1ADC22BDA8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" y="0"/>
                  <a:ext cx="10134" cy="6019"/>
                  <a:chOff x="307" y="0"/>
                  <a:chExt cx="10134" cy="6019"/>
                </a:xfrm>
              </p:grpSpPr>
              <p:sp>
                <p:nvSpPr>
                  <p:cNvPr id="41" name="Line 3">
                    <a:extLst>
                      <a:ext uri="{FF2B5EF4-FFF2-40B4-BE49-F238E27FC236}">
                        <a16:creationId xmlns:a16="http://schemas.microsoft.com/office/drawing/2014/main" id="{0D9F6908-171B-4E29-B77B-6855934DF9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51" y="4970"/>
                    <a:ext cx="8959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" name="Line 4">
                    <a:extLst>
                      <a:ext uri="{FF2B5EF4-FFF2-40B4-BE49-F238E27FC236}">
                        <a16:creationId xmlns:a16="http://schemas.microsoft.com/office/drawing/2014/main" id="{B74E8DAA-2DFE-4321-B02B-475E22CD0A3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83" y="226"/>
                    <a:ext cx="0" cy="5785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3" name="Text Box 7">
                    <a:extLst>
                      <a:ext uri="{FF2B5EF4-FFF2-40B4-BE49-F238E27FC236}">
                        <a16:creationId xmlns:a16="http://schemas.microsoft.com/office/drawing/2014/main" id="{A0AE2642-A7A9-4FB4-A84A-25AE29A08F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13" y="4991"/>
                    <a:ext cx="1928" cy="102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itchFamily="34" charset="0"/>
                      </a:rPr>
                      <a:t>x</a:t>
                    </a:r>
                  </a:p>
                </p:txBody>
              </p:sp>
              <p:sp>
                <p:nvSpPr>
                  <p:cNvPr id="44" name="Text Box 10">
                    <a:extLst>
                      <a:ext uri="{FF2B5EF4-FFF2-40B4-BE49-F238E27FC236}">
                        <a16:creationId xmlns:a16="http://schemas.microsoft.com/office/drawing/2014/main" id="{E474D933-A2ED-4C10-B2DD-7C0CC4F0F34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3" y="0"/>
                    <a:ext cx="1927" cy="102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altLang="zh-CN" sz="2000" i="1" kern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  <a:sym typeface="Arial" pitchFamily="34" charset="0"/>
                      </a:rPr>
                      <a:t>y</a:t>
                    </a:r>
                  </a:p>
                </p:txBody>
              </p:sp>
              <p:sp>
                <p:nvSpPr>
                  <p:cNvPr id="45" name="Text Box 11">
                    <a:extLst>
                      <a:ext uri="{FF2B5EF4-FFF2-40B4-BE49-F238E27FC236}">
                        <a16:creationId xmlns:a16="http://schemas.microsoft.com/office/drawing/2014/main" id="{10E75D77-BE4E-4E3C-9DFB-514772D72A6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7" y="4991"/>
                    <a:ext cx="1077" cy="94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itchFamily="34" charset="0"/>
                      </a:rPr>
                      <a:t>O</a:t>
                    </a:r>
                  </a:p>
                </p:txBody>
              </p:sp>
              <p:sp>
                <p:nvSpPr>
                  <p:cNvPr id="46" name="曲线 88">
                    <a:extLst>
                      <a:ext uri="{FF2B5EF4-FFF2-40B4-BE49-F238E27FC236}">
                        <a16:creationId xmlns:a16="http://schemas.microsoft.com/office/drawing/2014/main" id="{172196C0-49FD-4838-81D9-C66B82C1C7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44" y="1361"/>
                    <a:ext cx="5897" cy="2644"/>
                  </a:xfrm>
                  <a:custGeom>
                    <a:avLst/>
                    <a:gdLst>
                      <a:gd name="T0" fmla="*/ 1 w 21600"/>
                      <a:gd name="T1" fmla="*/ 0 h 21600"/>
                      <a:gd name="T2" fmla="*/ 1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600"/>
                      <a:gd name="T13" fmla="*/ 0 h 21600"/>
                      <a:gd name="T14" fmla="*/ 21600 w 21600"/>
                      <a:gd name="T15" fmla="*/ 2160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21600" y="0"/>
                        </a:moveTo>
                        <a:cubicBezTo>
                          <a:pt x="20473" y="4501"/>
                          <a:pt x="18315" y="20047"/>
                          <a:pt x="14959" y="20823"/>
                        </a:cubicBezTo>
                        <a:cubicBezTo>
                          <a:pt x="11604" y="21600"/>
                          <a:pt x="7818" y="3880"/>
                          <a:pt x="4824" y="3880"/>
                        </a:cubicBezTo>
                        <a:cubicBezTo>
                          <a:pt x="1831" y="3880"/>
                          <a:pt x="763" y="17098"/>
                          <a:pt x="0" y="20823"/>
                        </a:cubicBezTo>
                      </a:path>
                    </a:pathLst>
                  </a:custGeom>
                  <a:noFill/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30" name="Line 18">
                <a:extLst>
                  <a:ext uri="{FF2B5EF4-FFF2-40B4-BE49-F238E27FC236}">
                    <a16:creationId xmlns:a16="http://schemas.microsoft.com/office/drawing/2014/main" id="{B082E34C-E7A6-48AD-BE09-99FC9E616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7075" y="2467892"/>
                <a:ext cx="34925" cy="197485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Line 13">
                <a:extLst>
                  <a:ext uri="{FF2B5EF4-FFF2-40B4-BE49-F238E27FC236}">
                    <a16:creationId xmlns:a16="http://schemas.microsoft.com/office/drawing/2014/main" id="{A0B80016-B4BF-4692-B39A-C65FE184B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43356">
                <a:off x="1169988" y="2921917"/>
                <a:ext cx="3854450" cy="79375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Line 13">
                <a:extLst>
                  <a:ext uri="{FF2B5EF4-FFF2-40B4-BE49-F238E27FC236}">
                    <a16:creationId xmlns:a16="http://schemas.microsoft.com/office/drawing/2014/main" id="{88E7BD8D-DAA7-40B3-A25F-DAC33345F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40000">
                <a:off x="954088" y="2442492"/>
                <a:ext cx="2051050" cy="65088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Text Box 23">
                <a:extLst>
                  <a:ext uri="{FF2B5EF4-FFF2-40B4-BE49-F238E27FC236}">
                    <a16:creationId xmlns:a16="http://schemas.microsoft.com/office/drawing/2014/main" id="{2D449910-9E8C-493E-9DAB-9ED5743DB1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1852" y="1803732"/>
                <a:ext cx="1223963" cy="6525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  <p:graphicFrame>
          <p:nvGraphicFramePr>
            <p:cNvPr id="27" name="Object 1">
              <a:extLst>
                <a:ext uri="{FF2B5EF4-FFF2-40B4-BE49-F238E27FC236}">
                  <a16:creationId xmlns:a16="http://schemas.microsoft.com/office/drawing/2014/main" id="{7353FBB3-B863-48ED-84E0-B65B8E93AA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27010" y="3291830"/>
            <a:ext cx="6207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38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47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7010" y="3291830"/>
                          <a:ext cx="6207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Line 13">
            <a:extLst>
              <a:ext uri="{FF2B5EF4-FFF2-40B4-BE49-F238E27FC236}">
                <a16:creationId xmlns:a16="http://schemas.microsoft.com/office/drawing/2014/main" id="{9F914923-8B02-42B2-B0DB-8CAEC101AB9A}"/>
              </a:ext>
            </a:extLst>
          </p:cNvPr>
          <p:cNvSpPr>
            <a:spLocks noChangeShapeType="1"/>
          </p:cNvSpPr>
          <p:nvPr/>
        </p:nvSpPr>
        <p:spPr bwMode="auto">
          <a:xfrm rot="20040000">
            <a:off x="2544670" y="3061758"/>
            <a:ext cx="4304233" cy="132930"/>
          </a:xfrm>
          <a:prstGeom prst="line">
            <a:avLst/>
          </a:prstGeom>
          <a:noFill/>
          <a:ln w="2222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ECBB839C-4C6B-486C-BF34-56681547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139554"/>
            <a:ext cx="6800850" cy="11430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7A971A51-5AC1-4A9D-B58B-50B5BA89CA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94367"/>
              </p:ext>
            </p:extLst>
          </p:nvPr>
        </p:nvGraphicFramePr>
        <p:xfrm>
          <a:off x="1769665" y="753234"/>
          <a:ext cx="593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66" name="Equation" r:id="rId3" imgW="5930640" imgH="342720" progId="Equation.DSMT4">
                  <p:embed/>
                </p:oleObj>
              </mc:Choice>
              <mc:Fallback>
                <p:oleObj name="Equation" r:id="rId3" imgW="5930640" imgH="342720" progId="Equation.DSMT4">
                  <p:embed/>
                  <p:pic>
                    <p:nvPicPr>
                      <p:cNvPr id="158728" name="Object 8">
                        <a:extLst>
                          <a:ext uri="{FF2B5EF4-FFF2-40B4-BE49-F238E27FC236}">
                            <a16:creationId xmlns:a16="http://schemas.microsoft.com/office/drawing/2014/main" id="{C1D721F6-739C-458C-ACA0-844007EB63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665" y="753234"/>
                        <a:ext cx="593090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1D1D64E4-776F-4CD6-8BCE-57B734A57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923195"/>
              </p:ext>
            </p:extLst>
          </p:nvPr>
        </p:nvGraphicFramePr>
        <p:xfrm>
          <a:off x="1825625" y="1444625"/>
          <a:ext cx="5765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67" name="Equation" r:id="rId5" imgW="5765760" imgH="380880" progId="Equation.DSMT4">
                  <p:embed/>
                </p:oleObj>
              </mc:Choice>
              <mc:Fallback>
                <p:oleObj name="Equation" r:id="rId5" imgW="5765760" imgH="380880" progId="Equation.DSMT4">
                  <p:embed/>
                  <p:pic>
                    <p:nvPicPr>
                      <p:cNvPr id="158729" name="Object 9">
                        <a:extLst>
                          <a:ext uri="{FF2B5EF4-FFF2-40B4-BE49-F238E27FC236}">
                            <a16:creationId xmlns:a16="http://schemas.microsoft.com/office/drawing/2014/main" id="{1C5AA78A-2756-4FD0-82C7-75808F0B86BF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25" y="1444625"/>
                        <a:ext cx="57658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>
            <a:extLst>
              <a:ext uri="{FF2B5EF4-FFF2-40B4-BE49-F238E27FC236}">
                <a16:creationId xmlns:a16="http://schemas.microsoft.com/office/drawing/2014/main" id="{319E5E1C-98BC-430B-BF90-FDDC0AEF92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610103"/>
              </p:ext>
            </p:extLst>
          </p:nvPr>
        </p:nvGraphicFramePr>
        <p:xfrm>
          <a:off x="1547664" y="2308861"/>
          <a:ext cx="43560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68" name="Equation" r:id="rId7" imgW="4356000" imgH="342720" progId="Equation.DSMT4">
                  <p:embed/>
                </p:oleObj>
              </mc:Choice>
              <mc:Fallback>
                <p:oleObj name="Equation" r:id="rId7" imgW="4356000" imgH="342720" progId="Equation.DSMT4">
                  <p:embed/>
                  <p:pic>
                    <p:nvPicPr>
                      <p:cNvPr id="158737" name="Object 17">
                        <a:extLst>
                          <a:ext uri="{FF2B5EF4-FFF2-40B4-BE49-F238E27FC236}">
                            <a16:creationId xmlns:a16="http://schemas.microsoft.com/office/drawing/2014/main" id="{1D2B181C-C45A-45D8-BCA0-2AF1A3A07C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308861"/>
                        <a:ext cx="4356000" cy="3427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8">
            <a:extLst>
              <a:ext uri="{FF2B5EF4-FFF2-40B4-BE49-F238E27FC236}">
                <a16:creationId xmlns:a16="http://schemas.microsoft.com/office/drawing/2014/main" id="{378976D1-05AA-4A10-939E-A17EB9B5D5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699043"/>
              </p:ext>
            </p:extLst>
          </p:nvPr>
        </p:nvGraphicFramePr>
        <p:xfrm>
          <a:off x="1628775" y="2960688"/>
          <a:ext cx="640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69" name="Equation" r:id="rId9" imgW="6400800" imgH="380880" progId="Equation.DSMT4">
                  <p:embed/>
                </p:oleObj>
              </mc:Choice>
              <mc:Fallback>
                <p:oleObj name="Equation" r:id="rId9" imgW="6400800" imgH="380880" progId="Equation.DSMT4">
                  <p:embed/>
                  <p:pic>
                    <p:nvPicPr>
                      <p:cNvPr id="158738" name="Object 18">
                        <a:extLst>
                          <a:ext uri="{FF2B5EF4-FFF2-40B4-BE49-F238E27FC236}">
                            <a16:creationId xmlns:a16="http://schemas.microsoft.com/office/drawing/2014/main" id="{2B456D3C-5272-4FA1-8BE5-B3BC50F0B7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2960688"/>
                        <a:ext cx="6400800" cy="381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2">
            <a:extLst>
              <a:ext uri="{FF2B5EF4-FFF2-40B4-BE49-F238E27FC236}">
                <a16:creationId xmlns:a16="http://schemas.microsoft.com/office/drawing/2014/main" id="{235EABFF-541A-422F-952B-0142020F9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041" y="657182"/>
            <a:ext cx="11608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注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2</a:t>
            </a:r>
            <a:endParaRPr lang="zh-CN" altLang="en-US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sp>
        <p:nvSpPr>
          <p:cNvPr id="10" name="Text Box 33">
            <a:extLst>
              <a:ext uri="{FF2B5EF4-FFF2-40B4-BE49-F238E27FC236}">
                <a16:creationId xmlns:a16="http://schemas.microsoft.com/office/drawing/2014/main" id="{DEAD07AB-3541-4344-81B4-481BEB3ED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0" y="2249389"/>
            <a:ext cx="11608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注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3</a:t>
            </a:r>
            <a:endParaRPr lang="zh-CN" altLang="en-US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72734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8">
            <a:extLst>
              <a:ext uri="{FF2B5EF4-FFF2-40B4-BE49-F238E27FC236}">
                <a16:creationId xmlns:a16="http://schemas.microsoft.com/office/drawing/2014/main" id="{C996770A-1C82-4831-B98E-E98FC58C4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335" y="395849"/>
            <a:ext cx="4932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66FF"/>
                </a:solidFill>
                <a:latin typeface="+mj-ea"/>
                <a:ea typeface="+mj-ea"/>
              </a:rPr>
              <a:t>注</a:t>
            </a:r>
            <a:r>
              <a:rPr lang="en-US" altLang="zh-CN" sz="2800" b="1" dirty="0">
                <a:solidFill>
                  <a:srgbClr val="0066FF"/>
                </a:solidFill>
                <a:latin typeface="+mj-ea"/>
                <a:ea typeface="+mj-ea"/>
              </a:rPr>
              <a:t>4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  </a:t>
            </a:r>
            <a:r>
              <a:rPr lang="zh-CN" altLang="en-US" sz="2800" b="1" dirty="0">
                <a:solidFill>
                  <a:srgbClr val="0066FF"/>
                </a:solidFill>
                <a:latin typeface="+mj-ea"/>
                <a:ea typeface="+mj-ea"/>
              </a:rPr>
              <a:t>物理意义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108885C-0AC4-4440-8C9B-78E797ED79A5}"/>
              </a:ext>
            </a:extLst>
          </p:cNvPr>
          <p:cNvGrpSpPr/>
          <p:nvPr/>
        </p:nvGrpSpPr>
        <p:grpSpPr>
          <a:xfrm>
            <a:off x="701641" y="1062524"/>
            <a:ext cx="8313161" cy="461665"/>
            <a:chOff x="723335" y="1059582"/>
            <a:chExt cx="8313161" cy="461665"/>
          </a:xfrm>
        </p:grpSpPr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7CB81432-EAEC-4548-8005-9649CCD14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335" y="1059582"/>
              <a:ext cx="831316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拉格朗日中值定理告诉我们</a:t>
              </a:r>
              <a:r>
                <a:rPr kumimoji="1"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</a:t>
              </a:r>
              <a:r>
                <a:rPr kumimoji="1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在   </a:t>
              </a:r>
              <a:r>
                <a:rPr kumimoji="1" lang="en-US" altLang="zh-CN" sz="2400" b="1" i="1" dirty="0">
                  <a:latin typeface="楷体" panose="02010609060101010101" pitchFamily="49" charset="-122"/>
                  <a:ea typeface="楷体" panose="02010609060101010101" pitchFamily="49" charset="-122"/>
                </a:rPr>
                <a:t>  </a:t>
              </a:r>
              <a:r>
                <a:rPr kumimoji="1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到     的时间段内，</a:t>
              </a:r>
            </a:p>
          </p:txBody>
        </p:sp>
        <p:graphicFrame>
          <p:nvGraphicFramePr>
            <p:cNvPr id="18" name="Object 9">
              <a:extLst>
                <a:ext uri="{FF2B5EF4-FFF2-40B4-BE49-F238E27FC236}">
                  <a16:creationId xmlns:a16="http://schemas.microsoft.com/office/drawing/2014/main" id="{7D67CBB2-F548-4C93-9749-9633E898F1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2201250"/>
                </p:ext>
              </p:extLst>
            </p:nvPr>
          </p:nvGraphicFramePr>
          <p:xfrm>
            <a:off x="5004048" y="1203598"/>
            <a:ext cx="596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76" name="Equation" r:id="rId3" imgW="596880" imgH="241200" progId="Equation.DSMT4">
                    <p:embed/>
                  </p:oleObj>
                </mc:Choice>
                <mc:Fallback>
                  <p:oleObj name="Equation" r:id="rId3" imgW="596880" imgH="241200" progId="Equation.DSMT4">
                    <p:embed/>
                    <p:pic>
                      <p:nvPicPr>
                        <p:cNvPr id="4" name="Object 9">
                          <a:extLst>
                            <a:ext uri="{FF2B5EF4-FFF2-40B4-BE49-F238E27FC236}">
                              <a16:creationId xmlns:a16="http://schemas.microsoft.com/office/drawing/2014/main" id="{E2111089-E9E5-46D9-8BDF-E9DB0861B9C5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1203598"/>
                          <a:ext cx="596900" cy="2413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9">
              <a:extLst>
                <a:ext uri="{FF2B5EF4-FFF2-40B4-BE49-F238E27FC236}">
                  <a16:creationId xmlns:a16="http://schemas.microsoft.com/office/drawing/2014/main" id="{233E70E7-35F5-43E4-BA68-29651CC497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3914171"/>
                </p:ext>
              </p:extLst>
            </p:nvPr>
          </p:nvGraphicFramePr>
          <p:xfrm>
            <a:off x="6156176" y="1169710"/>
            <a:ext cx="584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77" name="Equation" r:id="rId5" imgW="583920" imgH="279360" progId="Equation.DSMT4">
                    <p:embed/>
                  </p:oleObj>
                </mc:Choice>
                <mc:Fallback>
                  <p:oleObj name="Equation" r:id="rId5" imgW="583920" imgH="279360" progId="Equation.DSMT4">
                    <p:embed/>
                    <p:pic>
                      <p:nvPicPr>
                        <p:cNvPr id="5" name="Object 9">
                          <a:extLst>
                            <a:ext uri="{FF2B5EF4-FFF2-40B4-BE49-F238E27FC236}">
                              <a16:creationId xmlns:a16="http://schemas.microsoft.com/office/drawing/2014/main" id="{42B77A86-904F-4089-AABF-ED69BC46BED4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176" y="1169710"/>
                          <a:ext cx="584200" cy="279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C7B8074-7767-41EE-B032-643E01B21FDB}"/>
              </a:ext>
            </a:extLst>
          </p:cNvPr>
          <p:cNvGrpSpPr/>
          <p:nvPr/>
        </p:nvGrpSpPr>
        <p:grpSpPr>
          <a:xfrm>
            <a:off x="644558" y="1741897"/>
            <a:ext cx="8338144" cy="493148"/>
            <a:chOff x="395536" y="1706258"/>
            <a:chExt cx="8181975" cy="493148"/>
          </a:xfrm>
        </p:grpSpPr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DDCFACA6-A5B0-45D2-B870-8EDF1D4EF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1706258"/>
              <a:ext cx="8181975" cy="493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连续运动的物体至少会在</a:t>
              </a:r>
            </a:p>
          </p:txBody>
        </p:sp>
        <p:sp>
          <p:nvSpPr>
            <p:cNvPr id="22" name="Text Box 6">
              <a:extLst>
                <a:ext uri="{FF2B5EF4-FFF2-40B4-BE49-F238E27FC236}">
                  <a16:creationId xmlns:a16="http://schemas.microsoft.com/office/drawing/2014/main" id="{441ABA2D-0A22-4AD6-AC90-421A0BCE0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524" y="1706258"/>
              <a:ext cx="3956922" cy="493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某一时刻达到它的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平均速度</a:t>
              </a:r>
              <a:r>
                <a:rPr kumimoji="1"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386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0488B7F-A682-44C4-AC4C-7D280B637EAE}"/>
              </a:ext>
            </a:extLst>
          </p:cNvPr>
          <p:cNvSpPr txBox="1">
            <a:spLocks noChangeArrowheads="1"/>
          </p:cNvSpPr>
          <p:nvPr/>
        </p:nvSpPr>
        <p:spPr>
          <a:xfrm>
            <a:off x="945858" y="123478"/>
            <a:ext cx="6019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拉格朗日中值定理的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有限增量形式</a:t>
            </a:r>
            <a:endParaRPr lang="en-US" altLang="zh-CN" sz="24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3" name="Object 25">
            <a:extLst>
              <a:ext uri="{FF2B5EF4-FFF2-40B4-BE49-F238E27FC236}">
                <a16:creationId xmlns:a16="http://schemas.microsoft.com/office/drawing/2014/main" id="{B177C418-5FBA-4F3C-AFB0-DE3E89BC05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138639"/>
              </p:ext>
            </p:extLst>
          </p:nvPr>
        </p:nvGraphicFramePr>
        <p:xfrm>
          <a:off x="2050276" y="2297293"/>
          <a:ext cx="40989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60" name="Equation" r:id="rId3" imgW="4101840" imgH="355320" progId="Equation.DSMT4">
                  <p:embed/>
                </p:oleObj>
              </mc:Choice>
              <mc:Fallback>
                <p:oleObj name="Equation" r:id="rId3" imgW="4101840" imgH="355320" progId="Equation.DSMT4">
                  <p:embed/>
                  <p:pic>
                    <p:nvPicPr>
                      <p:cNvPr id="160793" name="Object 25">
                        <a:extLst>
                          <a:ext uri="{FF2B5EF4-FFF2-40B4-BE49-F238E27FC236}">
                            <a16:creationId xmlns:a16="http://schemas.microsoft.com/office/drawing/2014/main" id="{CA13C0B2-AC30-4225-9DD9-A8CEBE161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276" y="2297293"/>
                        <a:ext cx="4098925" cy="355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6">
            <a:extLst>
              <a:ext uri="{FF2B5EF4-FFF2-40B4-BE49-F238E27FC236}">
                <a16:creationId xmlns:a16="http://schemas.microsoft.com/office/drawing/2014/main" id="{F0751919-F502-4329-B100-B387353691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2756"/>
              </p:ext>
            </p:extLst>
          </p:nvPr>
        </p:nvGraphicFramePr>
        <p:xfrm>
          <a:off x="1512113" y="1657530"/>
          <a:ext cx="218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61" name="Equation" r:id="rId5" imgW="2184120" imgH="342720" progId="Equation.DSMT4">
                  <p:embed/>
                </p:oleObj>
              </mc:Choice>
              <mc:Fallback>
                <p:oleObj name="Equation" r:id="rId5" imgW="2184120" imgH="342720" progId="Equation.DSMT4">
                  <p:embed/>
                  <p:pic>
                    <p:nvPicPr>
                      <p:cNvPr id="160794" name="Object 26">
                        <a:extLst>
                          <a:ext uri="{FF2B5EF4-FFF2-40B4-BE49-F238E27FC236}">
                            <a16:creationId xmlns:a16="http://schemas.microsoft.com/office/drawing/2014/main" id="{AEC9FB3C-D31F-4E1B-89A3-0416341E96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113" y="1657530"/>
                        <a:ext cx="2184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7">
            <a:extLst>
              <a:ext uri="{FF2B5EF4-FFF2-40B4-BE49-F238E27FC236}">
                <a16:creationId xmlns:a16="http://schemas.microsoft.com/office/drawing/2014/main" id="{7877A544-E17F-46AB-B1C7-2C0733E48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97" y="1603285"/>
            <a:ext cx="5879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sp>
        <p:nvSpPr>
          <p:cNvPr id="6" name="Text Box 28">
            <a:extLst>
              <a:ext uri="{FF2B5EF4-FFF2-40B4-BE49-F238E27FC236}">
                <a16:creationId xmlns:a16="http://schemas.microsoft.com/office/drawing/2014/main" id="{5EFDA3CB-3EC3-470F-BA31-73FD7E161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740" y="1598914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A78A33FE-3843-4197-8E22-96BFEBD1AE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347574"/>
              </p:ext>
            </p:extLst>
          </p:nvPr>
        </p:nvGraphicFramePr>
        <p:xfrm>
          <a:off x="1046976" y="895530"/>
          <a:ext cx="581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62" name="Equation" r:id="rId7" imgW="5816520" imgH="380880" progId="Equation.DSMT4">
                  <p:embed/>
                </p:oleObj>
              </mc:Choice>
              <mc:Fallback>
                <p:oleObj name="Equation" r:id="rId7" imgW="5816520" imgH="380880" progId="Equation.DSMT4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1D1D64E4-776F-4CD6-8BCE-57B734A57E5C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976" y="895530"/>
                        <a:ext cx="58166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CE8E4EA1-3305-4A2E-B90D-98466606A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048550"/>
              </p:ext>
            </p:extLst>
          </p:nvPr>
        </p:nvGraphicFramePr>
        <p:xfrm>
          <a:off x="1766113" y="3391080"/>
          <a:ext cx="436086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63" name="Equation" r:id="rId9" imgW="4394160" imgH="355320" progId="Equation.DSMT4">
                  <p:embed/>
                </p:oleObj>
              </mc:Choice>
              <mc:Fallback>
                <p:oleObj name="Equation" r:id="rId9" imgW="4394160" imgH="355320" progId="Equation.DSMT4">
                  <p:embed/>
                  <p:pic>
                    <p:nvPicPr>
                      <p:cNvPr id="14542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113" y="3391080"/>
                        <a:ext cx="4360863" cy="346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D4BC29-138C-449C-A698-BDDF70EA0D75}"/>
              </a:ext>
            </a:extLst>
          </p:cNvPr>
          <p:cNvSpPr txBox="1"/>
          <p:nvPr/>
        </p:nvSpPr>
        <p:spPr>
          <a:xfrm>
            <a:off x="6206983" y="2213155"/>
            <a:ext cx="203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有限增量公式</a:t>
            </a:r>
          </a:p>
        </p:txBody>
      </p:sp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8C595BED-C147-40E6-9FFE-C70448931F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043384"/>
              </p:ext>
            </p:extLst>
          </p:nvPr>
        </p:nvGraphicFramePr>
        <p:xfrm>
          <a:off x="2806961" y="2719435"/>
          <a:ext cx="139700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64" name="Equation" r:id="rId11" imgW="1396800" imgH="330120" progId="Equation.DSMT4">
                  <p:embed/>
                </p:oleObj>
              </mc:Choice>
              <mc:Fallback>
                <p:oleObj name="Equation" r:id="rId11" imgW="1396800" imgH="330120" progId="Equation.DSMT4">
                  <p:embed/>
                  <p:pic>
                    <p:nvPicPr>
                      <p:cNvPr id="1454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961" y="2719435"/>
                        <a:ext cx="1397000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22395ECB-4962-419C-9D16-39142C142E14}"/>
              </a:ext>
            </a:extLst>
          </p:cNvPr>
          <p:cNvSpPr txBox="1">
            <a:spLocks noChangeArrowheads="1"/>
          </p:cNvSpPr>
          <p:nvPr/>
        </p:nvSpPr>
        <p:spPr>
          <a:xfrm>
            <a:off x="671681" y="3970799"/>
            <a:ext cx="5700519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拉格朗日中值定理又称为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有限增量定理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</a:rPr>
              <a:t>.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EBF8636-97C5-4A32-BB35-F02C1B6CBE21}"/>
              </a:ext>
            </a:extLst>
          </p:cNvPr>
          <p:cNvSpPr txBox="1"/>
          <p:nvPr/>
        </p:nvSpPr>
        <p:spPr>
          <a:xfrm>
            <a:off x="6038678" y="3291137"/>
            <a:ext cx="909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微分</a:t>
            </a:r>
          </a:p>
        </p:txBody>
      </p:sp>
    </p:spTree>
    <p:extLst>
      <p:ext uri="{BB962C8B-B14F-4D97-AF65-F5344CB8AC3E}">
        <p14:creationId xmlns:p14="http://schemas.microsoft.com/office/powerpoint/2010/main" val="407694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3" grpId="0"/>
      <p:bldP spid="15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5">
            <a:extLst>
              <a:ext uri="{FF2B5EF4-FFF2-40B4-BE49-F238E27FC236}">
                <a16:creationId xmlns:a16="http://schemas.microsoft.com/office/drawing/2014/main" id="{C5B33678-A86A-4E04-A2A8-F822DAFE13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7292"/>
              </p:ext>
            </p:extLst>
          </p:nvPr>
        </p:nvGraphicFramePr>
        <p:xfrm>
          <a:off x="1172765" y="346762"/>
          <a:ext cx="40989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77" name="Equation" r:id="rId3" imgW="4101840" imgH="355320" progId="Equation.DSMT4">
                  <p:embed/>
                </p:oleObj>
              </mc:Choice>
              <mc:Fallback>
                <p:oleObj name="Equation" r:id="rId3" imgW="4101840" imgH="355320" progId="Equation.DSMT4">
                  <p:embed/>
                  <p:pic>
                    <p:nvPicPr>
                      <p:cNvPr id="3" name="Object 25">
                        <a:extLst>
                          <a:ext uri="{FF2B5EF4-FFF2-40B4-BE49-F238E27FC236}">
                            <a16:creationId xmlns:a16="http://schemas.microsoft.com/office/drawing/2014/main" id="{B177C418-5FBA-4F3C-AFB0-DE3E89BC05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765" y="346762"/>
                        <a:ext cx="4098925" cy="355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128F05EE-51E6-4801-A657-DDE434E65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365560"/>
              </p:ext>
            </p:extLst>
          </p:nvPr>
        </p:nvGraphicFramePr>
        <p:xfrm>
          <a:off x="1043210" y="1082158"/>
          <a:ext cx="41846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78" name="Equation" r:id="rId5" imgW="4216320" imgH="355320" progId="Equation.DSMT4">
                  <p:embed/>
                </p:oleObj>
              </mc:Choice>
              <mc:Fallback>
                <p:oleObj name="Equation" r:id="rId5" imgW="4216320" imgH="355320" progId="Equation.DSMT4">
                  <p:embed/>
                  <p:pic>
                    <p:nvPicPr>
                      <p:cNvPr id="11" name="Object 14">
                        <a:extLst>
                          <a:ext uri="{FF2B5EF4-FFF2-40B4-BE49-F238E27FC236}">
                            <a16:creationId xmlns:a16="http://schemas.microsoft.com/office/drawing/2014/main" id="{CE8E4EA1-3305-4A2E-B90D-98466606A5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210" y="1082158"/>
                        <a:ext cx="4184650" cy="346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12">
            <a:extLst>
              <a:ext uri="{FF2B5EF4-FFF2-40B4-BE49-F238E27FC236}">
                <a16:creationId xmlns:a16="http://schemas.microsoft.com/office/drawing/2014/main" id="{FC982313-97D1-41D2-A545-B0640D818F69}"/>
              </a:ext>
            </a:extLst>
          </p:cNvPr>
          <p:cNvSpPr txBox="1"/>
          <p:nvPr/>
        </p:nvSpPr>
        <p:spPr>
          <a:xfrm>
            <a:off x="5328443" y="262519"/>
            <a:ext cx="2051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有限增量公式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791F0F35-97D1-4170-89B5-6413A401A4AE}"/>
              </a:ext>
            </a:extLst>
          </p:cNvPr>
          <p:cNvSpPr txBox="1"/>
          <p:nvPr/>
        </p:nvSpPr>
        <p:spPr>
          <a:xfrm>
            <a:off x="5435698" y="1471852"/>
            <a:ext cx="864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微分</a:t>
            </a: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69F5AB47-1CE6-48E4-AA38-E1CFB3EACD8C}"/>
              </a:ext>
            </a:extLst>
          </p:cNvPr>
          <p:cNvSpPr txBox="1"/>
          <p:nvPr/>
        </p:nvSpPr>
        <p:spPr>
          <a:xfrm>
            <a:off x="666551" y="23105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注</a:t>
            </a:r>
          </a:p>
        </p:txBody>
      </p:sp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F83DE2C2-D0C8-45A6-9890-2084C8E2B8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543204"/>
              </p:ext>
            </p:extLst>
          </p:nvPr>
        </p:nvGraphicFramePr>
        <p:xfrm>
          <a:off x="1242217" y="1702685"/>
          <a:ext cx="197961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79" name="Equation" r:id="rId7" imgW="1993680" imgH="342720" progId="Equation.DSMT4">
                  <p:embed/>
                </p:oleObj>
              </mc:Choice>
              <mc:Fallback>
                <p:oleObj name="Equation" r:id="rId7" imgW="1993680" imgH="342720" progId="Equation.DSMT4">
                  <p:embed/>
                  <p:pic>
                    <p:nvPicPr>
                      <p:cNvPr id="3" name="Object 14">
                        <a:extLst>
                          <a:ext uri="{FF2B5EF4-FFF2-40B4-BE49-F238E27FC236}">
                            <a16:creationId xmlns:a16="http://schemas.microsoft.com/office/drawing/2014/main" id="{128F05EE-51E6-4801-A657-DDE434E65A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217" y="1702685"/>
                        <a:ext cx="1979613" cy="333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AF0967D6-AE62-4801-9A73-7DC7E67428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253172"/>
              </p:ext>
            </p:extLst>
          </p:nvPr>
        </p:nvGraphicFramePr>
        <p:xfrm>
          <a:off x="1242615" y="2400687"/>
          <a:ext cx="10334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80" name="Equation" r:id="rId9" imgW="1041120" imgH="342720" progId="Equation.DSMT4">
                  <p:embed/>
                </p:oleObj>
              </mc:Choice>
              <mc:Fallback>
                <p:oleObj name="Equation" r:id="rId9" imgW="1041120" imgH="342720" progId="Equation.DSMT4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F83DE2C2-D0C8-45A6-9890-2084C8E2B8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615" y="2400687"/>
                        <a:ext cx="1033462" cy="333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E9345BAC-8880-4A54-BA6A-013D2D0147D3}"/>
              </a:ext>
            </a:extLst>
          </p:cNvPr>
          <p:cNvGrpSpPr/>
          <p:nvPr/>
        </p:nvGrpSpPr>
        <p:grpSpPr>
          <a:xfrm>
            <a:off x="2210335" y="2290455"/>
            <a:ext cx="6610137" cy="461665"/>
            <a:chOff x="2376996" y="2710994"/>
            <a:chExt cx="6610137" cy="461665"/>
          </a:xfrm>
        </p:grpSpPr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A6010F9C-E34F-456E-BDD1-9E9048753ACF}"/>
                </a:ext>
              </a:extLst>
            </p:cNvPr>
            <p:cNvSpPr txBox="1"/>
            <p:nvPr/>
          </p:nvSpPr>
          <p:spPr>
            <a:xfrm>
              <a:off x="2376996" y="2710994"/>
              <a:ext cx="66101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而                 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精确</a:t>
              </a:r>
              <a:r>
                <a:rPr lang="zh-CN" altLang="en-US" sz="2400" b="1" dirty="0">
                  <a:latin typeface="+mj-ea"/>
                  <a:ea typeface="+mj-ea"/>
                  <a:cs typeface="宋体" panose="02010600030101010101" pitchFamily="2" charset="-122"/>
                  <a:sym typeface="+mn-ea"/>
                </a:rPr>
                <a:t>地表达了                           </a:t>
              </a:r>
            </a:p>
          </p:txBody>
        </p:sp>
        <p:graphicFrame>
          <p:nvGraphicFramePr>
            <p:cNvPr id="11" name="Object 25">
              <a:extLst>
                <a:ext uri="{FF2B5EF4-FFF2-40B4-BE49-F238E27FC236}">
                  <a16:creationId xmlns:a16="http://schemas.microsoft.com/office/drawing/2014/main" id="{57D03025-471C-4AB7-AB3D-AA33D37599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7467288"/>
                </p:ext>
              </p:extLst>
            </p:nvPr>
          </p:nvGraphicFramePr>
          <p:xfrm>
            <a:off x="2782761" y="2792016"/>
            <a:ext cx="4048125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181" name="Equation" r:id="rId11" imgW="4051080" imgH="355320" progId="Equation.DSMT4">
                    <p:embed/>
                  </p:oleObj>
                </mc:Choice>
                <mc:Fallback>
                  <p:oleObj name="Equation" r:id="rId11" imgW="4051080" imgH="355320" progId="Equation.DSMT4">
                    <p:embed/>
                    <p:pic>
                      <p:nvPicPr>
                        <p:cNvPr id="2" name="Object 25">
                          <a:extLst>
                            <a:ext uri="{FF2B5EF4-FFF2-40B4-BE49-F238E27FC236}">
                              <a16:creationId xmlns:a16="http://schemas.microsoft.com/office/drawing/2014/main" id="{C5B33678-A86A-4E04-A2A8-F822DAFE13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2761" y="2792016"/>
                          <a:ext cx="4048125" cy="3556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4632053-ABC3-4AF7-8981-95279FEFCBC4}"/>
              </a:ext>
            </a:extLst>
          </p:cNvPr>
          <p:cNvSpPr txBox="1"/>
          <p:nvPr/>
        </p:nvSpPr>
        <p:spPr>
          <a:xfrm>
            <a:off x="143508" y="2891716"/>
            <a:ext cx="8856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一个函数在某区间上的增量与函数在区间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内某点处</a:t>
            </a: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的函数的导数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2C6D42-EBF6-4033-8F70-48FD5A578D91}"/>
              </a:ext>
            </a:extLst>
          </p:cNvPr>
          <p:cNvSpPr txBox="1"/>
          <p:nvPr/>
        </p:nvSpPr>
        <p:spPr>
          <a:xfrm>
            <a:off x="147863" y="3472920"/>
            <a:ext cx="8856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之间的关系，架起了函数与其导数之间的桥梁，通过导数，可以                                          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02A11B3-6971-4EA4-B864-DA07519719A3}"/>
              </a:ext>
            </a:extLst>
          </p:cNvPr>
          <p:cNvSpPr txBox="1"/>
          <p:nvPr/>
        </p:nvSpPr>
        <p:spPr>
          <a:xfrm>
            <a:off x="143508" y="4054124"/>
            <a:ext cx="3204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可以研究函数的性态</a:t>
            </a:r>
            <a:r>
              <a:rPr lang="en-US" altLang="zh-CN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0431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-203738" y="777761"/>
            <a:ext cx="6408712" cy="698268"/>
            <a:chOff x="-297028" y="1138478"/>
            <a:chExt cx="6408712" cy="698268"/>
          </a:xfrm>
        </p:grpSpPr>
        <p:sp>
          <p:nvSpPr>
            <p:cNvPr id="16" name="TextBox 69"/>
            <p:cNvSpPr txBox="1">
              <a:spLocks noChangeArrowheads="1"/>
            </p:cNvSpPr>
            <p:nvPr/>
          </p:nvSpPr>
          <p:spPr bwMode="auto">
            <a:xfrm>
              <a:off x="-297028" y="1138478"/>
              <a:ext cx="6408712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恒为零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，那么    在区间</a:t>
              </a:r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I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上是一个常数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</a:p>
          </p:txBody>
        </p:sp>
        <p:graphicFrame>
          <p:nvGraphicFramePr>
            <p:cNvPr id="144388" name="Object 4"/>
            <p:cNvGraphicFramePr>
              <a:graphicFrameLocks noChangeAspect="1"/>
            </p:cNvGraphicFramePr>
            <p:nvPr/>
          </p:nvGraphicFramePr>
          <p:xfrm>
            <a:off x="2267744" y="1491630"/>
            <a:ext cx="620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48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7744" y="1491630"/>
                          <a:ext cx="620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416818" y="1524052"/>
            <a:ext cx="8208912" cy="698268"/>
            <a:chOff x="323528" y="2172801"/>
            <a:chExt cx="8208912" cy="698268"/>
          </a:xfrm>
        </p:grpSpPr>
        <p:sp>
          <p:nvSpPr>
            <p:cNvPr id="17" name="TextBox 69"/>
            <p:cNvSpPr txBox="1">
              <a:spLocks noChangeArrowheads="1"/>
            </p:cNvSpPr>
            <p:nvPr/>
          </p:nvSpPr>
          <p:spPr bwMode="auto">
            <a:xfrm>
              <a:off x="323528" y="2172801"/>
              <a:ext cx="8208912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200000"/>
                </a:lnSpc>
                <a:defRPr/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证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在区间</a:t>
              </a:r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I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上任取两点            ，应用公式得</a:t>
              </a:r>
            </a:p>
          </p:txBody>
        </p:sp>
        <p:graphicFrame>
          <p:nvGraphicFramePr>
            <p:cNvPr id="144391" name="Object 7"/>
            <p:cNvGraphicFramePr>
              <a:graphicFrameLocks noChangeAspect="1"/>
            </p:cNvGraphicFramePr>
            <p:nvPr/>
          </p:nvGraphicFramePr>
          <p:xfrm>
            <a:off x="4412530" y="2485132"/>
            <a:ext cx="1671638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49" name="Equation" r:id="rId5" imgW="1676160" imgH="380880" progId="Equation.DSMT4">
                    <p:embed/>
                  </p:oleObj>
                </mc:Choice>
                <mc:Fallback>
                  <p:oleObj name="Equation" r:id="rId5" imgW="1676160" imgH="38088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530" y="2485132"/>
                          <a:ext cx="1671638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-447278" y="2987251"/>
            <a:ext cx="8316488" cy="830997"/>
            <a:chOff x="-540568" y="3636000"/>
            <a:chExt cx="8316488" cy="830997"/>
          </a:xfrm>
        </p:grpSpPr>
        <p:sp>
          <p:nvSpPr>
            <p:cNvPr id="18" name="TextBox 69"/>
            <p:cNvSpPr txBox="1">
              <a:spLocks noChangeArrowheads="1"/>
            </p:cNvSpPr>
            <p:nvPr/>
          </p:nvSpPr>
          <p:spPr bwMode="auto">
            <a:xfrm>
              <a:off x="-540568" y="3636000"/>
              <a:ext cx="8316488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由已知        ，得              ，即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44392" name="Object 8"/>
            <p:cNvGraphicFramePr>
              <a:graphicFrameLocks noChangeAspect="1"/>
            </p:cNvGraphicFramePr>
            <p:nvPr/>
          </p:nvGraphicFramePr>
          <p:xfrm>
            <a:off x="3131840" y="3939902"/>
            <a:ext cx="2114550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50" name="Equation" r:id="rId7" imgW="2120760" imgH="380880" progId="Equation.DSMT4">
                    <p:embed/>
                  </p:oleObj>
                </mc:Choice>
                <mc:Fallback>
                  <p:oleObj name="Equation" r:id="rId7" imgW="2120760" imgH="38088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840" y="3939902"/>
                          <a:ext cx="2114550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395" name="Object 11"/>
            <p:cNvGraphicFramePr>
              <a:graphicFrameLocks noChangeAspect="1"/>
            </p:cNvGraphicFramePr>
            <p:nvPr/>
          </p:nvGraphicFramePr>
          <p:xfrm>
            <a:off x="1331640" y="3950535"/>
            <a:ext cx="1152525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51" name="Equation" r:id="rId9" imgW="1155600" imgH="355320" progId="Equation.DSMT4">
                    <p:embed/>
                  </p:oleObj>
                </mc:Choice>
                <mc:Fallback>
                  <p:oleObj name="Equation" r:id="rId9" imgW="1155600" imgH="35532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3950535"/>
                          <a:ext cx="1152525" cy="346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396" name="Object 12"/>
            <p:cNvGraphicFramePr>
              <a:graphicFrameLocks noChangeAspect="1"/>
            </p:cNvGraphicFramePr>
            <p:nvPr/>
          </p:nvGraphicFramePr>
          <p:xfrm>
            <a:off x="5868144" y="3926880"/>
            <a:ext cx="1709737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52" name="Equation" r:id="rId11" imgW="1714320" imgH="380880" progId="Equation.DSMT4">
                    <p:embed/>
                  </p:oleObj>
                </mc:Choice>
                <mc:Fallback>
                  <p:oleObj name="Equation" r:id="rId11" imgW="1714320" imgH="38088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8144" y="3926880"/>
                          <a:ext cx="1709737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1918642" y="2427057"/>
            <a:ext cx="5754365" cy="559769"/>
            <a:chOff x="1825352" y="3075806"/>
            <a:chExt cx="5754365" cy="559769"/>
          </a:xfrm>
        </p:grpSpPr>
        <p:grpSp>
          <p:nvGrpSpPr>
            <p:cNvPr id="20" name="组合 19"/>
            <p:cNvGrpSpPr/>
            <p:nvPr/>
          </p:nvGrpSpPr>
          <p:grpSpPr>
            <a:xfrm>
              <a:off x="1825352" y="3206799"/>
              <a:ext cx="5754365" cy="373063"/>
              <a:chOff x="1825352" y="3206799"/>
              <a:chExt cx="5754365" cy="373063"/>
            </a:xfrm>
          </p:grpSpPr>
          <p:graphicFrame>
            <p:nvGraphicFramePr>
              <p:cNvPr id="144393" name="Object 9"/>
              <p:cNvGraphicFramePr>
                <a:graphicFrameLocks noChangeAspect="1"/>
              </p:cNvGraphicFramePr>
              <p:nvPr/>
            </p:nvGraphicFramePr>
            <p:xfrm>
              <a:off x="6300192" y="3206799"/>
              <a:ext cx="1279525" cy="3730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953" name="Equation" r:id="rId13" imgW="1282680" imgH="380880" progId="Equation.DSMT4">
                      <p:embed/>
                    </p:oleObj>
                  </mc:Choice>
                  <mc:Fallback>
                    <p:oleObj name="Equation" r:id="rId13" imgW="1282680" imgH="380880" progId="Equation.DSMT4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00192" y="3206799"/>
                            <a:ext cx="1279525" cy="3730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397" name="Object 13"/>
              <p:cNvGraphicFramePr>
                <a:graphicFrameLocks noChangeAspect="1"/>
              </p:cNvGraphicFramePr>
              <p:nvPr/>
            </p:nvGraphicFramePr>
            <p:xfrm>
              <a:off x="1825352" y="3206799"/>
              <a:ext cx="3621087" cy="3730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954" name="Equation" r:id="rId15" imgW="3632040" imgH="380880" progId="Equation.DSMT4">
                      <p:embed/>
                    </p:oleObj>
                  </mc:Choice>
                  <mc:Fallback>
                    <p:oleObj name="Equation" r:id="rId15" imgW="3632040" imgH="380880" progId="Equation.DSMT4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5352" y="3206799"/>
                            <a:ext cx="3621087" cy="3730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" name="矩形 21"/>
            <p:cNvSpPr/>
            <p:nvPr/>
          </p:nvSpPr>
          <p:spPr>
            <a:xfrm>
              <a:off x="4258408" y="3075806"/>
              <a:ext cx="1609736" cy="5597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648000"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232967" y="3612284"/>
            <a:ext cx="5330305" cy="830997"/>
            <a:chOff x="-326257" y="4261033"/>
            <a:chExt cx="5330305" cy="830997"/>
          </a:xfrm>
        </p:grpSpPr>
        <p:sp>
          <p:nvSpPr>
            <p:cNvPr id="24" name="矩形 23"/>
            <p:cNvSpPr/>
            <p:nvPr/>
          </p:nvSpPr>
          <p:spPr>
            <a:xfrm>
              <a:off x="-326257" y="4261033"/>
              <a:ext cx="5330305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indent="648000">
                <a:lnSpc>
                  <a:spcPct val="20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因此     在区间</a:t>
              </a:r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I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上是一个常数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</a:p>
          </p:txBody>
        </p:sp>
        <p:graphicFrame>
          <p:nvGraphicFramePr>
            <p:cNvPr id="144398" name="Object 14"/>
            <p:cNvGraphicFramePr>
              <a:graphicFrameLocks noChangeAspect="1"/>
            </p:cNvGraphicFramePr>
            <p:nvPr/>
          </p:nvGraphicFramePr>
          <p:xfrm>
            <a:off x="1115616" y="4600986"/>
            <a:ext cx="6207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55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4600986"/>
                          <a:ext cx="6207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Box 69"/>
          <p:cNvSpPr txBox="1">
            <a:spLocks noChangeArrowheads="1"/>
          </p:cNvSpPr>
          <p:nvPr/>
        </p:nvSpPr>
        <p:spPr bwMode="auto">
          <a:xfrm>
            <a:off x="425886" y="44569"/>
            <a:ext cx="1501824" cy="698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indent="648000">
              <a:lnSpc>
                <a:spcPct val="20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推论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208906" y="45135"/>
            <a:ext cx="7251526" cy="698268"/>
            <a:chOff x="1022326" y="461924"/>
            <a:chExt cx="7251526" cy="698268"/>
          </a:xfrm>
        </p:grpSpPr>
        <p:sp>
          <p:nvSpPr>
            <p:cNvPr id="28" name="TextBox 69"/>
            <p:cNvSpPr txBox="1">
              <a:spLocks noChangeArrowheads="1"/>
            </p:cNvSpPr>
            <p:nvPr/>
          </p:nvSpPr>
          <p:spPr bwMode="auto">
            <a:xfrm>
              <a:off x="1022326" y="461924"/>
              <a:ext cx="7251526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vl="0" indent="648000">
                <a:lnSpc>
                  <a:spcPct val="20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如果函数    在区间</a:t>
              </a:r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I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上连续，</a:t>
              </a:r>
              <a:r>
                <a:rPr lang="en-US" altLang="zh-CN" sz="2400" b="1" i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I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内可导且导数</a:t>
              </a:r>
            </a:p>
          </p:txBody>
        </p:sp>
        <p:graphicFrame>
          <p:nvGraphicFramePr>
            <p:cNvPr id="144385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328115"/>
                </p:ext>
              </p:extLst>
            </p:nvPr>
          </p:nvGraphicFramePr>
          <p:xfrm>
            <a:off x="3007350" y="780458"/>
            <a:ext cx="620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956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7350" y="780458"/>
                          <a:ext cx="620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69"/>
          <p:cNvSpPr txBox="1">
            <a:spLocks noChangeArrowheads="1"/>
          </p:cNvSpPr>
          <p:nvPr/>
        </p:nvSpPr>
        <p:spPr bwMode="auto">
          <a:xfrm>
            <a:off x="251520" y="66325"/>
            <a:ext cx="8352928" cy="714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证明恒等式                  ， 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14336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11360"/>
              </p:ext>
            </p:extLst>
          </p:nvPr>
        </p:nvGraphicFramePr>
        <p:xfrm>
          <a:off x="3313558" y="184892"/>
          <a:ext cx="27336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6" name="Equation" r:id="rId3" imgW="2743200" imgH="723600" progId="Equation.DSMT4">
                  <p:embed/>
                </p:oleObj>
              </mc:Choice>
              <mc:Fallback>
                <p:oleObj name="Equation" r:id="rId3" imgW="2743200" imgH="723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558" y="184892"/>
                        <a:ext cx="27336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843498"/>
              </p:ext>
            </p:extLst>
          </p:nvPr>
        </p:nvGraphicFramePr>
        <p:xfrm>
          <a:off x="6171122" y="387340"/>
          <a:ext cx="1582738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7" name="Equation" r:id="rId5" imgW="1587240" imgH="342720" progId="Equation.DSMT4">
                  <p:embed/>
                </p:oleObj>
              </mc:Choice>
              <mc:Fallback>
                <p:oleObj name="Equation" r:id="rId5" imgW="1587240" imgH="34272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1122" y="387340"/>
                        <a:ext cx="1582738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251520" y="2247475"/>
            <a:ext cx="5328592" cy="698268"/>
            <a:chOff x="251520" y="2604849"/>
            <a:chExt cx="5328592" cy="698268"/>
          </a:xfrm>
        </p:grpSpPr>
        <p:sp>
          <p:nvSpPr>
            <p:cNvPr id="14" name="TextBox 69"/>
            <p:cNvSpPr txBox="1">
              <a:spLocks noChangeArrowheads="1"/>
            </p:cNvSpPr>
            <p:nvPr/>
          </p:nvSpPr>
          <p:spPr bwMode="auto">
            <a:xfrm>
              <a:off x="251520" y="2604849"/>
              <a:ext cx="5328592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由推论得    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恒等于常数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又</a:t>
              </a:r>
            </a:p>
          </p:txBody>
        </p:sp>
        <p:graphicFrame>
          <p:nvGraphicFramePr>
            <p:cNvPr id="143365" name="Object 5"/>
            <p:cNvGraphicFramePr>
              <a:graphicFrameLocks noChangeAspect="1"/>
            </p:cNvGraphicFramePr>
            <p:nvPr/>
          </p:nvGraphicFramePr>
          <p:xfrm>
            <a:off x="2195736" y="2934014"/>
            <a:ext cx="620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868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2934014"/>
                          <a:ext cx="620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66" name="Object 6"/>
            <p:cNvGraphicFramePr>
              <a:graphicFrameLocks noChangeAspect="1"/>
            </p:cNvGraphicFramePr>
            <p:nvPr/>
          </p:nvGraphicFramePr>
          <p:xfrm>
            <a:off x="4427984" y="2931790"/>
            <a:ext cx="252412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869" name="Equation" r:id="rId9" imgW="253800" imgH="279360" progId="Equation.DSMT4">
                    <p:embed/>
                  </p:oleObj>
                </mc:Choice>
                <mc:Fallback>
                  <p:oleObj name="Equation" r:id="rId9" imgW="253800" imgH="27936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984" y="2931790"/>
                          <a:ext cx="252412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251519" y="3726544"/>
            <a:ext cx="4750693" cy="827807"/>
            <a:chOff x="251519" y="4083918"/>
            <a:chExt cx="4750693" cy="827807"/>
          </a:xfrm>
        </p:grpSpPr>
        <p:sp>
          <p:nvSpPr>
            <p:cNvPr id="15" name="TextBox 69"/>
            <p:cNvSpPr txBox="1">
              <a:spLocks noChangeArrowheads="1"/>
            </p:cNvSpPr>
            <p:nvPr/>
          </p:nvSpPr>
          <p:spPr bwMode="auto">
            <a:xfrm>
              <a:off x="251519" y="4083918"/>
              <a:ext cx="4750693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所以        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4336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4347056"/>
                </p:ext>
              </p:extLst>
            </p:nvPr>
          </p:nvGraphicFramePr>
          <p:xfrm>
            <a:off x="1801813" y="4198938"/>
            <a:ext cx="2733675" cy="712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870" name="Equation" r:id="rId11" imgW="2743200" imgH="723600" progId="Equation.DSMT4">
                    <p:embed/>
                  </p:oleObj>
                </mc:Choice>
                <mc:Fallback>
                  <p:oleObj name="Equation" r:id="rId11" imgW="2743200" imgH="7236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1813" y="4198938"/>
                          <a:ext cx="2733675" cy="7127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1889125" y="1494296"/>
            <a:ext cx="3546971" cy="722312"/>
            <a:chOff x="1889125" y="1851670"/>
            <a:chExt cx="3546971" cy="722312"/>
          </a:xfrm>
        </p:grpSpPr>
        <p:graphicFrame>
          <p:nvGraphicFramePr>
            <p:cNvPr id="143364" name="Object 4"/>
            <p:cNvGraphicFramePr>
              <a:graphicFrameLocks noChangeAspect="1"/>
            </p:cNvGraphicFramePr>
            <p:nvPr/>
          </p:nvGraphicFramePr>
          <p:xfrm>
            <a:off x="1889125" y="1851670"/>
            <a:ext cx="3113088" cy="722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871" name="Equation" r:id="rId13" imgW="3124080" imgH="736560" progId="Equation.DSMT4">
                    <p:embed/>
                  </p:oleObj>
                </mc:Choice>
                <mc:Fallback>
                  <p:oleObj name="Equation" r:id="rId13" imgW="3124080" imgH="73656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9125" y="1851670"/>
                          <a:ext cx="3113088" cy="722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/>
            <p:cNvSpPr/>
            <p:nvPr/>
          </p:nvSpPr>
          <p:spPr>
            <a:xfrm>
              <a:off x="3826360" y="1867965"/>
              <a:ext cx="1609736" cy="5597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648000"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973263" y="3108139"/>
            <a:ext cx="3848433" cy="709612"/>
            <a:chOff x="1973263" y="3465513"/>
            <a:chExt cx="3848433" cy="709612"/>
          </a:xfrm>
        </p:grpSpPr>
        <p:graphicFrame>
          <p:nvGraphicFramePr>
            <p:cNvPr id="14336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3404410"/>
                </p:ext>
              </p:extLst>
            </p:nvPr>
          </p:nvGraphicFramePr>
          <p:xfrm>
            <a:off x="1973263" y="3465513"/>
            <a:ext cx="3352800" cy="709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872" name="Equation" r:id="rId15" imgW="3365280" imgH="723600" progId="Equation.DSMT4">
                    <p:embed/>
                  </p:oleObj>
                </mc:Choice>
                <mc:Fallback>
                  <p:oleObj name="Equation" r:id="rId15" imgW="3365280" imgH="72360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263" y="3465513"/>
                          <a:ext cx="3352800" cy="7096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/>
            <p:cNvSpPr/>
            <p:nvPr/>
          </p:nvSpPr>
          <p:spPr>
            <a:xfrm>
              <a:off x="4211960" y="3615356"/>
              <a:ext cx="1609736" cy="5597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648000"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20322" y="768081"/>
            <a:ext cx="5287782" cy="721608"/>
            <a:chOff x="220322" y="1125455"/>
            <a:chExt cx="5287782" cy="721608"/>
          </a:xfrm>
        </p:grpSpPr>
        <p:grpSp>
          <p:nvGrpSpPr>
            <p:cNvPr id="16" name="组合 15"/>
            <p:cNvGrpSpPr/>
            <p:nvPr/>
          </p:nvGrpSpPr>
          <p:grpSpPr>
            <a:xfrm>
              <a:off x="220322" y="1125455"/>
              <a:ext cx="4885078" cy="721608"/>
              <a:chOff x="220322" y="1125455"/>
              <a:chExt cx="4885078" cy="721608"/>
            </a:xfrm>
          </p:grpSpPr>
          <p:graphicFrame>
            <p:nvGraphicFramePr>
              <p:cNvPr id="143363" name="Object 3"/>
              <p:cNvGraphicFramePr>
                <a:graphicFrameLocks noChangeAspect="1"/>
              </p:cNvGraphicFramePr>
              <p:nvPr/>
            </p:nvGraphicFramePr>
            <p:xfrm>
              <a:off x="2005013" y="1480997"/>
              <a:ext cx="3100387" cy="336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873" name="Equation" r:id="rId17" imgW="3111480" imgH="342720" progId="Equation.DSMT4">
                      <p:embed/>
                    </p:oleObj>
                  </mc:Choice>
                  <mc:Fallback>
                    <p:oleObj name="Equation" r:id="rId17" imgW="3111480" imgH="342720" progId="Equation.DSMT4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5013" y="1480997"/>
                            <a:ext cx="3100387" cy="3365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TextBox 69"/>
              <p:cNvSpPr txBox="1">
                <a:spLocks noChangeArrowheads="1"/>
              </p:cNvSpPr>
              <p:nvPr/>
            </p:nvSpPr>
            <p:spPr bwMode="auto">
              <a:xfrm>
                <a:off x="220322" y="1125455"/>
                <a:ext cx="1800000" cy="7216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 anchorCtr="1">
                <a:spAutoFit/>
              </a:bodyPr>
              <a:lstStyle/>
              <a:p>
                <a:pPr marL="0" marR="0" lvl="0" indent="648000" algn="l" defTabSz="91440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solidFill>
                      <a:srgbClr val="0064FF"/>
                    </a:solidFill>
                    <a:sym typeface="+mn-ea"/>
                  </a:rPr>
                  <a:t>证    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设</a:t>
                </a: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5014058" y="134761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9"/>
          <p:cNvSpPr txBox="1">
            <a:spLocks noChangeArrowheads="1"/>
          </p:cNvSpPr>
          <p:nvPr/>
        </p:nvSpPr>
        <p:spPr bwMode="auto">
          <a:xfrm>
            <a:off x="395536" y="-21302"/>
            <a:ext cx="8064896" cy="721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</a:t>
            </a: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证明当     时，      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1423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789762"/>
              </p:ext>
            </p:extLst>
          </p:nvPr>
        </p:nvGraphicFramePr>
        <p:xfrm>
          <a:off x="2956041" y="319686"/>
          <a:ext cx="64452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06" name="Equation" r:id="rId3" imgW="647640" imgH="279360" progId="Equation.DSMT4">
                  <p:embed/>
                </p:oleObj>
              </mc:Choice>
              <mc:Fallback>
                <p:oleObj name="Equation" r:id="rId3" imgW="647640" imgH="27936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041" y="319686"/>
                        <a:ext cx="644525" cy="27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423066"/>
              </p:ext>
            </p:extLst>
          </p:nvPr>
        </p:nvGraphicFramePr>
        <p:xfrm>
          <a:off x="4139952" y="97355"/>
          <a:ext cx="23272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07" name="Equation" r:id="rId5" imgW="2336760" imgH="736560" progId="Equation.DSMT4">
                  <p:embed/>
                </p:oleObj>
              </mc:Choice>
              <mc:Fallback>
                <p:oleObj name="Equation" r:id="rId5" imgW="2336760" imgH="7365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97355"/>
                        <a:ext cx="232727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">
            <a:extLst>
              <a:ext uri="{FF2B5EF4-FFF2-40B4-BE49-F238E27FC236}">
                <a16:creationId xmlns:a16="http://schemas.microsoft.com/office/drawing/2014/main" id="{515C6756-3B18-4FA0-88BF-5FF99AAFB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787" y="812428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证</a:t>
            </a: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设</a:t>
            </a:r>
          </a:p>
        </p:txBody>
      </p:sp>
      <p:graphicFrame>
        <p:nvGraphicFramePr>
          <p:cNvPr id="31" name="Object 4">
            <a:extLst>
              <a:ext uri="{FF2B5EF4-FFF2-40B4-BE49-F238E27FC236}">
                <a16:creationId xmlns:a16="http://schemas.microsoft.com/office/drawing/2014/main" id="{FCF704F4-AE29-424E-B2E4-0D37A18909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547248"/>
              </p:ext>
            </p:extLst>
          </p:nvPr>
        </p:nvGraphicFramePr>
        <p:xfrm>
          <a:off x="1901941" y="916578"/>
          <a:ext cx="190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08" name="Equation" r:id="rId7" imgW="1904760" imgH="342720" progId="Equation.DSMT4">
                  <p:embed/>
                </p:oleObj>
              </mc:Choice>
              <mc:Fallback>
                <p:oleObj name="Equation" r:id="rId7" imgW="1904760" imgH="34272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1725C0CA-61CD-4DB7-A30A-3BE22BAFC2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941" y="916578"/>
                        <a:ext cx="1905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>
            <a:extLst>
              <a:ext uri="{FF2B5EF4-FFF2-40B4-BE49-F238E27FC236}">
                <a16:creationId xmlns:a16="http://schemas.microsoft.com/office/drawing/2014/main" id="{7906F07B-C8A6-43EA-81EB-47BED95FE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101350"/>
              </p:ext>
            </p:extLst>
          </p:nvPr>
        </p:nvGraphicFramePr>
        <p:xfrm>
          <a:off x="3806941" y="907402"/>
          <a:ext cx="52736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09" name="Equation" r:id="rId9" imgW="5981400" imgH="380880" progId="Equation.DSMT4">
                  <p:embed/>
                </p:oleObj>
              </mc:Choice>
              <mc:Fallback>
                <p:oleObj name="Equation" r:id="rId9" imgW="5981400" imgH="38088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5C62959B-B416-4EE2-B730-69554FFC7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941" y="907402"/>
                        <a:ext cx="52736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9">
            <a:extLst>
              <a:ext uri="{FF2B5EF4-FFF2-40B4-BE49-F238E27FC236}">
                <a16:creationId xmlns:a16="http://schemas.microsoft.com/office/drawing/2014/main" id="{67A69FBA-AB4E-4347-A983-AAA36172C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87" y="1386215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因此应有</a:t>
            </a:r>
          </a:p>
        </p:txBody>
      </p:sp>
      <p:graphicFrame>
        <p:nvGraphicFramePr>
          <p:cNvPr id="42" name="Object 11">
            <a:extLst>
              <a:ext uri="{FF2B5EF4-FFF2-40B4-BE49-F238E27FC236}">
                <a16:creationId xmlns:a16="http://schemas.microsoft.com/office/drawing/2014/main" id="{3BCF9C2B-38B0-4304-AD51-B34AF246C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734350"/>
              </p:ext>
            </p:extLst>
          </p:nvPr>
        </p:nvGraphicFramePr>
        <p:xfrm>
          <a:off x="2072829" y="1774384"/>
          <a:ext cx="170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10" name="Equation" r:id="rId11" imgW="1701720" imgH="342720" progId="Equation.DSMT4">
                  <p:embed/>
                </p:oleObj>
              </mc:Choice>
              <mc:Fallback>
                <p:oleObj name="Equation" r:id="rId11" imgW="1701720" imgH="342720" progId="Equation.DSMT4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C7D3AF75-C2BC-4AB8-8229-5874862FA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2829" y="1774384"/>
                        <a:ext cx="1701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8">
            <a:extLst>
              <a:ext uri="{FF2B5EF4-FFF2-40B4-BE49-F238E27FC236}">
                <a16:creationId xmlns:a16="http://schemas.microsoft.com/office/drawing/2014/main" id="{880D94AA-77E2-4417-AEB0-1A6AD0F88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795812"/>
              </p:ext>
            </p:extLst>
          </p:nvPr>
        </p:nvGraphicFramePr>
        <p:xfrm>
          <a:off x="3829371" y="1743178"/>
          <a:ext cx="299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11" name="Equation" r:id="rId13" imgW="2997000" imgH="355320" progId="Equation.DSMT4">
                  <p:embed/>
                </p:oleObj>
              </mc:Choice>
              <mc:Fallback>
                <p:oleObj name="Equation" r:id="rId13" imgW="2997000" imgH="355320" progId="Equation.DSMT4">
                  <p:embed/>
                  <p:pic>
                    <p:nvPicPr>
                      <p:cNvPr id="16" name="Object 18">
                        <a:extLst>
                          <a:ext uri="{FF2B5EF4-FFF2-40B4-BE49-F238E27FC236}">
                            <a16:creationId xmlns:a16="http://schemas.microsoft.com/office/drawing/2014/main" id="{7B638F0C-BF4F-414A-AD0D-774FE52D28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371" y="1743178"/>
                        <a:ext cx="299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7">
            <a:extLst>
              <a:ext uri="{FF2B5EF4-FFF2-40B4-BE49-F238E27FC236}">
                <a16:creationId xmlns:a16="http://schemas.microsoft.com/office/drawing/2014/main" id="{16D26C40-F67E-4518-8761-8A9F54958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54" y="2216528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45" name="Object 12">
            <a:extLst>
              <a:ext uri="{FF2B5EF4-FFF2-40B4-BE49-F238E27FC236}">
                <a16:creationId xmlns:a16="http://schemas.microsoft.com/office/drawing/2014/main" id="{9154E349-DB38-4797-8599-623A9C583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345695"/>
              </p:ext>
            </p:extLst>
          </p:nvPr>
        </p:nvGraphicFramePr>
        <p:xfrm>
          <a:off x="2352791" y="2348171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12" name="Equation" r:id="rId15" imgW="1002960" imgH="342720" progId="Equation.DSMT4">
                  <p:embed/>
                </p:oleObj>
              </mc:Choice>
              <mc:Fallback>
                <p:oleObj name="Equation" r:id="rId15" imgW="1002960" imgH="342720" progId="Equation.DSMT4">
                  <p:embed/>
                  <p:pic>
                    <p:nvPicPr>
                      <p:cNvPr id="10" name="Object 12">
                        <a:extLst>
                          <a:ext uri="{FF2B5EF4-FFF2-40B4-BE49-F238E27FC236}">
                            <a16:creationId xmlns:a16="http://schemas.microsoft.com/office/drawing/2014/main" id="{CFF8D804-490D-4E96-B9A1-9015026AC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791" y="2348171"/>
                        <a:ext cx="1003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3">
            <a:extLst>
              <a:ext uri="{FF2B5EF4-FFF2-40B4-BE49-F238E27FC236}">
                <a16:creationId xmlns:a16="http://schemas.microsoft.com/office/drawing/2014/main" id="{2F0976DF-2205-4A81-B171-488D01BD59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580442"/>
              </p:ext>
            </p:extLst>
          </p:nvPr>
        </p:nvGraphicFramePr>
        <p:xfrm>
          <a:off x="3600566" y="2111753"/>
          <a:ext cx="266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13" name="Equation" r:id="rId17" imgW="2666880" imgH="787320" progId="Equation.DSMT4">
                  <p:embed/>
                </p:oleObj>
              </mc:Choice>
              <mc:Fallback>
                <p:oleObj name="Equation" r:id="rId17" imgW="2666880" imgH="787320" progId="Equation.DSMT4">
                  <p:embed/>
                  <p:pic>
                    <p:nvPicPr>
                      <p:cNvPr id="11" name="Object 13">
                        <a:extLst>
                          <a:ext uri="{FF2B5EF4-FFF2-40B4-BE49-F238E27FC236}">
                            <a16:creationId xmlns:a16="http://schemas.microsoft.com/office/drawing/2014/main" id="{682A0306-2B00-469F-95AD-AA8884A5F6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566" y="2111753"/>
                        <a:ext cx="2667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8">
            <a:extLst>
              <a:ext uri="{FF2B5EF4-FFF2-40B4-BE49-F238E27FC236}">
                <a16:creationId xmlns:a16="http://schemas.microsoft.com/office/drawing/2014/main" id="{B1880004-1990-42EA-992B-427FD3D5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40" y="3061658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因为</a:t>
            </a:r>
          </a:p>
        </p:txBody>
      </p:sp>
      <p:graphicFrame>
        <p:nvGraphicFramePr>
          <p:cNvPr id="48" name="Object 14">
            <a:extLst>
              <a:ext uri="{FF2B5EF4-FFF2-40B4-BE49-F238E27FC236}">
                <a16:creationId xmlns:a16="http://schemas.microsoft.com/office/drawing/2014/main" id="{26DABF00-80FE-4F5F-BC97-001D0BEAEB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273286"/>
              </p:ext>
            </p:extLst>
          </p:nvPr>
        </p:nvGraphicFramePr>
        <p:xfrm>
          <a:off x="3443013" y="2842822"/>
          <a:ext cx="62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14" name="Equation" r:id="rId19" imgW="622080" imgH="787320" progId="Equation.DSMT4">
                  <p:embed/>
                </p:oleObj>
              </mc:Choice>
              <mc:Fallback>
                <p:oleObj name="Equation" r:id="rId19" imgW="622080" imgH="787320" progId="Equation.DSMT4">
                  <p:embed/>
                  <p:pic>
                    <p:nvPicPr>
                      <p:cNvPr id="12" name="Object 14">
                        <a:extLst>
                          <a:ext uri="{FF2B5EF4-FFF2-40B4-BE49-F238E27FC236}">
                            <a16:creationId xmlns:a16="http://schemas.microsoft.com/office/drawing/2014/main" id="{FEBFC66B-87A6-4144-9CAB-CC0D6B7CE9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013" y="2842822"/>
                        <a:ext cx="622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5">
            <a:extLst>
              <a:ext uri="{FF2B5EF4-FFF2-40B4-BE49-F238E27FC236}">
                <a16:creationId xmlns:a16="http://schemas.microsoft.com/office/drawing/2014/main" id="{8696DC61-131A-4605-946C-9288B0684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119645"/>
              </p:ext>
            </p:extLst>
          </p:nvPr>
        </p:nvGraphicFramePr>
        <p:xfrm>
          <a:off x="2408886" y="2852296"/>
          <a:ext cx="83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15" name="Equation" r:id="rId21" imgW="838080" imgH="736560" progId="Equation.DSMT4">
                  <p:embed/>
                </p:oleObj>
              </mc:Choice>
              <mc:Fallback>
                <p:oleObj name="Equation" r:id="rId21" imgW="838080" imgH="736560" progId="Equation.DSMT4">
                  <p:embed/>
                  <p:pic>
                    <p:nvPicPr>
                      <p:cNvPr id="13" name="Object 15">
                        <a:extLst>
                          <a:ext uri="{FF2B5EF4-FFF2-40B4-BE49-F238E27FC236}">
                            <a16:creationId xmlns:a16="http://schemas.microsoft.com/office/drawing/2014/main" id="{0448E83E-CAE3-4684-AABD-E5786B77A5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886" y="2852296"/>
                        <a:ext cx="838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6">
            <a:extLst>
              <a:ext uri="{FF2B5EF4-FFF2-40B4-BE49-F238E27FC236}">
                <a16:creationId xmlns:a16="http://schemas.microsoft.com/office/drawing/2014/main" id="{F54052E0-308E-4F6E-935B-7F90A812D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008844"/>
              </p:ext>
            </p:extLst>
          </p:nvPr>
        </p:nvGraphicFramePr>
        <p:xfrm>
          <a:off x="4144516" y="2899120"/>
          <a:ext cx="57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16" name="Equation" r:id="rId23" imgW="571320" imgH="723600" progId="Equation.DSMT4">
                  <p:embed/>
                </p:oleObj>
              </mc:Choice>
              <mc:Fallback>
                <p:oleObj name="Equation" r:id="rId23" imgW="571320" imgH="723600" progId="Equation.DSMT4">
                  <p:embed/>
                  <p:pic>
                    <p:nvPicPr>
                      <p:cNvPr id="14" name="Object 16">
                        <a:extLst>
                          <a:ext uri="{FF2B5EF4-FFF2-40B4-BE49-F238E27FC236}">
                            <a16:creationId xmlns:a16="http://schemas.microsoft.com/office/drawing/2014/main" id="{7056A300-0725-4794-80ED-E759A15D8A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516" y="2899120"/>
                        <a:ext cx="571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9">
            <a:extLst>
              <a:ext uri="{FF2B5EF4-FFF2-40B4-BE49-F238E27FC236}">
                <a16:creationId xmlns:a16="http://schemas.microsoft.com/office/drawing/2014/main" id="{9F4E9DEA-5228-4FF5-ADEC-9C7778DEC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53" y="3921081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56" name="Object 17">
            <a:extLst>
              <a:ext uri="{FF2B5EF4-FFF2-40B4-BE49-F238E27FC236}">
                <a16:creationId xmlns:a16="http://schemas.microsoft.com/office/drawing/2014/main" id="{F0E11983-A380-4A0F-9299-D31D2AD1B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931495"/>
              </p:ext>
            </p:extLst>
          </p:nvPr>
        </p:nvGraphicFramePr>
        <p:xfrm>
          <a:off x="2088508" y="3808739"/>
          <a:ext cx="375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17" name="Equation" r:id="rId25" imgW="3759120" imgH="736560" progId="Equation.DSMT4">
                  <p:embed/>
                </p:oleObj>
              </mc:Choice>
              <mc:Fallback>
                <p:oleObj name="Equation" r:id="rId25" imgW="3759120" imgH="736560" progId="Equation.DSMT4">
                  <p:embed/>
                  <p:pic>
                    <p:nvPicPr>
                      <p:cNvPr id="15" name="Object 17">
                        <a:extLst>
                          <a:ext uri="{FF2B5EF4-FFF2-40B4-BE49-F238E27FC236}">
                            <a16:creationId xmlns:a16="http://schemas.microsoft.com/office/drawing/2014/main" id="{CA9DC086-45EA-4C4E-8103-6701AA5760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8508" y="3808739"/>
                        <a:ext cx="3759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41" grpId="0" autoUpdateAnimBg="0"/>
      <p:bldP spid="44" grpId="0" autoUpdateAnimBg="0"/>
      <p:bldP spid="47" grpId="0" autoUpdateAnimBg="0"/>
      <p:bldP spid="5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360CA8-DE3D-46D0-BA5B-C4CB53A7932B}"/>
              </a:ext>
            </a:extLst>
          </p:cNvPr>
          <p:cNvSpPr/>
          <p:nvPr/>
        </p:nvSpPr>
        <p:spPr>
          <a:xfrm>
            <a:off x="35496" y="339502"/>
            <a:ext cx="9108504" cy="66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48000">
              <a:lnSpc>
                <a:spcPct val="18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                         求 </a:t>
            </a:r>
            <a:endParaRPr lang="en-US" altLang="zh-CN" sz="24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BC125A2F-1056-4B32-AF00-627B644660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791116"/>
              </p:ext>
            </p:extLst>
          </p:nvPr>
        </p:nvGraphicFramePr>
        <p:xfrm>
          <a:off x="2051720" y="586507"/>
          <a:ext cx="16589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92" name="Equation" r:id="rId3" imgW="1663560" imgH="482400" progId="Equation.DSMT4">
                  <p:embed/>
                </p:oleObj>
              </mc:Choice>
              <mc:Fallback>
                <p:oleObj name="Equation" r:id="rId3" imgW="1663560" imgH="482400" progId="Equation.DSMT4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7D222110-4E0B-45DF-9ADF-6A05F2C06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586507"/>
                        <a:ext cx="1658937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BC6DBF54-C04E-424F-BB34-CE0BC2C617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241869"/>
              </p:ext>
            </p:extLst>
          </p:nvPr>
        </p:nvGraphicFramePr>
        <p:xfrm>
          <a:off x="4211960" y="586506"/>
          <a:ext cx="25590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93" name="Equation" r:id="rId5" imgW="2565360" imgH="482400" progId="Equation.DSMT4">
                  <p:embed/>
                </p:oleObj>
              </mc:Choice>
              <mc:Fallback>
                <p:oleObj name="Equation" r:id="rId5" imgW="2565360" imgH="482400" progId="Equation.DSMT4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F0572C68-A667-4504-A758-A04FBB0521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586506"/>
                        <a:ext cx="255905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A29597A4-B01A-408B-97BF-C6B35BFC3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73232"/>
            <a:ext cx="6318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11" name="Object 1">
            <a:extLst>
              <a:ext uri="{FF2B5EF4-FFF2-40B4-BE49-F238E27FC236}">
                <a16:creationId xmlns:a16="http://schemas.microsoft.com/office/drawing/2014/main" id="{D7562D7B-36CB-41B9-9F3E-96EC912EBA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327109"/>
              </p:ext>
            </p:extLst>
          </p:nvPr>
        </p:nvGraphicFramePr>
        <p:xfrm>
          <a:off x="1315453" y="1252714"/>
          <a:ext cx="31162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94" name="Equation" r:id="rId7" imgW="3124080" imgH="355320" progId="Equation.DSMT4">
                  <p:embed/>
                </p:oleObj>
              </mc:Choice>
              <mc:Fallback>
                <p:oleObj name="Equation" r:id="rId7" imgW="3124080" imgH="355320" progId="Equation.DSMT4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BC6DBF54-C04E-424F-BB34-CE0BC2C61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453" y="1252714"/>
                        <a:ext cx="3116262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">
            <a:extLst>
              <a:ext uri="{FF2B5EF4-FFF2-40B4-BE49-F238E27FC236}">
                <a16:creationId xmlns:a16="http://schemas.microsoft.com/office/drawing/2014/main" id="{18FA7F66-2807-4D28-88B4-A49B3046B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738883"/>
              </p:ext>
            </p:extLst>
          </p:nvPr>
        </p:nvGraphicFramePr>
        <p:xfrm>
          <a:off x="4589748" y="1222375"/>
          <a:ext cx="21780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95" name="Equation" r:id="rId9" imgW="2184120" imgH="368280" progId="Equation.DSMT4">
                  <p:embed/>
                </p:oleObj>
              </mc:Choice>
              <mc:Fallback>
                <p:oleObj name="Equation" r:id="rId9" imgW="2184120" imgH="368280" progId="Equation.DSMT4">
                  <p:embed/>
                  <p:pic>
                    <p:nvPicPr>
                      <p:cNvPr id="11" name="Object 1">
                        <a:extLst>
                          <a:ext uri="{FF2B5EF4-FFF2-40B4-BE49-F238E27FC236}">
                            <a16:creationId xmlns:a16="http://schemas.microsoft.com/office/drawing/2014/main" id="{D7562D7B-36CB-41B9-9F3E-96EC912EB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748" y="1222375"/>
                        <a:ext cx="217805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">
            <a:extLst>
              <a:ext uri="{FF2B5EF4-FFF2-40B4-BE49-F238E27FC236}">
                <a16:creationId xmlns:a16="http://schemas.microsoft.com/office/drawing/2014/main" id="{0CF2AF41-82BC-47A4-9CBC-779C80A15F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019896"/>
              </p:ext>
            </p:extLst>
          </p:nvPr>
        </p:nvGraphicFramePr>
        <p:xfrm>
          <a:off x="1425897" y="1923678"/>
          <a:ext cx="40655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96" name="Equation" r:id="rId11" imgW="4076640" imgH="482400" progId="Equation.DSMT4">
                  <p:embed/>
                </p:oleObj>
              </mc:Choice>
              <mc:Fallback>
                <p:oleObj name="Equation" r:id="rId11" imgW="4076640" imgH="482400" progId="Equation.DSMT4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BC6DBF54-C04E-424F-BB34-CE0BC2C61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897" y="1923678"/>
                        <a:ext cx="4065588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">
            <a:extLst>
              <a:ext uri="{FF2B5EF4-FFF2-40B4-BE49-F238E27FC236}">
                <a16:creationId xmlns:a16="http://schemas.microsoft.com/office/drawing/2014/main" id="{EFF993BE-F1C5-4BB9-A7AB-1D9E98C53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489131"/>
              </p:ext>
            </p:extLst>
          </p:nvPr>
        </p:nvGraphicFramePr>
        <p:xfrm>
          <a:off x="3923928" y="2931790"/>
          <a:ext cx="22177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97" name="Equation" r:id="rId13" imgW="2222280" imgH="507960" progId="Equation.DSMT4">
                  <p:embed/>
                </p:oleObj>
              </mc:Choice>
              <mc:Fallback>
                <p:oleObj name="Equation" r:id="rId13" imgW="2222280" imgH="507960" progId="Equation.DSMT4">
                  <p:embed/>
                  <p:pic>
                    <p:nvPicPr>
                      <p:cNvPr id="13" name="Object 1">
                        <a:extLst>
                          <a:ext uri="{FF2B5EF4-FFF2-40B4-BE49-F238E27FC236}">
                            <a16:creationId xmlns:a16="http://schemas.microsoft.com/office/drawing/2014/main" id="{0CF2AF41-82BC-47A4-9CBC-779C80A15F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2931790"/>
                        <a:ext cx="2217738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566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A0C2BF61-2CCD-4622-829D-AD5D1AB02A1B}"/>
              </a:ext>
            </a:extLst>
          </p:cNvPr>
          <p:cNvSpPr txBox="1">
            <a:spLocks/>
          </p:cNvSpPr>
          <p:nvPr/>
        </p:nvSpPr>
        <p:spPr>
          <a:xfrm>
            <a:off x="981650" y="414685"/>
            <a:ext cx="841488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13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设函数        在         上二阶可导，且           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B62471F-190D-456A-B451-D25A16F593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815937"/>
              </p:ext>
            </p:extLst>
          </p:nvPr>
        </p:nvGraphicFramePr>
        <p:xfrm>
          <a:off x="2690813" y="49208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0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B62471F-190D-456A-B451-D25A16F59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0813" y="49208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CFA127F-F7A5-4926-90F9-2CF3A364A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64589"/>
              </p:ext>
            </p:extLst>
          </p:nvPr>
        </p:nvGraphicFramePr>
        <p:xfrm>
          <a:off x="3680071" y="491457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03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CFA127F-F7A5-4926-90F9-2CF3A364A7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80071" y="491457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BD4BB40-E59B-444C-B124-52509611E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429233"/>
              </p:ext>
            </p:extLst>
          </p:nvPr>
        </p:nvGraphicFramePr>
        <p:xfrm>
          <a:off x="6444208" y="492088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04" name="Equation" r:id="rId7" imgW="2031840" imgH="342720" progId="Equation.DSMT4">
                  <p:embed/>
                </p:oleObj>
              </mc:Choice>
              <mc:Fallback>
                <p:oleObj name="Equation" r:id="rId7" imgW="20318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BD4BB40-E59B-444C-B124-52509611E1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44208" y="492088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9D62F996-EFB9-4B0C-8DFC-645B9787E3FB}"/>
              </a:ext>
            </a:extLst>
          </p:cNvPr>
          <p:cNvSpPr txBox="1">
            <a:spLocks/>
          </p:cNvSpPr>
          <p:nvPr/>
        </p:nvSpPr>
        <p:spPr>
          <a:xfrm>
            <a:off x="395536" y="996144"/>
            <a:ext cx="835292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又存在                使                证明存在                 使得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933E049-4953-41BD-824D-58CE3CA2B9D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85888" y="1076325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05" name="Equation" r:id="rId9" imgW="1168200" imgH="342720" progId="Equation.DSMT4">
                  <p:embed/>
                </p:oleObj>
              </mc:Choice>
              <mc:Fallback>
                <p:oleObj name="Equation" r:id="rId9" imgW="11682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933E049-4953-41BD-824D-58CE3CA2B9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85888" y="1076325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227AFCD-A891-48F2-AF81-9A2892361D7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44639" y="1076325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06" name="Equation" r:id="rId11" imgW="1130040" imgH="342720" progId="Equation.DSMT4">
                  <p:embed/>
                </p:oleObj>
              </mc:Choice>
              <mc:Fallback>
                <p:oleObj name="Equation" r:id="rId11" imgW="11300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227AFCD-A891-48F2-AF81-9A2892361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44639" y="1076325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2589C5D-63C2-4A02-A2A3-C18B3E7BCC1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56163" y="1065028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07" name="Equation" r:id="rId13" imgW="1193760" imgH="342720" progId="Equation.DSMT4">
                  <p:embed/>
                </p:oleObj>
              </mc:Choice>
              <mc:Fallback>
                <p:oleObj name="Equation" r:id="rId13" imgW="119376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2589C5D-63C2-4A02-A2A3-C18B3E7BCC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56163" y="1065028"/>
                        <a:ext cx="1193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A347255-2E8B-4BDA-BB73-DD6A15186B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313612" y="1052328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08" name="Equation" r:id="rId15" imgW="1257120" imgH="355320" progId="Equation.DSMT4">
                  <p:embed/>
                </p:oleObj>
              </mc:Choice>
              <mc:Fallback>
                <p:oleObj name="Equation" r:id="rId15" imgW="125712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A347255-2E8B-4BDA-BB73-DD6A15186B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13612" y="1052328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2250F68-CFA6-4997-9363-876FEB3C5CED}"/>
              </a:ext>
            </a:extLst>
          </p:cNvPr>
          <p:cNvSpPr/>
          <p:nvPr/>
        </p:nvSpPr>
        <p:spPr>
          <a:xfrm>
            <a:off x="981650" y="155923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37A48D8-8A15-405D-A16F-FDBE81309EE6}"/>
              </a:ext>
            </a:extLst>
          </p:cNvPr>
          <p:cNvGrpSpPr/>
          <p:nvPr/>
        </p:nvGrpSpPr>
        <p:grpSpPr>
          <a:xfrm>
            <a:off x="1475696" y="1556384"/>
            <a:ext cx="4320440" cy="461665"/>
            <a:chOff x="1475696" y="1556384"/>
            <a:chExt cx="432044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A4E2388-CC15-4F47-875C-C6524DA81C52}"/>
                </a:ext>
              </a:extLst>
            </p:cNvPr>
            <p:cNvSpPr/>
            <p:nvPr/>
          </p:nvSpPr>
          <p:spPr>
            <a:xfrm>
              <a:off x="1475696" y="1556384"/>
              <a:ext cx="4320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         在          上二阶可导，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206556C-C8E8-408E-8368-F68F9313346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43138" y="161576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809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1206556C-C8E8-408E-8368-F68F931334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243138" y="161576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25D64E7-5247-401B-B2B7-2664F9EF3BB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48705" y="162874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810" name="Equation" r:id="rId19" imgW="634680" imgH="330120" progId="Equation.DSMT4">
                    <p:embed/>
                  </p:oleObj>
                </mc:Choice>
                <mc:Fallback>
                  <p:oleObj name="Equation" r:id="rId19" imgW="634680" imgH="3301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825D64E7-5247-401B-B2B7-2664F9EF3B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48705" y="1628744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AAF6B5-7F74-4E2F-A7CF-9FDE39E2D106}"/>
              </a:ext>
            </a:extLst>
          </p:cNvPr>
          <p:cNvGrpSpPr/>
          <p:nvPr/>
        </p:nvGrpSpPr>
        <p:grpSpPr>
          <a:xfrm>
            <a:off x="5508084" y="1568736"/>
            <a:ext cx="3039781" cy="461665"/>
            <a:chOff x="5508084" y="1568736"/>
            <a:chExt cx="3039781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E40200A-7110-4C86-9660-4BFA3CC8802F}"/>
                </a:ext>
              </a:extLst>
            </p:cNvPr>
            <p:cNvSpPr/>
            <p:nvPr/>
          </p:nvSpPr>
          <p:spPr>
            <a:xfrm>
              <a:off x="5508084" y="1568736"/>
              <a:ext cx="251685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对         分别在在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C436CCC-FEAF-40C7-A5E8-CE44D93A28A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921927" y="162239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811" name="Equation" r:id="rId20" imgW="622080" imgH="342720" progId="Equation.DSMT4">
                    <p:embed/>
                  </p:oleObj>
                </mc:Choice>
                <mc:Fallback>
                  <p:oleObj name="Equation" r:id="rId20" imgW="62208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EC436CCC-FEAF-40C7-A5E8-CE44D93A28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921927" y="162239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2282614A-39A3-4895-B826-00DDA5A14DC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36665" y="1629697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812" name="Equation" r:id="rId22" imgW="711000" imgH="330120" progId="Equation.DSMT4">
                    <p:embed/>
                  </p:oleObj>
                </mc:Choice>
                <mc:Fallback>
                  <p:oleObj name="Equation" r:id="rId22" imgW="711000" imgH="3301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2282614A-39A3-4895-B826-00DDA5A14D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836665" y="1629697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1327079-B636-4BAD-946B-2194C0D566E9}"/>
              </a:ext>
            </a:extLst>
          </p:cNvPr>
          <p:cNvGrpSpPr/>
          <p:nvPr/>
        </p:nvGrpSpPr>
        <p:grpSpPr>
          <a:xfrm>
            <a:off x="179512" y="2130138"/>
            <a:ext cx="7134100" cy="461665"/>
            <a:chOff x="332408" y="2275184"/>
            <a:chExt cx="7134100" cy="461665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1E6A69A-3162-460F-9D82-880A3DA46FC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32408" y="2340917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813" name="Equation" r:id="rId24" imgW="711000" imgH="330120" progId="Equation.DSMT4">
                    <p:embed/>
                  </p:oleObj>
                </mc:Choice>
                <mc:Fallback>
                  <p:oleObj name="Equation" r:id="rId24" imgW="711000" imgH="3301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D1E6A69A-3162-460F-9D82-880A3DA46F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32408" y="2340917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C1C6CDA-A412-4A4C-9FD6-4C771038505F}"/>
                </a:ext>
              </a:extLst>
            </p:cNvPr>
            <p:cNvSpPr/>
            <p:nvPr/>
          </p:nvSpPr>
          <p:spPr>
            <a:xfrm>
              <a:off x="392920" y="2275184"/>
              <a:ext cx="70735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上利用拉格朗日中值定理得，</a:t>
              </a:r>
              <a:endParaRPr lang="zh-CN" altLang="en-US" sz="2400" dirty="0"/>
            </a:p>
          </p:txBody>
        </p:sp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DCBBCB2-610A-4818-8BD0-475399A7161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17514" y="2853441"/>
          <a:ext cx="306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14" name="Equation" r:id="rId26" imgW="3060360" imgH="736560" progId="Equation.DSMT4">
                  <p:embed/>
                </p:oleObj>
              </mc:Choice>
              <mc:Fallback>
                <p:oleObj name="Equation" r:id="rId26" imgW="306036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DCBBCB2-610A-4818-8BD0-475399A716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817514" y="2853441"/>
                        <a:ext cx="306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6BC8C07-7774-4992-B881-0AC83896539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48711" y="3031241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15" name="Equation" r:id="rId28" imgW="1244520" imgH="380880" progId="Equation.DSMT4">
                  <p:embed/>
                </p:oleObj>
              </mc:Choice>
              <mc:Fallback>
                <p:oleObj name="Equation" r:id="rId28" imgW="1244520" imgH="3808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46BC8C07-7774-4992-B881-0AC8389653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348711" y="3031241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CE61B19-AEBF-4C72-84D8-C331F501889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70063" y="3779838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16" name="Equation" r:id="rId30" imgW="3085920" imgH="736560" progId="Equation.DSMT4">
                  <p:embed/>
                </p:oleObj>
              </mc:Choice>
              <mc:Fallback>
                <p:oleObj name="Equation" r:id="rId30" imgW="3085920" imgH="7365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CE61B19-AEBF-4C72-84D8-C331F50188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770063" y="3779838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F5BB50C8-152E-4006-9645-C208FA0A227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99088" y="3957638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17" name="Equation" r:id="rId32" imgW="1257120" imgH="380880" progId="Equation.DSMT4">
                  <p:embed/>
                </p:oleObj>
              </mc:Choice>
              <mc:Fallback>
                <p:oleObj name="Equation" r:id="rId32" imgW="1257120" imgH="380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F5BB50C8-152E-4006-9645-C208FA0A22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399088" y="3957638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060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19D6C46-2E19-46EB-AACE-04C21700955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87624" y="411510"/>
          <a:ext cx="306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8" name="Equation" r:id="rId3" imgW="3060360" imgH="736560" progId="Equation.DSMT4">
                  <p:embed/>
                </p:oleObj>
              </mc:Choice>
              <mc:Fallback>
                <p:oleObj name="Equation" r:id="rId3" imgW="306036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19D6C46-2E19-46EB-AACE-04C217009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411510"/>
                        <a:ext cx="306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149EE39-B3F2-4AB5-84B0-F618D89DEB9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04048" y="589310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9" name="Equation" r:id="rId5" imgW="1244520" imgH="380880" progId="Equation.DSMT4">
                  <p:embed/>
                </p:oleObj>
              </mc:Choice>
              <mc:Fallback>
                <p:oleObj name="Equation" r:id="rId5" imgW="124452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149EE39-B3F2-4AB5-84B0-F618D89DEB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589310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BC61DD4-7EA8-401B-A40D-43F92ABEA2D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63982" y="1419622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0" name="Equation" r:id="rId7" imgW="3085920" imgH="736560" progId="Equation.DSMT4">
                  <p:embed/>
                </p:oleObj>
              </mc:Choice>
              <mc:Fallback>
                <p:oleObj name="Equation" r:id="rId7" imgW="308592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BC61DD4-7EA8-401B-A40D-43F92ABEA2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3982" y="1419622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85D4059-B7C8-4659-AB3E-F14DE584AF2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04048" y="1554014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1" name="Equation" r:id="rId9" imgW="1257120" imgH="380880" progId="Equation.DSMT4">
                  <p:embed/>
                </p:oleObj>
              </mc:Choice>
              <mc:Fallback>
                <p:oleObj name="Equation" r:id="rId9" imgW="125712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85D4059-B7C8-4659-AB3E-F14DE584AF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4048" y="1554014"/>
                        <a:ext cx="1257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EC7B6F-1E6F-4C90-8CA9-2FC9D2B8F7AA}"/>
              </a:ext>
            </a:extLst>
          </p:cNvPr>
          <p:cNvGrpSpPr/>
          <p:nvPr/>
        </p:nvGrpSpPr>
        <p:grpSpPr>
          <a:xfrm>
            <a:off x="797226" y="2196901"/>
            <a:ext cx="8316416" cy="461665"/>
            <a:chOff x="797226" y="2196901"/>
            <a:chExt cx="8316416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87EE9FF-1A73-4712-A40F-29673509CF99}"/>
                </a:ext>
              </a:extLst>
            </p:cNvPr>
            <p:cNvSpPr/>
            <p:nvPr/>
          </p:nvSpPr>
          <p:spPr>
            <a:xfrm>
              <a:off x="797226" y="2196901"/>
              <a:ext cx="8316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再对一阶导函数         在区间             上用拉格朗日中值定理，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F4D9540-CA14-4378-B362-4CA19E5E6D7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059832" y="2249934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62" name="Equation" r:id="rId11" imgW="685800" imgH="355320" progId="Equation.DSMT4">
                    <p:embed/>
                  </p:oleObj>
                </mc:Choice>
                <mc:Fallback>
                  <p:oleObj name="Equation" r:id="rId11" imgW="68580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F4D9540-CA14-4378-B362-4CA19E5E6D7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59832" y="2249934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17723C8-816C-407C-8B54-66CBB57FB9B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716016" y="2237233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63" name="Equation" r:id="rId13" imgW="825480" imgH="380880" progId="Equation.DSMT4">
                    <p:embed/>
                  </p:oleObj>
                </mc:Choice>
                <mc:Fallback>
                  <p:oleObj name="Equation" r:id="rId13" imgW="825480" imgH="380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817723C8-816C-407C-8B54-66CBB57FB9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16016" y="2237233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01CD218-80AF-4126-BACE-BC17D7520148}"/>
              </a:ext>
            </a:extLst>
          </p:cNvPr>
          <p:cNvGrpSpPr/>
          <p:nvPr/>
        </p:nvGrpSpPr>
        <p:grpSpPr>
          <a:xfrm>
            <a:off x="251520" y="2787774"/>
            <a:ext cx="8316416" cy="461665"/>
            <a:chOff x="251520" y="2787774"/>
            <a:chExt cx="8316416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A4EEAC7-F847-45B5-86CD-E47A32A0D1E1}"/>
                </a:ext>
              </a:extLst>
            </p:cNvPr>
            <p:cNvSpPr/>
            <p:nvPr/>
          </p:nvSpPr>
          <p:spPr>
            <a:xfrm>
              <a:off x="251520" y="2787774"/>
              <a:ext cx="8316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存在                                 使得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CA67E13-2FFA-49A8-8479-A2FBB8A86B6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22839" y="2830951"/>
            <a:ext cx="2362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64" name="Equation" r:id="rId15" imgW="2361960" imgH="380880" progId="Equation.DSMT4">
                    <p:embed/>
                  </p:oleObj>
                </mc:Choice>
                <mc:Fallback>
                  <p:oleObj name="Equation" r:id="rId15" imgW="2361960" imgH="380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FCA67E13-2FFA-49A8-8479-A2FBB8A86B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22839" y="2830951"/>
                          <a:ext cx="2362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9D251AE-B3CE-4019-8C9D-F37914CD615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02222" y="3579862"/>
          <a:ext cx="3365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5" name="Equation" r:id="rId17" imgW="3365280" imgH="799920" progId="Equation.DSMT4">
                  <p:embed/>
                </p:oleObj>
              </mc:Choice>
              <mc:Fallback>
                <p:oleObj name="Equation" r:id="rId17" imgW="3365280" imgH="7999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9D251AE-B3CE-4019-8C9D-F37914CD61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02222" y="3579862"/>
                        <a:ext cx="3365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23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>
            <a:extLst>
              <a:ext uri="{FF2B5EF4-FFF2-40B4-BE49-F238E27FC236}">
                <a16:creationId xmlns:a16="http://schemas.microsoft.com/office/drawing/2014/main" id="{7582012D-2284-4131-8219-B33E9BE67121}"/>
              </a:ext>
            </a:extLst>
          </p:cNvPr>
          <p:cNvSpPr txBox="1">
            <a:spLocks noChangeArrowheads="1"/>
          </p:cNvSpPr>
          <p:nvPr/>
        </p:nvSpPr>
        <p:spPr>
          <a:xfrm>
            <a:off x="611559" y="202457"/>
            <a:ext cx="3216261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回顾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导函数极限定理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68E46C25-F963-4AC7-B7CF-91D5F5470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835514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在                   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，在                    内                 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34C0B97-A127-49BE-9AFB-5344CBEC6F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455370"/>
              </p:ext>
            </p:extLst>
          </p:nvPr>
        </p:nvGraphicFramePr>
        <p:xfrm>
          <a:off x="2915816" y="91123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9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9E6928D-6FF3-4259-BCDF-4C7DCDB52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5816" y="91123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91BB079-D250-4D2A-8C72-873AF324AC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716606"/>
              </p:ext>
            </p:extLst>
          </p:nvPr>
        </p:nvGraphicFramePr>
        <p:xfrm>
          <a:off x="4060825" y="876443"/>
          <a:ext cx="132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95" name="Equation" r:id="rId5" imgW="1320480" imgH="380880" progId="Equation.DSMT4">
                  <p:embed/>
                </p:oleObj>
              </mc:Choice>
              <mc:Fallback>
                <p:oleObj name="Equation" r:id="rId5" imgW="132048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477993D-DD21-4E57-B237-15BED42040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0825" y="876443"/>
                        <a:ext cx="132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DE82E6E-BAFF-4D68-885E-A2E2FE6A53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397651"/>
              </p:ext>
            </p:extLst>
          </p:nvPr>
        </p:nvGraphicFramePr>
        <p:xfrm>
          <a:off x="6948264" y="894897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96" name="Equation" r:id="rId7" imgW="1346040" imgH="380880" progId="Equation.DSMT4">
                  <p:embed/>
                </p:oleObj>
              </mc:Choice>
              <mc:Fallback>
                <p:oleObj name="Equation" r:id="rId7" imgW="134604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BBD6ECA-6617-41F3-9CD0-8D6F66EF0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48264" y="894897"/>
                        <a:ext cx="1346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4">
            <a:extLst>
              <a:ext uri="{FF2B5EF4-FFF2-40B4-BE49-F238E27FC236}">
                <a16:creationId xmlns:a16="http://schemas.microsoft.com/office/drawing/2014/main" id="{141E4579-D26E-4469-968D-BBB3CF6DD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74" y="1356562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可导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                        存在或为无穷大，则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存在，且有    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63D3FEB3-7165-4FCE-BF6A-B3509829B9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348554"/>
              </p:ext>
            </p:extLst>
          </p:nvPr>
        </p:nvGraphicFramePr>
        <p:xfrm>
          <a:off x="1619672" y="1411579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97" name="Equation" r:id="rId9" imgW="1752480" imgH="533160" progId="Equation.DSMT4">
                  <p:embed/>
                </p:oleObj>
              </mc:Choice>
              <mc:Fallback>
                <p:oleObj name="Equation" r:id="rId9" imgW="1752480" imgH="533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AEDEC6F-8DDF-4050-B737-A68B411E5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672" y="1411579"/>
                        <a:ext cx="1752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4C2A7327-E024-4C78-BB21-E4B240120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70005"/>
              </p:ext>
            </p:extLst>
          </p:nvPr>
        </p:nvGraphicFramePr>
        <p:xfrm>
          <a:off x="6135464" y="1408052"/>
          <a:ext cx="81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98" name="Equation" r:id="rId11" imgW="812520" imgH="380880" progId="Equation.DSMT4">
                  <p:embed/>
                </p:oleObj>
              </mc:Choice>
              <mc:Fallback>
                <p:oleObj name="Equation" r:id="rId11" imgW="81252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035FC0E-4D8F-40F6-98AD-070662C333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35464" y="1408052"/>
                        <a:ext cx="812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A5F739A-4D0C-4F46-B6BE-9E2AFD5092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473982"/>
              </p:ext>
            </p:extLst>
          </p:nvPr>
        </p:nvGraphicFramePr>
        <p:xfrm>
          <a:off x="2843808" y="1999996"/>
          <a:ext cx="2882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99" name="Equation" r:id="rId13" imgW="2882880" imgH="533160" progId="Equation.DSMT4">
                  <p:embed/>
                </p:oleObj>
              </mc:Choice>
              <mc:Fallback>
                <p:oleObj name="Equation" r:id="rId13" imgW="2882880" imgH="533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5B02BB1-A06B-4BD6-9578-8DED77B316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3808" y="1999996"/>
                        <a:ext cx="2882900" cy="5334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">
            <a:extLst>
              <a:ext uri="{FF2B5EF4-FFF2-40B4-BE49-F238E27FC236}">
                <a16:creationId xmlns:a16="http://schemas.microsoft.com/office/drawing/2014/main" id="{BB306F2F-E59B-48A9-B7D9-779330F74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647062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在                   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，在                    内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可导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                 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A8DA227-255D-489B-B8C8-F33DEA4F76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910850"/>
              </p:ext>
            </p:extLst>
          </p:nvPr>
        </p:nvGraphicFramePr>
        <p:xfrm>
          <a:off x="1403648" y="2751203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0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CB93697-B1D2-4760-8181-E7E3820ED9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2751203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97D4667B-977E-4352-8C75-7A69AEEB5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08818"/>
              </p:ext>
            </p:extLst>
          </p:nvPr>
        </p:nvGraphicFramePr>
        <p:xfrm>
          <a:off x="2507020" y="2691488"/>
          <a:ext cx="132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01" name="Equation" r:id="rId15" imgW="1320480" imgH="380880" progId="Equation.DSMT4">
                  <p:embed/>
                </p:oleObj>
              </mc:Choice>
              <mc:Fallback>
                <p:oleObj name="Equation" r:id="rId15" imgW="132048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6D72CB4-33B0-4A7C-84A6-F9F68C769A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07020" y="2691488"/>
                        <a:ext cx="132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EDE5A916-CC48-476C-8346-9019AFAF8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933543"/>
              </p:ext>
            </p:extLst>
          </p:nvPr>
        </p:nvGraphicFramePr>
        <p:xfrm>
          <a:off x="5432400" y="2697151"/>
          <a:ext cx="133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02" name="Equation" r:id="rId17" imgW="1333440" imgH="380880" progId="Equation.DSMT4">
                  <p:embed/>
                </p:oleObj>
              </mc:Choice>
              <mc:Fallback>
                <p:oleObj name="Equation" r:id="rId17" imgW="133344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30CA474-4F11-47E9-945A-E955F04432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32400" y="2697151"/>
                        <a:ext cx="1333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4">
            <a:extLst>
              <a:ext uri="{FF2B5EF4-FFF2-40B4-BE49-F238E27FC236}">
                <a16:creationId xmlns:a16="http://schemas.microsoft.com/office/drawing/2014/main" id="{D2F12D97-0154-4649-8027-D6474FDE3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08" y="3235479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存在或为无穷大，，则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存在，且有    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F11F3FEC-6DB7-4524-936C-95DFE5606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407132"/>
              </p:ext>
            </p:extLst>
          </p:nvPr>
        </p:nvGraphicFramePr>
        <p:xfrm>
          <a:off x="539552" y="3309568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03" name="Equation" r:id="rId19" imgW="1752480" imgH="533160" progId="Equation.DSMT4">
                  <p:embed/>
                </p:oleObj>
              </mc:Choice>
              <mc:Fallback>
                <p:oleObj name="Equation" r:id="rId19" imgW="1752480" imgH="5331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143D427-254E-4C67-B8FD-2CB669B4CA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9552" y="3309568"/>
                        <a:ext cx="1752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D4D79879-EAF5-4451-9333-F7456EF47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872878"/>
              </p:ext>
            </p:extLst>
          </p:nvPr>
        </p:nvGraphicFramePr>
        <p:xfrm>
          <a:off x="5453514" y="3293179"/>
          <a:ext cx="81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04" name="Equation" r:id="rId21" imgW="812520" imgH="380880" progId="Equation.DSMT4">
                  <p:embed/>
                </p:oleObj>
              </mc:Choice>
              <mc:Fallback>
                <p:oleObj name="Equation" r:id="rId21" imgW="812520" imgH="380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0BF2BA0-7D7C-4D6B-ADE7-62C3FF0D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53514" y="3293179"/>
                        <a:ext cx="812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9E4ABC2D-88EA-4EAE-89E9-E81E08EA8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829753"/>
              </p:ext>
            </p:extLst>
          </p:nvPr>
        </p:nvGraphicFramePr>
        <p:xfrm>
          <a:off x="2778125" y="4026043"/>
          <a:ext cx="287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05" name="Equation" r:id="rId23" imgW="2869920" imgH="533160" progId="Equation.DSMT4">
                  <p:embed/>
                </p:oleObj>
              </mc:Choice>
              <mc:Fallback>
                <p:oleObj name="Equation" r:id="rId23" imgW="2869920" imgH="5331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F97E2B0-7BFE-4376-BDB8-9D2072FE16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78125" y="4026043"/>
                        <a:ext cx="2870200" cy="5334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8311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9B9F71A-9BAD-404C-9F83-75F98D550B1D}"/>
              </a:ext>
            </a:extLst>
          </p:cNvPr>
          <p:cNvSpPr txBox="1">
            <a:spLocks noChangeArrowheads="1"/>
          </p:cNvSpPr>
          <p:nvPr/>
        </p:nvSpPr>
        <p:spPr>
          <a:xfrm>
            <a:off x="611559" y="386358"/>
            <a:ext cx="4824537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证 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(1)</a:t>
            </a:r>
            <a:r>
              <a:rPr lang="zh-CN" altLang="en-US" sz="2400" b="1" dirty="0">
                <a:latin typeface="+mn-ea"/>
                <a:ea typeface="+mn-ea"/>
              </a:rPr>
              <a:t>利用拉格朗日中值定理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D5947CB-E7C6-4CA1-81F0-69578BC5B3BA}"/>
              </a:ext>
            </a:extLst>
          </p:cNvPr>
          <p:cNvGrpSpPr/>
          <p:nvPr/>
        </p:nvGrpSpPr>
        <p:grpSpPr>
          <a:xfrm>
            <a:off x="732528" y="938994"/>
            <a:ext cx="8231960" cy="466358"/>
            <a:chOff x="732528" y="938994"/>
            <a:chExt cx="8231960" cy="4663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DBA51C-9603-408B-8682-1810EA577F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2528" y="938994"/>
              <a:ext cx="823196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对              显然     在          上满足拉格朗日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EEB44CC-A18E-43FB-B344-5883F8E60E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4332855"/>
                </p:ext>
              </p:extLst>
            </p:nvPr>
          </p:nvGraphicFramePr>
          <p:xfrm>
            <a:off x="1122191" y="1024352"/>
            <a:ext cx="2044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06" name="Equation" r:id="rId3" imgW="2044440" imgH="380880" progId="Equation.DSMT4">
                    <p:embed/>
                  </p:oleObj>
                </mc:Choice>
                <mc:Fallback>
                  <p:oleObj name="Equation" r:id="rId3" imgW="2044440" imgH="38088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B12F8BE2-EC57-4402-B463-88EA6E0C08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22191" y="1024352"/>
                          <a:ext cx="2044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E65319A-0635-4E5C-99B0-975287DACC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9076293"/>
                </p:ext>
              </p:extLst>
            </p:nvPr>
          </p:nvGraphicFramePr>
          <p:xfrm>
            <a:off x="3949700" y="102435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07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425D810-0EE8-4205-83FE-00210F2EDF7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49700" y="102435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E905085-AC49-420A-85A6-A8DF0F92E6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2010314"/>
                </p:ext>
              </p:extLst>
            </p:nvPr>
          </p:nvGraphicFramePr>
          <p:xfrm>
            <a:off x="5076056" y="986252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08" name="Equation" r:id="rId7" imgW="1307880" imgH="380880" progId="Equation.DSMT4">
                    <p:embed/>
                  </p:oleObj>
                </mc:Choice>
                <mc:Fallback>
                  <p:oleObj name="Equation" r:id="rId7" imgW="130788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848D98E9-818D-443B-A316-9FC5B8DC47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76056" y="986252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F5AA3AF-F110-4988-9AE7-389FDCB5D988}"/>
              </a:ext>
            </a:extLst>
          </p:cNvPr>
          <p:cNvGrpSpPr/>
          <p:nvPr/>
        </p:nvGrpSpPr>
        <p:grpSpPr>
          <a:xfrm>
            <a:off x="716172" y="1522924"/>
            <a:ext cx="8231960" cy="457200"/>
            <a:chOff x="716172" y="1522924"/>
            <a:chExt cx="8231960" cy="457200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F85B2697-5B36-47BB-85A0-6F5B51F6FAE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16172" y="1522924"/>
              <a:ext cx="823196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中值定理的条件，从而存在             使得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93850F2-140F-4A9B-BFA5-00504A3219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9024381"/>
                </p:ext>
              </p:extLst>
            </p:nvPr>
          </p:nvGraphicFramePr>
          <p:xfrm>
            <a:off x="4535408" y="1599124"/>
            <a:ext cx="1879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09" name="Equation" r:id="rId9" imgW="1879560" imgH="380880" progId="Equation.DSMT4">
                    <p:embed/>
                  </p:oleObj>
                </mc:Choice>
                <mc:Fallback>
                  <p:oleObj name="Equation" r:id="rId9" imgW="1879560" imgH="38088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A9C35D2E-1B8C-44EB-9C11-9E3C17A3B2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35408" y="1599124"/>
                          <a:ext cx="1879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A038586-1459-4C1F-A6D9-A1999FAA9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385587"/>
              </p:ext>
            </p:extLst>
          </p:nvPr>
        </p:nvGraphicFramePr>
        <p:xfrm>
          <a:off x="2483768" y="2165350"/>
          <a:ext cx="2679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10" name="Equation" r:id="rId11" imgW="2679480" imgH="812520" progId="Equation.DSMT4">
                  <p:embed/>
                </p:oleObj>
              </mc:Choice>
              <mc:Fallback>
                <p:oleObj name="Equation" r:id="rId11" imgW="2679480" imgH="8125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8A82F38-114C-4CED-B118-3D53F341AB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83768" y="2165350"/>
                        <a:ext cx="2679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07310E2E-5344-4DC1-81E2-7301D6B7CC2E}"/>
              </a:ext>
            </a:extLst>
          </p:cNvPr>
          <p:cNvGrpSpPr/>
          <p:nvPr/>
        </p:nvGrpSpPr>
        <p:grpSpPr>
          <a:xfrm>
            <a:off x="750100" y="3076575"/>
            <a:ext cx="4023341" cy="812800"/>
            <a:chOff x="750100" y="3076575"/>
            <a:chExt cx="4023341" cy="8128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89B51DC-2DBA-454E-A52F-192366660A28}"/>
                </a:ext>
              </a:extLst>
            </p:cNvPr>
            <p:cNvSpPr/>
            <p:nvPr/>
          </p:nvSpPr>
          <p:spPr>
            <a:xfrm>
              <a:off x="750100" y="3252142"/>
              <a:ext cx="5991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故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D939A7B-E3A5-49AD-8FAB-3BA6CF24E5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1906954"/>
                </p:ext>
              </p:extLst>
            </p:nvPr>
          </p:nvGraphicFramePr>
          <p:xfrm>
            <a:off x="1560341" y="3076575"/>
            <a:ext cx="32131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711" name="Equation" r:id="rId13" imgW="3213000" imgH="812520" progId="Equation.DSMT4">
                    <p:embed/>
                  </p:oleObj>
                </mc:Choice>
                <mc:Fallback>
                  <p:oleObj name="Equation" r:id="rId13" imgW="3213000" imgH="8125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240D832C-C3FC-4D99-8212-B95495EA0A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60341" y="3076575"/>
                          <a:ext cx="32131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23731B4-F73D-43A9-ACD9-4E6F3F44FD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661301"/>
              </p:ext>
            </p:extLst>
          </p:nvPr>
        </p:nvGraphicFramePr>
        <p:xfrm>
          <a:off x="4957498" y="3222296"/>
          <a:ext cx="2006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12" name="Equation" r:id="rId15" imgW="2006280" imgH="533160" progId="Equation.DSMT4">
                  <p:embed/>
                </p:oleObj>
              </mc:Choice>
              <mc:Fallback>
                <p:oleObj name="Equation" r:id="rId15" imgW="2006280" imgH="5331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1E12FEA-24C8-4D67-811B-A4C7959AEF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57498" y="3222296"/>
                        <a:ext cx="2006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F6CE9907-E4E2-4BF8-A8B3-E99666D54FFE}"/>
              </a:ext>
            </a:extLst>
          </p:cNvPr>
          <p:cNvSpPr/>
          <p:nvPr/>
        </p:nvSpPr>
        <p:spPr>
          <a:xfrm>
            <a:off x="1049656" y="3987800"/>
            <a:ext cx="2802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66FF"/>
                </a:solidFill>
                <a:latin typeface="+mn-ea"/>
              </a:rPr>
              <a:t>(2) </a:t>
            </a:r>
            <a:r>
              <a:rPr lang="zh-CN" altLang="en-US" sz="2400" b="1" dirty="0">
                <a:latin typeface="+mn-ea"/>
              </a:rPr>
              <a:t>同理可证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7129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10308" y="1347158"/>
            <a:ext cx="5256792" cy="3672864"/>
            <a:chOff x="261" y="226"/>
            <a:chExt cx="8959" cy="5785"/>
          </a:xfrm>
        </p:grpSpPr>
        <p:sp>
          <p:nvSpPr>
            <p:cNvPr id="125" name="Line 5"/>
            <p:cNvSpPr>
              <a:spLocks noChangeShapeType="1"/>
            </p:cNvSpPr>
            <p:nvPr/>
          </p:nvSpPr>
          <p:spPr bwMode="auto">
            <a:xfrm>
              <a:off x="2063" y="3971"/>
              <a:ext cx="1" cy="113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Line 6"/>
            <p:cNvSpPr>
              <a:spLocks noChangeShapeType="1"/>
            </p:cNvSpPr>
            <p:nvPr/>
          </p:nvSpPr>
          <p:spPr bwMode="auto">
            <a:xfrm>
              <a:off x="7940" y="1360"/>
              <a:ext cx="1" cy="362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261" y="226"/>
              <a:ext cx="8959" cy="5785"/>
              <a:chOff x="261" y="226"/>
              <a:chExt cx="8959" cy="5785"/>
            </a:xfrm>
          </p:grpSpPr>
          <p:sp>
            <p:nvSpPr>
              <p:cNvPr id="130" name="Line 3"/>
              <p:cNvSpPr>
                <a:spLocks noChangeShapeType="1"/>
              </p:cNvSpPr>
              <p:nvPr/>
            </p:nvSpPr>
            <p:spPr bwMode="auto">
              <a:xfrm>
                <a:off x="261" y="4990"/>
                <a:ext cx="8959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1" name="Line 4"/>
              <p:cNvSpPr>
                <a:spLocks noChangeShapeType="1"/>
              </p:cNvSpPr>
              <p:nvPr/>
            </p:nvSpPr>
            <p:spPr bwMode="auto">
              <a:xfrm flipV="1">
                <a:off x="1283" y="226"/>
                <a:ext cx="0" cy="5785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5" name="曲线 88"/>
              <p:cNvSpPr>
                <a:spLocks/>
              </p:cNvSpPr>
              <p:nvPr/>
            </p:nvSpPr>
            <p:spPr bwMode="auto">
              <a:xfrm>
                <a:off x="2044" y="1361"/>
                <a:ext cx="5897" cy="2644"/>
              </a:xfrm>
              <a:custGeom>
                <a:avLst/>
                <a:gdLst>
                  <a:gd name="T0" fmla="*/ 1 w 21600"/>
                  <a:gd name="T1" fmla="*/ 0 h 21600"/>
                  <a:gd name="T2" fmla="*/ 1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0"/>
                    </a:moveTo>
                    <a:cubicBezTo>
                      <a:pt x="20473" y="4501"/>
                      <a:pt x="18315" y="20047"/>
                      <a:pt x="14959" y="20823"/>
                    </a:cubicBezTo>
                    <a:cubicBezTo>
                      <a:pt x="11604" y="21600"/>
                      <a:pt x="7818" y="3880"/>
                      <a:pt x="4824" y="3880"/>
                    </a:cubicBezTo>
                    <a:cubicBezTo>
                      <a:pt x="1831" y="3880"/>
                      <a:pt x="763" y="17098"/>
                      <a:pt x="0" y="20823"/>
                    </a:cubicBezTo>
                  </a:path>
                </a:pathLst>
              </a:cu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42" name="Line 18"/>
          <p:cNvSpPr>
            <a:spLocks noChangeShapeType="1"/>
          </p:cNvSpPr>
          <p:nvPr/>
        </p:nvSpPr>
        <p:spPr bwMode="auto">
          <a:xfrm>
            <a:off x="1997075" y="2395884"/>
            <a:ext cx="34925" cy="1974850"/>
          </a:xfrm>
          <a:prstGeom prst="line">
            <a:avLst/>
          </a:prstGeom>
          <a:noFill/>
          <a:ln w="222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3" name="Line 13"/>
          <p:cNvSpPr>
            <a:spLocks noChangeShapeType="1"/>
          </p:cNvSpPr>
          <p:nvPr/>
        </p:nvSpPr>
        <p:spPr bwMode="auto">
          <a:xfrm rot="20043356">
            <a:off x="1169988" y="2849909"/>
            <a:ext cx="3854450" cy="793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4" name="Line 13"/>
          <p:cNvSpPr>
            <a:spLocks noChangeShapeType="1"/>
          </p:cNvSpPr>
          <p:nvPr/>
        </p:nvSpPr>
        <p:spPr bwMode="auto">
          <a:xfrm rot="20040000">
            <a:off x="954088" y="2370484"/>
            <a:ext cx="2051050" cy="65088"/>
          </a:xfrm>
          <a:prstGeom prst="line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33128" name="Object 8"/>
          <p:cNvGraphicFramePr>
            <a:graphicFrameLocks noChangeAspect="1"/>
          </p:cNvGraphicFramePr>
          <p:nvPr/>
        </p:nvGraphicFramePr>
        <p:xfrm>
          <a:off x="1105547" y="3521298"/>
          <a:ext cx="241300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19" name="Equation" r:id="rId3" imgW="241200" imgH="266400" progId="Equation.DSMT4">
                  <p:embed/>
                </p:oleObj>
              </mc:Choice>
              <mc:Fallback>
                <p:oleObj name="Equation" r:id="rId3" imgW="241200" imgH="2664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547" y="3521298"/>
                        <a:ext cx="241300" cy="261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9" name="Object 9"/>
          <p:cNvGraphicFramePr>
            <a:graphicFrameLocks noChangeAspect="1"/>
          </p:cNvGraphicFramePr>
          <p:nvPr/>
        </p:nvGraphicFramePr>
        <p:xfrm>
          <a:off x="4847579" y="1975346"/>
          <a:ext cx="241300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0" name="Equation" r:id="rId5" imgW="241200" imgH="266400" progId="Equation.DSMT4">
                  <p:embed/>
                </p:oleObj>
              </mc:Choice>
              <mc:Fallback>
                <p:oleObj name="Equation" r:id="rId5" imgW="241200" imgH="2664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7579" y="1975346"/>
                        <a:ext cx="241300" cy="261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0" name="Object 10"/>
          <p:cNvGraphicFramePr>
            <a:graphicFrameLocks noChangeAspect="1"/>
          </p:cNvGraphicFramePr>
          <p:nvPr/>
        </p:nvGraphicFramePr>
        <p:xfrm>
          <a:off x="5292725" y="4487292"/>
          <a:ext cx="1905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1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487292"/>
                        <a:ext cx="190500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1" name="Object 11"/>
          <p:cNvGraphicFramePr>
            <a:graphicFrameLocks noChangeAspect="1"/>
          </p:cNvGraphicFramePr>
          <p:nvPr/>
        </p:nvGraphicFramePr>
        <p:xfrm>
          <a:off x="560855" y="1347614"/>
          <a:ext cx="2159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2" name="Equation" r:id="rId9" imgW="215640" imgH="266400" progId="Equation.DSMT4">
                  <p:embed/>
                </p:oleObj>
              </mc:Choice>
              <mc:Fallback>
                <p:oleObj name="Equation" r:id="rId9" imgW="215640" imgH="2664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855" y="1347614"/>
                        <a:ext cx="2159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2" name="Object 12"/>
          <p:cNvGraphicFramePr>
            <a:graphicFrameLocks noChangeAspect="1"/>
          </p:cNvGraphicFramePr>
          <p:nvPr/>
        </p:nvGraphicFramePr>
        <p:xfrm>
          <a:off x="560855" y="4411092"/>
          <a:ext cx="2540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3" name="Equation" r:id="rId11" imgW="253800" imgH="279360" progId="Equation.DSMT4">
                  <p:embed/>
                </p:oleObj>
              </mc:Choice>
              <mc:Fallback>
                <p:oleObj name="Equation" r:id="rId11" imgW="253800" imgH="27936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855" y="4411092"/>
                        <a:ext cx="25400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3" name="Object 13"/>
          <p:cNvGraphicFramePr>
            <a:graphicFrameLocks noChangeAspect="1"/>
          </p:cNvGraphicFramePr>
          <p:nvPr/>
        </p:nvGraphicFramePr>
        <p:xfrm>
          <a:off x="1797720" y="2099964"/>
          <a:ext cx="25400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4" name="Equation" r:id="rId13" imgW="253800" imgH="279360" progId="Equation.DSMT4">
                  <p:embed/>
                </p:oleObj>
              </mc:Choice>
              <mc:Fallback>
                <p:oleObj name="Equation" r:id="rId13" imgW="253800" imgH="27936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720" y="2099964"/>
                        <a:ext cx="254000" cy="27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4" name="Object 14"/>
          <p:cNvGraphicFramePr>
            <a:graphicFrameLocks noChangeAspect="1"/>
          </p:cNvGraphicFramePr>
          <p:nvPr/>
        </p:nvGraphicFramePr>
        <p:xfrm>
          <a:off x="1136650" y="4449192"/>
          <a:ext cx="6477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5" name="Equation" r:id="rId15" imgW="647640" imgH="342720" progId="Equation.DSMT4">
                  <p:embed/>
                </p:oleObj>
              </mc:Choice>
              <mc:Fallback>
                <p:oleObj name="Equation" r:id="rId15" imgW="647640" imgH="34272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4449192"/>
                        <a:ext cx="647700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5" name="Object 15"/>
          <p:cNvGraphicFramePr>
            <a:graphicFrameLocks noChangeAspect="1"/>
          </p:cNvGraphicFramePr>
          <p:nvPr/>
        </p:nvGraphicFramePr>
        <p:xfrm>
          <a:off x="4453879" y="4449193"/>
          <a:ext cx="6350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6" name="Equation" r:id="rId17" imgW="634680" imgH="342720" progId="Equation.DSMT4">
                  <p:embed/>
                </p:oleObj>
              </mc:Choice>
              <mc:Fallback>
                <p:oleObj name="Equation" r:id="rId17" imgW="634680" imgH="34272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879" y="4449193"/>
                        <a:ext cx="6350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6" name="Object 16"/>
          <p:cNvGraphicFramePr>
            <a:graphicFrameLocks noChangeAspect="1"/>
          </p:cNvGraphicFramePr>
          <p:nvPr/>
        </p:nvGraphicFramePr>
        <p:xfrm>
          <a:off x="1835456" y="4465860"/>
          <a:ext cx="6477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7" name="Equation" r:id="rId19" imgW="647640" imgH="342720" progId="Equation.DSMT4">
                  <p:embed/>
                </p:oleObj>
              </mc:Choice>
              <mc:Fallback>
                <p:oleObj name="Equation" r:id="rId19" imgW="647640" imgH="34272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456" y="4465860"/>
                        <a:ext cx="647700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5730675" y="1327777"/>
            <a:ext cx="3023691" cy="515526"/>
            <a:chOff x="5730675" y="1399785"/>
            <a:chExt cx="3023691" cy="515526"/>
          </a:xfrm>
        </p:grpSpPr>
        <p:sp>
          <p:nvSpPr>
            <p:cNvPr id="35" name="TextBox 34"/>
            <p:cNvSpPr txBox="1">
              <a:spLocks noChangeArrowheads="1"/>
            </p:cNvSpPr>
            <p:nvPr/>
          </p:nvSpPr>
          <p:spPr bwMode="auto">
            <a:xfrm>
              <a:off x="5730675" y="1399785"/>
              <a:ext cx="3023691" cy="515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点</a:t>
              </a:r>
              <a:r>
                <a:rPr lang="en-US" altLang="zh-CN" sz="2500" i="1" kern="0" dirty="0">
                  <a:solidFill>
                    <a:srgbClr val="000000"/>
                  </a:solidFill>
                  <a:ea typeface="宋体" pitchFamily="2" charset="-122"/>
                  <a:sym typeface="+mn-ea"/>
                </a:rPr>
                <a:t>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处切线的斜率:  </a:t>
              </a:r>
            </a:p>
          </p:txBody>
        </p:sp>
        <p:graphicFrame>
          <p:nvGraphicFramePr>
            <p:cNvPr id="133137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3764549"/>
                </p:ext>
              </p:extLst>
            </p:nvPr>
          </p:nvGraphicFramePr>
          <p:xfrm>
            <a:off x="6133760" y="1500332"/>
            <a:ext cx="254000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328" name="Equation" r:id="rId21" imgW="253800" imgH="279360" progId="Equation.DSMT4">
                    <p:embed/>
                  </p:oleObj>
                </mc:Choice>
                <mc:Fallback>
                  <p:oleObj name="Equation" r:id="rId21" imgW="253800" imgH="27936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3760" y="1500332"/>
                          <a:ext cx="254000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/>
          <p:cNvGrpSpPr/>
          <p:nvPr/>
        </p:nvGrpSpPr>
        <p:grpSpPr>
          <a:xfrm>
            <a:off x="5397309" y="3117344"/>
            <a:ext cx="1605160" cy="448969"/>
            <a:chOff x="5292725" y="2624260"/>
            <a:chExt cx="1605160" cy="448969"/>
          </a:xfrm>
        </p:grpSpPr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5292725" y="2624260"/>
              <a:ext cx="1605160" cy="4489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弦   斜率：</a:t>
              </a:r>
            </a:p>
          </p:txBody>
        </p:sp>
        <p:graphicFrame>
          <p:nvGraphicFramePr>
            <p:cNvPr id="133138" name="Object 18"/>
            <p:cNvGraphicFramePr>
              <a:graphicFrameLocks noChangeAspect="1"/>
            </p:cNvGraphicFramePr>
            <p:nvPr/>
          </p:nvGraphicFramePr>
          <p:xfrm>
            <a:off x="5711676" y="2741860"/>
            <a:ext cx="444500" cy="261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329" name="Equation" r:id="rId23" imgW="444240" imgH="266400" progId="Equation.DSMT4">
                    <p:embed/>
                  </p:oleObj>
                </mc:Choice>
                <mc:Fallback>
                  <p:oleObj name="Equation" r:id="rId23" imgW="444240" imgH="26640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1676" y="2741860"/>
                          <a:ext cx="444500" cy="2619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TextBox 69"/>
          <p:cNvSpPr txBox="1">
            <a:spLocks noChangeArrowheads="1"/>
          </p:cNvSpPr>
          <p:nvPr/>
        </p:nvSpPr>
        <p:spPr bwMode="auto">
          <a:xfrm>
            <a:off x="-83915" y="159394"/>
            <a:ext cx="8352928" cy="819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柯西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cauchy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中值定理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186385" name="Object 17"/>
          <p:cNvGraphicFramePr>
            <a:graphicFrameLocks noChangeAspect="1"/>
          </p:cNvGraphicFramePr>
          <p:nvPr/>
        </p:nvGraphicFramePr>
        <p:xfrm>
          <a:off x="2890811" y="1293609"/>
          <a:ext cx="1201738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30" name="Equation" r:id="rId25" imgW="1206360" imgH="863280" progId="Equation.DSMT4">
                  <p:embed/>
                </p:oleObj>
              </mc:Choice>
              <mc:Fallback>
                <p:oleObj name="Equation" r:id="rId25" imgW="1206360" imgH="86328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11" y="1293609"/>
                        <a:ext cx="1201738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6" name="Object 18"/>
          <p:cNvGraphicFramePr>
            <a:graphicFrameLocks noChangeAspect="1"/>
          </p:cNvGraphicFramePr>
          <p:nvPr/>
        </p:nvGraphicFramePr>
        <p:xfrm>
          <a:off x="4139952" y="1585540"/>
          <a:ext cx="1252537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31" name="Equation" r:id="rId27" imgW="1257120" imgH="342720" progId="Equation.DSMT4">
                  <p:embed/>
                </p:oleObj>
              </mc:Choice>
              <mc:Fallback>
                <p:oleObj name="Equation" r:id="rId27" imgW="1257120" imgH="34272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1585540"/>
                        <a:ext cx="1252537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118841"/>
              </p:ext>
            </p:extLst>
          </p:nvPr>
        </p:nvGraphicFramePr>
        <p:xfrm>
          <a:off x="6330534" y="1933776"/>
          <a:ext cx="17589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32" name="Equation" r:id="rId29" imgW="1765080" imgH="863280" progId="Equation.DSMT4">
                  <p:embed/>
                </p:oleObj>
              </mc:Choice>
              <mc:Fallback>
                <p:oleObj name="Equation" r:id="rId29" imgW="1765080" imgH="86328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534" y="1933776"/>
                        <a:ext cx="1758950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776257"/>
              </p:ext>
            </p:extLst>
          </p:nvPr>
        </p:nvGraphicFramePr>
        <p:xfrm>
          <a:off x="7146925" y="2933359"/>
          <a:ext cx="154305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33" name="Equation" r:id="rId31" imgW="1549080" imgH="787320" progId="Equation.DSMT4">
                  <p:embed/>
                </p:oleObj>
              </mc:Choice>
              <mc:Fallback>
                <p:oleObj name="Equation" r:id="rId31" imgW="1549080" imgH="78732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6925" y="2933359"/>
                        <a:ext cx="154305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9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666779"/>
              </p:ext>
            </p:extLst>
          </p:nvPr>
        </p:nvGraphicFramePr>
        <p:xfrm>
          <a:off x="6225954" y="4024536"/>
          <a:ext cx="2517775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34" name="Equation" r:id="rId33" imgW="2527200" imgH="787320" progId="Equation.DSMT4">
                  <p:embed/>
                </p:oleObj>
              </mc:Choice>
              <mc:Fallback>
                <p:oleObj name="Equation" r:id="rId33" imgW="2527200" imgH="78732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5954" y="4024536"/>
                        <a:ext cx="2517775" cy="773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8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8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8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2347590" y="3838367"/>
            <a:ext cx="4168626" cy="877590"/>
            <a:chOff x="2347590" y="4011910"/>
            <a:chExt cx="4168626" cy="877590"/>
          </a:xfrm>
        </p:grpSpPr>
        <p:graphicFrame>
          <p:nvGraphicFramePr>
            <p:cNvPr id="141319" name="Object 7"/>
            <p:cNvGraphicFramePr>
              <a:graphicFrameLocks noChangeAspect="1"/>
            </p:cNvGraphicFramePr>
            <p:nvPr/>
          </p:nvGraphicFramePr>
          <p:xfrm>
            <a:off x="2347590" y="4116388"/>
            <a:ext cx="2584450" cy="773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01" name="Equation" r:id="rId3" imgW="2590560" imgH="787320" progId="Equation.DSMT4">
                    <p:embed/>
                  </p:oleObj>
                </mc:Choice>
                <mc:Fallback>
                  <p:oleObj name="Equation" r:id="rId3" imgW="2590560" imgH="78732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7590" y="4116388"/>
                          <a:ext cx="2584450" cy="773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69"/>
            <p:cNvSpPr txBox="1">
              <a:spLocks noChangeArrowheads="1"/>
            </p:cNvSpPr>
            <p:nvPr/>
          </p:nvSpPr>
          <p:spPr bwMode="auto">
            <a:xfrm>
              <a:off x="4328071" y="4011910"/>
              <a:ext cx="2188145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成立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 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51520" y="906457"/>
            <a:ext cx="4608512" cy="698268"/>
            <a:chOff x="251520" y="1080000"/>
            <a:chExt cx="4608512" cy="698268"/>
          </a:xfrm>
        </p:grpSpPr>
        <p:graphicFrame>
          <p:nvGraphicFramePr>
            <p:cNvPr id="141314" name="Object 2"/>
            <p:cNvGraphicFramePr>
              <a:graphicFrameLocks noChangeAspect="1"/>
            </p:cNvGraphicFramePr>
            <p:nvPr/>
          </p:nvGraphicFramePr>
          <p:xfrm>
            <a:off x="2786460" y="1383804"/>
            <a:ext cx="633412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02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6460" y="1383804"/>
                          <a:ext cx="633412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69"/>
            <p:cNvSpPr txBox="1">
              <a:spLocks noChangeArrowheads="1"/>
            </p:cNvSpPr>
            <p:nvPr/>
          </p:nvSpPr>
          <p:spPr bwMode="auto">
            <a:xfrm>
              <a:off x="251520" y="1080000"/>
              <a:ext cx="4608512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(1)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在闭区间     上连续；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16000" y="1626457"/>
            <a:ext cx="4428008" cy="698268"/>
            <a:chOff x="216000" y="1800000"/>
            <a:chExt cx="4428008" cy="698268"/>
          </a:xfrm>
        </p:grpSpPr>
        <p:sp>
          <p:nvSpPr>
            <p:cNvPr id="13" name="TextBox 69"/>
            <p:cNvSpPr txBox="1">
              <a:spLocks noChangeArrowheads="1"/>
            </p:cNvSpPr>
            <p:nvPr/>
          </p:nvSpPr>
          <p:spPr bwMode="auto">
            <a:xfrm>
              <a:off x="216000" y="1800000"/>
              <a:ext cx="4428008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(2)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在开区间     内可导；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41315" name="Object 3"/>
            <p:cNvGraphicFramePr>
              <a:graphicFrameLocks noChangeAspect="1"/>
            </p:cNvGraphicFramePr>
            <p:nvPr/>
          </p:nvGraphicFramePr>
          <p:xfrm>
            <a:off x="2739794" y="2131293"/>
            <a:ext cx="6588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03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9794" y="2131293"/>
                          <a:ext cx="6588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251520" y="2359298"/>
            <a:ext cx="4968552" cy="698268"/>
            <a:chOff x="251520" y="2532841"/>
            <a:chExt cx="4968552" cy="698268"/>
          </a:xfrm>
        </p:grpSpPr>
        <p:graphicFrame>
          <p:nvGraphicFramePr>
            <p:cNvPr id="141316" name="Object 4"/>
            <p:cNvGraphicFramePr>
              <a:graphicFrameLocks noChangeAspect="1"/>
            </p:cNvGraphicFramePr>
            <p:nvPr/>
          </p:nvGraphicFramePr>
          <p:xfrm>
            <a:off x="2439665" y="2852738"/>
            <a:ext cx="249237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04" name="Equation" r:id="rId9" imgW="2501640" imgH="355320" progId="Equation.DSMT4">
                    <p:embed/>
                  </p:oleObj>
                </mc:Choice>
                <mc:Fallback>
                  <p:oleObj name="Equation" r:id="rId9" imgW="2501640" imgH="35532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9665" y="2852738"/>
                          <a:ext cx="2492375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69"/>
            <p:cNvSpPr txBox="1">
              <a:spLocks noChangeArrowheads="1"/>
            </p:cNvSpPr>
            <p:nvPr/>
          </p:nvSpPr>
          <p:spPr bwMode="auto">
            <a:xfrm>
              <a:off x="251520" y="2532841"/>
              <a:ext cx="4968552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(3)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对任一     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,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23528" y="3132923"/>
            <a:ext cx="5848895" cy="830997"/>
            <a:chOff x="252000" y="3276000"/>
            <a:chExt cx="5848895" cy="830997"/>
          </a:xfrm>
        </p:grpSpPr>
        <p:sp>
          <p:nvSpPr>
            <p:cNvPr id="15" name="TextBox 69"/>
            <p:cNvSpPr txBox="1">
              <a:spLocks noChangeArrowheads="1"/>
            </p:cNvSpPr>
            <p:nvPr/>
          </p:nvSpPr>
          <p:spPr bwMode="auto">
            <a:xfrm>
              <a:off x="252000" y="3276000"/>
              <a:ext cx="5848895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那么在    内至少有一点  ，使等式</a:t>
              </a:r>
            </a:p>
          </p:txBody>
        </p:sp>
        <p:graphicFrame>
          <p:nvGraphicFramePr>
            <p:cNvPr id="141317" name="Object 5"/>
            <p:cNvGraphicFramePr>
              <a:graphicFrameLocks noChangeAspect="1"/>
            </p:cNvGraphicFramePr>
            <p:nvPr/>
          </p:nvGraphicFramePr>
          <p:xfrm>
            <a:off x="1918337" y="3601128"/>
            <a:ext cx="6572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05" name="Equation" r:id="rId11" imgW="660240" imgH="342720" progId="Equation.DSMT4">
                    <p:embed/>
                  </p:oleObj>
                </mc:Choice>
                <mc:Fallback>
                  <p:oleObj name="Equation" r:id="rId11" imgW="660240" imgH="34272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8337" y="3601128"/>
                          <a:ext cx="6572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318" name="Object 6"/>
            <p:cNvGraphicFramePr>
              <a:graphicFrameLocks noChangeAspect="1"/>
            </p:cNvGraphicFramePr>
            <p:nvPr/>
          </p:nvGraphicFramePr>
          <p:xfrm>
            <a:off x="4427984" y="3579862"/>
            <a:ext cx="203200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06" name="Equation" r:id="rId13" imgW="203040" imgH="330120" progId="Equation.DSMT4">
                    <p:embed/>
                  </p:oleObj>
                </mc:Choice>
                <mc:Fallback>
                  <p:oleObj name="Equation" r:id="rId13" imgW="203040" imgH="33012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984" y="3579862"/>
                          <a:ext cx="203200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Box 69"/>
          <p:cNvSpPr txBox="1">
            <a:spLocks noChangeArrowheads="1"/>
          </p:cNvSpPr>
          <p:nvPr/>
        </p:nvSpPr>
        <p:spPr bwMode="auto">
          <a:xfrm>
            <a:off x="251520" y="165959"/>
            <a:ext cx="5544616" cy="721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柯西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cauchy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中值定理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788025" y="165959"/>
            <a:ext cx="4248472" cy="698268"/>
            <a:chOff x="3478834" y="339502"/>
            <a:chExt cx="4248472" cy="698268"/>
          </a:xfrm>
        </p:grpSpPr>
        <p:sp>
          <p:nvSpPr>
            <p:cNvPr id="28" name="TextBox 69"/>
            <p:cNvSpPr txBox="1">
              <a:spLocks noChangeArrowheads="1"/>
            </p:cNvSpPr>
            <p:nvPr/>
          </p:nvSpPr>
          <p:spPr bwMode="auto">
            <a:xfrm>
              <a:off x="3478834" y="339502"/>
              <a:ext cx="4248472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如果函数    ，    满足</a:t>
              </a:r>
            </a:p>
          </p:txBody>
        </p:sp>
        <p:graphicFrame>
          <p:nvGraphicFramePr>
            <p:cNvPr id="141313" name="Object 1"/>
            <p:cNvGraphicFramePr>
              <a:graphicFrameLocks noChangeAspect="1"/>
            </p:cNvGraphicFramePr>
            <p:nvPr/>
          </p:nvGraphicFramePr>
          <p:xfrm>
            <a:off x="5403625" y="672383"/>
            <a:ext cx="6191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07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3625" y="672383"/>
                          <a:ext cx="6191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320" name="Object 8"/>
            <p:cNvGraphicFramePr>
              <a:graphicFrameLocks noChangeAspect="1"/>
            </p:cNvGraphicFramePr>
            <p:nvPr/>
          </p:nvGraphicFramePr>
          <p:xfrm>
            <a:off x="6244431" y="681436"/>
            <a:ext cx="6318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808" name="Equation" r:id="rId17" imgW="634680" imgH="342720" progId="Equation.DSMT4">
                    <p:embed/>
                  </p:oleObj>
                </mc:Choice>
                <mc:Fallback>
                  <p:oleObj name="Equation" r:id="rId17" imgW="634680" imgH="34272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4431" y="681436"/>
                          <a:ext cx="6318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268016" y="1903744"/>
            <a:ext cx="6472336" cy="884030"/>
            <a:chOff x="1268016" y="1884769"/>
            <a:chExt cx="6472336" cy="884030"/>
          </a:xfrm>
        </p:grpSpPr>
        <p:graphicFrame>
          <p:nvGraphicFramePr>
            <p:cNvPr id="140291" name="Object 3"/>
            <p:cNvGraphicFramePr>
              <a:graphicFrameLocks noChangeAspect="1"/>
            </p:cNvGraphicFramePr>
            <p:nvPr/>
          </p:nvGraphicFramePr>
          <p:xfrm>
            <a:off x="2722537" y="1995686"/>
            <a:ext cx="3649663" cy="773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89" name="Equation" r:id="rId3" imgW="3657600" imgH="787320" progId="Equation.DSMT4">
                    <p:embed/>
                  </p:oleObj>
                </mc:Choice>
                <mc:Fallback>
                  <p:oleObj name="Equation" r:id="rId3" imgW="3657600" imgH="7873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2537" y="1995686"/>
                          <a:ext cx="3649663" cy="773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69"/>
            <p:cNvSpPr txBox="1">
              <a:spLocks noChangeArrowheads="1"/>
            </p:cNvSpPr>
            <p:nvPr/>
          </p:nvSpPr>
          <p:spPr bwMode="auto">
            <a:xfrm>
              <a:off x="1268016" y="1884769"/>
              <a:ext cx="6472336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即证             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08938" y="2785460"/>
            <a:ext cx="6926721" cy="858833"/>
            <a:chOff x="323528" y="2881594"/>
            <a:chExt cx="6926721" cy="858833"/>
          </a:xfrm>
        </p:grpSpPr>
        <p:graphicFrame>
          <p:nvGraphicFramePr>
            <p:cNvPr id="14029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1606991"/>
                </p:ext>
              </p:extLst>
            </p:nvPr>
          </p:nvGraphicFramePr>
          <p:xfrm>
            <a:off x="2558703" y="2967314"/>
            <a:ext cx="3890962" cy="773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90" name="Equation" r:id="rId5" imgW="3898800" imgH="787320" progId="Equation.DSMT4">
                    <p:embed/>
                  </p:oleObj>
                </mc:Choice>
                <mc:Fallback>
                  <p:oleObj name="Equation" r:id="rId5" imgW="3898800" imgH="78732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8703" y="2967314"/>
                          <a:ext cx="3890962" cy="773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Box 69"/>
            <p:cNvSpPr txBox="1">
              <a:spLocks noChangeArrowheads="1"/>
            </p:cNvSpPr>
            <p:nvPr/>
          </p:nvSpPr>
          <p:spPr bwMode="auto">
            <a:xfrm>
              <a:off x="5940152" y="2881594"/>
              <a:ext cx="131009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</a:p>
          </p:txBody>
        </p:sp>
        <p:sp>
          <p:nvSpPr>
            <p:cNvPr id="13" name="TextBox 69"/>
            <p:cNvSpPr txBox="1">
              <a:spLocks noChangeArrowheads="1"/>
            </p:cNvSpPr>
            <p:nvPr/>
          </p:nvSpPr>
          <p:spPr bwMode="auto">
            <a:xfrm>
              <a:off x="323528" y="2892881"/>
              <a:ext cx="3312368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设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59632" y="3939902"/>
            <a:ext cx="6998729" cy="864096"/>
            <a:chOff x="1259632" y="4083918"/>
            <a:chExt cx="6998729" cy="864096"/>
          </a:xfrm>
        </p:grpSpPr>
        <p:graphicFrame>
          <p:nvGraphicFramePr>
            <p:cNvPr id="140293" name="Object 5"/>
            <p:cNvGraphicFramePr>
              <a:graphicFrameLocks noChangeAspect="1"/>
            </p:cNvGraphicFramePr>
            <p:nvPr/>
          </p:nvGraphicFramePr>
          <p:xfrm>
            <a:off x="3080469" y="4174901"/>
            <a:ext cx="4587875" cy="773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91" name="Equation" r:id="rId7" imgW="4597200" imgH="787320" progId="Equation.DSMT4">
                    <p:embed/>
                  </p:oleObj>
                </mc:Choice>
                <mc:Fallback>
                  <p:oleObj name="Equation" r:id="rId7" imgW="4597200" imgH="78732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0469" y="4174901"/>
                          <a:ext cx="4587875" cy="773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69"/>
            <p:cNvSpPr txBox="1">
              <a:spLocks noChangeArrowheads="1"/>
            </p:cNvSpPr>
            <p:nvPr/>
          </p:nvSpPr>
          <p:spPr bwMode="auto">
            <a:xfrm>
              <a:off x="6948264" y="4083918"/>
              <a:ext cx="1310097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sp>
          <p:nvSpPr>
            <p:cNvPr id="14" name="TextBox 69"/>
            <p:cNvSpPr txBox="1">
              <a:spLocks noChangeArrowheads="1"/>
            </p:cNvSpPr>
            <p:nvPr/>
          </p:nvSpPr>
          <p:spPr bwMode="auto">
            <a:xfrm>
              <a:off x="1259632" y="4083918"/>
              <a:ext cx="396044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则要证</a:t>
              </a:r>
            </a:p>
          </p:txBody>
        </p:sp>
      </p:grpSp>
      <p:sp>
        <p:nvSpPr>
          <p:cNvPr id="18" name="TextBox 69"/>
          <p:cNvSpPr txBox="1">
            <a:spLocks noChangeArrowheads="1"/>
          </p:cNvSpPr>
          <p:nvPr/>
        </p:nvSpPr>
        <p:spPr bwMode="auto">
          <a:xfrm>
            <a:off x="408938" y="277103"/>
            <a:ext cx="158417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分析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37402" y="277103"/>
            <a:ext cx="5752256" cy="830997"/>
            <a:chOff x="1051992" y="411510"/>
            <a:chExt cx="5752256" cy="830997"/>
          </a:xfrm>
        </p:grpSpPr>
        <p:graphicFrame>
          <p:nvGraphicFramePr>
            <p:cNvPr id="140289" name="Object 1"/>
            <p:cNvGraphicFramePr>
              <a:graphicFrameLocks noChangeAspect="1"/>
            </p:cNvGraphicFramePr>
            <p:nvPr/>
          </p:nvGraphicFramePr>
          <p:xfrm>
            <a:off x="2915816" y="771550"/>
            <a:ext cx="6588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92" name="Equation" r:id="rId9" imgW="660240" imgH="342720" progId="Equation.DSMT4">
                    <p:embed/>
                  </p:oleObj>
                </mc:Choice>
                <mc:Fallback>
                  <p:oleObj name="Equation" r:id="rId9" imgW="660240" imgH="342720" progId="Equation.DSMT4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771550"/>
                          <a:ext cx="6588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69"/>
            <p:cNvSpPr txBox="1">
              <a:spLocks noChangeArrowheads="1"/>
            </p:cNvSpPr>
            <p:nvPr/>
          </p:nvSpPr>
          <p:spPr bwMode="auto">
            <a:xfrm>
              <a:off x="1051992" y="411510"/>
              <a:ext cx="5752256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要证在     内至少存在一点，使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699792" y="1059582"/>
            <a:ext cx="3960440" cy="864096"/>
            <a:chOff x="2699792" y="1059582"/>
            <a:chExt cx="3960440" cy="864096"/>
          </a:xfrm>
        </p:grpSpPr>
        <p:graphicFrame>
          <p:nvGraphicFramePr>
            <p:cNvPr id="140290" name="Object 2"/>
            <p:cNvGraphicFramePr>
              <a:graphicFrameLocks noChangeAspect="1"/>
            </p:cNvGraphicFramePr>
            <p:nvPr/>
          </p:nvGraphicFramePr>
          <p:xfrm>
            <a:off x="2699792" y="1150566"/>
            <a:ext cx="2584450" cy="773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93" name="Equation" r:id="rId11" imgW="2590560" imgH="787320" progId="Equation.DSMT4">
                    <p:embed/>
                  </p:oleObj>
                </mc:Choice>
                <mc:Fallback>
                  <p:oleObj name="Equation" r:id="rId11" imgW="2590560" imgH="78732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792" y="1150566"/>
                          <a:ext cx="2584450" cy="773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69"/>
            <p:cNvSpPr txBox="1">
              <a:spLocks noChangeArrowheads="1"/>
            </p:cNvSpPr>
            <p:nvPr/>
          </p:nvSpPr>
          <p:spPr bwMode="auto">
            <a:xfrm>
              <a:off x="3779912" y="1059582"/>
              <a:ext cx="288032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成立，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07504" y="814203"/>
            <a:ext cx="8352928" cy="830997"/>
            <a:chOff x="539552" y="1153402"/>
            <a:chExt cx="8352928" cy="830997"/>
          </a:xfrm>
        </p:grpSpPr>
        <p:sp>
          <p:nvSpPr>
            <p:cNvPr id="14" name="TextBox 69"/>
            <p:cNvSpPr txBox="1">
              <a:spLocks noChangeArrowheads="1"/>
            </p:cNvSpPr>
            <p:nvPr/>
          </p:nvSpPr>
          <p:spPr bwMode="auto">
            <a:xfrm>
              <a:off x="539552" y="1153402"/>
              <a:ext cx="8352928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根据假定        ，      ，所以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39267" name="Object 3"/>
            <p:cNvGraphicFramePr>
              <a:graphicFrameLocks noChangeAspect="1"/>
            </p:cNvGraphicFramePr>
            <p:nvPr/>
          </p:nvGraphicFramePr>
          <p:xfrm>
            <a:off x="2555776" y="1502420"/>
            <a:ext cx="1179513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65" name="Equation" r:id="rId3" imgW="1180800" imgH="355320" progId="Equation.DSMT4">
                    <p:embed/>
                  </p:oleObj>
                </mc:Choice>
                <mc:Fallback>
                  <p:oleObj name="Equation" r:id="rId3" imgW="1180800" imgH="3553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1502420"/>
                          <a:ext cx="1179513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268" name="Object 4"/>
            <p:cNvGraphicFramePr>
              <a:graphicFrameLocks noChangeAspect="1"/>
            </p:cNvGraphicFramePr>
            <p:nvPr/>
          </p:nvGraphicFramePr>
          <p:xfrm>
            <a:off x="3897388" y="1505024"/>
            <a:ext cx="1062037" cy="274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66" name="Equation" r:id="rId5" imgW="1066680" imgH="279360" progId="Equation.DSMT4">
                    <p:embed/>
                  </p:oleObj>
                </mc:Choice>
                <mc:Fallback>
                  <p:oleObj name="Equation" r:id="rId5" imgW="1066680" imgH="27936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7388" y="1505024"/>
                          <a:ext cx="1062037" cy="274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Box 69"/>
          <p:cNvSpPr txBox="1">
            <a:spLocks noChangeArrowheads="1"/>
          </p:cNvSpPr>
          <p:nvPr/>
        </p:nvSpPr>
        <p:spPr bwMode="auto">
          <a:xfrm>
            <a:off x="755576" y="72311"/>
            <a:ext cx="129614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证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74973" y="3154348"/>
            <a:ext cx="7289377" cy="698268"/>
            <a:chOff x="-468560" y="3363838"/>
            <a:chExt cx="7289377" cy="698268"/>
          </a:xfrm>
        </p:grpSpPr>
        <p:sp>
          <p:nvSpPr>
            <p:cNvPr id="16" name="TextBox 69"/>
            <p:cNvSpPr txBox="1">
              <a:spLocks noChangeArrowheads="1"/>
            </p:cNvSpPr>
            <p:nvPr/>
          </p:nvSpPr>
          <p:spPr bwMode="auto">
            <a:xfrm>
              <a:off x="-468560" y="3363838"/>
              <a:ext cx="728937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显然     在    上连续，在     内可导，且  </a:t>
              </a:r>
            </a:p>
          </p:txBody>
        </p:sp>
        <p:graphicFrame>
          <p:nvGraphicFramePr>
            <p:cNvPr id="139271" name="Object 7"/>
            <p:cNvGraphicFramePr>
              <a:graphicFrameLocks noChangeAspect="1"/>
            </p:cNvGraphicFramePr>
            <p:nvPr/>
          </p:nvGraphicFramePr>
          <p:xfrm>
            <a:off x="1043608" y="3675360"/>
            <a:ext cx="5953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67" name="Equation" r:id="rId7" imgW="596880" imgH="342720" progId="Equation.DSMT4">
                    <p:embed/>
                  </p:oleObj>
                </mc:Choice>
                <mc:Fallback>
                  <p:oleObj name="Equation" r:id="rId7" imgW="596880" imgH="34272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608" y="3675360"/>
                          <a:ext cx="5953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272" name="Object 8"/>
            <p:cNvGraphicFramePr>
              <a:graphicFrameLocks noChangeAspect="1"/>
            </p:cNvGraphicFramePr>
            <p:nvPr/>
          </p:nvGraphicFramePr>
          <p:xfrm>
            <a:off x="1979712" y="3675360"/>
            <a:ext cx="633412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68" name="Equation" r:id="rId9" imgW="634680" imgH="330120" progId="Equation.DSMT4">
                    <p:embed/>
                  </p:oleObj>
                </mc:Choice>
                <mc:Fallback>
                  <p:oleObj name="Equation" r:id="rId9" imgW="634680" imgH="33012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3675360"/>
                          <a:ext cx="633412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273" name="Object 9"/>
            <p:cNvGraphicFramePr>
              <a:graphicFrameLocks noChangeAspect="1"/>
            </p:cNvGraphicFramePr>
            <p:nvPr/>
          </p:nvGraphicFramePr>
          <p:xfrm>
            <a:off x="4139952" y="3685993"/>
            <a:ext cx="65881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69" name="Equation" r:id="rId11" imgW="660240" imgH="342720" progId="Equation.DSMT4">
                    <p:embed/>
                  </p:oleObj>
                </mc:Choice>
                <mc:Fallback>
                  <p:oleObj name="Equation" r:id="rId11" imgW="660240" imgH="34272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952" y="3685993"/>
                          <a:ext cx="65881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1834430" y="4164013"/>
            <a:ext cx="5055779" cy="856009"/>
            <a:chOff x="1834430" y="4164013"/>
            <a:chExt cx="5055779" cy="856009"/>
          </a:xfrm>
        </p:grpSpPr>
        <p:graphicFrame>
          <p:nvGraphicFramePr>
            <p:cNvPr id="139274" name="Object 10"/>
            <p:cNvGraphicFramePr>
              <a:graphicFrameLocks noChangeAspect="1"/>
            </p:cNvGraphicFramePr>
            <p:nvPr/>
          </p:nvGraphicFramePr>
          <p:xfrm>
            <a:off x="1834430" y="4164013"/>
            <a:ext cx="4448175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70" name="Equation" r:id="rId13" imgW="4457520" imgH="787320" progId="Equation.DSMT4">
                    <p:embed/>
                  </p:oleObj>
                </mc:Choice>
                <mc:Fallback>
                  <p:oleObj name="Equation" r:id="rId13" imgW="4457520" imgH="78732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4430" y="4164013"/>
                          <a:ext cx="4448175" cy="774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Box 69"/>
            <p:cNvSpPr txBox="1">
              <a:spLocks noChangeArrowheads="1"/>
            </p:cNvSpPr>
            <p:nvPr/>
          </p:nvSpPr>
          <p:spPr bwMode="auto">
            <a:xfrm>
              <a:off x="5580112" y="4189025"/>
              <a:ext cx="1310097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55576" y="2222616"/>
            <a:ext cx="6488844" cy="918381"/>
            <a:chOff x="251520" y="2399731"/>
            <a:chExt cx="6488844" cy="918381"/>
          </a:xfrm>
        </p:grpSpPr>
        <p:graphicFrame>
          <p:nvGraphicFramePr>
            <p:cNvPr id="13927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710445"/>
                </p:ext>
              </p:extLst>
            </p:nvPr>
          </p:nvGraphicFramePr>
          <p:xfrm>
            <a:off x="2254252" y="2544999"/>
            <a:ext cx="3890963" cy="773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71" name="Equation" r:id="rId15" imgW="3898800" imgH="787320" progId="Equation.DSMT4">
                    <p:embed/>
                  </p:oleObj>
                </mc:Choice>
                <mc:Fallback>
                  <p:oleObj name="Equation" r:id="rId15" imgW="3898800" imgH="78732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4252" y="2544999"/>
                          <a:ext cx="3890963" cy="773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69"/>
            <p:cNvSpPr txBox="1">
              <a:spLocks noChangeArrowheads="1"/>
            </p:cNvSpPr>
            <p:nvPr/>
          </p:nvSpPr>
          <p:spPr bwMode="auto">
            <a:xfrm>
              <a:off x="251520" y="2475454"/>
              <a:ext cx="244827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设  </a:t>
              </a:r>
            </a:p>
          </p:txBody>
        </p:sp>
        <p:sp>
          <p:nvSpPr>
            <p:cNvPr id="18" name="TextBox 69"/>
            <p:cNvSpPr txBox="1">
              <a:spLocks noChangeArrowheads="1"/>
            </p:cNvSpPr>
            <p:nvPr/>
          </p:nvSpPr>
          <p:spPr bwMode="auto">
            <a:xfrm>
              <a:off x="5430267" y="2399731"/>
              <a:ext cx="131009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890838" y="1489614"/>
            <a:ext cx="2617266" cy="830997"/>
            <a:chOff x="2890838" y="1740753"/>
            <a:chExt cx="2617266" cy="830997"/>
          </a:xfrm>
        </p:grpSpPr>
        <p:graphicFrame>
          <p:nvGraphicFramePr>
            <p:cNvPr id="139269" name="Object 5"/>
            <p:cNvGraphicFramePr>
              <a:graphicFrameLocks noChangeAspect="1"/>
            </p:cNvGraphicFramePr>
            <p:nvPr/>
          </p:nvGraphicFramePr>
          <p:xfrm>
            <a:off x="2890838" y="2091184"/>
            <a:ext cx="19526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72" name="Equation" r:id="rId17" imgW="1955520" imgH="342720" progId="Equation.DSMT4">
                    <p:embed/>
                  </p:oleObj>
                </mc:Choice>
                <mc:Fallback>
                  <p:oleObj name="Equation" r:id="rId17" imgW="1955520" imgH="34272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0838" y="2091184"/>
                          <a:ext cx="19526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Box 69"/>
            <p:cNvSpPr txBox="1">
              <a:spLocks noChangeArrowheads="1"/>
            </p:cNvSpPr>
            <p:nvPr/>
          </p:nvSpPr>
          <p:spPr bwMode="auto">
            <a:xfrm>
              <a:off x="4198007" y="1740753"/>
              <a:ext cx="1310097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403648" y="72311"/>
            <a:ext cx="6074296" cy="830997"/>
            <a:chOff x="899592" y="411510"/>
            <a:chExt cx="6074296" cy="830997"/>
          </a:xfrm>
        </p:grpSpPr>
        <p:graphicFrame>
          <p:nvGraphicFramePr>
            <p:cNvPr id="139265" name="Object 1"/>
            <p:cNvGraphicFramePr>
              <a:graphicFrameLocks noChangeAspect="1"/>
            </p:cNvGraphicFramePr>
            <p:nvPr/>
          </p:nvGraphicFramePr>
          <p:xfrm>
            <a:off x="2301875" y="742950"/>
            <a:ext cx="3130550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73" name="Equation" r:id="rId19" imgW="3136680" imgH="355320" progId="Equation.DSMT4">
                    <p:embed/>
                  </p:oleObj>
                </mc:Choice>
                <mc:Fallback>
                  <p:oleObj name="Equation" r:id="rId19" imgW="3136680" imgH="355320" progId="Equation.DSMT4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1875" y="742950"/>
                          <a:ext cx="3130550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266" name="Object 2"/>
            <p:cNvGraphicFramePr>
              <a:graphicFrameLocks noChangeAspect="1"/>
            </p:cNvGraphicFramePr>
            <p:nvPr/>
          </p:nvGraphicFramePr>
          <p:xfrm>
            <a:off x="5861050" y="793750"/>
            <a:ext cx="1112838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874" name="Equation" r:id="rId21" imgW="1117440" imgH="330120" progId="Equation.DSMT4">
                    <p:embed/>
                  </p:oleObj>
                </mc:Choice>
                <mc:Fallback>
                  <p:oleObj name="Equation" r:id="rId21" imgW="1117440" imgH="33012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1050" y="793750"/>
                          <a:ext cx="1112838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69"/>
            <p:cNvSpPr txBox="1">
              <a:spLocks noChangeArrowheads="1"/>
            </p:cNvSpPr>
            <p:nvPr/>
          </p:nvSpPr>
          <p:spPr bwMode="auto">
            <a:xfrm>
              <a:off x="4716016" y="505330"/>
              <a:ext cx="131009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</a:p>
          </p:txBody>
        </p:sp>
        <p:sp>
          <p:nvSpPr>
            <p:cNvPr id="22" name="TextBox 69"/>
            <p:cNvSpPr txBox="1">
              <a:spLocks noChangeArrowheads="1"/>
            </p:cNvSpPr>
            <p:nvPr/>
          </p:nvSpPr>
          <p:spPr bwMode="auto">
            <a:xfrm>
              <a:off x="899592" y="411510"/>
              <a:ext cx="229587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由于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69"/>
          <p:cNvSpPr txBox="1">
            <a:spLocks noChangeArrowheads="1"/>
          </p:cNvSpPr>
          <p:nvPr/>
        </p:nvSpPr>
        <p:spPr bwMode="auto">
          <a:xfrm>
            <a:off x="179512" y="411510"/>
            <a:ext cx="8352928" cy="698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因此，在     内至少有一点  ，使</a:t>
            </a:r>
          </a:p>
        </p:txBody>
      </p:sp>
      <p:graphicFrame>
        <p:nvGraphicFramePr>
          <p:cNvPr id="138241" name="Object 1"/>
          <p:cNvGraphicFramePr>
            <a:graphicFrameLocks noChangeAspect="1"/>
          </p:cNvGraphicFramePr>
          <p:nvPr/>
        </p:nvGraphicFramePr>
        <p:xfrm>
          <a:off x="2329012" y="771550"/>
          <a:ext cx="6588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764" name="Equation" r:id="rId3" imgW="660240" imgH="342720" progId="Equation.DSMT4">
                  <p:embed/>
                </p:oleObj>
              </mc:Choice>
              <mc:Fallback>
                <p:oleObj name="Equation" r:id="rId3" imgW="660240" imgH="34272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012" y="771550"/>
                        <a:ext cx="6588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2" name="Object 2"/>
          <p:cNvGraphicFramePr>
            <a:graphicFrameLocks noChangeAspect="1"/>
          </p:cNvGraphicFramePr>
          <p:nvPr/>
        </p:nvGraphicFramePr>
        <p:xfrm>
          <a:off x="5004048" y="735732"/>
          <a:ext cx="2032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765" name="Equation" r:id="rId5" imgW="203040" imgH="330120" progId="Equation.DSMT4">
                  <p:embed/>
                </p:oleObj>
              </mc:Choice>
              <mc:Fallback>
                <p:oleObj name="Equation" r:id="rId5" imgW="20304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735732"/>
                        <a:ext cx="20320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1373188" y="3973001"/>
            <a:ext cx="5517021" cy="830997"/>
            <a:chOff x="1373188" y="3828985"/>
            <a:chExt cx="5517021" cy="830997"/>
          </a:xfrm>
        </p:grpSpPr>
        <p:graphicFrame>
          <p:nvGraphicFramePr>
            <p:cNvPr id="138249" name="Object 9"/>
            <p:cNvGraphicFramePr>
              <a:graphicFrameLocks noChangeAspect="1"/>
            </p:cNvGraphicFramePr>
            <p:nvPr/>
          </p:nvGraphicFramePr>
          <p:xfrm>
            <a:off x="1373188" y="4120456"/>
            <a:ext cx="3230562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766" name="Equation" r:id="rId7" imgW="3238200" imgH="355320" progId="Equation.DSMT4">
                    <p:embed/>
                  </p:oleObj>
                </mc:Choice>
                <mc:Fallback>
                  <p:oleObj name="Equation" r:id="rId7" imgW="3238200" imgH="35532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3188" y="4120456"/>
                          <a:ext cx="3230562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50" name="Object 10"/>
            <p:cNvGraphicFramePr>
              <a:graphicFrameLocks noChangeAspect="1"/>
            </p:cNvGraphicFramePr>
            <p:nvPr/>
          </p:nvGraphicFramePr>
          <p:xfrm>
            <a:off x="5148064" y="4120456"/>
            <a:ext cx="1112838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767" name="Equation" r:id="rId9" imgW="1117440" imgH="330120" progId="Equation.DSMT4">
                    <p:embed/>
                  </p:oleObj>
                </mc:Choice>
                <mc:Fallback>
                  <p:oleObj name="Equation" r:id="rId9" imgW="1117440" imgH="33012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4120456"/>
                          <a:ext cx="1112838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69"/>
            <p:cNvSpPr txBox="1">
              <a:spLocks noChangeArrowheads="1"/>
            </p:cNvSpPr>
            <p:nvPr/>
          </p:nvSpPr>
          <p:spPr bwMode="auto">
            <a:xfrm>
              <a:off x="5580112" y="3828985"/>
              <a:ext cx="1310097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sp>
          <p:nvSpPr>
            <p:cNvPr id="17" name="TextBox 69"/>
            <p:cNvSpPr txBox="1">
              <a:spLocks noChangeArrowheads="1"/>
            </p:cNvSpPr>
            <p:nvPr/>
          </p:nvSpPr>
          <p:spPr bwMode="auto">
            <a:xfrm>
              <a:off x="3923928" y="3867894"/>
              <a:ext cx="131009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56840" y="3180913"/>
            <a:ext cx="8461561" cy="830997"/>
            <a:chOff x="156840" y="3036897"/>
            <a:chExt cx="8461561" cy="830997"/>
          </a:xfrm>
        </p:grpSpPr>
        <p:sp>
          <p:nvSpPr>
            <p:cNvPr id="14" name="TextBox 69"/>
            <p:cNvSpPr txBox="1">
              <a:spLocks noChangeArrowheads="1"/>
            </p:cNvSpPr>
            <p:nvPr/>
          </p:nvSpPr>
          <p:spPr bwMode="auto">
            <a:xfrm>
              <a:off x="156840" y="3036897"/>
              <a:ext cx="549528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注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若取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那么    </a:t>
              </a:r>
            </a:p>
          </p:txBody>
        </p:sp>
        <p:graphicFrame>
          <p:nvGraphicFramePr>
            <p:cNvPr id="138246" name="Object 6"/>
            <p:cNvGraphicFramePr>
              <a:graphicFrameLocks noChangeAspect="1"/>
            </p:cNvGraphicFramePr>
            <p:nvPr/>
          </p:nvGraphicFramePr>
          <p:xfrm>
            <a:off x="2174131" y="3387328"/>
            <a:ext cx="11017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768" name="Equation" r:id="rId11" imgW="1104840" imgH="342720" progId="Equation.DSMT4">
                    <p:embed/>
                  </p:oleObj>
                </mc:Choice>
                <mc:Fallback>
                  <p:oleObj name="Equation" r:id="rId11" imgW="1104840" imgH="34272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4131" y="3387328"/>
                          <a:ext cx="1101725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47" name="Object 7"/>
            <p:cNvGraphicFramePr>
              <a:graphicFrameLocks noChangeAspect="1"/>
            </p:cNvGraphicFramePr>
            <p:nvPr/>
          </p:nvGraphicFramePr>
          <p:xfrm>
            <a:off x="4334371" y="3387328"/>
            <a:ext cx="23812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769" name="Equation" r:id="rId13" imgW="2387520" imgH="342720" progId="Equation.DSMT4">
                    <p:embed/>
                  </p:oleObj>
                </mc:Choice>
                <mc:Fallback>
                  <p:oleObj name="Equation" r:id="rId13" imgW="2387520" imgH="34272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371" y="3387328"/>
                          <a:ext cx="23812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48" name="Object 8"/>
            <p:cNvGraphicFramePr>
              <a:graphicFrameLocks noChangeAspect="1"/>
            </p:cNvGraphicFramePr>
            <p:nvPr/>
          </p:nvGraphicFramePr>
          <p:xfrm>
            <a:off x="6948264" y="3376215"/>
            <a:ext cx="1101725" cy="347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770" name="Equation" r:id="rId15" imgW="1104840" imgH="355320" progId="Equation.DSMT4">
                    <p:embed/>
                  </p:oleObj>
                </mc:Choice>
                <mc:Fallback>
                  <p:oleObj name="Equation" r:id="rId15" imgW="1104840" imgH="35532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8264" y="3376215"/>
                          <a:ext cx="1101725" cy="3476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69"/>
            <p:cNvSpPr txBox="1">
              <a:spLocks noChangeArrowheads="1"/>
            </p:cNvSpPr>
            <p:nvPr/>
          </p:nvSpPr>
          <p:spPr bwMode="auto">
            <a:xfrm>
              <a:off x="5984254" y="3097618"/>
              <a:ext cx="131009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</a:p>
          </p:txBody>
        </p:sp>
        <p:sp>
          <p:nvSpPr>
            <p:cNvPr id="18" name="TextBox 69"/>
            <p:cNvSpPr txBox="1">
              <a:spLocks noChangeArrowheads="1"/>
            </p:cNvSpPr>
            <p:nvPr/>
          </p:nvSpPr>
          <p:spPr bwMode="auto">
            <a:xfrm>
              <a:off x="7308304" y="3097618"/>
              <a:ext cx="131009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072357" y="1297418"/>
            <a:ext cx="5163939" cy="823309"/>
            <a:chOff x="2072357" y="1297418"/>
            <a:chExt cx="5163939" cy="823309"/>
          </a:xfrm>
        </p:grpSpPr>
        <p:graphicFrame>
          <p:nvGraphicFramePr>
            <p:cNvPr id="138243" name="Object 3"/>
            <p:cNvGraphicFramePr>
              <a:graphicFrameLocks noChangeAspect="1"/>
            </p:cNvGraphicFramePr>
            <p:nvPr/>
          </p:nvGraphicFramePr>
          <p:xfrm>
            <a:off x="2072357" y="1347614"/>
            <a:ext cx="4587875" cy="773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771" name="Equation" r:id="rId17" imgW="4597200" imgH="787320" progId="Equation.DSMT4">
                    <p:embed/>
                  </p:oleObj>
                </mc:Choice>
                <mc:Fallback>
                  <p:oleObj name="Equation" r:id="rId17" imgW="4597200" imgH="7873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2357" y="1347614"/>
                          <a:ext cx="4587875" cy="773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Box 69"/>
            <p:cNvSpPr txBox="1">
              <a:spLocks noChangeArrowheads="1"/>
            </p:cNvSpPr>
            <p:nvPr/>
          </p:nvSpPr>
          <p:spPr bwMode="auto">
            <a:xfrm>
              <a:off x="5926199" y="1297418"/>
              <a:ext cx="131009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468560" y="2283718"/>
            <a:ext cx="5832648" cy="845120"/>
            <a:chOff x="179512" y="2283718"/>
            <a:chExt cx="5832648" cy="845120"/>
          </a:xfrm>
        </p:grpSpPr>
        <p:graphicFrame>
          <p:nvGraphicFramePr>
            <p:cNvPr id="138245" name="Object 5"/>
            <p:cNvGraphicFramePr>
              <a:graphicFrameLocks noChangeAspect="1"/>
            </p:cNvGraphicFramePr>
            <p:nvPr/>
          </p:nvGraphicFramePr>
          <p:xfrm>
            <a:off x="2779638" y="2355726"/>
            <a:ext cx="2584450" cy="773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772" name="Equation" r:id="rId19" imgW="2590560" imgH="787320" progId="Equation.DSMT4">
                    <p:embed/>
                  </p:oleObj>
                </mc:Choice>
                <mc:Fallback>
                  <p:oleObj name="Equation" r:id="rId19" imgW="2590560" imgH="78732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9638" y="2355726"/>
                          <a:ext cx="2584450" cy="773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Box 69"/>
            <p:cNvSpPr txBox="1">
              <a:spLocks noChangeArrowheads="1"/>
            </p:cNvSpPr>
            <p:nvPr/>
          </p:nvSpPr>
          <p:spPr bwMode="auto">
            <a:xfrm>
              <a:off x="179512" y="2283718"/>
              <a:ext cx="2943944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由此得</a:t>
              </a:r>
            </a:p>
          </p:txBody>
        </p:sp>
        <p:sp>
          <p:nvSpPr>
            <p:cNvPr id="22" name="TextBox 69"/>
            <p:cNvSpPr txBox="1">
              <a:spLocks noChangeArrowheads="1"/>
            </p:cNvSpPr>
            <p:nvPr/>
          </p:nvSpPr>
          <p:spPr bwMode="auto">
            <a:xfrm>
              <a:off x="4702063" y="2283718"/>
              <a:ext cx="1310097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       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69"/>
          <p:cNvSpPr txBox="1">
            <a:spLocks noChangeArrowheads="1"/>
          </p:cNvSpPr>
          <p:nvPr/>
        </p:nvSpPr>
        <p:spPr bwMode="auto">
          <a:xfrm>
            <a:off x="251520" y="411510"/>
            <a:ext cx="835292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思考</a:t>
            </a:r>
            <a:r>
              <a:rPr lang="en-US" altLang="zh-CN" sz="2400" b="1" dirty="0">
                <a:solidFill>
                  <a:srgbClr val="0064FF"/>
                </a:solidFill>
                <a:sym typeface="+mn-ea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设柯西中值定理的下述证法对吗？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187624" y="987574"/>
            <a:ext cx="8352928" cy="559769"/>
            <a:chOff x="251520" y="987574"/>
            <a:chExt cx="8352928" cy="559769"/>
          </a:xfrm>
        </p:grpSpPr>
        <p:sp>
          <p:nvSpPr>
            <p:cNvPr id="21" name="TextBox 69"/>
            <p:cNvSpPr txBox="1">
              <a:spLocks noChangeArrowheads="1"/>
            </p:cNvSpPr>
            <p:nvPr/>
          </p:nvSpPr>
          <p:spPr bwMode="auto">
            <a:xfrm>
              <a:off x="251520" y="987574"/>
              <a:ext cx="8352928" cy="559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对    ，   分别在     上应用拉格朗日中值定理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</a:p>
          </p:txBody>
        </p:sp>
        <p:graphicFrame>
          <p:nvGraphicFramePr>
            <p:cNvPr id="5" name="Object 3"/>
            <p:cNvGraphicFramePr>
              <a:graphicFrameLocks noChangeAspect="1"/>
            </p:cNvGraphicFramePr>
            <p:nvPr/>
          </p:nvGraphicFramePr>
          <p:xfrm>
            <a:off x="1259632" y="1176346"/>
            <a:ext cx="6207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026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632" y="1176346"/>
                          <a:ext cx="6207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539" name="Object 3"/>
            <p:cNvGraphicFramePr>
              <a:graphicFrameLocks noChangeAspect="1"/>
            </p:cNvGraphicFramePr>
            <p:nvPr/>
          </p:nvGraphicFramePr>
          <p:xfrm>
            <a:off x="2073275" y="1176966"/>
            <a:ext cx="633413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027" name="Equation" r:id="rId5" imgW="634680" imgH="342720" progId="Equation.DSMT4">
                    <p:embed/>
                  </p:oleObj>
                </mc:Choice>
                <mc:Fallback>
                  <p:oleObj name="Equation" r:id="rId5" imgW="634680" imgH="34272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3275" y="1176966"/>
                          <a:ext cx="633413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540" name="Object 4"/>
            <p:cNvGraphicFramePr>
              <a:graphicFrameLocks noChangeAspect="1"/>
            </p:cNvGraphicFramePr>
            <p:nvPr/>
          </p:nvGraphicFramePr>
          <p:xfrm>
            <a:off x="3710509" y="1172683"/>
            <a:ext cx="633412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028" name="Equation" r:id="rId7" imgW="634680" imgH="330120" progId="Equation.DSMT4">
                    <p:embed/>
                  </p:oleObj>
                </mc:Choice>
                <mc:Fallback>
                  <p:oleObj name="Equation" r:id="rId7" imgW="634680" imgH="33012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509" y="1172683"/>
                          <a:ext cx="633412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1187624" y="1563638"/>
            <a:ext cx="8352928" cy="2088232"/>
            <a:chOff x="1187624" y="1563638"/>
            <a:chExt cx="8352928" cy="2088232"/>
          </a:xfrm>
        </p:grpSpPr>
        <p:grpSp>
          <p:nvGrpSpPr>
            <p:cNvPr id="9" name="组合 8"/>
            <p:cNvGrpSpPr/>
            <p:nvPr/>
          </p:nvGrpSpPr>
          <p:grpSpPr>
            <a:xfrm>
              <a:off x="2007307" y="1563638"/>
              <a:ext cx="5517021" cy="737177"/>
              <a:chOff x="1373188" y="3828985"/>
              <a:chExt cx="5517021" cy="737177"/>
            </a:xfrm>
          </p:grpSpPr>
          <p:graphicFrame>
            <p:nvGraphicFramePr>
              <p:cNvPr id="10" name="Object 9"/>
              <p:cNvGraphicFramePr>
                <a:graphicFrameLocks noChangeAspect="1"/>
              </p:cNvGraphicFramePr>
              <p:nvPr/>
            </p:nvGraphicFramePr>
            <p:xfrm>
              <a:off x="1373188" y="4120456"/>
              <a:ext cx="3230562" cy="349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029" name="Equation" r:id="rId9" imgW="3238200" imgH="355320" progId="Equation.DSMT4">
                      <p:embed/>
                    </p:oleObj>
                  </mc:Choice>
                  <mc:Fallback>
                    <p:oleObj name="Equation" r:id="rId9" imgW="3238200" imgH="355320" progId="Equation.DSMT4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73188" y="4120456"/>
                            <a:ext cx="3230562" cy="349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Object 10"/>
              <p:cNvGraphicFramePr>
                <a:graphicFrameLocks noChangeAspect="1"/>
              </p:cNvGraphicFramePr>
              <p:nvPr/>
            </p:nvGraphicFramePr>
            <p:xfrm>
              <a:off x="5148064" y="4120456"/>
              <a:ext cx="1112838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030" name="Equation" r:id="rId11" imgW="1117440" imgH="330120" progId="Equation.DSMT4">
                      <p:embed/>
                    </p:oleObj>
                  </mc:Choice>
                  <mc:Fallback>
                    <p:oleObj name="Equation" r:id="rId11" imgW="1117440" imgH="330120" progId="Equation.DSMT4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8064" y="4120456"/>
                            <a:ext cx="1112838" cy="323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TextBox 69"/>
              <p:cNvSpPr txBox="1">
                <a:spLocks noChangeArrowheads="1"/>
              </p:cNvSpPr>
              <p:nvPr/>
            </p:nvSpPr>
            <p:spPr bwMode="auto">
              <a:xfrm>
                <a:off x="5580112" y="3828985"/>
                <a:ext cx="1310097" cy="698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648000" algn="l" defTabSz="91440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</a:p>
            </p:txBody>
          </p:sp>
          <p:sp>
            <p:nvSpPr>
              <p:cNvPr id="13" name="TextBox 69"/>
              <p:cNvSpPr txBox="1">
                <a:spLocks noChangeArrowheads="1"/>
              </p:cNvSpPr>
              <p:nvPr/>
            </p:nvSpPr>
            <p:spPr bwMode="auto">
              <a:xfrm>
                <a:off x="3923928" y="3867894"/>
                <a:ext cx="1310097" cy="698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648000" algn="l" defTabSz="91440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1976704" y="2266621"/>
              <a:ext cx="5536158" cy="737177"/>
              <a:chOff x="1354051" y="3828985"/>
              <a:chExt cx="5536158" cy="737177"/>
            </a:xfrm>
          </p:grpSpPr>
          <p:graphicFrame>
            <p:nvGraphicFramePr>
              <p:cNvPr id="15" name="Object 9"/>
              <p:cNvGraphicFramePr>
                <a:graphicFrameLocks noChangeAspect="1"/>
              </p:cNvGraphicFramePr>
              <p:nvPr/>
            </p:nvGraphicFramePr>
            <p:xfrm>
              <a:off x="1354051" y="4120521"/>
              <a:ext cx="3268663" cy="349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031" name="Equation" r:id="rId13" imgW="3276360" imgH="355320" progId="Equation.DSMT4">
                      <p:embed/>
                    </p:oleObj>
                  </mc:Choice>
                  <mc:Fallback>
                    <p:oleObj name="Equation" r:id="rId13" imgW="3276360" imgH="355320" progId="Equation.DSMT4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54051" y="4120521"/>
                            <a:ext cx="3268663" cy="349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10"/>
              <p:cNvGraphicFramePr>
                <a:graphicFrameLocks noChangeAspect="1"/>
              </p:cNvGraphicFramePr>
              <p:nvPr/>
            </p:nvGraphicFramePr>
            <p:xfrm>
              <a:off x="5148064" y="4120456"/>
              <a:ext cx="1112838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4032" name="Equation" r:id="rId15" imgW="1117440" imgH="330120" progId="Equation.DSMT4">
                      <p:embed/>
                    </p:oleObj>
                  </mc:Choice>
                  <mc:Fallback>
                    <p:oleObj name="Equation" r:id="rId15" imgW="1117440" imgH="330120" progId="Equation.DSMT4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8064" y="4120456"/>
                            <a:ext cx="1112838" cy="323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TextBox 69"/>
              <p:cNvSpPr txBox="1">
                <a:spLocks noChangeArrowheads="1"/>
              </p:cNvSpPr>
              <p:nvPr/>
            </p:nvSpPr>
            <p:spPr bwMode="auto">
              <a:xfrm>
                <a:off x="5580112" y="3828985"/>
                <a:ext cx="1310097" cy="698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648000" algn="l" defTabSz="91440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</a:p>
            </p:txBody>
          </p:sp>
          <p:sp>
            <p:nvSpPr>
              <p:cNvPr id="18" name="TextBox 69"/>
              <p:cNvSpPr txBox="1">
                <a:spLocks noChangeArrowheads="1"/>
              </p:cNvSpPr>
              <p:nvPr/>
            </p:nvSpPr>
            <p:spPr bwMode="auto">
              <a:xfrm>
                <a:off x="3923928" y="3867894"/>
                <a:ext cx="1310097" cy="698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648000" algn="l" defTabSz="91440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</a:p>
            </p:txBody>
          </p:sp>
        </p:grpSp>
        <p:sp>
          <p:nvSpPr>
            <p:cNvPr id="22" name="TextBox 69"/>
            <p:cNvSpPr txBox="1">
              <a:spLocks noChangeArrowheads="1"/>
            </p:cNvSpPr>
            <p:nvPr/>
          </p:nvSpPr>
          <p:spPr bwMode="auto">
            <a:xfrm>
              <a:off x="1187624" y="3005539"/>
              <a:ext cx="8352928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上两式相除即得柯西中值定理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1520" y="3581603"/>
            <a:ext cx="8496944" cy="646331"/>
            <a:chOff x="251520" y="3507854"/>
            <a:chExt cx="8496944" cy="646331"/>
          </a:xfrm>
        </p:grpSpPr>
        <p:sp>
          <p:nvSpPr>
            <p:cNvPr id="23" name="TextBox 69"/>
            <p:cNvSpPr txBox="1">
              <a:spLocks noChangeArrowheads="1"/>
            </p:cNvSpPr>
            <p:nvPr/>
          </p:nvSpPr>
          <p:spPr bwMode="auto">
            <a:xfrm>
              <a:off x="251520" y="3507854"/>
              <a:ext cx="849694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解答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该证法中所得到的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两个  并不一定相同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，因此证法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9" name="Object 10"/>
            <p:cNvGraphicFramePr>
              <a:graphicFrameLocks noChangeAspect="1"/>
            </p:cNvGraphicFramePr>
            <p:nvPr/>
          </p:nvGraphicFramePr>
          <p:xfrm>
            <a:off x="5018460" y="3723878"/>
            <a:ext cx="201612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033" name="Equation" r:id="rId16" imgW="203040" imgH="330120" progId="Equation.DSMT4">
                    <p:embed/>
                  </p:oleObj>
                </mc:Choice>
                <mc:Fallback>
                  <p:oleObj name="Equation" r:id="rId16" imgW="203040" imgH="33012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8460" y="3723878"/>
                          <a:ext cx="201612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Box 69"/>
          <p:cNvSpPr txBox="1">
            <a:spLocks noChangeArrowheads="1"/>
          </p:cNvSpPr>
          <p:nvPr/>
        </p:nvSpPr>
        <p:spPr bwMode="auto">
          <a:xfrm>
            <a:off x="323528" y="4157667"/>
            <a:ext cx="2160240" cy="559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错误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7"/>
          <p:cNvGrpSpPr/>
          <p:nvPr/>
        </p:nvGrpSpPr>
        <p:grpSpPr>
          <a:xfrm>
            <a:off x="-85237" y="2282207"/>
            <a:ext cx="3265255" cy="707563"/>
            <a:chOff x="405412" y="2376437"/>
            <a:chExt cx="3265255" cy="707563"/>
          </a:xfrm>
        </p:grpSpPr>
        <p:sp>
          <p:nvSpPr>
            <p:cNvPr id="36" name="TextBox 69"/>
            <p:cNvSpPr txBox="1">
              <a:spLocks noChangeArrowheads="1"/>
            </p:cNvSpPr>
            <p:nvPr/>
          </p:nvSpPr>
          <p:spPr bwMode="auto">
            <a:xfrm>
              <a:off x="405412" y="2376437"/>
              <a:ext cx="2270509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构造函数       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3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4853427"/>
                </p:ext>
              </p:extLst>
            </p:nvPr>
          </p:nvGraphicFramePr>
          <p:xfrm>
            <a:off x="2368917" y="2685537"/>
            <a:ext cx="1301750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73" name="Equation" r:id="rId3" imgW="1307880" imgH="406080" progId="Equation.DSMT4">
                    <p:embed/>
                  </p:oleObj>
                </mc:Choice>
                <mc:Fallback>
                  <p:oleObj name="Equation" r:id="rId3" imgW="1307880" imgH="406080" progId="Equation.DSMT4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8917" y="2685537"/>
                          <a:ext cx="1301750" cy="398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721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062457"/>
              </p:ext>
            </p:extLst>
          </p:nvPr>
        </p:nvGraphicFramePr>
        <p:xfrm>
          <a:off x="2728739" y="435000"/>
          <a:ext cx="6191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74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739" y="435000"/>
                        <a:ext cx="619125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632499"/>
              </p:ext>
            </p:extLst>
          </p:nvPr>
        </p:nvGraphicFramePr>
        <p:xfrm>
          <a:off x="3794572" y="447700"/>
          <a:ext cx="6334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75" name="Equation" r:id="rId7" imgW="634680" imgH="330120" progId="Equation.DSMT4">
                  <p:embed/>
                </p:oleObj>
              </mc:Choice>
              <mc:Fallback>
                <p:oleObj name="Equation" r:id="rId7" imgW="63468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572" y="447700"/>
                        <a:ext cx="633412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588246"/>
              </p:ext>
            </p:extLst>
          </p:nvPr>
        </p:nvGraphicFramePr>
        <p:xfrm>
          <a:off x="6001420" y="435000"/>
          <a:ext cx="6588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76" name="Equation" r:id="rId9" imgW="660240" imgH="342720" progId="Equation.DSMT4">
                  <p:embed/>
                </p:oleObj>
              </mc:Choice>
              <mc:Fallback>
                <p:oleObj name="Equation" r:id="rId9" imgW="660240" imgH="342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1420" y="435000"/>
                        <a:ext cx="65881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316671"/>
              </p:ext>
            </p:extLst>
          </p:nvPr>
        </p:nvGraphicFramePr>
        <p:xfrm>
          <a:off x="1320899" y="1203598"/>
          <a:ext cx="6588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77" name="Equation" r:id="rId11" imgW="660240" imgH="342720" progId="Equation.DSMT4">
                  <p:embed/>
                </p:oleObj>
              </mc:Choice>
              <mc:Fallback>
                <p:oleObj name="Equation" r:id="rId11" imgW="660240" imgH="342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99" y="1203598"/>
                        <a:ext cx="658813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55754"/>
              </p:ext>
            </p:extLst>
          </p:nvPr>
        </p:nvGraphicFramePr>
        <p:xfrm>
          <a:off x="3648720" y="1203598"/>
          <a:ext cx="2032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78" name="Equation" r:id="rId12" imgW="203040" imgH="330120" progId="Equation.DSMT4">
                  <p:embed/>
                </p:oleObj>
              </mc:Choice>
              <mc:Fallback>
                <p:oleObj name="Equation" r:id="rId12" imgW="203040" imgH="3301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720" y="1203598"/>
                        <a:ext cx="20320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630541"/>
              </p:ext>
            </p:extLst>
          </p:nvPr>
        </p:nvGraphicFramePr>
        <p:xfrm>
          <a:off x="4838005" y="1131193"/>
          <a:ext cx="40544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79" name="Equation" r:id="rId14" imgW="4063680" imgH="406080" progId="Equation.DSMT4">
                  <p:embed/>
                </p:oleObj>
              </mc:Choice>
              <mc:Fallback>
                <p:oleObj name="Equation" r:id="rId14" imgW="4063680" imgH="4060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005" y="1131193"/>
                        <a:ext cx="405447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160101"/>
              </p:ext>
            </p:extLst>
          </p:nvPr>
        </p:nvGraphicFramePr>
        <p:xfrm>
          <a:off x="7585075" y="436587"/>
          <a:ext cx="862013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80" name="Equation" r:id="rId16" imgW="863280" imgH="342720" progId="Equation.DSMT4">
                  <p:embed/>
                </p:oleObj>
              </mc:Choice>
              <mc:Fallback>
                <p:oleObj name="Equation" r:id="rId16" imgW="863280" imgH="34272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5075" y="436587"/>
                        <a:ext cx="862013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69"/>
          <p:cNvSpPr txBox="1">
            <a:spLocks noChangeArrowheads="1"/>
          </p:cNvSpPr>
          <p:nvPr/>
        </p:nvSpPr>
        <p:spPr bwMode="auto">
          <a:xfrm>
            <a:off x="251520" y="123478"/>
            <a:ext cx="8496944" cy="714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22963" algn="l"/>
              </a:tabLst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设函数     在    上连续，在     内可导      ，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1520" y="1563638"/>
            <a:ext cx="7920880" cy="864543"/>
            <a:chOff x="251520" y="1851670"/>
            <a:chExt cx="7920880" cy="864543"/>
          </a:xfrm>
        </p:grpSpPr>
        <p:sp>
          <p:nvSpPr>
            <p:cNvPr id="20" name="TextBox 69"/>
            <p:cNvSpPr txBox="1">
              <a:spLocks noChangeArrowheads="1"/>
            </p:cNvSpPr>
            <p:nvPr/>
          </p:nvSpPr>
          <p:spPr bwMode="auto">
            <a:xfrm>
              <a:off x="251520" y="1851670"/>
              <a:ext cx="7920880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064FF"/>
                  </a:solidFill>
                  <a:sym typeface="+mn-ea"/>
                </a:rPr>
                <a:t>证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要证明的等式可变形为       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  <a:endPara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137223" name="Object 7"/>
            <p:cNvGraphicFramePr>
              <a:graphicFrameLocks noChangeAspect="1"/>
            </p:cNvGraphicFramePr>
            <p:nvPr/>
          </p:nvGraphicFramePr>
          <p:xfrm>
            <a:off x="4749800" y="1943100"/>
            <a:ext cx="2533650" cy="773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81" name="Equation" r:id="rId18" imgW="2539800" imgH="787320" progId="Equation.DSMT4">
                    <p:embed/>
                  </p:oleObj>
                </mc:Choice>
                <mc:Fallback>
                  <p:oleObj name="Equation" r:id="rId18" imgW="2539800" imgH="78732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9800" y="1943100"/>
                          <a:ext cx="2533650" cy="773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72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415083"/>
              </p:ext>
            </p:extLst>
          </p:nvPr>
        </p:nvGraphicFramePr>
        <p:xfrm>
          <a:off x="2696190" y="3161938"/>
          <a:ext cx="253365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82" name="Equation" r:id="rId20" imgW="2539800" imgH="787320" progId="Equation.DSMT4">
                  <p:embed/>
                </p:oleObj>
              </mc:Choice>
              <mc:Fallback>
                <p:oleObj name="Equation" r:id="rId20" imgW="2539800" imgH="78732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190" y="3161938"/>
                        <a:ext cx="2533650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/>
          <p:cNvGrpSpPr/>
          <p:nvPr/>
        </p:nvGrpSpPr>
        <p:grpSpPr>
          <a:xfrm>
            <a:off x="71500" y="3867150"/>
            <a:ext cx="8712968" cy="698268"/>
            <a:chOff x="-468560" y="4465094"/>
            <a:chExt cx="8712968" cy="698268"/>
          </a:xfrm>
        </p:grpSpPr>
        <p:sp>
          <p:nvSpPr>
            <p:cNvPr id="25" name="TextBox 69"/>
            <p:cNvSpPr txBox="1">
              <a:spLocks noChangeArrowheads="1"/>
            </p:cNvSpPr>
            <p:nvPr/>
          </p:nvSpPr>
          <p:spPr bwMode="auto">
            <a:xfrm>
              <a:off x="-468560" y="4465094"/>
              <a:ext cx="8712968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从而                               ，            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</a:t>
              </a:r>
            </a:p>
          </p:txBody>
        </p:sp>
        <p:graphicFrame>
          <p:nvGraphicFramePr>
            <p:cNvPr id="13722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2064270"/>
                </p:ext>
              </p:extLst>
            </p:nvPr>
          </p:nvGraphicFramePr>
          <p:xfrm>
            <a:off x="1427468" y="4739971"/>
            <a:ext cx="39909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83" name="Equation" r:id="rId22" imgW="4000320" imgH="406080" progId="Equation.DSMT4">
                    <p:embed/>
                  </p:oleObj>
                </mc:Choice>
                <mc:Fallback>
                  <p:oleObj name="Equation" r:id="rId22" imgW="4000320" imgH="40608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7468" y="4739971"/>
                          <a:ext cx="3990975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30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3276202"/>
                </p:ext>
              </p:extLst>
            </p:nvPr>
          </p:nvGraphicFramePr>
          <p:xfrm>
            <a:off x="5976156" y="4826812"/>
            <a:ext cx="17780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84" name="Equation" r:id="rId24" imgW="1777680" imgH="342720" progId="Equation.DSMT4">
                    <p:embed/>
                  </p:oleObj>
                </mc:Choice>
                <mc:Fallback>
                  <p:oleObj name="Equation" r:id="rId24" imgW="1777680" imgH="34272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6156" y="4826812"/>
                          <a:ext cx="17780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Box 69"/>
          <p:cNvSpPr txBox="1">
            <a:spLocks noChangeArrowheads="1"/>
          </p:cNvSpPr>
          <p:nvPr/>
        </p:nvSpPr>
        <p:spPr bwMode="auto">
          <a:xfrm>
            <a:off x="-297809" y="877601"/>
            <a:ext cx="62563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22963" algn="l"/>
              </a:tabLst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证明在     内存在一点  ，使得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2552217" y="2282207"/>
            <a:ext cx="6336704" cy="830997"/>
            <a:chOff x="2739461" y="2586988"/>
            <a:chExt cx="6336704" cy="830997"/>
          </a:xfrm>
        </p:grpSpPr>
        <p:sp>
          <p:nvSpPr>
            <p:cNvPr id="44" name="TextBox 69"/>
            <p:cNvSpPr txBox="1">
              <a:spLocks noChangeArrowheads="1"/>
            </p:cNvSpPr>
            <p:nvPr/>
          </p:nvSpPr>
          <p:spPr bwMode="auto">
            <a:xfrm>
              <a:off x="2739461" y="2586988"/>
              <a:ext cx="6336704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648000" algn="l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由柯西中值定理，至少有点        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4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2074273"/>
                </p:ext>
              </p:extLst>
            </p:nvPr>
          </p:nvGraphicFramePr>
          <p:xfrm>
            <a:off x="7258124" y="2922381"/>
            <a:ext cx="11303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85" name="Equation" r:id="rId26" imgW="1130040" imgH="342720" progId="Equation.DSMT4">
                    <p:embed/>
                  </p:oleObj>
                </mc:Choice>
                <mc:Fallback>
                  <p:oleObj name="Equation" r:id="rId26" imgW="1130040" imgH="342720" progId="Equation.DSMT4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8124" y="2922381"/>
                          <a:ext cx="113030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9">
            <a:extLst>
              <a:ext uri="{FF2B5EF4-FFF2-40B4-BE49-F238E27FC236}">
                <a16:creationId xmlns:a16="http://schemas.microsoft.com/office/drawing/2014/main" id="{EB921ABE-B2B7-4E20-B784-1BB469241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95486"/>
            <a:ext cx="8496944" cy="714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648000" algn="l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22963" algn="l"/>
              </a:tabLst>
              <a:defRPr/>
            </a:pPr>
            <a:r>
              <a:rPr lang="zh-CN" altLang="en-US" sz="2400" b="1" dirty="0">
                <a:solidFill>
                  <a:srgbClr val="0064FF"/>
                </a:solidFill>
                <a:sym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15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设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2F38F523-F59B-4B77-B6C8-C5724FCEB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38659"/>
              </p:ext>
            </p:extLst>
          </p:nvPr>
        </p:nvGraphicFramePr>
        <p:xfrm>
          <a:off x="2267744" y="546100"/>
          <a:ext cx="49339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31" name="Equation" r:id="rId3" imgW="4940280" imgH="342720" progId="Equation.DSMT4">
                  <p:embed/>
                </p:oleObj>
              </mc:Choice>
              <mc:Fallback>
                <p:oleObj name="Equation" r:id="rId3" imgW="4940280" imgH="342720" progId="Equation.DSMT4">
                  <p:embed/>
                  <p:pic>
                    <p:nvPicPr>
                      <p:cNvPr id="137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46100"/>
                        <a:ext cx="4933950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2A1A1DDA-0F73-4A3A-9BA7-98200F794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3161" y="422573"/>
            <a:ext cx="19442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试证：至少 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208703A-065E-49E6-9927-1BFAFAB4C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107089"/>
            <a:ext cx="95770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存在一点          使得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5952FEA-7B77-455C-AB7E-8139224E6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812607"/>
              </p:ext>
            </p:extLst>
          </p:nvPr>
        </p:nvGraphicFramePr>
        <p:xfrm>
          <a:off x="1619672" y="1230617"/>
          <a:ext cx="1192213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32" name="Equation" r:id="rId5" imgW="1193760" imgH="342720" progId="Equation.DSMT4">
                  <p:embed/>
                </p:oleObj>
              </mc:Choice>
              <mc:Fallback>
                <p:oleObj name="Equation" r:id="rId5" imgW="1193760" imgH="34272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2F38F523-F59B-4B77-B6C8-C5724FCEB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230617"/>
                        <a:ext cx="1192213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9122F98D-0B70-48B2-9AD0-6B57E0BF2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484973"/>
              </p:ext>
            </p:extLst>
          </p:nvPr>
        </p:nvGraphicFramePr>
        <p:xfrm>
          <a:off x="3636803" y="965840"/>
          <a:ext cx="320833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33" name="Equation" r:id="rId7" imgW="3213000" imgH="736560" progId="Equation.DSMT4">
                  <p:embed/>
                </p:oleObj>
              </mc:Choice>
              <mc:Fallback>
                <p:oleObj name="Equation" r:id="rId7" imgW="3213000" imgH="7365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5952FEA-7B77-455C-AB7E-8139224E64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803" y="965840"/>
                        <a:ext cx="3208337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>
            <a:extLst>
              <a:ext uri="{FF2B5EF4-FFF2-40B4-BE49-F238E27FC236}">
                <a16:creationId xmlns:a16="http://schemas.microsoft.com/office/drawing/2014/main" id="{4CB18C7E-65A5-4D27-A1F9-178A4D3AF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872" y="1766278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证 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C8B02389-236F-4B42-95F7-0E718DA162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494241"/>
              </p:ext>
            </p:extLst>
          </p:nvPr>
        </p:nvGraphicFramePr>
        <p:xfrm>
          <a:off x="1613466" y="1702029"/>
          <a:ext cx="313213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34" name="Equation" r:id="rId9" imgW="3136680" imgH="736560" progId="Equation.DSMT4">
                  <p:embed/>
                </p:oleObj>
              </mc:Choice>
              <mc:Fallback>
                <p:oleObj name="Equation" r:id="rId9" imgW="3136680" imgH="736560" progId="Equation.DSMT4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9122F98D-0B70-48B2-9AD0-6B57E0BF29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466" y="1702029"/>
                        <a:ext cx="3132137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箭头: 右 11">
            <a:extLst>
              <a:ext uri="{FF2B5EF4-FFF2-40B4-BE49-F238E27FC236}">
                <a16:creationId xmlns:a16="http://schemas.microsoft.com/office/drawing/2014/main" id="{4CB87318-1404-4DB6-9ED7-0BF6F74B70AA}"/>
              </a:ext>
            </a:extLst>
          </p:cNvPr>
          <p:cNvSpPr/>
          <p:nvPr/>
        </p:nvSpPr>
        <p:spPr>
          <a:xfrm>
            <a:off x="4849133" y="2031052"/>
            <a:ext cx="576064" cy="199791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14A71C8C-3957-4A7F-839C-0A1AE60329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485370"/>
              </p:ext>
            </p:extLst>
          </p:nvPr>
        </p:nvGraphicFramePr>
        <p:xfrm>
          <a:off x="5523283" y="1765608"/>
          <a:ext cx="2611438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35" name="Equation" r:id="rId11" imgW="2616120" imgH="1168200" progId="Equation.DSMT4">
                  <p:embed/>
                </p:oleObj>
              </mc:Choice>
              <mc:Fallback>
                <p:oleObj name="Equation" r:id="rId11" imgW="2616120" imgH="11682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C8B02389-236F-4B42-95F7-0E718DA162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3283" y="1765608"/>
                        <a:ext cx="2611438" cy="1154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976E1C0E-FF09-421D-903C-BB809948A3D9}"/>
              </a:ext>
            </a:extLst>
          </p:cNvPr>
          <p:cNvGrpSpPr/>
          <p:nvPr/>
        </p:nvGrpSpPr>
        <p:grpSpPr>
          <a:xfrm>
            <a:off x="880728" y="2584932"/>
            <a:ext cx="8030616" cy="727075"/>
            <a:chOff x="880728" y="2584932"/>
            <a:chExt cx="8030616" cy="727075"/>
          </a:xfrm>
        </p:grpSpPr>
        <p:sp>
          <p:nvSpPr>
            <p:cNvPr id="14" name="Text Box 3">
              <a:extLst>
                <a:ext uri="{FF2B5EF4-FFF2-40B4-BE49-F238E27FC236}">
                  <a16:creationId xmlns:a16="http://schemas.microsoft.com/office/drawing/2014/main" id="{BF50B9CF-EE9F-42FF-9A6D-93CC4E676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0728" y="2709566"/>
              <a:ext cx="80306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显然，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j-ea"/>
                  <a:ea typeface="+mj-ea"/>
                </a:rPr>
                <a:t> </a:t>
              </a:r>
            </a:p>
          </p:txBody>
        </p:sp>
        <p:graphicFrame>
          <p:nvGraphicFramePr>
            <p:cNvPr id="16" name="Object 6">
              <a:extLst>
                <a:ext uri="{FF2B5EF4-FFF2-40B4-BE49-F238E27FC236}">
                  <a16:creationId xmlns:a16="http://schemas.microsoft.com/office/drawing/2014/main" id="{287E931D-9591-4065-A3BB-E975039B5E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5853457"/>
                </p:ext>
              </p:extLst>
            </p:nvPr>
          </p:nvGraphicFramePr>
          <p:xfrm>
            <a:off x="1802412" y="2584932"/>
            <a:ext cx="5364163" cy="727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436" name="Equation" r:id="rId13" imgW="5371920" imgH="736560" progId="Equation.DSMT4">
                    <p:embed/>
                  </p:oleObj>
                </mc:Choice>
                <mc:Fallback>
                  <p:oleObj name="Equation" r:id="rId13" imgW="5371920" imgH="736560" progId="Equation.DSMT4">
                    <p:embed/>
                    <p:pic>
                      <p:nvPicPr>
                        <p:cNvPr id="3" name="Object 6">
                          <a:extLst>
                            <a:ext uri="{FF2B5EF4-FFF2-40B4-BE49-F238E27FC236}">
                              <a16:creationId xmlns:a16="http://schemas.microsoft.com/office/drawing/2014/main" id="{2F38F523-F59B-4B77-B6C8-C5724FCEB6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2412" y="2584932"/>
                          <a:ext cx="5364163" cy="727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B11E10D-B4E6-4D38-B668-126602F1F8AC}"/>
              </a:ext>
            </a:extLst>
          </p:cNvPr>
          <p:cNvGrpSpPr/>
          <p:nvPr/>
        </p:nvGrpSpPr>
        <p:grpSpPr>
          <a:xfrm>
            <a:off x="757044" y="3264772"/>
            <a:ext cx="8030616" cy="461665"/>
            <a:chOff x="757044" y="3264772"/>
            <a:chExt cx="8030616" cy="461665"/>
          </a:xfrm>
        </p:grpSpPr>
        <p:sp>
          <p:nvSpPr>
            <p:cNvPr id="17" name="Text Box 3">
              <a:extLst>
                <a:ext uri="{FF2B5EF4-FFF2-40B4-BE49-F238E27FC236}">
                  <a16:creationId xmlns:a16="http://schemas.microsoft.com/office/drawing/2014/main" id="{148277F4-DA8C-4349-934C-4EB94DAB1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044" y="3264772"/>
              <a:ext cx="80306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由柯西中值定理，存在         使得 </a:t>
              </a:r>
            </a:p>
          </p:txBody>
        </p:sp>
        <p:graphicFrame>
          <p:nvGraphicFramePr>
            <p:cNvPr id="18" name="Object 6">
              <a:extLst>
                <a:ext uri="{FF2B5EF4-FFF2-40B4-BE49-F238E27FC236}">
                  <a16:creationId xmlns:a16="http://schemas.microsoft.com/office/drawing/2014/main" id="{62FDCACB-2331-45B3-AC26-22813426D3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7639999"/>
                </p:ext>
              </p:extLst>
            </p:nvPr>
          </p:nvGraphicFramePr>
          <p:xfrm>
            <a:off x="4047851" y="3352877"/>
            <a:ext cx="1192213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437" name="Equation" r:id="rId15" imgW="1193760" imgH="342720" progId="Equation.DSMT4">
                    <p:embed/>
                  </p:oleObj>
                </mc:Choice>
                <mc:Fallback>
                  <p:oleObj name="Equation" r:id="rId15" imgW="1193760" imgH="342720" progId="Equation.DSMT4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55952FEA-7B77-455C-AB7E-8139224E64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7851" y="3352877"/>
                          <a:ext cx="1192213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98F8B178-F92B-4689-B529-4F4D75189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844386"/>
              </p:ext>
            </p:extLst>
          </p:nvPr>
        </p:nvGraphicFramePr>
        <p:xfrm>
          <a:off x="1773078" y="3829134"/>
          <a:ext cx="372745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38" name="Equation" r:id="rId16" imgW="3733560" imgH="1168200" progId="Equation.DSMT4">
                  <p:embed/>
                </p:oleObj>
              </mc:Choice>
              <mc:Fallback>
                <p:oleObj name="Equation" r:id="rId16" imgW="3733560" imgH="1168200" progId="Equation.DSMT4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14A71C8C-3957-4A7F-839C-0A1AE60329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078" y="3829134"/>
                        <a:ext cx="3727450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864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C251F29-247F-4C82-9C8B-4DD27372B55B}"/>
              </a:ext>
            </a:extLst>
          </p:cNvPr>
          <p:cNvGrpSpPr/>
          <p:nvPr/>
        </p:nvGrpSpPr>
        <p:grpSpPr>
          <a:xfrm>
            <a:off x="488611" y="468554"/>
            <a:ext cx="8446682" cy="935085"/>
            <a:chOff x="517806" y="483518"/>
            <a:chExt cx="8446682" cy="93508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6259246-C009-4DFA-9130-7DB268AB3CF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551" y="483518"/>
              <a:ext cx="8424937" cy="461664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达布定理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设    在     上可导，且            则对任意             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3432295-D874-4B57-9E43-A678C13A603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483768" y="60228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7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33432295-D874-4B57-9E43-A678C13A60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83768" y="60228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9AA92E0-2F5A-4482-8DF6-05817657925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419872" y="585244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75" name="Equation" r:id="rId5" imgW="634680" imgH="330120" progId="Equation.DSMT4">
                    <p:embed/>
                  </p:oleObj>
                </mc:Choice>
                <mc:Fallback>
                  <p:oleObj name="Equation" r:id="rId5" imgW="63468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D9AA92E0-2F5A-4482-8DF6-05817657925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19872" y="585244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B8AAF6B9-9146-471B-8854-D799A2F2B43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746160" y="536550"/>
            <a:ext cx="1714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76" name="Equation" r:id="rId7" imgW="1714320" imgH="355320" progId="Equation.DSMT4">
                    <p:embed/>
                  </p:oleObj>
                </mc:Choice>
                <mc:Fallback>
                  <p:oleObj name="Equation" r:id="rId7" imgW="1714320" imgH="3553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B8AAF6B9-9146-471B-8854-D799A2F2B4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46160" y="536550"/>
                          <a:ext cx="1714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D1AEF54-7BB3-42DA-A2D6-1296E8E621B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17806" y="1063003"/>
            <a:ext cx="2197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77" name="Equation" r:id="rId9" imgW="2197080" imgH="355320" progId="Equation.DSMT4">
                    <p:embed/>
                  </p:oleObj>
                </mc:Choice>
                <mc:Fallback>
                  <p:oleObj name="Equation" r:id="rId9" imgW="219708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ED1AEF54-7BB3-42DA-A2D6-1296E8E621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7806" y="1063003"/>
                          <a:ext cx="2197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C3D93368-5FC2-4BB6-91B9-7D9B2C48C1D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705100" y="937568"/>
              <a:ext cx="5837146" cy="461664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存在         使得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A7E8B4A-9152-4661-8221-4E067C3F8EF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490153" y="996950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78" name="Equation" r:id="rId11" imgW="1193760" imgH="342720" progId="Equation.DSMT4">
                    <p:embed/>
                  </p:oleObj>
                </mc:Choice>
                <mc:Fallback>
                  <p:oleObj name="Equation" r:id="rId11" imgW="119376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AA7E8B4A-9152-4661-8221-4E067C3F8EF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90153" y="996950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2A17B97-2A49-485D-902B-BEA4CC1F078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398696" y="984250"/>
            <a:ext cx="1244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79" name="Equation" r:id="rId13" imgW="1244520" imgH="355320" progId="Equation.DSMT4">
                    <p:embed/>
                  </p:oleObj>
                </mc:Choice>
                <mc:Fallback>
                  <p:oleObj name="Equation" r:id="rId13" imgW="1244520" imgH="3553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72A17B97-2A49-485D-902B-BEA4CC1F07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98696" y="984250"/>
                          <a:ext cx="1244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D2F7B99E-AAB2-4365-A007-A89130EEB6CE}"/>
              </a:ext>
            </a:extLst>
          </p:cNvPr>
          <p:cNvSpPr txBox="1">
            <a:spLocks noChangeArrowheads="1"/>
          </p:cNvSpPr>
          <p:nvPr/>
        </p:nvSpPr>
        <p:spPr>
          <a:xfrm>
            <a:off x="1094987" y="1514744"/>
            <a:ext cx="581000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令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1E70FCA-FA30-4D2B-95E0-33F624D51849}"/>
              </a:ext>
            </a:extLst>
          </p:cNvPr>
          <p:cNvSpPr txBox="1">
            <a:spLocks noChangeArrowheads="1"/>
          </p:cNvSpPr>
          <p:nvPr/>
        </p:nvSpPr>
        <p:spPr>
          <a:xfrm>
            <a:off x="571344" y="1489043"/>
            <a:ext cx="581000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证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B06289B-6317-4A4E-8AD4-45F395D53FF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91432" y="1593493"/>
          <a:ext cx="220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0" name="Equation" r:id="rId15" imgW="2209680" imgH="342720" progId="Equation.DSMT4">
                  <p:embed/>
                </p:oleObj>
              </mc:Choice>
              <mc:Fallback>
                <p:oleObj name="Equation" r:id="rId15" imgW="220968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B06289B-6317-4A4E-8AD4-45F395D53F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91432" y="1593493"/>
                        <a:ext cx="2209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61FD652-886D-4DC3-8434-719A7541574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29848" y="1593493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1" name="Equation" r:id="rId17" imgW="1143000" imgH="330120" progId="Equation.DSMT4">
                  <p:embed/>
                </p:oleObj>
              </mc:Choice>
              <mc:Fallback>
                <p:oleObj name="Equation" r:id="rId17" imgW="1143000" imgH="3301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461FD652-886D-4DC3-8434-719A754157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29848" y="1593493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FFEAC367-2E6B-435B-A211-236180989EBA}"/>
              </a:ext>
            </a:extLst>
          </p:cNvPr>
          <p:cNvSpPr txBox="1">
            <a:spLocks noChangeArrowheads="1"/>
          </p:cNvSpPr>
          <p:nvPr/>
        </p:nvSpPr>
        <p:spPr>
          <a:xfrm>
            <a:off x="585070" y="2026743"/>
            <a:ext cx="581000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则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E9C872D-C3FD-4BC1-9E05-42F5F290A05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72055" y="2085847"/>
          <a:ext cx="264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2" name="Equation" r:id="rId19" imgW="2641320" imgH="355320" progId="Equation.DSMT4">
                  <p:embed/>
                </p:oleObj>
              </mc:Choice>
              <mc:Fallback>
                <p:oleObj name="Equation" r:id="rId19" imgW="2641320" imgH="355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E9C872D-C3FD-4BC1-9E05-42F5F290A0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72055" y="2085847"/>
                        <a:ext cx="2641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EB645D6-5A16-4D7D-BA96-8DC3B16F51A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57858" y="2072056"/>
          <a:ext cx="2616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3" name="Equation" r:id="rId21" imgW="2616120" imgH="355320" progId="Equation.DSMT4">
                  <p:embed/>
                </p:oleObj>
              </mc:Choice>
              <mc:Fallback>
                <p:oleObj name="Equation" r:id="rId21" imgW="261612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EB645D6-5A16-4D7D-BA96-8DC3B16F51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057858" y="2072056"/>
                        <a:ext cx="2616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">
            <a:extLst>
              <a:ext uri="{FF2B5EF4-FFF2-40B4-BE49-F238E27FC236}">
                <a16:creationId xmlns:a16="http://schemas.microsoft.com/office/drawing/2014/main" id="{B5EF1D36-36B8-49C6-A7C9-44A2273A3A2E}"/>
              </a:ext>
            </a:extLst>
          </p:cNvPr>
          <p:cNvSpPr txBox="1">
            <a:spLocks noChangeArrowheads="1"/>
          </p:cNvSpPr>
          <p:nvPr/>
        </p:nvSpPr>
        <p:spPr>
          <a:xfrm>
            <a:off x="4789088" y="3209820"/>
            <a:ext cx="889180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从而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CC63458-31CB-4BAB-AE60-88234388D7E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85487" y="2500551"/>
          <a:ext cx="355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4" name="Equation" r:id="rId23" imgW="3555720" imgH="736560" progId="Equation.DSMT4">
                  <p:embed/>
                </p:oleObj>
              </mc:Choice>
              <mc:Fallback>
                <p:oleObj name="Equation" r:id="rId23" imgW="355572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FCC63458-31CB-4BAB-AE60-88234388D7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85487" y="2500551"/>
                        <a:ext cx="3556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">
            <a:extLst>
              <a:ext uri="{FF2B5EF4-FFF2-40B4-BE49-F238E27FC236}">
                <a16:creationId xmlns:a16="http://schemas.microsoft.com/office/drawing/2014/main" id="{174CB72B-ACE6-40BA-8F88-53013C711E5A}"/>
              </a:ext>
            </a:extLst>
          </p:cNvPr>
          <p:cNvSpPr txBox="1">
            <a:spLocks noChangeArrowheads="1"/>
          </p:cNvSpPr>
          <p:nvPr/>
        </p:nvSpPr>
        <p:spPr>
          <a:xfrm>
            <a:off x="4902822" y="2577596"/>
            <a:ext cx="814143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且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97CC807-7C5E-41EE-A142-67D9C5FB9D7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52923" y="2673326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5" name="Equation" r:id="rId25" imgW="1143000" imgH="330120" progId="Equation.DSMT4">
                  <p:embed/>
                </p:oleObj>
              </mc:Choice>
              <mc:Fallback>
                <p:oleObj name="Equation" r:id="rId25" imgW="1143000" imgH="3301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D97CC807-7C5E-41EE-A142-67D9C5FB9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352923" y="2673326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>
            <a:extLst>
              <a:ext uri="{FF2B5EF4-FFF2-40B4-BE49-F238E27FC236}">
                <a16:creationId xmlns:a16="http://schemas.microsoft.com/office/drawing/2014/main" id="{42F55E90-45A4-4441-9E50-474B4119A235}"/>
              </a:ext>
            </a:extLst>
          </p:cNvPr>
          <p:cNvGrpSpPr/>
          <p:nvPr/>
        </p:nvGrpSpPr>
        <p:grpSpPr>
          <a:xfrm>
            <a:off x="6500287" y="2577686"/>
            <a:ext cx="2536209" cy="443636"/>
            <a:chOff x="6500287" y="2577686"/>
            <a:chExt cx="2536209" cy="443636"/>
          </a:xfrm>
        </p:grpSpPr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2B9F57BA-B5CA-46E2-9277-279379295B9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00287" y="2577686"/>
              <a:ext cx="2536209" cy="354542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故存在      当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1082E079-2C09-4B39-B898-28D49D13122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524328" y="2691122"/>
            <a:ext cx="749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86" name="Equation" r:id="rId27" imgW="749160" imgH="330120" progId="Equation.DSMT4">
                    <p:embed/>
                  </p:oleObj>
                </mc:Choice>
                <mc:Fallback>
                  <p:oleObj name="Equation" r:id="rId27" imgW="749160" imgH="3301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1082E079-2C09-4B39-B898-28D49D13122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524328" y="2691122"/>
                          <a:ext cx="749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CE995577-35C4-4AF9-8F4D-C1358E4B9AB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2310" y="3335338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7" name="Equation" r:id="rId29" imgW="1574640" imgH="342720" progId="Equation.DSMT4">
                  <p:embed/>
                </p:oleObj>
              </mc:Choice>
              <mc:Fallback>
                <p:oleObj name="Equation" r:id="rId29" imgW="1574640" imgH="3427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CE995577-35C4-4AF9-8F4D-C1358E4B9A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22310" y="3335338"/>
                        <a:ext cx="157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">
            <a:extLst>
              <a:ext uri="{FF2B5EF4-FFF2-40B4-BE49-F238E27FC236}">
                <a16:creationId xmlns:a16="http://schemas.microsoft.com/office/drawing/2014/main" id="{99166203-F0A1-4178-8893-7BEFC6D7E4D8}"/>
              </a:ext>
            </a:extLst>
          </p:cNvPr>
          <p:cNvSpPr txBox="1">
            <a:spLocks noChangeArrowheads="1"/>
          </p:cNvSpPr>
          <p:nvPr/>
        </p:nvSpPr>
        <p:spPr>
          <a:xfrm>
            <a:off x="2122267" y="3237151"/>
            <a:ext cx="581000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时，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59230CC0-C236-4DE5-BC5E-882123672AF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65723" y="3328679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8" name="Equation" r:id="rId31" imgW="2031840" imgH="342720" progId="Equation.DSMT4">
                  <p:embed/>
                </p:oleObj>
              </mc:Choice>
              <mc:Fallback>
                <p:oleObj name="Equation" r:id="rId31" imgW="2031840" imgH="3427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59230CC0-C236-4DE5-BC5E-882123672A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65723" y="3328679"/>
                        <a:ext cx="203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">
            <a:extLst>
              <a:ext uri="{FF2B5EF4-FFF2-40B4-BE49-F238E27FC236}">
                <a16:creationId xmlns:a16="http://schemas.microsoft.com/office/drawing/2014/main" id="{C9A71F39-C034-48A5-ADF2-97256653D073}"/>
              </a:ext>
            </a:extLst>
          </p:cNvPr>
          <p:cNvSpPr txBox="1">
            <a:spLocks noChangeArrowheads="1"/>
          </p:cNvSpPr>
          <p:nvPr/>
        </p:nvSpPr>
        <p:spPr>
          <a:xfrm>
            <a:off x="519944" y="2644431"/>
            <a:ext cx="814143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由于</a:t>
            </a: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FEF10773-3BBA-487F-BC5C-7823BFBB0C7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634038" y="3286125"/>
          <a:ext cx="220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9" name="Equation" r:id="rId33" imgW="2209680" imgH="507960" progId="Equation.DSMT4">
                  <p:embed/>
                </p:oleObj>
              </mc:Choice>
              <mc:Fallback>
                <p:oleObj name="Equation" r:id="rId33" imgW="2209680" imgH="50796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FEF10773-3BBA-487F-BC5C-7823BFBB0C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634038" y="3286125"/>
                        <a:ext cx="2209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">
            <a:extLst>
              <a:ext uri="{FF2B5EF4-FFF2-40B4-BE49-F238E27FC236}">
                <a16:creationId xmlns:a16="http://schemas.microsoft.com/office/drawing/2014/main" id="{7D7EC776-B459-4A28-A2A2-D68244014659}"/>
              </a:ext>
            </a:extLst>
          </p:cNvPr>
          <p:cNvSpPr txBox="1">
            <a:spLocks noChangeArrowheads="1"/>
          </p:cNvSpPr>
          <p:nvPr/>
        </p:nvSpPr>
        <p:spPr>
          <a:xfrm>
            <a:off x="7951134" y="3209820"/>
            <a:ext cx="852978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同理</a:t>
            </a: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8680731A-A83D-41E1-A196-062E7CE3BC4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9275" y="3801309"/>
          <a:ext cx="2197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90" name="Equation" r:id="rId35" imgW="2197080" imgH="507960" progId="Equation.DSMT4">
                  <p:embed/>
                </p:oleObj>
              </mc:Choice>
              <mc:Fallback>
                <p:oleObj name="Equation" r:id="rId35" imgW="2197080" imgH="50796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8680731A-A83D-41E1-A196-062E7CE3BC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49275" y="3801309"/>
                        <a:ext cx="2197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15DBF56D-3534-4C64-A1E7-C49DB0776E1C}"/>
              </a:ext>
            </a:extLst>
          </p:cNvPr>
          <p:cNvGrpSpPr/>
          <p:nvPr/>
        </p:nvGrpSpPr>
        <p:grpSpPr>
          <a:xfrm>
            <a:off x="2756638" y="3763107"/>
            <a:ext cx="3399537" cy="460158"/>
            <a:chOff x="2756638" y="3763107"/>
            <a:chExt cx="3399537" cy="460158"/>
          </a:xfrm>
        </p:grpSpPr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0180391-2FF5-4728-A97C-5F67C4CA20A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756638" y="3763107"/>
              <a:ext cx="3399537" cy="354542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j-cs"/>
                </a:rPr>
                <a:t>所以最小值点</a:t>
              </a: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FBE3F5F1-3C69-4FF9-92C2-B98DDFFC6BD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798001" y="3880365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891" name="Equation" r:id="rId37" imgW="1193760" imgH="342720" progId="Equation.DSMT4">
                    <p:embed/>
                  </p:oleObj>
                </mc:Choice>
                <mc:Fallback>
                  <p:oleObj name="Equation" r:id="rId37" imgW="1193760" imgH="34272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FBE3F5F1-3C69-4FF9-92C2-B98DDFFC6BD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798001" y="3880365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Rectangle 2">
            <a:extLst>
              <a:ext uri="{FF2B5EF4-FFF2-40B4-BE49-F238E27FC236}">
                <a16:creationId xmlns:a16="http://schemas.microsoft.com/office/drawing/2014/main" id="{253F9831-196A-4E95-AF24-8C653D87ADE3}"/>
              </a:ext>
            </a:extLst>
          </p:cNvPr>
          <p:cNvSpPr txBox="1">
            <a:spLocks noChangeArrowheads="1"/>
          </p:cNvSpPr>
          <p:nvPr/>
        </p:nvSpPr>
        <p:spPr>
          <a:xfrm>
            <a:off x="6052681" y="3801413"/>
            <a:ext cx="581000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故</a:t>
            </a:r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11EAFFC5-EEC5-470A-AD43-C62A3E1BB2C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54100" y="4432300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92" name="Equation" r:id="rId39" imgW="1244520" imgH="355320" progId="Equation.DSMT4">
                  <p:embed/>
                </p:oleObj>
              </mc:Choice>
              <mc:Fallback>
                <p:oleObj name="Equation" r:id="rId39" imgW="1244520" imgH="35532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11EAFFC5-EEC5-470A-AD43-C62A3E1BB2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054100" y="4432300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99C34BA2-B563-4B9F-8113-1995A1DFE9F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98827" y="3881128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93" name="Equation" r:id="rId41" imgW="1244520" imgH="355320" progId="Equation.DSMT4">
                  <p:embed/>
                </p:oleObj>
              </mc:Choice>
              <mc:Fallback>
                <p:oleObj name="Equation" r:id="rId41" imgW="1244520" imgH="35532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99C34BA2-B563-4B9F-8113-1995A1DFE9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798827" y="3881128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2">
            <a:extLst>
              <a:ext uri="{FF2B5EF4-FFF2-40B4-BE49-F238E27FC236}">
                <a16:creationId xmlns:a16="http://schemas.microsoft.com/office/drawing/2014/main" id="{7D9248D3-9EA3-481B-9260-C8CB148D443A}"/>
              </a:ext>
            </a:extLst>
          </p:cNvPr>
          <p:cNvSpPr txBox="1">
            <a:spLocks noChangeArrowheads="1"/>
          </p:cNvSpPr>
          <p:nvPr/>
        </p:nvSpPr>
        <p:spPr>
          <a:xfrm>
            <a:off x="579737" y="4371975"/>
            <a:ext cx="581000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78259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9" grpId="0" animBg="1"/>
      <p:bldP spid="21" grpId="0" animBg="1"/>
      <p:bldP spid="26" grpId="0" animBg="1"/>
      <p:bldP spid="28" grpId="0" animBg="1"/>
      <p:bldP spid="30" grpId="0" animBg="1"/>
      <p:bldP spid="35" grpId="0" animBg="1"/>
      <p:bldP spid="3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24B84A-3F33-4A89-ADCE-A6582A21F21F}"/>
              </a:ext>
            </a:extLst>
          </p:cNvPr>
          <p:cNvSpPr/>
          <p:nvPr/>
        </p:nvSpPr>
        <p:spPr>
          <a:xfrm>
            <a:off x="107504" y="1275606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不连续的，但其却有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介值定理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C61598-D6AF-43A1-B053-CCEA394C3F1F}"/>
              </a:ext>
            </a:extLst>
          </p:cNvPr>
          <p:cNvSpPr/>
          <p:nvPr/>
        </p:nvSpPr>
        <p:spPr>
          <a:xfrm>
            <a:off x="431540" y="606799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达布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Darboux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告诉我们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一个函数的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导函数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可以是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1964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17B5B4-79A6-45DD-B8B9-DF0C97D09577}"/>
              </a:ext>
            </a:extLst>
          </p:cNvPr>
          <p:cNvSpPr/>
          <p:nvPr/>
        </p:nvSpPr>
        <p:spPr>
          <a:xfrm>
            <a:off x="611560" y="339502"/>
            <a:ext cx="878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16 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D04EDB-3A73-4CEC-BCA4-FBCED3D42F4B}"/>
              </a:ext>
            </a:extLst>
          </p:cNvPr>
          <p:cNvSpPr/>
          <p:nvPr/>
        </p:nvSpPr>
        <p:spPr>
          <a:xfrm>
            <a:off x="1403648" y="344169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证明狄利克雷函数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9578AA4-306C-4A45-8EA3-4FAB7757E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64612"/>
              </p:ext>
            </p:extLst>
          </p:nvPr>
        </p:nvGraphicFramePr>
        <p:xfrm>
          <a:off x="3995936" y="195263"/>
          <a:ext cx="2692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46" name="Equation" r:id="rId3" imgW="2692080" imgH="863280" progId="Equation.DSMT4">
                  <p:embed/>
                </p:oleObj>
              </mc:Choice>
              <mc:Fallback>
                <p:oleObj name="Equation" r:id="rId3" imgW="26920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95936" y="195263"/>
                        <a:ext cx="26924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588519E-B9FA-40B7-B80B-5FF840D3111E}"/>
              </a:ext>
            </a:extLst>
          </p:cNvPr>
          <p:cNvSpPr/>
          <p:nvPr/>
        </p:nvSpPr>
        <p:spPr>
          <a:xfrm>
            <a:off x="6628138" y="363703"/>
            <a:ext cx="2223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不存在原函数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1418A6-A44D-4897-A526-4C550A0AA3A9}"/>
              </a:ext>
            </a:extLst>
          </p:cNvPr>
          <p:cNvSpPr/>
          <p:nvPr/>
        </p:nvSpPr>
        <p:spPr>
          <a:xfrm>
            <a:off x="683568" y="113159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A1B91FF-8122-4080-BF9D-BFC3CDAE198E}"/>
              </a:ext>
            </a:extLst>
          </p:cNvPr>
          <p:cNvGrpSpPr/>
          <p:nvPr/>
        </p:nvGrpSpPr>
        <p:grpSpPr>
          <a:xfrm>
            <a:off x="1243304" y="1132270"/>
            <a:ext cx="3716909" cy="463480"/>
            <a:chOff x="1243304" y="1132270"/>
            <a:chExt cx="3716909" cy="46348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E21809A-EA2B-4E0A-A42F-BF46A189D83E}"/>
                </a:ext>
              </a:extLst>
            </p:cNvPr>
            <p:cNvSpPr/>
            <p:nvPr/>
          </p:nvSpPr>
          <p:spPr>
            <a:xfrm>
              <a:off x="1243304" y="1134085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反设</a:t>
              </a:r>
              <a:endParaRPr lang="zh-CN" altLang="en-US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12DDD9F-6C88-4970-B803-33BE326C92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9034204"/>
                </p:ext>
              </p:extLst>
            </p:nvPr>
          </p:nvGraphicFramePr>
          <p:xfrm>
            <a:off x="1979712" y="1209314"/>
            <a:ext cx="2451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47" name="Equation" r:id="rId5" imgW="2450880" imgH="355320" progId="Equation.DSMT4">
                    <p:embed/>
                  </p:oleObj>
                </mc:Choice>
                <mc:Fallback>
                  <p:oleObj name="Equation" r:id="rId5" imgW="245088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79712" y="1209314"/>
                          <a:ext cx="2451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8CD8104-98D1-458C-90AB-5452AE43E361}"/>
                </a:ext>
              </a:extLst>
            </p:cNvPr>
            <p:cNvSpPr/>
            <p:nvPr/>
          </p:nvSpPr>
          <p:spPr>
            <a:xfrm>
              <a:off x="4466167" y="1132270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endParaRPr lang="zh-CN" altLang="en-US" dirty="0"/>
            </a:p>
          </p:txBody>
        </p: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E7944A9-4336-417C-9FEE-6B60891FA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230595"/>
              </p:ext>
            </p:extLst>
          </p:nvPr>
        </p:nvGraphicFramePr>
        <p:xfrm>
          <a:off x="1449388" y="1920875"/>
          <a:ext cx="207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48" name="Equation" r:id="rId7" imgW="2070000" imgH="355320" progId="Equation.DSMT4">
                  <p:embed/>
                </p:oleObj>
              </mc:Choice>
              <mc:Fallback>
                <p:oleObj name="Equation" r:id="rId7" imgW="20700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9388" y="1920875"/>
                        <a:ext cx="2070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A473AD1-AD08-4E17-AAFB-ED13557C0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118095"/>
              </p:ext>
            </p:extLst>
          </p:nvPr>
        </p:nvGraphicFramePr>
        <p:xfrm>
          <a:off x="3923928" y="1856527"/>
          <a:ext cx="260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49" name="Equation" r:id="rId9" imgW="2603160" imgH="431640" progId="Equation.DSMT4">
                  <p:embed/>
                </p:oleObj>
              </mc:Choice>
              <mc:Fallback>
                <p:oleObj name="Equation" r:id="rId9" imgW="2603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23928" y="1856527"/>
                        <a:ext cx="2603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BFCAD898-92B2-4CC8-95BA-BD2793F680A9}"/>
              </a:ext>
            </a:extLst>
          </p:cNvPr>
          <p:cNvGrpSpPr/>
          <p:nvPr/>
        </p:nvGrpSpPr>
        <p:grpSpPr>
          <a:xfrm>
            <a:off x="742243" y="2632436"/>
            <a:ext cx="2029557" cy="723900"/>
            <a:chOff x="742243" y="2632436"/>
            <a:chExt cx="2029557" cy="7239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1D37A37-1915-43AD-ADB7-0B938892DC12}"/>
                </a:ext>
              </a:extLst>
            </p:cNvPr>
            <p:cNvSpPr/>
            <p:nvPr/>
          </p:nvSpPr>
          <p:spPr>
            <a:xfrm>
              <a:off x="742243" y="2715766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A544AC4-B2BE-4BE8-B6DB-495C9BA5A9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0258464"/>
                </p:ext>
              </p:extLst>
            </p:nvPr>
          </p:nvGraphicFramePr>
          <p:xfrm>
            <a:off x="1616100" y="2632436"/>
            <a:ext cx="1155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50" name="Equation" r:id="rId11" imgW="1155600" imgH="723600" progId="Equation.DSMT4">
                    <p:embed/>
                  </p:oleObj>
                </mc:Choice>
                <mc:Fallback>
                  <p:oleObj name="Equation" r:id="rId11" imgW="11556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16100" y="2632436"/>
                          <a:ext cx="1155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C289401A-77DE-4A4F-9E09-92C6A72AF537}"/>
              </a:ext>
            </a:extLst>
          </p:cNvPr>
          <p:cNvSpPr/>
          <p:nvPr/>
        </p:nvSpPr>
        <p:spPr>
          <a:xfrm>
            <a:off x="2813564" y="2741728"/>
            <a:ext cx="26527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由达布定理得存在</a:t>
            </a:r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04AE2CC-FE69-418E-B991-0268A40A57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67860"/>
              </p:ext>
            </p:extLst>
          </p:nvPr>
        </p:nvGraphicFramePr>
        <p:xfrm>
          <a:off x="5479501" y="2730698"/>
          <a:ext cx="142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51" name="Equation" r:id="rId13" imgW="1422360" imgH="431640" progId="Equation.DSMT4">
                  <p:embed/>
                </p:oleObj>
              </mc:Choice>
              <mc:Fallback>
                <p:oleObj name="Equation" r:id="rId13" imgW="1422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79501" y="2730698"/>
                        <a:ext cx="1422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A5F1A4FB-051E-4B6D-9E68-C6A80338CB90}"/>
              </a:ext>
            </a:extLst>
          </p:cNvPr>
          <p:cNvSpPr/>
          <p:nvPr/>
        </p:nvSpPr>
        <p:spPr>
          <a:xfrm>
            <a:off x="6915063" y="271576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E4690E5-5C66-4C92-B78F-ADDB2BD24A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438862"/>
              </p:ext>
            </p:extLst>
          </p:nvPr>
        </p:nvGraphicFramePr>
        <p:xfrm>
          <a:off x="3009652" y="3356336"/>
          <a:ext cx="2260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52" name="Equation" r:id="rId15" imgW="2260440" imgH="723600" progId="Equation.DSMT4">
                  <p:embed/>
                </p:oleObj>
              </mc:Choice>
              <mc:Fallback>
                <p:oleObj name="Equation" r:id="rId15" imgW="22604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09652" y="3356336"/>
                        <a:ext cx="2260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DCDAC62D-ABF3-4EF4-87B6-AA85F6A2B0F8}"/>
              </a:ext>
            </a:extLst>
          </p:cNvPr>
          <p:cNvGrpSpPr/>
          <p:nvPr/>
        </p:nvGrpSpPr>
        <p:grpSpPr>
          <a:xfrm>
            <a:off x="703500" y="4191074"/>
            <a:ext cx="7828940" cy="461665"/>
            <a:chOff x="703500" y="4191074"/>
            <a:chExt cx="7828940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83C2662-C514-45D0-92ED-E9F6BB0BB0FD}"/>
                </a:ext>
              </a:extLst>
            </p:cNvPr>
            <p:cNvSpPr/>
            <p:nvPr/>
          </p:nvSpPr>
          <p:spPr>
            <a:xfrm>
              <a:off x="703500" y="4191074"/>
              <a:ext cx="78289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        函数值域矛盾，假设错误，故         不存在原函数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endParaRPr lang="zh-CN" altLang="en-US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E5048F2-CC3B-4619-B3A3-9836C3D451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6677453"/>
                </p:ext>
              </p:extLst>
            </p:nvPr>
          </p:nvGraphicFramePr>
          <p:xfrm>
            <a:off x="5724128" y="4278846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53" name="Equation" r:id="rId17" imgW="647640" imgH="342720" progId="Equation.DSMT4">
                    <p:embed/>
                  </p:oleObj>
                </mc:Choice>
                <mc:Fallback>
                  <p:oleObj name="Equation" r:id="rId17" imgW="6476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724128" y="4278846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0A858D6-557F-4945-A792-8BD3371524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8369118"/>
                </p:ext>
              </p:extLst>
            </p:nvPr>
          </p:nvGraphicFramePr>
          <p:xfrm>
            <a:off x="1101663" y="4280581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54" name="Equation" r:id="rId19" imgW="647640" imgH="342720" progId="Equation.DSMT4">
                    <p:embed/>
                  </p:oleObj>
                </mc:Choice>
                <mc:Fallback>
                  <p:oleObj name="Equation" r:id="rId19" imgW="6476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01663" y="4280581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2888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2987824" y="577338"/>
            <a:ext cx="3123456" cy="1562364"/>
            <a:chOff x="2987824" y="577338"/>
            <a:chExt cx="3123456" cy="1562364"/>
          </a:xfrm>
        </p:grpSpPr>
        <p:sp>
          <p:nvSpPr>
            <p:cNvPr id="27" name="圆角矩形 26"/>
            <p:cNvSpPr/>
            <p:nvPr/>
          </p:nvSpPr>
          <p:spPr bwMode="auto">
            <a:xfrm>
              <a:off x="2987824" y="699542"/>
              <a:ext cx="3123456" cy="1440160"/>
            </a:xfrm>
            <a:prstGeom prst="roundRect">
              <a:avLst/>
            </a:prstGeom>
            <a:solidFill>
              <a:srgbClr val="FFFF00"/>
            </a:solidFill>
            <a:ln w="25400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宋体" pitchFamily="2" charset="-122"/>
                <a:cs typeface="+mn-cs"/>
              </a:endParaRPr>
            </a:p>
          </p:txBody>
        </p:sp>
        <p:sp>
          <p:nvSpPr>
            <p:cNvPr id="28" name="TextBox 69"/>
            <p:cNvSpPr txBox="1">
              <a:spLocks noChangeArrowheads="1"/>
            </p:cNvSpPr>
            <p:nvPr/>
          </p:nvSpPr>
          <p:spPr bwMode="auto">
            <a:xfrm>
              <a:off x="2987824" y="577338"/>
              <a:ext cx="3123456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algn="ctr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922963" algn="l"/>
                </a:tabLst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拉格朗日中值定理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29" name="Object 12"/>
            <p:cNvGraphicFramePr>
              <a:graphicFrameLocks noChangeAspect="1"/>
            </p:cNvGraphicFramePr>
            <p:nvPr/>
          </p:nvGraphicFramePr>
          <p:xfrm>
            <a:off x="3347864" y="1345382"/>
            <a:ext cx="2482850" cy="722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918" name="Equation" r:id="rId3" imgW="2489040" imgH="736560" progId="Equation.DSMT4">
                    <p:embed/>
                  </p:oleObj>
                </mc:Choice>
                <mc:Fallback>
                  <p:oleObj name="Equation" r:id="rId3" imgW="2489040" imgH="73656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1345382"/>
                          <a:ext cx="2482850" cy="722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/>
          <p:nvPr/>
        </p:nvGrpSpPr>
        <p:grpSpPr>
          <a:xfrm>
            <a:off x="827584" y="3003798"/>
            <a:ext cx="3123456" cy="1562364"/>
            <a:chOff x="2987824" y="577338"/>
            <a:chExt cx="3123456" cy="1562364"/>
          </a:xfrm>
        </p:grpSpPr>
        <p:sp>
          <p:nvSpPr>
            <p:cNvPr id="33" name="圆角矩形 32"/>
            <p:cNvSpPr/>
            <p:nvPr/>
          </p:nvSpPr>
          <p:spPr bwMode="auto">
            <a:xfrm>
              <a:off x="2987824" y="699542"/>
              <a:ext cx="3123456" cy="1440160"/>
            </a:xfrm>
            <a:prstGeom prst="roundRect">
              <a:avLst/>
            </a:prstGeom>
            <a:solidFill>
              <a:srgbClr val="FFFF00"/>
            </a:solidFill>
            <a:ln w="25400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宋体" pitchFamily="2" charset="-122"/>
                <a:cs typeface="+mn-cs"/>
              </a:endParaRPr>
            </a:p>
          </p:txBody>
        </p:sp>
        <p:sp>
          <p:nvSpPr>
            <p:cNvPr id="34" name="TextBox 69"/>
            <p:cNvSpPr txBox="1">
              <a:spLocks noChangeArrowheads="1"/>
            </p:cNvSpPr>
            <p:nvPr/>
          </p:nvSpPr>
          <p:spPr bwMode="auto">
            <a:xfrm>
              <a:off x="2987824" y="577338"/>
              <a:ext cx="3123456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algn="ctr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922963" algn="l"/>
                </a:tabLst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罗尔定理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35" name="Object 12"/>
            <p:cNvGraphicFramePr>
              <a:graphicFrameLocks noChangeAspect="1"/>
            </p:cNvGraphicFramePr>
            <p:nvPr/>
          </p:nvGraphicFramePr>
          <p:xfrm>
            <a:off x="4070003" y="1531178"/>
            <a:ext cx="103822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919" name="Equation" r:id="rId5" imgW="1041120" imgH="355320" progId="Equation.DSMT4">
                    <p:embed/>
                  </p:oleObj>
                </mc:Choice>
                <mc:Fallback>
                  <p:oleObj name="Equation" r:id="rId5" imgW="1041120" imgH="35532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0003" y="1531178"/>
                          <a:ext cx="1038225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/>
          <p:cNvGrpSpPr/>
          <p:nvPr/>
        </p:nvGrpSpPr>
        <p:grpSpPr>
          <a:xfrm>
            <a:off x="5364088" y="3003798"/>
            <a:ext cx="3123456" cy="1562364"/>
            <a:chOff x="2987824" y="577338"/>
            <a:chExt cx="3123456" cy="1562364"/>
          </a:xfrm>
        </p:grpSpPr>
        <p:sp>
          <p:nvSpPr>
            <p:cNvPr id="37" name="圆角矩形 36"/>
            <p:cNvSpPr/>
            <p:nvPr/>
          </p:nvSpPr>
          <p:spPr bwMode="auto">
            <a:xfrm>
              <a:off x="2987824" y="699542"/>
              <a:ext cx="3123456" cy="1440160"/>
            </a:xfrm>
            <a:prstGeom prst="roundRect">
              <a:avLst/>
            </a:prstGeom>
            <a:solidFill>
              <a:srgbClr val="FFFF00"/>
            </a:solidFill>
            <a:ln w="25400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宋体" pitchFamily="2" charset="-122"/>
                <a:cs typeface="+mn-cs"/>
              </a:endParaRPr>
            </a:p>
          </p:txBody>
        </p:sp>
        <p:sp>
          <p:nvSpPr>
            <p:cNvPr id="38" name="TextBox 69"/>
            <p:cNvSpPr txBox="1">
              <a:spLocks noChangeArrowheads="1"/>
            </p:cNvSpPr>
            <p:nvPr/>
          </p:nvSpPr>
          <p:spPr bwMode="auto">
            <a:xfrm>
              <a:off x="2987824" y="577338"/>
              <a:ext cx="3123456" cy="698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algn="ctr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922963" algn="l"/>
                </a:tabLst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柯西中值定理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graphicFrame>
          <p:nvGraphicFramePr>
            <p:cNvPr id="39" name="Object 12"/>
            <p:cNvGraphicFramePr>
              <a:graphicFrameLocks noChangeAspect="1"/>
            </p:cNvGraphicFramePr>
            <p:nvPr/>
          </p:nvGraphicFramePr>
          <p:xfrm>
            <a:off x="3297461" y="1321628"/>
            <a:ext cx="2584450" cy="771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920" name="Equation" r:id="rId7" imgW="2590560" imgH="787320" progId="Equation.DSMT4">
                    <p:embed/>
                  </p:oleObj>
                </mc:Choice>
                <mc:Fallback>
                  <p:oleObj name="Equation" r:id="rId7" imgW="2590560" imgH="787320" progId="Equation.DSMT4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7461" y="1321628"/>
                          <a:ext cx="2584450" cy="771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3" name="直接箭头连接符 42"/>
          <p:cNvCxnSpPr/>
          <p:nvPr/>
        </p:nvCxnSpPr>
        <p:spPr>
          <a:xfrm rot="10800000">
            <a:off x="5830714" y="2139702"/>
            <a:ext cx="1095102" cy="9863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rot="10800000" flipV="1">
            <a:off x="2389312" y="2139702"/>
            <a:ext cx="958552" cy="9863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Object 12"/>
          <p:cNvGraphicFramePr>
            <a:graphicFrameLocks noChangeAspect="1"/>
          </p:cNvGraphicFramePr>
          <p:nvPr/>
        </p:nvGraphicFramePr>
        <p:xfrm>
          <a:off x="6493023" y="2451993"/>
          <a:ext cx="11033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21" name="Equation" r:id="rId9" imgW="1104840" imgH="342720" progId="Equation.DSMT4">
                  <p:embed/>
                </p:oleObj>
              </mc:Choice>
              <mc:Fallback>
                <p:oleObj name="Equation" r:id="rId9" imgW="1104840" imgH="34272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3023" y="2451993"/>
                        <a:ext cx="1103313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7" name="Object 19"/>
          <p:cNvGraphicFramePr>
            <a:graphicFrameLocks noChangeAspect="1"/>
          </p:cNvGraphicFramePr>
          <p:nvPr/>
        </p:nvGraphicFramePr>
        <p:xfrm>
          <a:off x="1259632" y="2451100"/>
          <a:ext cx="15097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22" name="Equation" r:id="rId11" imgW="1511280" imgH="342720" progId="Equation.DSMT4">
                  <p:embed/>
                </p:oleObj>
              </mc:Choice>
              <mc:Fallback>
                <p:oleObj name="Equation" r:id="rId11" imgW="1511280" imgH="34272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451100"/>
                        <a:ext cx="1509713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3">
            <a:extLst>
              <a:ext uri="{FF2B5EF4-FFF2-40B4-BE49-F238E27FC236}">
                <a16:creationId xmlns:a16="http://schemas.microsoft.com/office/drawing/2014/main" id="{1B8F221C-54D6-4BF3-B58A-113E3A62A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71550"/>
            <a:ext cx="45894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微分中值定理的应用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FA2BEE95-38BB-4774-934C-6A049BDC3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304950"/>
            <a:ext cx="3117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+mj-ea"/>
                <a:ea typeface="+mj-ea"/>
              </a:rPr>
              <a:t>(1) </a:t>
            </a:r>
            <a:r>
              <a:rPr kumimoji="1" lang="zh-CN" altLang="en-US" sz="2400" b="1">
                <a:latin typeface="+mj-ea"/>
                <a:ea typeface="+mj-ea"/>
              </a:rPr>
              <a:t>证明恒等式</a:t>
            </a:r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DE6CFC69-5928-40FA-9D41-81F4EFA37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838350"/>
            <a:ext cx="3117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+mj-ea"/>
                <a:ea typeface="+mj-ea"/>
              </a:rPr>
              <a:t>(2) </a:t>
            </a:r>
            <a:r>
              <a:rPr kumimoji="1" lang="zh-CN" altLang="en-US" sz="2400" b="1">
                <a:latin typeface="+mj-ea"/>
                <a:ea typeface="+mj-ea"/>
              </a:rPr>
              <a:t>证明不等式</a:t>
            </a:r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15ADA736-1029-4958-86AE-3D1E64B1E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387625"/>
            <a:ext cx="56276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+mj-ea"/>
                <a:ea typeface="+mj-ea"/>
              </a:rPr>
              <a:t>(3) </a:t>
            </a:r>
            <a:r>
              <a:rPr kumimoji="1" lang="zh-CN" altLang="en-US" sz="2400" b="1">
                <a:latin typeface="+mj-ea"/>
                <a:ea typeface="+mj-ea"/>
              </a:rPr>
              <a:t>证明有关中值问题的结论</a:t>
            </a: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4FABDE98-D1E9-403E-A70B-1EF053CDE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3147814"/>
            <a:ext cx="7776864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关键</a:t>
            </a: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利用逆向思维设辅助函数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259740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C0150D0-4DAB-4808-9365-1E0EA3861D87}"/>
              </a:ext>
            </a:extLst>
          </p:cNvPr>
          <p:cNvSpPr txBox="1">
            <a:spLocks noChangeArrowheads="1"/>
          </p:cNvSpPr>
          <p:nvPr/>
        </p:nvSpPr>
        <p:spPr>
          <a:xfrm>
            <a:off x="3219030" y="2029586"/>
            <a:ext cx="2520280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罗尔中值定理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88F392E-CF6A-48A9-BAB5-DAA53ECD1348}"/>
              </a:ext>
            </a:extLst>
          </p:cNvPr>
          <p:cNvSpPr txBox="1">
            <a:spLocks noChangeArrowheads="1"/>
          </p:cNvSpPr>
          <p:nvPr/>
        </p:nvSpPr>
        <p:spPr>
          <a:xfrm>
            <a:off x="3121324" y="2713378"/>
            <a:ext cx="3024336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拉格朗日中值定理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11E69CB7-5345-4959-B6A7-BFA47A4AB96B}"/>
              </a:ext>
            </a:extLst>
          </p:cNvPr>
          <p:cNvSpPr txBox="1">
            <a:spLocks noChangeArrowheads="1"/>
          </p:cNvSpPr>
          <p:nvPr/>
        </p:nvSpPr>
        <p:spPr>
          <a:xfrm>
            <a:off x="3128807" y="3578202"/>
            <a:ext cx="2376264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柯西中值定理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E92A3D-13E3-44E2-BDB7-DC5D1DB258BB}"/>
              </a:ext>
            </a:extLst>
          </p:cNvPr>
          <p:cNvSpPr txBox="1">
            <a:spLocks noChangeArrowheads="1"/>
          </p:cNvSpPr>
          <p:nvPr/>
        </p:nvSpPr>
        <p:spPr>
          <a:xfrm>
            <a:off x="3563888" y="987574"/>
            <a:ext cx="2520280" cy="60960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练习题</a:t>
            </a:r>
          </a:p>
        </p:txBody>
      </p:sp>
    </p:spTree>
    <p:extLst>
      <p:ext uri="{BB962C8B-B14F-4D97-AF65-F5344CB8AC3E}">
        <p14:creationId xmlns:p14="http://schemas.microsoft.com/office/powerpoint/2010/main" val="4263747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0D18948-FD23-40A3-89C3-0F19A9BDB378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555526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                                                               则在          内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7334B51-9423-4CD3-9B43-BB605E69EAC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31740" y="629367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50" name="Equation" r:id="rId3" imgW="1815840" imgH="342720" progId="Equation.DSMT4">
                  <p:embed/>
                </p:oleObj>
              </mc:Choice>
              <mc:Fallback>
                <p:oleObj name="Equation" r:id="rId3" imgW="181584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7334B51-9423-4CD3-9B43-BB605E69EA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1740" y="629367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E363378-8574-44A3-A699-86212AE04E8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01668" y="629367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51" name="Equation" r:id="rId5" imgW="1854000" imgH="342720" progId="Equation.DSMT4">
                  <p:embed/>
                </p:oleObj>
              </mc:Choice>
              <mc:Fallback>
                <p:oleObj name="Equation" r:id="rId5" imgW="185400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E363378-8574-44A3-A699-86212AE04E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01668" y="629367"/>
                        <a:ext cx="1854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B9FE6EA-AA3F-4035-AA28-9BE02478E22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44357" y="615797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52" name="Equation" r:id="rId7" imgW="711000" imgH="279360" progId="Equation.DSMT4">
                  <p:embed/>
                </p:oleObj>
              </mc:Choice>
              <mc:Fallback>
                <p:oleObj name="Equation" r:id="rId7" imgW="71100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B9FE6EA-AA3F-4035-AA28-9BE02478E2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44357" y="615797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E5C891E-1A6B-4FE9-AF2A-EF17667BE7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22185" y="608453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53" name="Equation" r:id="rId9" imgW="660240" imgH="342720" progId="Equation.DSMT4">
                  <p:embed/>
                </p:oleObj>
              </mc:Choice>
              <mc:Fallback>
                <p:oleObj name="Equation" r:id="rId9" imgW="66024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E5C891E-1A6B-4FE9-AF2A-EF17667BE7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22185" y="608453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56E0E24-6343-48A3-B68B-A5676751A47A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" y="1120036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三点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，有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885D177-0A3F-4706-896A-23C5D5256B5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63700" y="1176859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54" name="Equation" r:id="rId11" imgW="736560" imgH="330120" progId="Equation.DSMT4">
                  <p:embed/>
                </p:oleObj>
              </mc:Choice>
              <mc:Fallback>
                <p:oleObj name="Equation" r:id="rId11" imgW="736560" imgH="3301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885D177-0A3F-4706-896A-23C5D5256B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63700" y="1176859"/>
                        <a:ext cx="73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3D5D769-5F6C-46B5-9F2C-5953B84D742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39790" y="984919"/>
          <a:ext cx="529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55" name="Equation" r:id="rId13" imgW="5295600" imgH="787320" progId="Equation.DSMT4">
                  <p:embed/>
                </p:oleObj>
              </mc:Choice>
              <mc:Fallback>
                <p:oleObj name="Equation" r:id="rId13" imgW="529560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3D5D769-5F6C-46B5-9F2C-5953B84D7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39790" y="984919"/>
                        <a:ext cx="5295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70610E5D-61BE-4471-8A1D-324655CD9203}"/>
              </a:ext>
            </a:extLst>
          </p:cNvPr>
          <p:cNvSpPr txBox="1">
            <a:spLocks noChangeArrowheads="1"/>
          </p:cNvSpPr>
          <p:nvPr/>
        </p:nvSpPr>
        <p:spPr>
          <a:xfrm>
            <a:off x="753756" y="1990890"/>
            <a:ext cx="846708" cy="643010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9F4DB70-208F-4BE6-BDA4-5F38A9F7E2AC}"/>
              </a:ext>
            </a:extLst>
          </p:cNvPr>
          <p:cNvGrpSpPr/>
          <p:nvPr/>
        </p:nvGrpSpPr>
        <p:grpSpPr>
          <a:xfrm>
            <a:off x="1259432" y="1948423"/>
            <a:ext cx="6707458" cy="787400"/>
            <a:chOff x="1259432" y="2420977"/>
            <a:chExt cx="6707458" cy="787400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535D45A9-EF90-486E-B40F-D867E2FFB33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259432" y="2513915"/>
              <a:ext cx="2281735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即证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A6F2112-5863-4CA7-8745-C5135B560D5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39190" y="2420977"/>
            <a:ext cx="57277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56" name="Equation" r:id="rId15" imgW="5727600" imgH="787320" progId="Equation.DSMT4">
                    <p:embed/>
                  </p:oleObj>
                </mc:Choice>
                <mc:Fallback>
                  <p:oleObj name="Equation" r:id="rId15" imgW="5727600" imgH="7873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DA6F2112-5863-4CA7-8745-C5135B560D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39190" y="2420977"/>
                          <a:ext cx="57277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4E90D8DF-BE83-41F3-ACE2-8E05F85FDB40}"/>
              </a:ext>
            </a:extLst>
          </p:cNvPr>
          <p:cNvSpPr txBox="1">
            <a:spLocks noChangeArrowheads="1"/>
          </p:cNvSpPr>
          <p:nvPr/>
        </p:nvSpPr>
        <p:spPr>
          <a:xfrm>
            <a:off x="2783471" y="2786294"/>
            <a:ext cx="3004269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由柯西中值定理得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C554094-40DA-42A0-BC13-A61795ACA35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17275" y="3510200"/>
          <a:ext cx="264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57" name="Equation" r:id="rId17" imgW="2641320" imgH="787320" progId="Equation.DSMT4">
                  <p:embed/>
                </p:oleObj>
              </mc:Choice>
              <mc:Fallback>
                <p:oleObj name="Equation" r:id="rId17" imgW="2641320" imgH="787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C554094-40DA-42A0-BC13-A61795ACA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17275" y="3510200"/>
                        <a:ext cx="2641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0FE3D47-6B67-4AA5-A85A-349D9BCD6DC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95913" y="3643313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58" name="Equation" r:id="rId19" imgW="1384200" imgH="342720" progId="Equation.DSMT4">
                  <p:embed/>
                </p:oleObj>
              </mc:Choice>
              <mc:Fallback>
                <p:oleObj name="Equation" r:id="rId19" imgW="138420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0FE3D47-6B67-4AA5-A85A-349D9BCD6D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95913" y="3643313"/>
                        <a:ext cx="1384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20615077-1B65-4AA9-BF77-D80115D42C28}"/>
              </a:ext>
            </a:extLst>
          </p:cNvPr>
          <p:cNvGrpSpPr/>
          <p:nvPr/>
        </p:nvGrpSpPr>
        <p:grpSpPr>
          <a:xfrm>
            <a:off x="971601" y="2796698"/>
            <a:ext cx="2016224" cy="601523"/>
            <a:chOff x="971601" y="2796698"/>
            <a:chExt cx="2016224" cy="601523"/>
          </a:xfrm>
        </p:grpSpPr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F5D71848-DD2D-46F7-A521-DEE3FD8CD52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1601" y="2796698"/>
              <a:ext cx="2016224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FC669F96-C418-4838-8F7B-466E82C5EC1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65250" y="2828761"/>
            <a:ext cx="1333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59" name="Equation" r:id="rId21" imgW="1333440" imgH="419040" progId="Equation.DSMT4">
                    <p:embed/>
                  </p:oleObj>
                </mc:Choice>
                <mc:Fallback>
                  <p:oleObj name="Equation" r:id="rId21" imgW="1333440" imgH="41904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FC669F96-C418-4838-8F7B-466E82C5EC1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65250" y="2828761"/>
                          <a:ext cx="1333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1181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6619B23-A4B4-46A8-8868-F9D2BE3EC06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83768" y="474493"/>
          <a:ext cx="264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04" name="Equation" r:id="rId3" imgW="2641320" imgH="787320" progId="Equation.DSMT4">
                  <p:embed/>
                </p:oleObj>
              </mc:Choice>
              <mc:Fallback>
                <p:oleObj name="Equation" r:id="rId3" imgW="264132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6619B23-A4B4-46A8-8868-F9D2BE3EC0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474493"/>
                        <a:ext cx="2641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518F0AA-2045-49A7-A968-1858C1FA454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64250" y="573088"/>
          <a:ext cx="139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05" name="Equation" r:id="rId5" imgW="1396800" imgH="342720" progId="Equation.DSMT4">
                  <p:embed/>
                </p:oleObj>
              </mc:Choice>
              <mc:Fallback>
                <p:oleObj name="Equation" r:id="rId5" imgW="139680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518F0AA-2045-49A7-A968-1858C1FA4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64250" y="573088"/>
                        <a:ext cx="1397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39823F2E-4828-43E0-9D91-A32AA6B5B296}"/>
              </a:ext>
            </a:extLst>
          </p:cNvPr>
          <p:cNvGrpSpPr/>
          <p:nvPr/>
        </p:nvGrpSpPr>
        <p:grpSpPr>
          <a:xfrm>
            <a:off x="527102" y="1313363"/>
            <a:ext cx="6993706" cy="601523"/>
            <a:chOff x="527102" y="1313363"/>
            <a:chExt cx="6993706" cy="601523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009FFAFA-56C4-4EDB-AE19-948CC08F2D3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7102" y="1313363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02EEA15-ECC3-47C9-9FF4-1911692CD21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83286" y="1347221"/>
            <a:ext cx="3302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06" name="Equation" r:id="rId7" imgW="3301920" imgH="355320" progId="Equation.DSMT4">
                    <p:embed/>
                  </p:oleObj>
                </mc:Choice>
                <mc:Fallback>
                  <p:oleObj name="Equation" r:id="rId7" imgW="3301920" imgH="3553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702EEA15-ECC3-47C9-9FF4-1911692CD2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83286" y="1347221"/>
                          <a:ext cx="3302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80D8F50-7760-4C40-B643-42E353AF1FA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23808" y="1370422"/>
            <a:ext cx="139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07" name="Equation" r:id="rId9" imgW="1396800" imgH="342720" progId="Equation.DSMT4">
                    <p:embed/>
                  </p:oleObj>
                </mc:Choice>
                <mc:Fallback>
                  <p:oleObj name="Equation" r:id="rId9" imgW="139680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780D8F50-7760-4C40-B643-42E353AF1F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123808" y="1370422"/>
                          <a:ext cx="1397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051C435C-1991-42AA-A1B5-009B247EAA7D}"/>
              </a:ext>
            </a:extLst>
          </p:cNvPr>
          <p:cNvSpPr txBox="1">
            <a:spLocks noChangeArrowheads="1"/>
          </p:cNvSpPr>
          <p:nvPr/>
        </p:nvSpPr>
        <p:spPr>
          <a:xfrm>
            <a:off x="2934629" y="2732371"/>
            <a:ext cx="3302000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再由柯西中值定理得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634F3AE-C6C1-418F-93FF-1C106BF153D1}"/>
              </a:ext>
            </a:extLst>
          </p:cNvPr>
          <p:cNvGrpSpPr/>
          <p:nvPr/>
        </p:nvGrpSpPr>
        <p:grpSpPr>
          <a:xfrm>
            <a:off x="575395" y="1872114"/>
            <a:ext cx="3387080" cy="787400"/>
            <a:chOff x="575395" y="1872114"/>
            <a:chExt cx="3387080" cy="787400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74FDC6C7-51CD-4146-968C-F59FABA4B9D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5395" y="1933379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7D56753-7D19-4C49-9736-8F8E54EE43A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295475" y="1872114"/>
            <a:ext cx="26670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08" name="Equation" r:id="rId11" imgW="2666880" imgH="787320" progId="Equation.DSMT4">
                    <p:embed/>
                  </p:oleObj>
                </mc:Choice>
                <mc:Fallback>
                  <p:oleObj name="Equation" r:id="rId11" imgW="2666880" imgH="7873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B7D56753-7D19-4C49-9736-8F8E54EE43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95475" y="1872114"/>
                          <a:ext cx="26670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808F772-3B47-4441-AF9C-DC83F6D6BAFA}"/>
              </a:ext>
            </a:extLst>
          </p:cNvPr>
          <p:cNvGrpSpPr/>
          <p:nvPr/>
        </p:nvGrpSpPr>
        <p:grpSpPr>
          <a:xfrm>
            <a:off x="4518931" y="1897023"/>
            <a:ext cx="3270284" cy="787400"/>
            <a:chOff x="4518931" y="1897023"/>
            <a:chExt cx="3270284" cy="787400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5AABBECD-F56E-4299-B4B8-18B63728DAB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18931" y="1995771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75D5FFC-633D-496F-9568-C837A1A6EB6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134915" y="1897023"/>
            <a:ext cx="26543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09" name="Equation" r:id="rId13" imgW="2654280" imgH="787320" progId="Equation.DSMT4">
                    <p:embed/>
                  </p:oleObj>
                </mc:Choice>
                <mc:Fallback>
                  <p:oleObj name="Equation" r:id="rId13" imgW="2654280" imgH="7873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C75D5FFC-633D-496F-9568-C837A1A6EB6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134915" y="1897023"/>
                          <a:ext cx="26543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77636B9-0743-4D90-A79B-374741D00E4B}"/>
              </a:ext>
            </a:extLst>
          </p:cNvPr>
          <p:cNvGrpSpPr/>
          <p:nvPr/>
        </p:nvGrpSpPr>
        <p:grpSpPr>
          <a:xfrm>
            <a:off x="1115616" y="3320401"/>
            <a:ext cx="6322573" cy="736600"/>
            <a:chOff x="1115616" y="3320401"/>
            <a:chExt cx="6322573" cy="736600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30FCBBB-9D6F-4877-AADA-960B7DE7C8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6504451"/>
                </p:ext>
              </p:extLst>
            </p:nvPr>
          </p:nvGraphicFramePr>
          <p:xfrm>
            <a:off x="1115616" y="3320401"/>
            <a:ext cx="4419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10" name="Equation" r:id="rId15" imgW="4419360" imgH="736560" progId="Equation.DSMT4">
                    <p:embed/>
                  </p:oleObj>
                </mc:Choice>
                <mc:Fallback>
                  <p:oleObj name="Equation" r:id="rId15" imgW="4419360" imgH="7365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E30FCBBB-9D6F-4877-AADA-960B7DE7C8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15616" y="3320401"/>
                          <a:ext cx="4419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12A14D3-8C23-4B5D-A709-3317247D29B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066589" y="3472704"/>
            <a:ext cx="1371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11" name="Equation" r:id="rId17" imgW="1371600" imgH="342720" progId="Equation.DSMT4">
                    <p:embed/>
                  </p:oleObj>
                </mc:Choice>
                <mc:Fallback>
                  <p:oleObj name="Equation" r:id="rId17" imgW="137160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112A14D3-8C23-4B5D-A709-3317247D29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066589" y="3472704"/>
                          <a:ext cx="1371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E195EF4-4453-4EF3-9D61-F5D88B605D47}"/>
              </a:ext>
            </a:extLst>
          </p:cNvPr>
          <p:cNvGrpSpPr/>
          <p:nvPr/>
        </p:nvGrpSpPr>
        <p:grpSpPr>
          <a:xfrm>
            <a:off x="1010144" y="4165275"/>
            <a:ext cx="4015949" cy="736600"/>
            <a:chOff x="4576519" y="4117576"/>
            <a:chExt cx="4015949" cy="736600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788FED7-788E-4D3F-8469-5B176CECAEE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125368" y="4117576"/>
            <a:ext cx="34671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12" name="Equation" r:id="rId19" imgW="3466800" imgH="736560" progId="Equation.DSMT4">
                    <p:embed/>
                  </p:oleObj>
                </mc:Choice>
                <mc:Fallback>
                  <p:oleObj name="Equation" r:id="rId19" imgW="3466800" imgH="7365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788FED7-788E-4D3F-8469-5B176CECAEE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125368" y="4117576"/>
                          <a:ext cx="34671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071F8F3F-78BC-4FAF-9872-CBEFFAF3F79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6519" y="4252653"/>
              <a:ext cx="949587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9F8C7E2-44D3-467A-A074-BDE5C0D02FC8}"/>
              </a:ext>
            </a:extLst>
          </p:cNvPr>
          <p:cNvGrpSpPr/>
          <p:nvPr/>
        </p:nvGrpSpPr>
        <p:grpSpPr>
          <a:xfrm>
            <a:off x="1001895" y="2769599"/>
            <a:ext cx="2016224" cy="601523"/>
            <a:chOff x="971601" y="2796698"/>
            <a:chExt cx="2016224" cy="601523"/>
          </a:xfrm>
        </p:grpSpPr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8EDB7032-073B-46D7-8F2A-3E7C902DE65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1601" y="2796698"/>
              <a:ext cx="2016224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860929CE-7FF3-4032-9B05-CE48F151397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52550" y="2828925"/>
            <a:ext cx="13589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13" name="Equation" r:id="rId21" imgW="1358640" imgH="419040" progId="Equation.DSMT4">
                    <p:embed/>
                  </p:oleObj>
                </mc:Choice>
                <mc:Fallback>
                  <p:oleObj name="Equation" r:id="rId21" imgW="1358640" imgH="41904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860929CE-7FF3-4032-9B05-CE48F151397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52550" y="2828925"/>
                          <a:ext cx="13589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9670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DB4460D-AAA0-41B2-987A-EDAADAE12D0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15616" y="555526"/>
          <a:ext cx="265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0" name="Equation" r:id="rId3" imgW="2654280" imgH="787320" progId="Equation.DSMT4">
                  <p:embed/>
                </p:oleObj>
              </mc:Choice>
              <mc:Fallback>
                <p:oleObj name="Equation" r:id="rId3" imgW="265428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DB4460D-AAA0-41B2-987A-EDAADAE12D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555526"/>
                        <a:ext cx="2654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7068A74-6007-4B0B-AB63-599CF953BCB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27984" y="580926"/>
          <a:ext cx="3467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1" name="Equation" r:id="rId5" imgW="3466800" imgH="736560" progId="Equation.DSMT4">
                  <p:embed/>
                </p:oleObj>
              </mc:Choice>
              <mc:Fallback>
                <p:oleObj name="Equation" r:id="rId5" imgW="346680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7068A74-6007-4B0B-AB63-599CF953BC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7984" y="580926"/>
                        <a:ext cx="3467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2A68EEF1-FF03-4F09-A572-69057AA8195F}"/>
              </a:ext>
            </a:extLst>
          </p:cNvPr>
          <p:cNvSpPr txBox="1">
            <a:spLocks noChangeArrowheads="1"/>
          </p:cNvSpPr>
          <p:nvPr/>
        </p:nvSpPr>
        <p:spPr>
          <a:xfrm>
            <a:off x="1115616" y="1491630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742FF55-046E-4ECE-8BCA-589C641E567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24050" y="2178050"/>
          <a:ext cx="529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2" name="Equation" r:id="rId7" imgW="5295600" imgH="787320" progId="Equation.DSMT4">
                  <p:embed/>
                </p:oleObj>
              </mc:Choice>
              <mc:Fallback>
                <p:oleObj name="Equation" r:id="rId7" imgW="529560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742FF55-046E-4ECE-8BCA-589C641E56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4050" y="2178050"/>
                        <a:ext cx="5295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536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5F25357-38F3-4700-B097-066E319CFF85}"/>
              </a:ext>
            </a:extLst>
          </p:cNvPr>
          <p:cNvSpPr/>
          <p:nvPr/>
        </p:nvSpPr>
        <p:spPr>
          <a:xfrm>
            <a:off x="257048" y="912781"/>
            <a:ext cx="1080120" cy="342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46B817A-323A-4901-9EE5-17CE104483B1}"/>
              </a:ext>
            </a:extLst>
          </p:cNvPr>
          <p:cNvSpPr txBox="1">
            <a:spLocks noChangeArrowheads="1"/>
          </p:cNvSpPr>
          <p:nvPr/>
        </p:nvSpPr>
        <p:spPr>
          <a:xfrm>
            <a:off x="893040" y="254764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设函数                                                  且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A60DC0C-9D90-47A4-B0C0-F394D4446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599072"/>
              </p:ext>
            </p:extLst>
          </p:nvPr>
        </p:nvGraphicFramePr>
        <p:xfrm>
          <a:off x="2261192" y="343912"/>
          <a:ext cx="177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49" name="Equation" r:id="rId3" imgW="1777680" imgH="342720" progId="Equation.DSMT4">
                  <p:embed/>
                </p:oleObj>
              </mc:Choice>
              <mc:Fallback>
                <p:oleObj name="Equation" r:id="rId3" imgW="17776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A60DC0C-9D90-47A4-B0C0-F394D44469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1192" y="343912"/>
                        <a:ext cx="1778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2AAFD51-2F52-4D03-98E4-49769378A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231731"/>
              </p:ext>
            </p:extLst>
          </p:nvPr>
        </p:nvGraphicFramePr>
        <p:xfrm>
          <a:off x="4133400" y="357988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0" name="Equation" r:id="rId5" imgW="1815840" imgH="342720" progId="Equation.DSMT4">
                  <p:embed/>
                </p:oleObj>
              </mc:Choice>
              <mc:Fallback>
                <p:oleObj name="Equation" r:id="rId5" imgW="18158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2AAFD51-2F52-4D03-98E4-49769378A8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33400" y="357988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84E52B9-86FF-41BF-ACAF-2A4E982A3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631855"/>
              </p:ext>
            </p:extLst>
          </p:nvPr>
        </p:nvGraphicFramePr>
        <p:xfrm>
          <a:off x="6301156" y="343763"/>
          <a:ext cx="278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1" name="Equation" r:id="rId7" imgW="2781000" imgH="342720" progId="Equation.DSMT4">
                  <p:embed/>
                </p:oleObj>
              </mc:Choice>
              <mc:Fallback>
                <p:oleObj name="Equation" r:id="rId7" imgW="27810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84E52B9-86FF-41BF-ACAF-2A4E982A32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01156" y="343763"/>
                        <a:ext cx="2781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58E98E8-B58D-43F3-8B2D-CF708EB52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739520"/>
              </p:ext>
            </p:extLst>
          </p:nvPr>
        </p:nvGraphicFramePr>
        <p:xfrm>
          <a:off x="282431" y="951360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2" name="Equation" r:id="rId9" imgW="1091880" imgH="342720" progId="Equation.DSMT4">
                  <p:embed/>
                </p:oleObj>
              </mc:Choice>
              <mc:Fallback>
                <p:oleObj name="Equation" r:id="rId9" imgW="10918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58E98E8-B58D-43F3-8B2D-CF708EB52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2431" y="951360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FCC4E9BA-3B30-45AB-A048-9AA5D39E9DAE}"/>
              </a:ext>
            </a:extLst>
          </p:cNvPr>
          <p:cNvSpPr txBox="1">
            <a:spLocks noChangeArrowheads="1"/>
          </p:cNvSpPr>
          <p:nvPr/>
        </p:nvSpPr>
        <p:spPr>
          <a:xfrm>
            <a:off x="1337168" y="811162"/>
            <a:ext cx="8129464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试证存在                使得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100927D-18BB-461B-A127-2E4F9700D3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166742"/>
              </p:ext>
            </p:extLst>
          </p:nvPr>
        </p:nvGraphicFramePr>
        <p:xfrm>
          <a:off x="2693240" y="890662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3" name="Equation" r:id="rId11" imgW="1168200" imgH="342720" progId="Equation.DSMT4">
                  <p:embed/>
                </p:oleObj>
              </mc:Choice>
              <mc:Fallback>
                <p:oleObj name="Equation" r:id="rId11" imgW="116820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100927D-18BB-461B-A127-2E4F9700D3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3240" y="890662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22AC6B7-4350-43BF-B2AA-65056DDF8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749824"/>
              </p:ext>
            </p:extLst>
          </p:nvPr>
        </p:nvGraphicFramePr>
        <p:xfrm>
          <a:off x="4493440" y="885295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4" name="Equation" r:id="rId13" imgW="1218960" imgH="355320" progId="Equation.DSMT4">
                  <p:embed/>
                </p:oleObj>
              </mc:Choice>
              <mc:Fallback>
                <p:oleObj name="Equation" r:id="rId13" imgW="121896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22AC6B7-4350-43BF-B2AA-65056DDF8F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93440" y="885295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114190F0-66D3-4A17-851D-28AF0749D6DE}"/>
              </a:ext>
            </a:extLst>
          </p:cNvPr>
          <p:cNvSpPr txBox="1">
            <a:spLocks noChangeArrowheads="1"/>
          </p:cNvSpPr>
          <p:nvPr/>
        </p:nvSpPr>
        <p:spPr>
          <a:xfrm>
            <a:off x="893040" y="1403776"/>
            <a:ext cx="581000" cy="354542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证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BBF0363-6F38-47E4-9F90-289ADCE61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000239"/>
              </p:ext>
            </p:extLst>
          </p:nvPr>
        </p:nvGraphicFramePr>
        <p:xfrm>
          <a:off x="1474040" y="1462496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5" name="Equation" r:id="rId15" imgW="1803240" imgH="342720" progId="Equation.DSMT4">
                  <p:embed/>
                </p:oleObj>
              </mc:Choice>
              <mc:Fallback>
                <p:oleObj name="Equation" r:id="rId15" imgW="18032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BBF0363-6F38-47E4-9F90-289ADCE61A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4040" y="1462496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6D7700B2-3539-4827-8BFC-D4930367D48D}"/>
              </a:ext>
            </a:extLst>
          </p:cNvPr>
          <p:cNvGrpSpPr/>
          <p:nvPr/>
        </p:nvGrpSpPr>
        <p:grpSpPr>
          <a:xfrm>
            <a:off x="3217524" y="1354084"/>
            <a:ext cx="5864932" cy="601523"/>
            <a:chOff x="3152068" y="1654846"/>
            <a:chExt cx="5864932" cy="601523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B83DFB99-EFC8-4233-A5D3-7212CFE104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152068" y="1654846"/>
              <a:ext cx="5864932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从而函数         在         上存在最小值      和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3BEA23C-71EB-4814-907F-F6E07366F09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540917" y="174800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56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43BEA23C-71EB-4814-907F-F6E07366F09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540917" y="174800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C2B6BA9-13A2-4AAB-9FEF-EAF81D04C53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572894" y="1747316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57" name="Equation" r:id="rId19" imgW="622080" imgH="330120" progId="Equation.DSMT4">
                    <p:embed/>
                  </p:oleObj>
                </mc:Choice>
                <mc:Fallback>
                  <p:oleObj name="Equation" r:id="rId19" imgW="622080" imgH="3301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DC2B6BA9-13A2-4AAB-9FEF-EAF81D04C5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572894" y="1747316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04B84E9-68B1-4813-839B-A6DCAD2CD0F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183066" y="1817854"/>
            <a:ext cx="2667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58" name="Equation" r:id="rId21" imgW="266400" imgH="203040" progId="Equation.DSMT4">
                    <p:embed/>
                  </p:oleObj>
                </mc:Choice>
                <mc:Fallback>
                  <p:oleObj name="Equation" r:id="rId21" imgW="266400" imgH="2030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04B84E9-68B1-4813-839B-A6DCAD2CD0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183066" y="1817854"/>
                          <a:ext cx="2667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0AFF102-A62D-48A7-96B5-07D5F04BCF2B}"/>
              </a:ext>
            </a:extLst>
          </p:cNvPr>
          <p:cNvGrpSpPr/>
          <p:nvPr/>
        </p:nvGrpSpPr>
        <p:grpSpPr>
          <a:xfrm>
            <a:off x="238618" y="1965708"/>
            <a:ext cx="8129464" cy="601523"/>
            <a:chOff x="173162" y="2266470"/>
            <a:chExt cx="8129464" cy="601523"/>
          </a:xfrm>
        </p:grpSpPr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C4BDED3F-13BA-441B-A863-60FE388B0E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73162" y="2266470"/>
              <a:ext cx="8129464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最大值    ，从而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FAEDBBE-9AF6-4BE8-89EF-295D5590B44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87624" y="2376238"/>
            <a:ext cx="342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59" name="Equation" r:id="rId23" imgW="342720" imgH="266400" progId="Equation.DSMT4">
                    <p:embed/>
                  </p:oleObj>
                </mc:Choice>
                <mc:Fallback>
                  <p:oleObj name="Equation" r:id="rId23" imgW="342720" imgH="2664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9FAEDBBE-9AF6-4BE8-89EF-295D5590B44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187624" y="2376238"/>
                          <a:ext cx="342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DE168B7-1558-426B-ABE8-6E63A652061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41638" y="2347913"/>
            <a:ext cx="419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60" name="Equation" r:id="rId25" imgW="4190760" imgH="342720" progId="Equation.DSMT4">
                    <p:embed/>
                  </p:oleObj>
                </mc:Choice>
                <mc:Fallback>
                  <p:oleObj name="Equation" r:id="rId25" imgW="419076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DDE168B7-1558-426B-ABE8-6E63A652061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941638" y="2347913"/>
                          <a:ext cx="419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42062DC6-8857-4293-A3D5-D047B8910773}"/>
              </a:ext>
            </a:extLst>
          </p:cNvPr>
          <p:cNvSpPr txBox="1">
            <a:spLocks noChangeArrowheads="1"/>
          </p:cNvSpPr>
          <p:nvPr/>
        </p:nvSpPr>
        <p:spPr>
          <a:xfrm>
            <a:off x="7516745" y="1958345"/>
            <a:ext cx="949587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A1D43E4-CBEA-4C98-B02B-2D107B2D4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402969"/>
              </p:ext>
            </p:extLst>
          </p:nvPr>
        </p:nvGraphicFramePr>
        <p:xfrm>
          <a:off x="3811173" y="2676331"/>
          <a:ext cx="1333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61" name="Equation" r:id="rId27" imgW="1333440" imgH="330120" progId="Equation.DSMT4">
                  <p:embed/>
                </p:oleObj>
              </mc:Choice>
              <mc:Fallback>
                <p:oleObj name="Equation" r:id="rId27" imgW="1333440" imgH="3301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3A1D43E4-CBEA-4C98-B02B-2D107B2D45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811173" y="2676331"/>
                        <a:ext cx="1333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7122DF6C-552D-4329-8071-913045D202B4}"/>
              </a:ext>
            </a:extLst>
          </p:cNvPr>
          <p:cNvGrpSpPr/>
          <p:nvPr/>
        </p:nvGrpSpPr>
        <p:grpSpPr>
          <a:xfrm>
            <a:off x="271539" y="3135399"/>
            <a:ext cx="6316685" cy="601523"/>
            <a:chOff x="206083" y="3436161"/>
            <a:chExt cx="6638880" cy="601523"/>
          </a:xfrm>
        </p:grpSpPr>
        <p:sp>
          <p:nvSpPr>
            <p:cNvPr id="21" name="Rectangle 2">
              <a:extLst>
                <a:ext uri="{FF2B5EF4-FFF2-40B4-BE49-F238E27FC236}">
                  <a16:creationId xmlns:a16="http://schemas.microsoft.com/office/drawing/2014/main" id="{A3467139-7760-4F02-9CDD-A7F82EEB525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6083" y="3436161"/>
              <a:ext cx="6638880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由介值定理得存在               ，使得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6C98E99-F1C2-4C29-ADDD-CAA09E4F9F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8204893"/>
                </p:ext>
              </p:extLst>
            </p:nvPr>
          </p:nvGraphicFramePr>
          <p:xfrm>
            <a:off x="2922407" y="3519488"/>
            <a:ext cx="1054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62" name="Equation" r:id="rId29" imgW="1054080" imgH="330120" progId="Equation.DSMT4">
                    <p:embed/>
                  </p:oleObj>
                </mc:Choice>
                <mc:Fallback>
                  <p:oleObj name="Equation" r:id="rId29" imgW="1054080" imgH="3301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96C98E99-F1C2-4C29-ADDD-CAA09E4F9F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922407" y="3519488"/>
                          <a:ext cx="1054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F828C876-A9C7-4E2B-95F0-8148B5AD5F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210723"/>
                </p:ext>
              </p:extLst>
            </p:nvPr>
          </p:nvGraphicFramePr>
          <p:xfrm>
            <a:off x="5200141" y="3527705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63" name="Equation" r:id="rId31" imgW="1091880" imgH="342720" progId="Equation.DSMT4">
                    <p:embed/>
                  </p:oleObj>
                </mc:Choice>
                <mc:Fallback>
                  <p:oleObj name="Equation" r:id="rId31" imgW="109188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F828C876-A9C7-4E2B-95F0-8148B5AD5F2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200141" y="3527705"/>
                          <a:ext cx="1092200" cy="3429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DFC0FA0-D113-4B30-BC33-1819D6CC28FF}"/>
              </a:ext>
            </a:extLst>
          </p:cNvPr>
          <p:cNvGrpSpPr/>
          <p:nvPr/>
        </p:nvGrpSpPr>
        <p:grpSpPr>
          <a:xfrm>
            <a:off x="851740" y="3865790"/>
            <a:ext cx="6738045" cy="601523"/>
            <a:chOff x="786284" y="4166552"/>
            <a:chExt cx="6738045" cy="601523"/>
          </a:xfrm>
        </p:grpSpPr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D647D731-426E-4C3A-8CA9-C231A1F3E4A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6284" y="424507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64" name="Equation" r:id="rId33" imgW="622080" imgH="342720" progId="Equation.DSMT4">
                    <p:embed/>
                  </p:oleObj>
                </mc:Choice>
                <mc:Fallback>
                  <p:oleObj name="Equation" r:id="rId33" imgW="622080" imgH="3427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D647D731-426E-4C3A-8CA9-C231A1F3E4A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786284" y="424507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2">
              <a:extLst>
                <a:ext uri="{FF2B5EF4-FFF2-40B4-BE49-F238E27FC236}">
                  <a16:creationId xmlns:a16="http://schemas.microsoft.com/office/drawing/2014/main" id="{DC1CCC60-2578-4897-AFF7-8BB060197EB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42089" y="4166552"/>
              <a:ext cx="6182240" cy="601523"/>
            </a:xfrm>
            <a:prstGeom prst="rect">
              <a:avLst/>
            </a:prstGeom>
            <a:noFill/>
            <a:ln/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         上满足罗尔中值定理条件，即</a:t>
              </a: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8855C197-FB83-47AB-A7B4-5F432DDFBDB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384161" y="4227278"/>
            <a:ext cx="59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65" name="Equation" r:id="rId35" imgW="596880" imgH="330120" progId="Equation.DSMT4">
                    <p:embed/>
                  </p:oleObj>
                </mc:Choice>
                <mc:Fallback>
                  <p:oleObj name="Equation" r:id="rId35" imgW="596880" imgH="3301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8855C197-FB83-47AB-A7B4-5F432DDFBD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2384161" y="4227278"/>
                          <a:ext cx="596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7950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0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989E733-4FF7-4480-977F-3842F7C064E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14525" y="627063"/>
          <a:ext cx="218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6" name="Equation" r:id="rId3" imgW="2184120" imgH="342720" progId="Equation.DSMT4">
                  <p:embed/>
                </p:oleObj>
              </mc:Choice>
              <mc:Fallback>
                <p:oleObj name="Equation" r:id="rId3" imgW="2184120" imgH="3427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989E733-4FF7-4480-977F-3842F7C064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4525" y="627063"/>
                        <a:ext cx="2184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7876467-745F-47AF-BE8F-909931EA2D9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20875" y="1203325"/>
          <a:ext cx="228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7" name="Equation" r:id="rId5" imgW="2286000" imgH="342720" progId="Equation.DSMT4">
                  <p:embed/>
                </p:oleObj>
              </mc:Choice>
              <mc:Fallback>
                <p:oleObj name="Equation" r:id="rId5" imgW="228600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7876467-745F-47AF-BE8F-909931EA2D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0875" y="1203325"/>
                        <a:ext cx="2286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2AC0221-A992-4CF2-94BF-E983048D10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68488" y="1779588"/>
          <a:ext cx="241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8" name="Equation" r:id="rId7" imgW="2412720" imgH="342720" progId="Equation.DSMT4">
                  <p:embed/>
                </p:oleObj>
              </mc:Choice>
              <mc:Fallback>
                <p:oleObj name="Equation" r:id="rId7" imgW="241272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2AC0221-A992-4CF2-94BF-E983048D10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68488" y="1779588"/>
                        <a:ext cx="241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75BFF5A-A7EA-4AF8-B671-FDDDBA9002E9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2436154"/>
            <a:ext cx="9137576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由罗尔中值定理，存在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8610DDD-B9C0-42DA-9BA0-516BAB039AF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47864" y="2516882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9" name="Equation" r:id="rId9" imgW="2108160" imgH="342720" progId="Equation.DSMT4">
                  <p:embed/>
                </p:oleObj>
              </mc:Choice>
              <mc:Fallback>
                <p:oleObj name="Equation" r:id="rId9" imgW="21081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8610DDD-B9C0-42DA-9BA0-516BAB039A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47864" y="2516882"/>
                        <a:ext cx="210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DE55364-53DA-494E-A63A-697906FE421C}"/>
              </a:ext>
            </a:extLst>
          </p:cNvPr>
          <p:cNvSpPr txBox="1">
            <a:spLocks noChangeArrowheads="1"/>
          </p:cNvSpPr>
          <p:nvPr/>
        </p:nvSpPr>
        <p:spPr>
          <a:xfrm>
            <a:off x="5654065" y="2429330"/>
            <a:ext cx="1152128" cy="601523"/>
          </a:xfrm>
          <a:prstGeom prst="rect">
            <a:avLst/>
          </a:prstGeom>
          <a:noFill/>
          <a:ln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69E6576-04EC-4015-846D-7FC852D0331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47141" y="3173543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0" name="Equation" r:id="rId11" imgW="1218960" imgH="355320" progId="Equation.DSMT4">
                  <p:embed/>
                </p:oleObj>
              </mc:Choice>
              <mc:Fallback>
                <p:oleObj name="Equation" r:id="rId11" imgW="121896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69E6576-04EC-4015-846D-7FC852D03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47141" y="3173543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65304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6792D35B-D727-4BE8-9817-E2BB030B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04338"/>
            <a:ext cx="8569325" cy="3334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1" lang="zh-CN" altLang="en-US" sz="20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罗尔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Rolle 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1652-1719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法国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数学家。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1652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年生于昂贝尔特，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1719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年卒于巴黎。罗尔出生于小店家庭，只受过初等教育，年轻时贫困潦倒，靠充当公证人与律师抄录员的微薄收入养家糊口，他利用业余时间自学代数与丢番图的著作，并很有心得。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1682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年，他解决了数学家奥扎南提出一个数论难题，受到了学术界的好评，使他的生活有了转机，此后担任初等数学教师和陆军部行征官员。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1685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年进入法国科学院，担任低级职务，到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1690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年才获得科学院发给的固定薪水。此后他一直在科学院供职，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1719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年因中风去世。罗尔在数学上的成就主要是在代数方面，专长于丢番图方程的研究。</a:t>
            </a:r>
          </a:p>
        </p:txBody>
      </p:sp>
    </p:spTree>
    <p:extLst>
      <p:ext uri="{BB962C8B-B14F-4D97-AF65-F5344CB8AC3E}">
        <p14:creationId xmlns:p14="http://schemas.microsoft.com/office/powerpoint/2010/main" val="26376756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941690D4-AB3C-4467-A19D-CF624A12B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25" y="605185"/>
            <a:ext cx="8280400" cy="14920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罗尔所处的时代正当牛顿、莱布尼兹的微积分诞生不久，由于这一新生事物存在逻辑上的缺陷，从而遭受多方面的非议，其中也包括罗尔。罗尔于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1691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年在题为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任意次方程的一个解法的证明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的论文中指出了：在多项式方程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5E5E6B0-43A3-48C2-BAB7-6920FA807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38" y="2166384"/>
            <a:ext cx="4033837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至少有一个根。一</a:t>
            </a: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AF2350F5-3258-4664-AC15-C3145D094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447686"/>
              </p:ext>
            </p:extLst>
          </p:nvPr>
        </p:nvGraphicFramePr>
        <p:xfrm>
          <a:off x="2411760" y="1790542"/>
          <a:ext cx="10792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0" name="Equation" r:id="rId3" imgW="1079280" imgH="342720" progId="Equation.DSMT4">
                  <p:embed/>
                </p:oleObj>
              </mc:Choice>
              <mc:Fallback>
                <p:oleObj name="Equation" r:id="rId3" imgW="1079280" imgH="342720" progId="Equation.DSMT4">
                  <p:embed/>
                  <p:pic>
                    <p:nvPicPr>
                      <p:cNvPr id="153608" name="Object 8">
                        <a:extLst>
                          <a:ext uri="{FF2B5EF4-FFF2-40B4-BE49-F238E27FC236}">
                            <a16:creationId xmlns:a16="http://schemas.microsoft.com/office/drawing/2014/main" id="{F0DA8E0A-139B-449C-8792-896DE325ED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790542"/>
                        <a:ext cx="107928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C4495E10-A233-4D91-9D8F-12FA028CE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184857"/>
              </p:ext>
            </p:extLst>
          </p:nvPr>
        </p:nvGraphicFramePr>
        <p:xfrm>
          <a:off x="7111901" y="1784102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1" name="Equation" r:id="rId5" imgW="1143000" imgH="355320" progId="Equation.DSMT4">
                  <p:embed/>
                </p:oleObj>
              </mc:Choice>
              <mc:Fallback>
                <p:oleObj name="Equation" r:id="rId5" imgW="1143000" imgH="355320" progId="Equation.DSMT4">
                  <p:embed/>
                  <p:pic>
                    <p:nvPicPr>
                      <p:cNvPr id="153609" name="Object 9">
                        <a:extLst>
                          <a:ext uri="{FF2B5EF4-FFF2-40B4-BE49-F238E27FC236}">
                            <a16:creationId xmlns:a16="http://schemas.microsoft.com/office/drawing/2014/main" id="{4772AAEB-20D0-408F-BB57-645EF6A5D8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901" y="1784102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2">
            <a:extLst>
              <a:ext uri="{FF2B5EF4-FFF2-40B4-BE49-F238E27FC236}">
                <a16:creationId xmlns:a16="http://schemas.microsoft.com/office/drawing/2014/main" id="{845515F6-84C2-4A9B-B6BF-D2BE36EB1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998" y="1715120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的两个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2F47FC6B-3630-4D29-AC88-42A664F0C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964" y="1715120"/>
            <a:ext cx="2749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相邻的实根之间，方程</a:t>
            </a: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57F960EB-7261-4E7B-966C-C3A909D4B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19" y="2571750"/>
            <a:ext cx="8640762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推广到可微函数，并把此定理命名为罗尔定理。 </a:t>
            </a:r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2104251A-A76D-428C-821A-38FD7CED2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572" y="2139702"/>
            <a:ext cx="8137525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百多年后，即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1846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年，尤斯托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伯拉维提斯将这一定理</a:t>
            </a:r>
          </a:p>
        </p:txBody>
      </p:sp>
    </p:spTree>
    <p:extLst>
      <p:ext uri="{BB962C8B-B14F-4D97-AF65-F5344CB8AC3E}">
        <p14:creationId xmlns:p14="http://schemas.microsoft.com/office/powerpoint/2010/main" val="20028335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BF96CF-64FF-4BB7-8833-7DAF99EBC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93" y="523161"/>
            <a:ext cx="435768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066FF"/>
                </a:solidFill>
                <a:latin typeface="+mj-ea"/>
                <a:ea typeface="+mj-ea"/>
              </a:rPr>
              <a:t>拉格朗日 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(1736 – 1813</a:t>
            </a:r>
            <a:r>
              <a:rPr lang="en-US" altLang="zh-CN" sz="2800" b="1" dirty="0">
                <a:solidFill>
                  <a:srgbClr val="0066FF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2EAACE63-661D-40D6-970B-31DBBF0D7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" y="1766888"/>
            <a:ext cx="16049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法国</a:t>
            </a:r>
            <a:r>
              <a:rPr kumimoji="1" lang="zh-CN" altLang="en-US" sz="2000" b="1">
                <a:latin typeface="楷体" panose="02010609060101010101" pitchFamily="49" charset="-122"/>
                <a:ea typeface="楷体" panose="02010609060101010101" pitchFamily="49" charset="-122"/>
              </a:rPr>
              <a:t>数学家</a:t>
            </a:r>
            <a:r>
              <a:rPr kumimoji="1" lang="en-US" altLang="zh-CN" sz="2000" b="1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F8471D1-861A-49D0-91F9-6446AE672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1555" y="1783317"/>
            <a:ext cx="31550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000" b="1">
                <a:latin typeface="楷体" panose="02010609060101010101" pitchFamily="49" charset="-122"/>
                <a:ea typeface="楷体" panose="02010609060101010101" pitchFamily="49" charset="-122"/>
              </a:rPr>
              <a:t>他在方程论</a:t>
            </a:r>
            <a:r>
              <a:rPr kumimoji="1" lang="en-US" altLang="zh-CN" sz="2000" b="1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kumimoji="1" lang="zh-CN" altLang="en-US" sz="2000" b="1">
                <a:latin typeface="楷体" panose="02010609060101010101" pitchFamily="49" charset="-122"/>
                <a:ea typeface="楷体" panose="02010609060101010101" pitchFamily="49" charset="-122"/>
              </a:rPr>
              <a:t>解析函数论</a:t>
            </a:r>
            <a:r>
              <a:rPr kumimoji="1" lang="en-US" altLang="zh-CN" sz="2000" b="1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C244831-A7F5-4132-9038-14A2194B2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2438400"/>
            <a:ext cx="39276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000" b="1">
                <a:latin typeface="楷体" panose="02010609060101010101" pitchFamily="49" charset="-122"/>
                <a:ea typeface="楷体" panose="02010609060101010101" pitchFamily="49" charset="-122"/>
              </a:rPr>
              <a:t>及数论方面都作出了重要的贡献</a:t>
            </a:r>
            <a:r>
              <a:rPr kumimoji="1" lang="en-US" altLang="zh-CN" sz="2000" b="1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985267-E8E9-4974-8E8C-71F9327AD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565" y="2438400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近百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4453E356-2B80-4216-909A-434C83623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3048000"/>
            <a:ext cx="45736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余年来</a:t>
            </a:r>
            <a:r>
              <a:rPr kumimoji="1"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数学中的许多成就都直接或间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1ABB1BF8-7910-4DE3-AC3E-99C5CE48A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3671888"/>
            <a:ext cx="26372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000" b="1">
                <a:latin typeface="楷体" panose="02010609060101010101" pitchFamily="49" charset="-122"/>
                <a:ea typeface="楷体" panose="02010609060101010101" pitchFamily="49" charset="-122"/>
              </a:rPr>
              <a:t>接地溯源于他的工作</a:t>
            </a:r>
            <a:r>
              <a:rPr kumimoji="1" lang="en-US" altLang="zh-CN" sz="2000" b="1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909AE5BC-68AB-465C-B0D6-3AAE351F1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372" y="3649579"/>
            <a:ext cx="21210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他是对分析数学 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6031D416-13A9-4CAD-930B-B0B62053F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267200"/>
            <a:ext cx="34115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000" b="1">
                <a:latin typeface="楷体" panose="02010609060101010101" pitchFamily="49" charset="-122"/>
                <a:ea typeface="楷体" panose="02010609060101010101" pitchFamily="49" charset="-122"/>
              </a:rPr>
              <a:t>产生全面影响的数学家之一</a:t>
            </a:r>
            <a:r>
              <a:rPr kumimoji="1" lang="en-US" altLang="zh-CN" sz="2000" b="1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8E887B53-41FE-4389-9894-D77D7BF94C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5127" y="1275606"/>
            <a:ext cx="3892550" cy="0"/>
          </a:xfrm>
          <a:prstGeom prst="line">
            <a:avLst/>
          </a:prstGeom>
          <a:noFill/>
          <a:ln w="76200" cmpd="tri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latin typeface="+mj-ea"/>
              <a:ea typeface="+mj-e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64FCBE-B42E-42D5-A874-616F0D0CF144}"/>
              </a:ext>
            </a:extLst>
          </p:cNvPr>
          <p:cNvGrpSpPr>
            <a:grpSpLocks/>
          </p:cNvGrpSpPr>
          <p:nvPr/>
        </p:nvGrpSpPr>
        <p:grpSpPr bwMode="auto">
          <a:xfrm>
            <a:off x="7042150" y="1371600"/>
            <a:ext cx="1644650" cy="2332038"/>
            <a:chOff x="4436" y="528"/>
            <a:chExt cx="1036" cy="1469"/>
          </a:xfrm>
        </p:grpSpPr>
        <p:pic>
          <p:nvPicPr>
            <p:cNvPr id="14" name="Picture 13" descr="LAGRANGE">
              <a:extLst>
                <a:ext uri="{FF2B5EF4-FFF2-40B4-BE49-F238E27FC236}">
                  <a16:creationId xmlns:a16="http://schemas.microsoft.com/office/drawing/2014/main" id="{99731843-7752-406B-8609-32713555C9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2" y="602"/>
              <a:ext cx="889" cy="13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5B56635-8C79-452E-94D2-E2099E8D73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6" y="528"/>
              <a:ext cx="1036" cy="1469"/>
              <a:chOff x="4316" y="576"/>
              <a:chExt cx="1152" cy="1632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C2665B1F-88C5-4C6C-ADE6-AA99AD277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576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A26B120C-D52E-43E9-BD73-2361FD918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576"/>
                <a:ext cx="96" cy="1632"/>
              </a:xfrm>
              <a:custGeom>
                <a:avLst/>
                <a:gdLst>
                  <a:gd name="T0" fmla="*/ 0 w 192"/>
                  <a:gd name="T1" fmla="*/ 0 h 3552"/>
                  <a:gd name="T2" fmla="*/ 192 w 192"/>
                  <a:gd name="T3" fmla="*/ 192 h 3552"/>
                  <a:gd name="T4" fmla="*/ 192 w 192"/>
                  <a:gd name="T5" fmla="*/ 3360 h 3552"/>
                  <a:gd name="T6" fmla="*/ 0 w 192"/>
                  <a:gd name="T7" fmla="*/ 3552 h 3552"/>
                  <a:gd name="T8" fmla="*/ 0 w 192"/>
                  <a:gd name="T9" fmla="*/ 0 h 3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7C8EE00E-67EA-4314-91E9-542471BE424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372" y="576"/>
                <a:ext cx="96" cy="1632"/>
              </a:xfrm>
              <a:custGeom>
                <a:avLst/>
                <a:gdLst>
                  <a:gd name="T0" fmla="*/ 0 w 192"/>
                  <a:gd name="T1" fmla="*/ 0 h 3552"/>
                  <a:gd name="T2" fmla="*/ 192 w 192"/>
                  <a:gd name="T3" fmla="*/ 192 h 3552"/>
                  <a:gd name="T4" fmla="*/ 192 w 192"/>
                  <a:gd name="T5" fmla="*/ 3360 h 3552"/>
                  <a:gd name="T6" fmla="*/ 0 w 192"/>
                  <a:gd name="T7" fmla="*/ 3552 h 3552"/>
                  <a:gd name="T8" fmla="*/ 0 w 192"/>
                  <a:gd name="T9" fmla="*/ 0 h 3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E951906-DBF0-444E-86BB-E01DA0B59D9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316" y="2112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8753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build="p" autoUpdateAnimBg="0"/>
      <p:bldP spid="6" grpId="0" build="p" autoUpdateAnimBg="0" advAuto="0"/>
      <p:bldP spid="7" grpId="0" build="p" autoUpdateAnimBg="0"/>
      <p:bldP spid="8" grpId="0" build="p" autoUpdateAnimBg="0" advAuto="0"/>
      <p:bldP spid="9" grpId="0" build="p" autoUpdateAnimBg="0" advAuto="0"/>
      <p:bldP spid="10" grpId="0" build="p" autoUpdateAnimBg="0"/>
      <p:bldP spid="11" grpId="0" build="p" autoUpdateAnimBg="0" advAuto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F9C590-7938-46EE-8BB0-DB86A08F2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3400"/>
            <a:ext cx="3124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066FF"/>
                </a:solidFill>
                <a:ea typeface="楷体_GB2312" pitchFamily="49" charset="-122"/>
              </a:rPr>
              <a:t>柯西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(1789 – 1857)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E194D5-1556-42C5-B38D-588C0C2B7B8E}"/>
              </a:ext>
            </a:extLst>
          </p:cNvPr>
          <p:cNvGrpSpPr>
            <a:grpSpLocks/>
          </p:cNvGrpSpPr>
          <p:nvPr/>
        </p:nvGrpSpPr>
        <p:grpSpPr bwMode="auto">
          <a:xfrm>
            <a:off x="6472250" y="634659"/>
            <a:ext cx="1644650" cy="2332038"/>
            <a:chOff x="4316" y="576"/>
            <a:chExt cx="1152" cy="1632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623ADFFB-6A3B-4294-A2CA-D581A47A88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0" y="672"/>
            <a:ext cx="975" cy="1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137" name="BMP 图象" r:id="rId3" imgW="1933333" imgH="2857899" progId="Paint.Picture">
                    <p:embed/>
                  </p:oleObj>
                </mc:Choice>
                <mc:Fallback>
                  <p:oleObj name="BMP 图象" r:id="rId3" imgW="1933333" imgH="2857899" progId="Paint.Picture">
                    <p:embed/>
                    <p:pic>
                      <p:nvPicPr>
                        <p:cNvPr id="151556" name="Object 4">
                          <a:extLst>
                            <a:ext uri="{FF2B5EF4-FFF2-40B4-BE49-F238E27FC236}">
                              <a16:creationId xmlns:a16="http://schemas.microsoft.com/office/drawing/2014/main" id="{A6DA7519-8DD6-4FF0-9810-4327D52E2B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0" y="672"/>
                          <a:ext cx="975" cy="1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59032B-D776-4896-9D37-870A32445A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6" y="576"/>
              <a:ext cx="1152" cy="1632"/>
              <a:chOff x="4316" y="576"/>
              <a:chExt cx="1152" cy="1632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E38BBED-DDFB-4A58-BC11-74428575E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576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94A17C3-A86E-402D-8FC1-021C6E5CD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576"/>
                <a:ext cx="96" cy="1632"/>
              </a:xfrm>
              <a:custGeom>
                <a:avLst/>
                <a:gdLst>
                  <a:gd name="T0" fmla="*/ 0 w 192"/>
                  <a:gd name="T1" fmla="*/ 0 h 3552"/>
                  <a:gd name="T2" fmla="*/ 192 w 192"/>
                  <a:gd name="T3" fmla="*/ 192 h 3552"/>
                  <a:gd name="T4" fmla="*/ 192 w 192"/>
                  <a:gd name="T5" fmla="*/ 3360 h 3552"/>
                  <a:gd name="T6" fmla="*/ 0 w 192"/>
                  <a:gd name="T7" fmla="*/ 3552 h 3552"/>
                  <a:gd name="T8" fmla="*/ 0 w 192"/>
                  <a:gd name="T9" fmla="*/ 0 h 3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B208B458-0FFA-423C-9BA8-225BB153EB2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372" y="576"/>
                <a:ext cx="96" cy="1632"/>
              </a:xfrm>
              <a:custGeom>
                <a:avLst/>
                <a:gdLst>
                  <a:gd name="T0" fmla="*/ 0 w 192"/>
                  <a:gd name="T1" fmla="*/ 0 h 3552"/>
                  <a:gd name="T2" fmla="*/ 192 w 192"/>
                  <a:gd name="T3" fmla="*/ 192 h 3552"/>
                  <a:gd name="T4" fmla="*/ 192 w 192"/>
                  <a:gd name="T5" fmla="*/ 3360 h 3552"/>
                  <a:gd name="T6" fmla="*/ 0 w 192"/>
                  <a:gd name="T7" fmla="*/ 3552 h 3552"/>
                  <a:gd name="T8" fmla="*/ 0 w 192"/>
                  <a:gd name="T9" fmla="*/ 0 h 3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552">
                    <a:moveTo>
                      <a:pt x="0" y="0"/>
                    </a:moveTo>
                    <a:lnTo>
                      <a:pt x="192" y="192"/>
                    </a:lnTo>
                    <a:lnTo>
                      <a:pt x="192" y="3360"/>
                    </a:lnTo>
                    <a:lnTo>
                      <a:pt x="0" y="355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FF1EBE70-4E86-42A5-982B-54EDBEFF398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316" y="2112"/>
                <a:ext cx="1152" cy="96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3BA"/>
                  </a:gs>
                  <a:gs pos="50000">
                    <a:srgbClr val="0066FF"/>
                  </a:gs>
                  <a:gs pos="100000">
                    <a:srgbClr val="0023BA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11" name="Line 10">
            <a:extLst>
              <a:ext uri="{FF2B5EF4-FFF2-40B4-BE49-F238E27FC236}">
                <a16:creationId xmlns:a16="http://schemas.microsoft.com/office/drawing/2014/main" id="{B244750C-183F-43D6-9554-B33034AD87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36650" y="1143000"/>
            <a:ext cx="2978150" cy="0"/>
          </a:xfrm>
          <a:prstGeom prst="line">
            <a:avLst/>
          </a:prstGeom>
          <a:noFill/>
          <a:ln w="76200" cmpd="tri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A71AE35E-A2F1-4C6F-B534-F5846D670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75" y="1275931"/>
            <a:ext cx="17347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法国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数学家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32AFCD38-8D65-4D79-BF1F-E7C74CB42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583" y="1268609"/>
            <a:ext cx="46355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他对数学的贡献主要集中在微积分学，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ABB1DFD5-6923-4DC5-92FB-4F562830C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834" y="2318521"/>
            <a:ext cx="31566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柯西全集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共有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27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卷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A79CE9B7-21AF-41BA-A9F0-1F8DE6639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2309011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其中最重要的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8A5569AF-E7E7-4E94-8AD0-74C3DC396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363" y="2878220"/>
            <a:ext cx="31534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校编写的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分析教程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B37AF393-90E8-4452-A97A-49716A355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347" y="2869586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无穷小分析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AC1F7EEF-A887-41A4-AB49-36671C390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321" y="3349708"/>
            <a:ext cx="36695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微积分在几何上的应用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3172490D-97B1-4F92-B58F-F3B13C493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347" y="3341937"/>
            <a:ext cx="19928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有思想有创建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1C55D5C0-9756-4B58-A821-124A8B175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924" y="3874019"/>
            <a:ext cx="19928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响广泛而深远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CF65D4D4-7DAA-4314-A657-A9A437BD3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75" y="3885701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对数学的影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4AB386F8-EF26-4121-AC73-AC0D50223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7314" y="3862337"/>
            <a:ext cx="31534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他是经典分析的奠人之一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7C6E4A8C-5014-47DB-8C7C-AE5A1558A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7" y="4470563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他为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FF64E359-3200-4139-82EE-4F3E66DB7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38" y="4470563"/>
            <a:ext cx="48317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微积分所奠定的基础推动了分析的发展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F769897D-BC8E-4D1D-A56B-E98D703CA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0" y="1815085"/>
            <a:ext cx="35429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复变函数和微分方程方面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.  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EEDCF1AC-AB0D-4517-8358-19615DAE4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753" y="1833415"/>
            <a:ext cx="2898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一生发表论文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800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余篇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B9E8C7-776D-4B87-9C76-75D22FA867CC}"/>
              </a:ext>
            </a:extLst>
          </p:cNvPr>
          <p:cNvSpPr/>
          <p:nvPr/>
        </p:nvSpPr>
        <p:spPr>
          <a:xfrm>
            <a:off x="229303" y="2315787"/>
            <a:ext cx="1737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著书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7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本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A8AAB1A-BC43-4E72-AFF6-2114F7465FB6}"/>
              </a:ext>
            </a:extLst>
          </p:cNvPr>
          <p:cNvSpPr/>
          <p:nvPr/>
        </p:nvSpPr>
        <p:spPr>
          <a:xfrm>
            <a:off x="194548" y="2898107"/>
            <a:ext cx="21210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是为巴黎综合学 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Text Box 18">
            <a:extLst>
              <a:ext uri="{FF2B5EF4-FFF2-40B4-BE49-F238E27FC236}">
                <a16:creationId xmlns:a16="http://schemas.microsoft.com/office/drawing/2014/main" id="{1C7AA38B-5735-4C64-B57D-AF6A656CF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75" y="3361390"/>
            <a:ext cx="1217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概论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</a:p>
        </p:txBody>
      </p:sp>
    </p:spTree>
    <p:extLst>
      <p:ext uri="{BB962C8B-B14F-4D97-AF65-F5344CB8AC3E}">
        <p14:creationId xmlns:p14="http://schemas.microsoft.com/office/powerpoint/2010/main" val="7541029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D3666DB1-FFC4-4F6B-9AAB-44D50899F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80" y="143315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8AEFC73A-BFA8-4676-B3D7-24C906716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2340917"/>
            <a:ext cx="3456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课本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P152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，习题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3-1.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DB159010-0A66-4F59-BBD6-1571F4679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564" y="1481508"/>
            <a:ext cx="38824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练习册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第三章第一节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3451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13569</TotalTime>
  <Words>2205</Words>
  <Application>Microsoft Office PowerPoint</Application>
  <PresentationFormat>全屏显示(16:9)</PresentationFormat>
  <Paragraphs>433</Paragraphs>
  <Slides>69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69</vt:i4>
      </vt:variant>
    </vt:vector>
  </HeadingPairs>
  <TitlesOfParts>
    <vt:vector size="84" baseType="lpstr"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Tahoma</vt:lpstr>
      <vt:lpstr>Times New Roman</vt:lpstr>
      <vt:lpstr>Wingdings</vt:lpstr>
      <vt:lpstr>Office 主题</vt:lpstr>
      <vt:lpstr>Equation</vt:lpstr>
      <vt:lpstr>MathType 7.0 Equation</vt:lpstr>
      <vt:lpstr>BMP 图象</vt:lpstr>
      <vt:lpstr>第三章  微分中值定理及导数的应用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1196</cp:revision>
  <dcterms:created xsi:type="dcterms:W3CDTF">2018-09-27T06:48:00Z</dcterms:created>
  <dcterms:modified xsi:type="dcterms:W3CDTF">2023-10-24T16:27:07Z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