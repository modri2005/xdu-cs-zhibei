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70"/>
  </p:notesMasterIdLst>
  <p:sldIdLst>
    <p:sldId id="649" r:id="rId4"/>
    <p:sldId id="754" r:id="rId5"/>
    <p:sldId id="755" r:id="rId6"/>
    <p:sldId id="756" r:id="rId7"/>
    <p:sldId id="774" r:id="rId8"/>
    <p:sldId id="775" r:id="rId9"/>
    <p:sldId id="776" r:id="rId10"/>
    <p:sldId id="777" r:id="rId11"/>
    <p:sldId id="773" r:id="rId12"/>
    <p:sldId id="761" r:id="rId13"/>
    <p:sldId id="365" r:id="rId14"/>
    <p:sldId id="697" r:id="rId15"/>
    <p:sldId id="698" r:id="rId16"/>
    <p:sldId id="699" r:id="rId17"/>
    <p:sldId id="700" r:id="rId18"/>
    <p:sldId id="701" r:id="rId19"/>
    <p:sldId id="702" r:id="rId20"/>
    <p:sldId id="703" r:id="rId21"/>
    <p:sldId id="704" r:id="rId22"/>
    <p:sldId id="705" r:id="rId23"/>
    <p:sldId id="706" r:id="rId24"/>
    <p:sldId id="707" r:id="rId25"/>
    <p:sldId id="708" r:id="rId26"/>
    <p:sldId id="709" r:id="rId27"/>
    <p:sldId id="710" r:id="rId28"/>
    <p:sldId id="711" r:id="rId29"/>
    <p:sldId id="712" r:id="rId30"/>
    <p:sldId id="713" r:id="rId31"/>
    <p:sldId id="714" r:id="rId32"/>
    <p:sldId id="715" r:id="rId33"/>
    <p:sldId id="719" r:id="rId34"/>
    <p:sldId id="720" r:id="rId35"/>
    <p:sldId id="721" r:id="rId36"/>
    <p:sldId id="722" r:id="rId37"/>
    <p:sldId id="723" r:id="rId38"/>
    <p:sldId id="724" r:id="rId39"/>
    <p:sldId id="725" r:id="rId40"/>
    <p:sldId id="726" r:id="rId41"/>
    <p:sldId id="727" r:id="rId42"/>
    <p:sldId id="728" r:id="rId43"/>
    <p:sldId id="729" r:id="rId44"/>
    <p:sldId id="730" r:id="rId45"/>
    <p:sldId id="731" r:id="rId46"/>
    <p:sldId id="734" r:id="rId47"/>
    <p:sldId id="739" r:id="rId48"/>
    <p:sldId id="736" r:id="rId49"/>
    <p:sldId id="737" r:id="rId50"/>
    <p:sldId id="738" r:id="rId51"/>
    <p:sldId id="740" r:id="rId52"/>
    <p:sldId id="741" r:id="rId53"/>
    <p:sldId id="742" r:id="rId54"/>
    <p:sldId id="743" r:id="rId55"/>
    <p:sldId id="744" r:id="rId56"/>
    <p:sldId id="745" r:id="rId57"/>
    <p:sldId id="746" r:id="rId58"/>
    <p:sldId id="747" r:id="rId59"/>
    <p:sldId id="748" r:id="rId60"/>
    <p:sldId id="751" r:id="rId61"/>
    <p:sldId id="763" r:id="rId62"/>
    <p:sldId id="764" r:id="rId63"/>
    <p:sldId id="765" r:id="rId64"/>
    <p:sldId id="766" r:id="rId65"/>
    <p:sldId id="767" r:id="rId66"/>
    <p:sldId id="768" r:id="rId67"/>
    <p:sldId id="716" r:id="rId68"/>
    <p:sldId id="717" r:id="rId69"/>
  </p:sldIdLst>
  <p:sldSz cx="9144000" cy="5143500" type="screen16x9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3" userDrawn="1">
          <p15:clr>
            <a:srgbClr val="A4A3A4"/>
          </p15:clr>
        </p15:guide>
        <p15:guide id="2" pos="1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4234FE"/>
    <a:srgbClr val="0099CC"/>
    <a:srgbClr val="993300"/>
    <a:srgbClr val="F2BFFF"/>
    <a:srgbClr val="FFFFFF"/>
    <a:srgbClr val="660033"/>
    <a:srgbClr val="990000"/>
    <a:srgbClr val="2F4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84249" autoAdjust="0"/>
  </p:normalViewPr>
  <p:slideViewPr>
    <p:cSldViewPr>
      <p:cViewPr>
        <p:scale>
          <a:sx n="130" d="100"/>
          <a:sy n="130" d="100"/>
        </p:scale>
        <p:origin x="246" y="378"/>
      </p:cViewPr>
      <p:guideLst>
        <p:guide orient="horz" pos="2663"/>
        <p:guide pos="14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27.wmf"/><Relationship Id="rId18" Type="http://schemas.openxmlformats.org/officeDocument/2006/relationships/image" Target="../media/image3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12" Type="http://schemas.openxmlformats.org/officeDocument/2006/relationships/image" Target="../media/image26.wmf"/><Relationship Id="rId17" Type="http://schemas.openxmlformats.org/officeDocument/2006/relationships/image" Target="../media/image31.wmf"/><Relationship Id="rId2" Type="http://schemas.openxmlformats.org/officeDocument/2006/relationships/image" Target="../media/image16.wmf"/><Relationship Id="rId16" Type="http://schemas.openxmlformats.org/officeDocument/2006/relationships/image" Target="../media/image30.wmf"/><Relationship Id="rId20" Type="http://schemas.openxmlformats.org/officeDocument/2006/relationships/image" Target="../media/image34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11" Type="http://schemas.openxmlformats.org/officeDocument/2006/relationships/image" Target="../media/image25.wmf"/><Relationship Id="rId5" Type="http://schemas.openxmlformats.org/officeDocument/2006/relationships/image" Target="../media/image19.wmf"/><Relationship Id="rId15" Type="http://schemas.openxmlformats.org/officeDocument/2006/relationships/image" Target="../media/image29.wmf"/><Relationship Id="rId10" Type="http://schemas.openxmlformats.org/officeDocument/2006/relationships/image" Target="../media/image24.wmf"/><Relationship Id="rId19" Type="http://schemas.openxmlformats.org/officeDocument/2006/relationships/image" Target="../media/image33.wmf"/><Relationship Id="rId4" Type="http://schemas.openxmlformats.org/officeDocument/2006/relationships/image" Target="../media/image18.wmf"/><Relationship Id="rId9" Type="http://schemas.openxmlformats.org/officeDocument/2006/relationships/image" Target="../media/image23.wmf"/><Relationship Id="rId14" Type="http://schemas.openxmlformats.org/officeDocument/2006/relationships/image" Target="../media/image2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image" Target="../media/image47.wmf"/><Relationship Id="rId18" Type="http://schemas.openxmlformats.org/officeDocument/2006/relationships/image" Target="../media/image52.wmf"/><Relationship Id="rId3" Type="http://schemas.openxmlformats.org/officeDocument/2006/relationships/image" Target="../media/image37.wmf"/><Relationship Id="rId21" Type="http://schemas.openxmlformats.org/officeDocument/2006/relationships/image" Target="../media/image55.wmf"/><Relationship Id="rId7" Type="http://schemas.openxmlformats.org/officeDocument/2006/relationships/image" Target="../media/image41.wmf"/><Relationship Id="rId12" Type="http://schemas.openxmlformats.org/officeDocument/2006/relationships/image" Target="../media/image46.wmf"/><Relationship Id="rId17" Type="http://schemas.openxmlformats.org/officeDocument/2006/relationships/image" Target="../media/image51.wmf"/><Relationship Id="rId2" Type="http://schemas.openxmlformats.org/officeDocument/2006/relationships/image" Target="../media/image36.wmf"/><Relationship Id="rId16" Type="http://schemas.openxmlformats.org/officeDocument/2006/relationships/image" Target="../media/image50.wmf"/><Relationship Id="rId20" Type="http://schemas.openxmlformats.org/officeDocument/2006/relationships/image" Target="../media/image54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11" Type="http://schemas.openxmlformats.org/officeDocument/2006/relationships/image" Target="../media/image45.wmf"/><Relationship Id="rId5" Type="http://schemas.openxmlformats.org/officeDocument/2006/relationships/image" Target="../media/image39.wmf"/><Relationship Id="rId15" Type="http://schemas.openxmlformats.org/officeDocument/2006/relationships/image" Target="../media/image49.wmf"/><Relationship Id="rId23" Type="http://schemas.openxmlformats.org/officeDocument/2006/relationships/image" Target="../media/image57.wmf"/><Relationship Id="rId10" Type="http://schemas.openxmlformats.org/officeDocument/2006/relationships/image" Target="../media/image44.wmf"/><Relationship Id="rId19" Type="http://schemas.openxmlformats.org/officeDocument/2006/relationships/image" Target="../media/image53.wmf"/><Relationship Id="rId4" Type="http://schemas.openxmlformats.org/officeDocument/2006/relationships/image" Target="../media/image38.wmf"/><Relationship Id="rId9" Type="http://schemas.openxmlformats.org/officeDocument/2006/relationships/image" Target="../media/image43.wmf"/><Relationship Id="rId14" Type="http://schemas.openxmlformats.org/officeDocument/2006/relationships/image" Target="../media/image48.wmf"/><Relationship Id="rId22" Type="http://schemas.openxmlformats.org/officeDocument/2006/relationships/image" Target="../media/image5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image" Target="../media/image59.wmf"/><Relationship Id="rId18" Type="http://schemas.openxmlformats.org/officeDocument/2006/relationships/image" Target="../media/image64.wmf"/><Relationship Id="rId3" Type="http://schemas.openxmlformats.org/officeDocument/2006/relationships/image" Target="../media/image37.wmf"/><Relationship Id="rId21" Type="http://schemas.openxmlformats.org/officeDocument/2006/relationships/image" Target="../media/image67.wmf"/><Relationship Id="rId7" Type="http://schemas.openxmlformats.org/officeDocument/2006/relationships/image" Target="../media/image41.wmf"/><Relationship Id="rId12" Type="http://schemas.openxmlformats.org/officeDocument/2006/relationships/image" Target="../media/image58.wmf"/><Relationship Id="rId17" Type="http://schemas.openxmlformats.org/officeDocument/2006/relationships/image" Target="../media/image63.wmf"/><Relationship Id="rId2" Type="http://schemas.openxmlformats.org/officeDocument/2006/relationships/image" Target="../media/image36.wmf"/><Relationship Id="rId16" Type="http://schemas.openxmlformats.org/officeDocument/2006/relationships/image" Target="../media/image62.wmf"/><Relationship Id="rId20" Type="http://schemas.openxmlformats.org/officeDocument/2006/relationships/image" Target="../media/image6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11" Type="http://schemas.openxmlformats.org/officeDocument/2006/relationships/image" Target="../media/image45.wmf"/><Relationship Id="rId5" Type="http://schemas.openxmlformats.org/officeDocument/2006/relationships/image" Target="../media/image39.wmf"/><Relationship Id="rId15" Type="http://schemas.openxmlformats.org/officeDocument/2006/relationships/image" Target="../media/image61.wmf"/><Relationship Id="rId10" Type="http://schemas.openxmlformats.org/officeDocument/2006/relationships/image" Target="../media/image44.wmf"/><Relationship Id="rId19" Type="http://schemas.openxmlformats.org/officeDocument/2006/relationships/image" Target="../media/image65.wmf"/><Relationship Id="rId4" Type="http://schemas.openxmlformats.org/officeDocument/2006/relationships/image" Target="../media/image38.wmf"/><Relationship Id="rId9" Type="http://schemas.openxmlformats.org/officeDocument/2006/relationships/image" Target="../media/image43.wmf"/><Relationship Id="rId14" Type="http://schemas.openxmlformats.org/officeDocument/2006/relationships/image" Target="../media/image60.wmf"/><Relationship Id="rId22" Type="http://schemas.openxmlformats.org/officeDocument/2006/relationships/image" Target="../media/image6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69.wmf"/><Relationship Id="rId18" Type="http://schemas.openxmlformats.org/officeDocument/2006/relationships/image" Target="../media/image74.wmf"/><Relationship Id="rId3" Type="http://schemas.openxmlformats.org/officeDocument/2006/relationships/image" Target="../media/image37.wmf"/><Relationship Id="rId21" Type="http://schemas.openxmlformats.org/officeDocument/2006/relationships/image" Target="../media/image77.wmf"/><Relationship Id="rId7" Type="http://schemas.openxmlformats.org/officeDocument/2006/relationships/image" Target="../media/image42.wmf"/><Relationship Id="rId12" Type="http://schemas.openxmlformats.org/officeDocument/2006/relationships/image" Target="../media/image61.wmf"/><Relationship Id="rId17" Type="http://schemas.openxmlformats.org/officeDocument/2006/relationships/image" Target="../media/image73.wmf"/><Relationship Id="rId2" Type="http://schemas.openxmlformats.org/officeDocument/2006/relationships/image" Target="../media/image36.wmf"/><Relationship Id="rId16" Type="http://schemas.openxmlformats.org/officeDocument/2006/relationships/image" Target="../media/image72.wmf"/><Relationship Id="rId20" Type="http://schemas.openxmlformats.org/officeDocument/2006/relationships/image" Target="../media/image76.wmf"/><Relationship Id="rId1" Type="http://schemas.openxmlformats.org/officeDocument/2006/relationships/image" Target="../media/image35.wmf"/><Relationship Id="rId6" Type="http://schemas.openxmlformats.org/officeDocument/2006/relationships/image" Target="../media/image41.wmf"/><Relationship Id="rId11" Type="http://schemas.openxmlformats.org/officeDocument/2006/relationships/image" Target="../media/image60.wmf"/><Relationship Id="rId5" Type="http://schemas.openxmlformats.org/officeDocument/2006/relationships/image" Target="../media/image40.wmf"/><Relationship Id="rId15" Type="http://schemas.openxmlformats.org/officeDocument/2006/relationships/image" Target="../media/image71.wmf"/><Relationship Id="rId10" Type="http://schemas.openxmlformats.org/officeDocument/2006/relationships/image" Target="../media/image45.wmf"/><Relationship Id="rId19" Type="http://schemas.openxmlformats.org/officeDocument/2006/relationships/image" Target="../media/image75.wmf"/><Relationship Id="rId4" Type="http://schemas.openxmlformats.org/officeDocument/2006/relationships/image" Target="../media/image38.wmf"/><Relationship Id="rId9" Type="http://schemas.openxmlformats.org/officeDocument/2006/relationships/image" Target="../media/image44.wmf"/><Relationship Id="rId14" Type="http://schemas.openxmlformats.org/officeDocument/2006/relationships/image" Target="../media/image70.wmf"/><Relationship Id="rId22" Type="http://schemas.openxmlformats.org/officeDocument/2006/relationships/image" Target="../media/image7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image" Target="../media/image91.w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12" Type="http://schemas.openxmlformats.org/officeDocument/2006/relationships/image" Target="../media/image90.wmf"/><Relationship Id="rId17" Type="http://schemas.openxmlformats.org/officeDocument/2006/relationships/image" Target="../media/image95.wmf"/><Relationship Id="rId2" Type="http://schemas.openxmlformats.org/officeDocument/2006/relationships/image" Target="../media/image80.wmf"/><Relationship Id="rId16" Type="http://schemas.openxmlformats.org/officeDocument/2006/relationships/image" Target="../media/image94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11" Type="http://schemas.openxmlformats.org/officeDocument/2006/relationships/image" Target="../media/image89.wmf"/><Relationship Id="rId5" Type="http://schemas.openxmlformats.org/officeDocument/2006/relationships/image" Target="../media/image83.wmf"/><Relationship Id="rId15" Type="http://schemas.openxmlformats.org/officeDocument/2006/relationships/image" Target="../media/image93.wmf"/><Relationship Id="rId10" Type="http://schemas.openxmlformats.org/officeDocument/2006/relationships/image" Target="../media/image88.wmf"/><Relationship Id="rId4" Type="http://schemas.openxmlformats.org/officeDocument/2006/relationships/image" Target="../media/image82.wmf"/><Relationship Id="rId9" Type="http://schemas.openxmlformats.org/officeDocument/2006/relationships/image" Target="../media/image87.wmf"/><Relationship Id="rId14" Type="http://schemas.openxmlformats.org/officeDocument/2006/relationships/image" Target="../media/image9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image" Target="../media/image98.wmf"/><Relationship Id="rId18" Type="http://schemas.openxmlformats.org/officeDocument/2006/relationships/image" Target="../media/image103.wmf"/><Relationship Id="rId3" Type="http://schemas.openxmlformats.org/officeDocument/2006/relationships/image" Target="../media/image81.wmf"/><Relationship Id="rId21" Type="http://schemas.openxmlformats.org/officeDocument/2006/relationships/image" Target="../media/image106.wmf"/><Relationship Id="rId7" Type="http://schemas.openxmlformats.org/officeDocument/2006/relationships/image" Target="../media/image85.wmf"/><Relationship Id="rId12" Type="http://schemas.openxmlformats.org/officeDocument/2006/relationships/image" Target="../media/image97.wmf"/><Relationship Id="rId17" Type="http://schemas.openxmlformats.org/officeDocument/2006/relationships/image" Target="../media/image102.wmf"/><Relationship Id="rId2" Type="http://schemas.openxmlformats.org/officeDocument/2006/relationships/image" Target="../media/image80.wmf"/><Relationship Id="rId16" Type="http://schemas.openxmlformats.org/officeDocument/2006/relationships/image" Target="../media/image101.wmf"/><Relationship Id="rId20" Type="http://schemas.openxmlformats.org/officeDocument/2006/relationships/image" Target="../media/image105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11" Type="http://schemas.openxmlformats.org/officeDocument/2006/relationships/image" Target="../media/image96.wmf"/><Relationship Id="rId24" Type="http://schemas.openxmlformats.org/officeDocument/2006/relationships/image" Target="../media/image91.wmf"/><Relationship Id="rId5" Type="http://schemas.openxmlformats.org/officeDocument/2006/relationships/image" Target="../media/image83.wmf"/><Relationship Id="rId15" Type="http://schemas.openxmlformats.org/officeDocument/2006/relationships/image" Target="../media/image100.wmf"/><Relationship Id="rId23" Type="http://schemas.openxmlformats.org/officeDocument/2006/relationships/image" Target="../media/image90.wmf"/><Relationship Id="rId10" Type="http://schemas.openxmlformats.org/officeDocument/2006/relationships/image" Target="../media/image88.wmf"/><Relationship Id="rId19" Type="http://schemas.openxmlformats.org/officeDocument/2006/relationships/image" Target="../media/image104.wmf"/><Relationship Id="rId4" Type="http://schemas.openxmlformats.org/officeDocument/2006/relationships/image" Target="../media/image82.wmf"/><Relationship Id="rId9" Type="http://schemas.openxmlformats.org/officeDocument/2006/relationships/image" Target="../media/image87.wmf"/><Relationship Id="rId14" Type="http://schemas.openxmlformats.org/officeDocument/2006/relationships/image" Target="../media/image99.wmf"/><Relationship Id="rId22" Type="http://schemas.openxmlformats.org/officeDocument/2006/relationships/image" Target="../media/image10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4" Type="http://schemas.openxmlformats.org/officeDocument/2006/relationships/image" Target="../media/image12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4" Type="http://schemas.openxmlformats.org/officeDocument/2006/relationships/image" Target="../media/image12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4" Type="http://schemas.openxmlformats.org/officeDocument/2006/relationships/image" Target="../media/image14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4" Type="http://schemas.openxmlformats.org/officeDocument/2006/relationships/image" Target="../media/image154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11" Type="http://schemas.openxmlformats.org/officeDocument/2006/relationships/image" Target="../media/image172.wmf"/><Relationship Id="rId5" Type="http://schemas.openxmlformats.org/officeDocument/2006/relationships/image" Target="../media/image166.wmf"/><Relationship Id="rId10" Type="http://schemas.openxmlformats.org/officeDocument/2006/relationships/image" Target="../media/image171.wmf"/><Relationship Id="rId4" Type="http://schemas.openxmlformats.org/officeDocument/2006/relationships/image" Target="../media/image165.wmf"/><Relationship Id="rId9" Type="http://schemas.openxmlformats.org/officeDocument/2006/relationships/image" Target="../media/image17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13" Type="http://schemas.openxmlformats.org/officeDocument/2006/relationships/image" Target="../media/image185.wmf"/><Relationship Id="rId3" Type="http://schemas.openxmlformats.org/officeDocument/2006/relationships/image" Target="../media/image175.wmf"/><Relationship Id="rId7" Type="http://schemas.openxmlformats.org/officeDocument/2006/relationships/image" Target="../media/image179.wmf"/><Relationship Id="rId12" Type="http://schemas.openxmlformats.org/officeDocument/2006/relationships/image" Target="../media/image184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6" Type="http://schemas.openxmlformats.org/officeDocument/2006/relationships/image" Target="../media/image178.wmf"/><Relationship Id="rId11" Type="http://schemas.openxmlformats.org/officeDocument/2006/relationships/image" Target="../media/image183.wmf"/><Relationship Id="rId5" Type="http://schemas.openxmlformats.org/officeDocument/2006/relationships/image" Target="../media/image177.wmf"/><Relationship Id="rId15" Type="http://schemas.openxmlformats.org/officeDocument/2006/relationships/image" Target="../media/image187.wmf"/><Relationship Id="rId10" Type="http://schemas.openxmlformats.org/officeDocument/2006/relationships/image" Target="../media/image182.wmf"/><Relationship Id="rId4" Type="http://schemas.openxmlformats.org/officeDocument/2006/relationships/image" Target="../media/image176.wmf"/><Relationship Id="rId9" Type="http://schemas.openxmlformats.org/officeDocument/2006/relationships/image" Target="../media/image181.wmf"/><Relationship Id="rId14" Type="http://schemas.openxmlformats.org/officeDocument/2006/relationships/image" Target="../media/image186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image" Target="../media/image200.wmf"/><Relationship Id="rId3" Type="http://schemas.openxmlformats.org/officeDocument/2006/relationships/image" Target="../media/image190.wmf"/><Relationship Id="rId7" Type="http://schemas.openxmlformats.org/officeDocument/2006/relationships/image" Target="../media/image194.wmf"/><Relationship Id="rId12" Type="http://schemas.openxmlformats.org/officeDocument/2006/relationships/image" Target="../media/image199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11" Type="http://schemas.openxmlformats.org/officeDocument/2006/relationships/image" Target="../media/image198.wmf"/><Relationship Id="rId5" Type="http://schemas.openxmlformats.org/officeDocument/2006/relationships/image" Target="../media/image192.wmf"/><Relationship Id="rId10" Type="http://schemas.openxmlformats.org/officeDocument/2006/relationships/image" Target="../media/image197.wmf"/><Relationship Id="rId4" Type="http://schemas.openxmlformats.org/officeDocument/2006/relationships/image" Target="../media/image191.wmf"/><Relationship Id="rId9" Type="http://schemas.openxmlformats.org/officeDocument/2006/relationships/image" Target="../media/image196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wmf"/><Relationship Id="rId1" Type="http://schemas.openxmlformats.org/officeDocument/2006/relationships/image" Target="../media/image201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7" Type="http://schemas.openxmlformats.org/officeDocument/2006/relationships/image" Target="../media/image210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Relationship Id="rId6" Type="http://schemas.openxmlformats.org/officeDocument/2006/relationships/image" Target="../media/image209.wmf"/><Relationship Id="rId5" Type="http://schemas.openxmlformats.org/officeDocument/2006/relationships/image" Target="../media/image208.wmf"/><Relationship Id="rId4" Type="http://schemas.openxmlformats.org/officeDocument/2006/relationships/image" Target="../media/image20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Relationship Id="rId5" Type="http://schemas.openxmlformats.org/officeDocument/2006/relationships/image" Target="../media/image220.wmf"/><Relationship Id="rId4" Type="http://schemas.openxmlformats.org/officeDocument/2006/relationships/image" Target="../media/image21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wmf"/><Relationship Id="rId7" Type="http://schemas.openxmlformats.org/officeDocument/2006/relationships/image" Target="../media/image227.wmf"/><Relationship Id="rId2" Type="http://schemas.openxmlformats.org/officeDocument/2006/relationships/image" Target="../media/image222.wmf"/><Relationship Id="rId1" Type="http://schemas.openxmlformats.org/officeDocument/2006/relationships/image" Target="../media/image221.wmf"/><Relationship Id="rId6" Type="http://schemas.openxmlformats.org/officeDocument/2006/relationships/image" Target="../media/image226.wmf"/><Relationship Id="rId5" Type="http://schemas.openxmlformats.org/officeDocument/2006/relationships/image" Target="../media/image225.wmf"/><Relationship Id="rId4" Type="http://schemas.openxmlformats.org/officeDocument/2006/relationships/image" Target="../media/image224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4" Type="http://schemas.openxmlformats.org/officeDocument/2006/relationships/image" Target="../media/image231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3" Type="http://schemas.openxmlformats.org/officeDocument/2006/relationships/image" Target="../media/image234.wmf"/><Relationship Id="rId7" Type="http://schemas.openxmlformats.org/officeDocument/2006/relationships/image" Target="../media/image238.wmf"/><Relationship Id="rId2" Type="http://schemas.openxmlformats.org/officeDocument/2006/relationships/image" Target="../media/image233.wmf"/><Relationship Id="rId1" Type="http://schemas.openxmlformats.org/officeDocument/2006/relationships/image" Target="../media/image232.wmf"/><Relationship Id="rId6" Type="http://schemas.openxmlformats.org/officeDocument/2006/relationships/image" Target="../media/image237.wmf"/><Relationship Id="rId11" Type="http://schemas.openxmlformats.org/officeDocument/2006/relationships/image" Target="../media/image242.wmf"/><Relationship Id="rId5" Type="http://schemas.openxmlformats.org/officeDocument/2006/relationships/image" Target="../media/image236.wmf"/><Relationship Id="rId10" Type="http://schemas.openxmlformats.org/officeDocument/2006/relationships/image" Target="../media/image241.wmf"/><Relationship Id="rId4" Type="http://schemas.openxmlformats.org/officeDocument/2006/relationships/image" Target="../media/image235.wmf"/><Relationship Id="rId9" Type="http://schemas.openxmlformats.org/officeDocument/2006/relationships/image" Target="../media/image240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wmf"/><Relationship Id="rId2" Type="http://schemas.openxmlformats.org/officeDocument/2006/relationships/image" Target="../media/image244.wmf"/><Relationship Id="rId1" Type="http://schemas.openxmlformats.org/officeDocument/2006/relationships/image" Target="../media/image243.wmf"/><Relationship Id="rId5" Type="http://schemas.openxmlformats.org/officeDocument/2006/relationships/image" Target="../media/image247.wmf"/><Relationship Id="rId4" Type="http://schemas.openxmlformats.org/officeDocument/2006/relationships/image" Target="../media/image246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wmf"/><Relationship Id="rId7" Type="http://schemas.openxmlformats.org/officeDocument/2006/relationships/image" Target="../media/image252.wmf"/><Relationship Id="rId2" Type="http://schemas.openxmlformats.org/officeDocument/2006/relationships/image" Target="../media/image248.wmf"/><Relationship Id="rId1" Type="http://schemas.openxmlformats.org/officeDocument/2006/relationships/image" Target="../media/image243.wmf"/><Relationship Id="rId6" Type="http://schemas.openxmlformats.org/officeDocument/2006/relationships/image" Target="../media/image244.wmf"/><Relationship Id="rId5" Type="http://schemas.openxmlformats.org/officeDocument/2006/relationships/image" Target="../media/image251.wmf"/><Relationship Id="rId4" Type="http://schemas.openxmlformats.org/officeDocument/2006/relationships/image" Target="../media/image250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7" Type="http://schemas.openxmlformats.org/officeDocument/2006/relationships/image" Target="../media/image259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6" Type="http://schemas.openxmlformats.org/officeDocument/2006/relationships/image" Target="../media/image258.wmf"/><Relationship Id="rId5" Type="http://schemas.openxmlformats.org/officeDocument/2006/relationships/image" Target="../media/image257.wmf"/><Relationship Id="rId4" Type="http://schemas.openxmlformats.org/officeDocument/2006/relationships/image" Target="../media/image256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wmf"/><Relationship Id="rId7" Type="http://schemas.openxmlformats.org/officeDocument/2006/relationships/image" Target="../media/image266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Relationship Id="rId6" Type="http://schemas.openxmlformats.org/officeDocument/2006/relationships/image" Target="../media/image265.wmf"/><Relationship Id="rId5" Type="http://schemas.openxmlformats.org/officeDocument/2006/relationships/image" Target="../media/image264.wmf"/><Relationship Id="rId4" Type="http://schemas.openxmlformats.org/officeDocument/2006/relationships/image" Target="../media/image263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3" Type="http://schemas.openxmlformats.org/officeDocument/2006/relationships/image" Target="../media/image269.wmf"/><Relationship Id="rId7" Type="http://schemas.openxmlformats.org/officeDocument/2006/relationships/image" Target="../media/image273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Relationship Id="rId6" Type="http://schemas.openxmlformats.org/officeDocument/2006/relationships/image" Target="../media/image272.wmf"/><Relationship Id="rId11" Type="http://schemas.openxmlformats.org/officeDocument/2006/relationships/image" Target="../media/image277.wmf"/><Relationship Id="rId5" Type="http://schemas.openxmlformats.org/officeDocument/2006/relationships/image" Target="../media/image271.wmf"/><Relationship Id="rId10" Type="http://schemas.openxmlformats.org/officeDocument/2006/relationships/image" Target="../media/image276.wmf"/><Relationship Id="rId4" Type="http://schemas.openxmlformats.org/officeDocument/2006/relationships/image" Target="../media/image270.wmf"/><Relationship Id="rId9" Type="http://schemas.openxmlformats.org/officeDocument/2006/relationships/image" Target="../media/image275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wmf"/><Relationship Id="rId13" Type="http://schemas.openxmlformats.org/officeDocument/2006/relationships/image" Target="../media/image290.wmf"/><Relationship Id="rId18" Type="http://schemas.openxmlformats.org/officeDocument/2006/relationships/image" Target="../media/image295.wmf"/><Relationship Id="rId3" Type="http://schemas.openxmlformats.org/officeDocument/2006/relationships/image" Target="../media/image280.wmf"/><Relationship Id="rId7" Type="http://schemas.openxmlformats.org/officeDocument/2006/relationships/image" Target="../media/image284.wmf"/><Relationship Id="rId12" Type="http://schemas.openxmlformats.org/officeDocument/2006/relationships/image" Target="../media/image289.wmf"/><Relationship Id="rId17" Type="http://schemas.openxmlformats.org/officeDocument/2006/relationships/image" Target="../media/image294.wmf"/><Relationship Id="rId2" Type="http://schemas.openxmlformats.org/officeDocument/2006/relationships/image" Target="../media/image279.wmf"/><Relationship Id="rId16" Type="http://schemas.openxmlformats.org/officeDocument/2006/relationships/image" Target="../media/image293.wmf"/><Relationship Id="rId1" Type="http://schemas.openxmlformats.org/officeDocument/2006/relationships/image" Target="../media/image278.wmf"/><Relationship Id="rId6" Type="http://schemas.openxmlformats.org/officeDocument/2006/relationships/image" Target="../media/image283.wmf"/><Relationship Id="rId11" Type="http://schemas.openxmlformats.org/officeDocument/2006/relationships/image" Target="../media/image288.wmf"/><Relationship Id="rId5" Type="http://schemas.openxmlformats.org/officeDocument/2006/relationships/image" Target="../media/image282.wmf"/><Relationship Id="rId15" Type="http://schemas.openxmlformats.org/officeDocument/2006/relationships/image" Target="../media/image292.wmf"/><Relationship Id="rId10" Type="http://schemas.openxmlformats.org/officeDocument/2006/relationships/image" Target="../media/image287.wmf"/><Relationship Id="rId4" Type="http://schemas.openxmlformats.org/officeDocument/2006/relationships/image" Target="../media/image281.wmf"/><Relationship Id="rId9" Type="http://schemas.openxmlformats.org/officeDocument/2006/relationships/image" Target="../media/image286.wmf"/><Relationship Id="rId14" Type="http://schemas.openxmlformats.org/officeDocument/2006/relationships/image" Target="../media/image291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wmf"/><Relationship Id="rId2" Type="http://schemas.openxmlformats.org/officeDocument/2006/relationships/image" Target="../media/image297.wmf"/><Relationship Id="rId1" Type="http://schemas.openxmlformats.org/officeDocument/2006/relationships/image" Target="../media/image296.wmf"/><Relationship Id="rId6" Type="http://schemas.openxmlformats.org/officeDocument/2006/relationships/image" Target="../media/image301.wmf"/><Relationship Id="rId5" Type="http://schemas.openxmlformats.org/officeDocument/2006/relationships/image" Target="../media/image300.wmf"/><Relationship Id="rId4" Type="http://schemas.openxmlformats.org/officeDocument/2006/relationships/image" Target="../media/image299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3" Type="http://schemas.openxmlformats.org/officeDocument/2006/relationships/image" Target="../media/image304.wmf"/><Relationship Id="rId7" Type="http://schemas.openxmlformats.org/officeDocument/2006/relationships/image" Target="../media/image308.wmf"/><Relationship Id="rId2" Type="http://schemas.openxmlformats.org/officeDocument/2006/relationships/image" Target="../media/image303.wmf"/><Relationship Id="rId1" Type="http://schemas.openxmlformats.org/officeDocument/2006/relationships/image" Target="../media/image296.wmf"/><Relationship Id="rId6" Type="http://schemas.openxmlformats.org/officeDocument/2006/relationships/image" Target="../media/image307.wmf"/><Relationship Id="rId5" Type="http://schemas.openxmlformats.org/officeDocument/2006/relationships/image" Target="../media/image306.wmf"/><Relationship Id="rId10" Type="http://schemas.openxmlformats.org/officeDocument/2006/relationships/image" Target="../media/image311.wmf"/><Relationship Id="rId4" Type="http://schemas.openxmlformats.org/officeDocument/2006/relationships/image" Target="../media/image305.wmf"/><Relationship Id="rId9" Type="http://schemas.openxmlformats.org/officeDocument/2006/relationships/image" Target="../media/image310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wmf"/><Relationship Id="rId2" Type="http://schemas.openxmlformats.org/officeDocument/2006/relationships/image" Target="../media/image313.wmf"/><Relationship Id="rId1" Type="http://schemas.openxmlformats.org/officeDocument/2006/relationships/image" Target="../media/image312.wmf"/><Relationship Id="rId5" Type="http://schemas.openxmlformats.org/officeDocument/2006/relationships/image" Target="../media/image316.wmf"/><Relationship Id="rId4" Type="http://schemas.openxmlformats.org/officeDocument/2006/relationships/image" Target="../media/image315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13" Type="http://schemas.openxmlformats.org/officeDocument/2006/relationships/image" Target="../media/image329.wmf"/><Relationship Id="rId3" Type="http://schemas.openxmlformats.org/officeDocument/2006/relationships/image" Target="../media/image319.wmf"/><Relationship Id="rId7" Type="http://schemas.openxmlformats.org/officeDocument/2006/relationships/image" Target="../media/image323.wmf"/><Relationship Id="rId12" Type="http://schemas.openxmlformats.org/officeDocument/2006/relationships/image" Target="../media/image328.wmf"/><Relationship Id="rId2" Type="http://schemas.openxmlformats.org/officeDocument/2006/relationships/image" Target="../media/image318.wmf"/><Relationship Id="rId1" Type="http://schemas.openxmlformats.org/officeDocument/2006/relationships/image" Target="../media/image317.wmf"/><Relationship Id="rId6" Type="http://schemas.openxmlformats.org/officeDocument/2006/relationships/image" Target="../media/image322.wmf"/><Relationship Id="rId11" Type="http://schemas.openxmlformats.org/officeDocument/2006/relationships/image" Target="../media/image327.wmf"/><Relationship Id="rId5" Type="http://schemas.openxmlformats.org/officeDocument/2006/relationships/image" Target="../media/image321.wmf"/><Relationship Id="rId10" Type="http://schemas.openxmlformats.org/officeDocument/2006/relationships/image" Target="../media/image326.wmf"/><Relationship Id="rId4" Type="http://schemas.openxmlformats.org/officeDocument/2006/relationships/image" Target="../media/image320.wmf"/><Relationship Id="rId9" Type="http://schemas.openxmlformats.org/officeDocument/2006/relationships/image" Target="../media/image325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wmf"/><Relationship Id="rId2" Type="http://schemas.openxmlformats.org/officeDocument/2006/relationships/image" Target="../media/image330.wmf"/><Relationship Id="rId1" Type="http://schemas.openxmlformats.org/officeDocument/2006/relationships/image" Target="../media/image312.wmf"/><Relationship Id="rId5" Type="http://schemas.openxmlformats.org/officeDocument/2006/relationships/image" Target="../media/image333.wmf"/><Relationship Id="rId4" Type="http://schemas.openxmlformats.org/officeDocument/2006/relationships/image" Target="../media/image332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wmf"/><Relationship Id="rId7" Type="http://schemas.openxmlformats.org/officeDocument/2006/relationships/image" Target="../media/image340.wmf"/><Relationship Id="rId2" Type="http://schemas.openxmlformats.org/officeDocument/2006/relationships/image" Target="../media/image335.wmf"/><Relationship Id="rId1" Type="http://schemas.openxmlformats.org/officeDocument/2006/relationships/image" Target="../media/image334.wmf"/><Relationship Id="rId6" Type="http://schemas.openxmlformats.org/officeDocument/2006/relationships/image" Target="../media/image339.wmf"/><Relationship Id="rId5" Type="http://schemas.openxmlformats.org/officeDocument/2006/relationships/image" Target="../media/image338.wmf"/><Relationship Id="rId4" Type="http://schemas.openxmlformats.org/officeDocument/2006/relationships/image" Target="../media/image337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3" Type="http://schemas.openxmlformats.org/officeDocument/2006/relationships/image" Target="../media/image343.wmf"/><Relationship Id="rId7" Type="http://schemas.openxmlformats.org/officeDocument/2006/relationships/image" Target="../media/image347.wmf"/><Relationship Id="rId2" Type="http://schemas.openxmlformats.org/officeDocument/2006/relationships/image" Target="../media/image342.wmf"/><Relationship Id="rId1" Type="http://schemas.openxmlformats.org/officeDocument/2006/relationships/image" Target="../media/image341.wmf"/><Relationship Id="rId6" Type="http://schemas.openxmlformats.org/officeDocument/2006/relationships/image" Target="../media/image346.wmf"/><Relationship Id="rId11" Type="http://schemas.openxmlformats.org/officeDocument/2006/relationships/image" Target="../media/image350.wmf"/><Relationship Id="rId5" Type="http://schemas.openxmlformats.org/officeDocument/2006/relationships/image" Target="../media/image345.wmf"/><Relationship Id="rId10" Type="http://schemas.openxmlformats.org/officeDocument/2006/relationships/image" Target="../media/image349.wmf"/><Relationship Id="rId4" Type="http://schemas.openxmlformats.org/officeDocument/2006/relationships/image" Target="../media/image344.wmf"/><Relationship Id="rId9" Type="http://schemas.openxmlformats.org/officeDocument/2006/relationships/image" Target="../media/image337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3" Type="http://schemas.openxmlformats.org/officeDocument/2006/relationships/image" Target="../media/image353.wmf"/><Relationship Id="rId7" Type="http://schemas.openxmlformats.org/officeDocument/2006/relationships/image" Target="../media/image357.wmf"/><Relationship Id="rId2" Type="http://schemas.openxmlformats.org/officeDocument/2006/relationships/image" Target="../media/image352.wmf"/><Relationship Id="rId1" Type="http://schemas.openxmlformats.org/officeDocument/2006/relationships/image" Target="../media/image351.wmf"/><Relationship Id="rId6" Type="http://schemas.openxmlformats.org/officeDocument/2006/relationships/image" Target="../media/image356.wmf"/><Relationship Id="rId5" Type="http://schemas.openxmlformats.org/officeDocument/2006/relationships/image" Target="../media/image355.wmf"/><Relationship Id="rId10" Type="http://schemas.openxmlformats.org/officeDocument/2006/relationships/image" Target="../media/image360.wmf"/><Relationship Id="rId4" Type="http://schemas.openxmlformats.org/officeDocument/2006/relationships/image" Target="../media/image354.wmf"/><Relationship Id="rId9" Type="http://schemas.openxmlformats.org/officeDocument/2006/relationships/image" Target="../media/image359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wmf"/><Relationship Id="rId3" Type="http://schemas.openxmlformats.org/officeDocument/2006/relationships/image" Target="../media/image363.wmf"/><Relationship Id="rId7" Type="http://schemas.openxmlformats.org/officeDocument/2006/relationships/image" Target="../media/image367.wmf"/><Relationship Id="rId2" Type="http://schemas.openxmlformats.org/officeDocument/2006/relationships/image" Target="../media/image362.wmf"/><Relationship Id="rId1" Type="http://schemas.openxmlformats.org/officeDocument/2006/relationships/image" Target="../media/image361.wmf"/><Relationship Id="rId6" Type="http://schemas.openxmlformats.org/officeDocument/2006/relationships/image" Target="../media/image366.wmf"/><Relationship Id="rId5" Type="http://schemas.openxmlformats.org/officeDocument/2006/relationships/image" Target="../media/image365.wmf"/><Relationship Id="rId4" Type="http://schemas.openxmlformats.org/officeDocument/2006/relationships/image" Target="../media/image364.wmf"/><Relationship Id="rId9" Type="http://schemas.openxmlformats.org/officeDocument/2006/relationships/image" Target="../media/image369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wmf"/><Relationship Id="rId2" Type="http://schemas.openxmlformats.org/officeDocument/2006/relationships/image" Target="../media/image370.wmf"/><Relationship Id="rId1" Type="http://schemas.openxmlformats.org/officeDocument/2006/relationships/image" Target="../media/image369.wmf"/><Relationship Id="rId5" Type="http://schemas.openxmlformats.org/officeDocument/2006/relationships/image" Target="../media/image373.wmf"/><Relationship Id="rId4" Type="http://schemas.openxmlformats.org/officeDocument/2006/relationships/image" Target="../media/image372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wmf"/><Relationship Id="rId13" Type="http://schemas.openxmlformats.org/officeDocument/2006/relationships/image" Target="../media/image386.wmf"/><Relationship Id="rId18" Type="http://schemas.openxmlformats.org/officeDocument/2006/relationships/image" Target="../media/image391.wmf"/><Relationship Id="rId3" Type="http://schemas.openxmlformats.org/officeDocument/2006/relationships/image" Target="../media/image376.wmf"/><Relationship Id="rId21" Type="http://schemas.openxmlformats.org/officeDocument/2006/relationships/image" Target="../media/image394.wmf"/><Relationship Id="rId7" Type="http://schemas.openxmlformats.org/officeDocument/2006/relationships/image" Target="../media/image380.wmf"/><Relationship Id="rId12" Type="http://schemas.openxmlformats.org/officeDocument/2006/relationships/image" Target="../media/image385.wmf"/><Relationship Id="rId17" Type="http://schemas.openxmlformats.org/officeDocument/2006/relationships/image" Target="../media/image390.wmf"/><Relationship Id="rId2" Type="http://schemas.openxmlformats.org/officeDocument/2006/relationships/image" Target="../media/image375.wmf"/><Relationship Id="rId16" Type="http://schemas.openxmlformats.org/officeDocument/2006/relationships/image" Target="../media/image389.wmf"/><Relationship Id="rId20" Type="http://schemas.openxmlformats.org/officeDocument/2006/relationships/image" Target="../media/image393.wmf"/><Relationship Id="rId1" Type="http://schemas.openxmlformats.org/officeDocument/2006/relationships/image" Target="../media/image374.wmf"/><Relationship Id="rId6" Type="http://schemas.openxmlformats.org/officeDocument/2006/relationships/image" Target="../media/image379.wmf"/><Relationship Id="rId11" Type="http://schemas.openxmlformats.org/officeDocument/2006/relationships/image" Target="../media/image384.wmf"/><Relationship Id="rId5" Type="http://schemas.openxmlformats.org/officeDocument/2006/relationships/image" Target="../media/image378.wmf"/><Relationship Id="rId15" Type="http://schemas.openxmlformats.org/officeDocument/2006/relationships/image" Target="../media/image388.wmf"/><Relationship Id="rId10" Type="http://schemas.openxmlformats.org/officeDocument/2006/relationships/image" Target="../media/image383.wmf"/><Relationship Id="rId19" Type="http://schemas.openxmlformats.org/officeDocument/2006/relationships/image" Target="../media/image392.wmf"/><Relationship Id="rId4" Type="http://schemas.openxmlformats.org/officeDocument/2006/relationships/image" Target="../media/image377.wmf"/><Relationship Id="rId9" Type="http://schemas.openxmlformats.org/officeDocument/2006/relationships/image" Target="../media/image382.wmf"/><Relationship Id="rId14" Type="http://schemas.openxmlformats.org/officeDocument/2006/relationships/image" Target="../media/image387.wmf"/><Relationship Id="rId22" Type="http://schemas.openxmlformats.org/officeDocument/2006/relationships/image" Target="../media/image395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wmf"/><Relationship Id="rId13" Type="http://schemas.openxmlformats.org/officeDocument/2006/relationships/image" Target="../media/image392.wmf"/><Relationship Id="rId3" Type="http://schemas.openxmlformats.org/officeDocument/2006/relationships/image" Target="../media/image398.wmf"/><Relationship Id="rId7" Type="http://schemas.openxmlformats.org/officeDocument/2006/relationships/image" Target="../media/image402.wmf"/><Relationship Id="rId12" Type="http://schemas.openxmlformats.org/officeDocument/2006/relationships/image" Target="../media/image391.wmf"/><Relationship Id="rId2" Type="http://schemas.openxmlformats.org/officeDocument/2006/relationships/image" Target="../media/image397.wmf"/><Relationship Id="rId1" Type="http://schemas.openxmlformats.org/officeDocument/2006/relationships/image" Target="../media/image396.wmf"/><Relationship Id="rId6" Type="http://schemas.openxmlformats.org/officeDocument/2006/relationships/image" Target="../media/image401.wmf"/><Relationship Id="rId11" Type="http://schemas.openxmlformats.org/officeDocument/2006/relationships/image" Target="../media/image390.wmf"/><Relationship Id="rId5" Type="http://schemas.openxmlformats.org/officeDocument/2006/relationships/image" Target="../media/image400.wmf"/><Relationship Id="rId15" Type="http://schemas.openxmlformats.org/officeDocument/2006/relationships/image" Target="../media/image405.wmf"/><Relationship Id="rId10" Type="http://schemas.openxmlformats.org/officeDocument/2006/relationships/image" Target="../media/image389.wmf"/><Relationship Id="rId4" Type="http://schemas.openxmlformats.org/officeDocument/2006/relationships/image" Target="../media/image399.wmf"/><Relationship Id="rId9" Type="http://schemas.openxmlformats.org/officeDocument/2006/relationships/image" Target="../media/image404.wmf"/><Relationship Id="rId14" Type="http://schemas.openxmlformats.org/officeDocument/2006/relationships/image" Target="../media/image393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8.wmf"/><Relationship Id="rId2" Type="http://schemas.openxmlformats.org/officeDocument/2006/relationships/image" Target="../media/image407.wmf"/><Relationship Id="rId1" Type="http://schemas.openxmlformats.org/officeDocument/2006/relationships/image" Target="../media/image406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wmf"/><Relationship Id="rId2" Type="http://schemas.openxmlformats.org/officeDocument/2006/relationships/image" Target="../media/image410.wmf"/><Relationship Id="rId1" Type="http://schemas.openxmlformats.org/officeDocument/2006/relationships/image" Target="../media/image409.wmf"/><Relationship Id="rId6" Type="http://schemas.openxmlformats.org/officeDocument/2006/relationships/image" Target="../media/image414.wmf"/><Relationship Id="rId5" Type="http://schemas.openxmlformats.org/officeDocument/2006/relationships/image" Target="../media/image413.wmf"/><Relationship Id="rId4" Type="http://schemas.openxmlformats.org/officeDocument/2006/relationships/image" Target="../media/image412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wmf"/><Relationship Id="rId3" Type="http://schemas.openxmlformats.org/officeDocument/2006/relationships/image" Target="../media/image417.wmf"/><Relationship Id="rId7" Type="http://schemas.openxmlformats.org/officeDocument/2006/relationships/image" Target="../media/image421.wmf"/><Relationship Id="rId2" Type="http://schemas.openxmlformats.org/officeDocument/2006/relationships/image" Target="../media/image416.wmf"/><Relationship Id="rId1" Type="http://schemas.openxmlformats.org/officeDocument/2006/relationships/image" Target="../media/image415.wmf"/><Relationship Id="rId6" Type="http://schemas.openxmlformats.org/officeDocument/2006/relationships/image" Target="../media/image420.wmf"/><Relationship Id="rId5" Type="http://schemas.openxmlformats.org/officeDocument/2006/relationships/image" Target="../media/image419.wmf"/><Relationship Id="rId4" Type="http://schemas.openxmlformats.org/officeDocument/2006/relationships/image" Target="../media/image418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5.wmf"/><Relationship Id="rId2" Type="http://schemas.openxmlformats.org/officeDocument/2006/relationships/image" Target="../media/image424.wmf"/><Relationship Id="rId1" Type="http://schemas.openxmlformats.org/officeDocument/2006/relationships/image" Target="../media/image423.wmf"/><Relationship Id="rId6" Type="http://schemas.openxmlformats.org/officeDocument/2006/relationships/image" Target="../media/image422.wmf"/><Relationship Id="rId5" Type="http://schemas.openxmlformats.org/officeDocument/2006/relationships/image" Target="../media/image421.wmf"/><Relationship Id="rId4" Type="http://schemas.openxmlformats.org/officeDocument/2006/relationships/image" Target="../media/image426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wmf"/><Relationship Id="rId3" Type="http://schemas.openxmlformats.org/officeDocument/2006/relationships/image" Target="../media/image429.wmf"/><Relationship Id="rId7" Type="http://schemas.openxmlformats.org/officeDocument/2006/relationships/image" Target="../media/image433.wmf"/><Relationship Id="rId2" Type="http://schemas.openxmlformats.org/officeDocument/2006/relationships/image" Target="../media/image428.wmf"/><Relationship Id="rId1" Type="http://schemas.openxmlformats.org/officeDocument/2006/relationships/image" Target="../media/image427.wmf"/><Relationship Id="rId6" Type="http://schemas.openxmlformats.org/officeDocument/2006/relationships/image" Target="../media/image432.wmf"/><Relationship Id="rId5" Type="http://schemas.openxmlformats.org/officeDocument/2006/relationships/image" Target="../media/image431.wmf"/><Relationship Id="rId4" Type="http://schemas.openxmlformats.org/officeDocument/2006/relationships/image" Target="../media/image430.wmf"/><Relationship Id="rId9" Type="http://schemas.openxmlformats.org/officeDocument/2006/relationships/image" Target="../media/image435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8.wmf"/><Relationship Id="rId2" Type="http://schemas.openxmlformats.org/officeDocument/2006/relationships/image" Target="../media/image437.wmf"/><Relationship Id="rId1" Type="http://schemas.openxmlformats.org/officeDocument/2006/relationships/image" Target="../media/image436.wmf"/><Relationship Id="rId5" Type="http://schemas.openxmlformats.org/officeDocument/2006/relationships/image" Target="../media/image440.wmf"/><Relationship Id="rId4" Type="http://schemas.openxmlformats.org/officeDocument/2006/relationships/image" Target="../media/image4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B16FA-C879-4226-B89F-E7EB85904D3A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2D36-8605-4790-AF9E-62C1D973FA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2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634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02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876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163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178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0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201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863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099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  <p:extLst>
      <p:ext uri="{BB962C8B-B14F-4D97-AF65-F5344CB8AC3E}">
        <p14:creationId xmlns:p14="http://schemas.microsoft.com/office/powerpoint/2010/main" val="37234811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53735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448264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498467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0637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109942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01252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7428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698451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529348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618793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03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29069-2240-4358-9C35-99F8413EC972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1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2.wmf"/><Relationship Id="rId26" Type="http://schemas.openxmlformats.org/officeDocument/2006/relationships/oleObject" Target="../embeddings/oleObject26.bin"/><Relationship Id="rId39" Type="http://schemas.openxmlformats.org/officeDocument/2006/relationships/oleObject" Target="../embeddings/oleObject33.bin"/><Relationship Id="rId21" Type="http://schemas.openxmlformats.org/officeDocument/2006/relationships/oleObject" Target="../embeddings/oleObject23.bin"/><Relationship Id="rId34" Type="http://schemas.openxmlformats.org/officeDocument/2006/relationships/oleObject" Target="../embeddings/oleObject30.bin"/><Relationship Id="rId42" Type="http://schemas.openxmlformats.org/officeDocument/2006/relationships/image" Target="../media/image33.wmf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34.xml"/><Relationship Id="rId16" Type="http://schemas.openxmlformats.org/officeDocument/2006/relationships/image" Target="../media/image21.wmf"/><Relationship Id="rId29" Type="http://schemas.openxmlformats.org/officeDocument/2006/relationships/image" Target="../media/image27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8.bin"/><Relationship Id="rId24" Type="http://schemas.openxmlformats.org/officeDocument/2006/relationships/oleObject" Target="../embeddings/oleObject25.bin"/><Relationship Id="rId32" Type="http://schemas.openxmlformats.org/officeDocument/2006/relationships/oleObject" Target="../embeddings/oleObject29.bin"/><Relationship Id="rId37" Type="http://schemas.openxmlformats.org/officeDocument/2006/relationships/image" Target="../media/image31.wmf"/><Relationship Id="rId40" Type="http://schemas.openxmlformats.org/officeDocument/2006/relationships/image" Target="../media/image32.wmf"/><Relationship Id="rId45" Type="http://schemas.openxmlformats.org/officeDocument/2006/relationships/image" Target="../media/image34.wmf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4.bin"/><Relationship Id="rId28" Type="http://schemas.openxmlformats.org/officeDocument/2006/relationships/oleObject" Target="../embeddings/oleObject27.bin"/><Relationship Id="rId36" Type="http://schemas.openxmlformats.org/officeDocument/2006/relationships/oleObject" Target="../embeddings/oleObject31.bin"/><Relationship Id="rId10" Type="http://schemas.openxmlformats.org/officeDocument/2006/relationships/image" Target="../media/image18.wmf"/><Relationship Id="rId19" Type="http://schemas.openxmlformats.org/officeDocument/2006/relationships/oleObject" Target="../embeddings/oleObject22.bin"/><Relationship Id="rId31" Type="http://schemas.openxmlformats.org/officeDocument/2006/relationships/image" Target="../media/image28.wmf"/><Relationship Id="rId44" Type="http://schemas.openxmlformats.org/officeDocument/2006/relationships/oleObject" Target="../embeddings/oleObject36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0.wmf"/><Relationship Id="rId22" Type="http://schemas.openxmlformats.org/officeDocument/2006/relationships/image" Target="../media/image24.wmf"/><Relationship Id="rId27" Type="http://schemas.openxmlformats.org/officeDocument/2006/relationships/image" Target="../media/image26.wmf"/><Relationship Id="rId30" Type="http://schemas.openxmlformats.org/officeDocument/2006/relationships/oleObject" Target="../embeddings/oleObject28.bin"/><Relationship Id="rId35" Type="http://schemas.openxmlformats.org/officeDocument/2006/relationships/image" Target="../media/image30.wmf"/><Relationship Id="rId43" Type="http://schemas.openxmlformats.org/officeDocument/2006/relationships/oleObject" Target="../embeddings/oleObject35.bin"/><Relationship Id="rId8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1.bin"/><Relationship Id="rId25" Type="http://schemas.openxmlformats.org/officeDocument/2006/relationships/image" Target="../media/image25.wmf"/><Relationship Id="rId33" Type="http://schemas.openxmlformats.org/officeDocument/2006/relationships/image" Target="../media/image29.wmf"/><Relationship Id="rId38" Type="http://schemas.openxmlformats.org/officeDocument/2006/relationships/oleObject" Target="../embeddings/oleObject32.bin"/><Relationship Id="rId20" Type="http://schemas.openxmlformats.org/officeDocument/2006/relationships/image" Target="../media/image23.wmf"/><Relationship Id="rId41" Type="http://schemas.openxmlformats.org/officeDocument/2006/relationships/oleObject" Target="../embeddings/oleObject34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2.wmf"/><Relationship Id="rId26" Type="http://schemas.openxmlformats.org/officeDocument/2006/relationships/image" Target="../media/image46.wmf"/><Relationship Id="rId39" Type="http://schemas.openxmlformats.org/officeDocument/2006/relationships/oleObject" Target="../embeddings/oleObject55.bin"/><Relationship Id="rId21" Type="http://schemas.openxmlformats.org/officeDocument/2006/relationships/oleObject" Target="../embeddings/oleObject46.bin"/><Relationship Id="rId34" Type="http://schemas.openxmlformats.org/officeDocument/2006/relationships/image" Target="../media/image50.wmf"/><Relationship Id="rId42" Type="http://schemas.openxmlformats.org/officeDocument/2006/relationships/image" Target="../media/image54.wmf"/><Relationship Id="rId47" Type="http://schemas.openxmlformats.org/officeDocument/2006/relationships/oleObject" Target="../embeddings/oleObject59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34.xml"/><Relationship Id="rId16" Type="http://schemas.openxmlformats.org/officeDocument/2006/relationships/image" Target="../media/image41.wmf"/><Relationship Id="rId29" Type="http://schemas.openxmlformats.org/officeDocument/2006/relationships/oleObject" Target="../embeddings/oleObject50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45.wmf"/><Relationship Id="rId32" Type="http://schemas.openxmlformats.org/officeDocument/2006/relationships/image" Target="../media/image49.wmf"/><Relationship Id="rId37" Type="http://schemas.openxmlformats.org/officeDocument/2006/relationships/oleObject" Target="../embeddings/oleObject54.bin"/><Relationship Id="rId40" Type="http://schemas.openxmlformats.org/officeDocument/2006/relationships/image" Target="../media/image53.wmf"/><Relationship Id="rId45" Type="http://schemas.openxmlformats.org/officeDocument/2006/relationships/oleObject" Target="../embeddings/oleObject58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47.wmf"/><Relationship Id="rId36" Type="http://schemas.openxmlformats.org/officeDocument/2006/relationships/image" Target="../media/image51.wmf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45.bin"/><Relationship Id="rId31" Type="http://schemas.openxmlformats.org/officeDocument/2006/relationships/oleObject" Target="../embeddings/oleObject51.bin"/><Relationship Id="rId44" Type="http://schemas.openxmlformats.org/officeDocument/2006/relationships/image" Target="../media/image55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0.wmf"/><Relationship Id="rId22" Type="http://schemas.openxmlformats.org/officeDocument/2006/relationships/image" Target="../media/image44.wmf"/><Relationship Id="rId27" Type="http://schemas.openxmlformats.org/officeDocument/2006/relationships/oleObject" Target="../embeddings/oleObject49.bin"/><Relationship Id="rId30" Type="http://schemas.openxmlformats.org/officeDocument/2006/relationships/image" Target="../media/image48.wmf"/><Relationship Id="rId35" Type="http://schemas.openxmlformats.org/officeDocument/2006/relationships/oleObject" Target="../embeddings/oleObject53.bin"/><Relationship Id="rId43" Type="http://schemas.openxmlformats.org/officeDocument/2006/relationships/oleObject" Target="../embeddings/oleObject57.bin"/><Relationship Id="rId48" Type="http://schemas.openxmlformats.org/officeDocument/2006/relationships/image" Target="../media/image57.wmf"/><Relationship Id="rId8" Type="http://schemas.openxmlformats.org/officeDocument/2006/relationships/image" Target="../media/image37.wmf"/><Relationship Id="rId3" Type="http://schemas.openxmlformats.org/officeDocument/2006/relationships/oleObject" Target="../embeddings/oleObject37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44.bin"/><Relationship Id="rId25" Type="http://schemas.openxmlformats.org/officeDocument/2006/relationships/oleObject" Target="../embeddings/oleObject48.bin"/><Relationship Id="rId33" Type="http://schemas.openxmlformats.org/officeDocument/2006/relationships/oleObject" Target="../embeddings/oleObject52.bin"/><Relationship Id="rId38" Type="http://schemas.openxmlformats.org/officeDocument/2006/relationships/image" Target="../media/image52.wmf"/><Relationship Id="rId46" Type="http://schemas.openxmlformats.org/officeDocument/2006/relationships/image" Target="../media/image56.wmf"/><Relationship Id="rId20" Type="http://schemas.openxmlformats.org/officeDocument/2006/relationships/image" Target="../media/image43.wmf"/><Relationship Id="rId41" Type="http://schemas.openxmlformats.org/officeDocument/2006/relationships/oleObject" Target="../embeddings/oleObject56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5.bin"/><Relationship Id="rId18" Type="http://schemas.openxmlformats.org/officeDocument/2006/relationships/image" Target="../media/image42.wmf"/><Relationship Id="rId26" Type="http://schemas.openxmlformats.org/officeDocument/2006/relationships/image" Target="../media/image58.wmf"/><Relationship Id="rId39" Type="http://schemas.openxmlformats.org/officeDocument/2006/relationships/oleObject" Target="../embeddings/oleObject78.bin"/><Relationship Id="rId21" Type="http://schemas.openxmlformats.org/officeDocument/2006/relationships/oleObject" Target="../embeddings/oleObject69.bin"/><Relationship Id="rId34" Type="http://schemas.openxmlformats.org/officeDocument/2006/relationships/image" Target="../media/image62.wmf"/><Relationship Id="rId42" Type="http://schemas.openxmlformats.org/officeDocument/2006/relationships/image" Target="../media/image66.wmf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34.xml"/><Relationship Id="rId16" Type="http://schemas.openxmlformats.org/officeDocument/2006/relationships/image" Target="../media/image41.wmf"/><Relationship Id="rId29" Type="http://schemas.openxmlformats.org/officeDocument/2006/relationships/oleObject" Target="../embeddings/oleObject73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64.bin"/><Relationship Id="rId24" Type="http://schemas.openxmlformats.org/officeDocument/2006/relationships/image" Target="../media/image45.wmf"/><Relationship Id="rId32" Type="http://schemas.openxmlformats.org/officeDocument/2006/relationships/image" Target="../media/image61.wmf"/><Relationship Id="rId37" Type="http://schemas.openxmlformats.org/officeDocument/2006/relationships/oleObject" Target="../embeddings/oleObject77.bin"/><Relationship Id="rId40" Type="http://schemas.openxmlformats.org/officeDocument/2006/relationships/image" Target="../media/image65.wmf"/><Relationship Id="rId45" Type="http://schemas.openxmlformats.org/officeDocument/2006/relationships/oleObject" Target="../embeddings/oleObject81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23" Type="http://schemas.openxmlformats.org/officeDocument/2006/relationships/oleObject" Target="../embeddings/oleObject70.bin"/><Relationship Id="rId28" Type="http://schemas.openxmlformats.org/officeDocument/2006/relationships/image" Target="../media/image59.wmf"/><Relationship Id="rId36" Type="http://schemas.openxmlformats.org/officeDocument/2006/relationships/image" Target="../media/image63.wmf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68.bin"/><Relationship Id="rId31" Type="http://schemas.openxmlformats.org/officeDocument/2006/relationships/oleObject" Target="../embeddings/oleObject74.bin"/><Relationship Id="rId44" Type="http://schemas.openxmlformats.org/officeDocument/2006/relationships/image" Target="../media/image67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40.wmf"/><Relationship Id="rId22" Type="http://schemas.openxmlformats.org/officeDocument/2006/relationships/image" Target="../media/image44.wmf"/><Relationship Id="rId27" Type="http://schemas.openxmlformats.org/officeDocument/2006/relationships/oleObject" Target="../embeddings/oleObject72.bin"/><Relationship Id="rId30" Type="http://schemas.openxmlformats.org/officeDocument/2006/relationships/image" Target="../media/image60.wmf"/><Relationship Id="rId35" Type="http://schemas.openxmlformats.org/officeDocument/2006/relationships/oleObject" Target="../embeddings/oleObject76.bin"/><Relationship Id="rId43" Type="http://schemas.openxmlformats.org/officeDocument/2006/relationships/oleObject" Target="../embeddings/oleObject80.bin"/><Relationship Id="rId8" Type="http://schemas.openxmlformats.org/officeDocument/2006/relationships/image" Target="../media/image37.wmf"/><Relationship Id="rId3" Type="http://schemas.openxmlformats.org/officeDocument/2006/relationships/oleObject" Target="../embeddings/oleObject60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67.bin"/><Relationship Id="rId25" Type="http://schemas.openxmlformats.org/officeDocument/2006/relationships/oleObject" Target="../embeddings/oleObject71.bin"/><Relationship Id="rId33" Type="http://schemas.openxmlformats.org/officeDocument/2006/relationships/oleObject" Target="../embeddings/oleObject75.bin"/><Relationship Id="rId38" Type="http://schemas.openxmlformats.org/officeDocument/2006/relationships/image" Target="../media/image64.wmf"/><Relationship Id="rId46" Type="http://schemas.openxmlformats.org/officeDocument/2006/relationships/image" Target="../media/image68.wmf"/><Relationship Id="rId20" Type="http://schemas.openxmlformats.org/officeDocument/2006/relationships/image" Target="../media/image43.wmf"/><Relationship Id="rId41" Type="http://schemas.openxmlformats.org/officeDocument/2006/relationships/oleObject" Target="../embeddings/oleObject79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7.bin"/><Relationship Id="rId18" Type="http://schemas.openxmlformats.org/officeDocument/2006/relationships/image" Target="../media/image43.wmf"/><Relationship Id="rId26" Type="http://schemas.openxmlformats.org/officeDocument/2006/relationships/image" Target="../media/image61.wmf"/><Relationship Id="rId39" Type="http://schemas.openxmlformats.org/officeDocument/2006/relationships/oleObject" Target="../embeddings/oleObject100.bin"/><Relationship Id="rId21" Type="http://schemas.openxmlformats.org/officeDocument/2006/relationships/oleObject" Target="../embeddings/oleObject91.bin"/><Relationship Id="rId34" Type="http://schemas.openxmlformats.org/officeDocument/2006/relationships/image" Target="../media/image72.wmf"/><Relationship Id="rId42" Type="http://schemas.openxmlformats.org/officeDocument/2006/relationships/image" Target="../media/image76.wmf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34.xml"/><Relationship Id="rId16" Type="http://schemas.openxmlformats.org/officeDocument/2006/relationships/image" Target="../media/image42.wmf"/><Relationship Id="rId29" Type="http://schemas.openxmlformats.org/officeDocument/2006/relationships/oleObject" Target="../embeddings/oleObject95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86.bin"/><Relationship Id="rId24" Type="http://schemas.openxmlformats.org/officeDocument/2006/relationships/image" Target="../media/image60.wmf"/><Relationship Id="rId32" Type="http://schemas.openxmlformats.org/officeDocument/2006/relationships/image" Target="../media/image71.wmf"/><Relationship Id="rId37" Type="http://schemas.openxmlformats.org/officeDocument/2006/relationships/oleObject" Target="../embeddings/oleObject99.bin"/><Relationship Id="rId40" Type="http://schemas.openxmlformats.org/officeDocument/2006/relationships/image" Target="../media/image75.wmf"/><Relationship Id="rId45" Type="http://schemas.openxmlformats.org/officeDocument/2006/relationships/oleObject" Target="../embeddings/oleObject103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oleObject" Target="../embeddings/oleObject92.bin"/><Relationship Id="rId28" Type="http://schemas.openxmlformats.org/officeDocument/2006/relationships/image" Target="../media/image69.wmf"/><Relationship Id="rId36" Type="http://schemas.openxmlformats.org/officeDocument/2006/relationships/image" Target="../media/image73.wmf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90.bin"/><Relationship Id="rId31" Type="http://schemas.openxmlformats.org/officeDocument/2006/relationships/oleObject" Target="../embeddings/oleObject96.bin"/><Relationship Id="rId44" Type="http://schemas.openxmlformats.org/officeDocument/2006/relationships/image" Target="../media/image77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Relationship Id="rId27" Type="http://schemas.openxmlformats.org/officeDocument/2006/relationships/oleObject" Target="../embeddings/oleObject94.bin"/><Relationship Id="rId30" Type="http://schemas.openxmlformats.org/officeDocument/2006/relationships/image" Target="../media/image70.wmf"/><Relationship Id="rId35" Type="http://schemas.openxmlformats.org/officeDocument/2006/relationships/oleObject" Target="../embeddings/oleObject98.bin"/><Relationship Id="rId43" Type="http://schemas.openxmlformats.org/officeDocument/2006/relationships/oleObject" Target="../embeddings/oleObject102.bin"/><Relationship Id="rId8" Type="http://schemas.openxmlformats.org/officeDocument/2006/relationships/image" Target="../media/image37.wmf"/><Relationship Id="rId3" Type="http://schemas.openxmlformats.org/officeDocument/2006/relationships/oleObject" Target="../embeddings/oleObject82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89.bin"/><Relationship Id="rId25" Type="http://schemas.openxmlformats.org/officeDocument/2006/relationships/oleObject" Target="../embeddings/oleObject93.bin"/><Relationship Id="rId33" Type="http://schemas.openxmlformats.org/officeDocument/2006/relationships/oleObject" Target="../embeddings/oleObject97.bin"/><Relationship Id="rId38" Type="http://schemas.openxmlformats.org/officeDocument/2006/relationships/image" Target="../media/image74.wmf"/><Relationship Id="rId46" Type="http://schemas.openxmlformats.org/officeDocument/2006/relationships/image" Target="../media/image78.wmf"/><Relationship Id="rId20" Type="http://schemas.openxmlformats.org/officeDocument/2006/relationships/image" Target="../media/image44.wmf"/><Relationship Id="rId41" Type="http://schemas.openxmlformats.org/officeDocument/2006/relationships/oleObject" Target="../embeddings/oleObject101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86.wmf"/><Relationship Id="rId26" Type="http://schemas.openxmlformats.org/officeDocument/2006/relationships/image" Target="../media/image90.wmf"/><Relationship Id="rId3" Type="http://schemas.openxmlformats.org/officeDocument/2006/relationships/oleObject" Target="../embeddings/oleObject104.bin"/><Relationship Id="rId21" Type="http://schemas.openxmlformats.org/officeDocument/2006/relationships/oleObject" Target="../embeddings/oleObject113.bin"/><Relationship Id="rId34" Type="http://schemas.openxmlformats.org/officeDocument/2006/relationships/image" Target="../media/image94.wmf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111.bin"/><Relationship Id="rId25" Type="http://schemas.openxmlformats.org/officeDocument/2006/relationships/oleObject" Target="../embeddings/oleObject115.bin"/><Relationship Id="rId33" Type="http://schemas.openxmlformats.org/officeDocument/2006/relationships/oleObject" Target="../embeddings/oleObject11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5.wmf"/><Relationship Id="rId20" Type="http://schemas.openxmlformats.org/officeDocument/2006/relationships/image" Target="../media/image87.wmf"/><Relationship Id="rId29" Type="http://schemas.openxmlformats.org/officeDocument/2006/relationships/oleObject" Target="../embeddings/oleObject117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108.bin"/><Relationship Id="rId24" Type="http://schemas.openxmlformats.org/officeDocument/2006/relationships/image" Target="../media/image89.wmf"/><Relationship Id="rId32" Type="http://schemas.openxmlformats.org/officeDocument/2006/relationships/image" Target="../media/image93.wmf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23" Type="http://schemas.openxmlformats.org/officeDocument/2006/relationships/oleObject" Target="../embeddings/oleObject114.bin"/><Relationship Id="rId28" Type="http://schemas.openxmlformats.org/officeDocument/2006/relationships/image" Target="../media/image91.wmf"/><Relationship Id="rId36" Type="http://schemas.openxmlformats.org/officeDocument/2006/relationships/image" Target="../media/image95.wmf"/><Relationship Id="rId10" Type="http://schemas.openxmlformats.org/officeDocument/2006/relationships/image" Target="../media/image82.wmf"/><Relationship Id="rId19" Type="http://schemas.openxmlformats.org/officeDocument/2006/relationships/oleObject" Target="../embeddings/oleObject112.bin"/><Relationship Id="rId31" Type="http://schemas.openxmlformats.org/officeDocument/2006/relationships/oleObject" Target="../embeddings/oleObject118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84.wmf"/><Relationship Id="rId22" Type="http://schemas.openxmlformats.org/officeDocument/2006/relationships/image" Target="../media/image88.wmf"/><Relationship Id="rId27" Type="http://schemas.openxmlformats.org/officeDocument/2006/relationships/oleObject" Target="../embeddings/oleObject116.bin"/><Relationship Id="rId30" Type="http://schemas.openxmlformats.org/officeDocument/2006/relationships/image" Target="../media/image92.wmf"/><Relationship Id="rId35" Type="http://schemas.openxmlformats.org/officeDocument/2006/relationships/oleObject" Target="../embeddings/oleObject120.bin"/><Relationship Id="rId8" Type="http://schemas.openxmlformats.org/officeDocument/2006/relationships/image" Target="../media/image81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86.wmf"/><Relationship Id="rId26" Type="http://schemas.openxmlformats.org/officeDocument/2006/relationships/image" Target="../media/image97.wmf"/><Relationship Id="rId39" Type="http://schemas.openxmlformats.org/officeDocument/2006/relationships/oleObject" Target="../embeddings/oleObject139.bin"/><Relationship Id="rId21" Type="http://schemas.openxmlformats.org/officeDocument/2006/relationships/oleObject" Target="../embeddings/oleObject130.bin"/><Relationship Id="rId34" Type="http://schemas.openxmlformats.org/officeDocument/2006/relationships/image" Target="../media/image101.wmf"/><Relationship Id="rId42" Type="http://schemas.openxmlformats.org/officeDocument/2006/relationships/image" Target="../media/image105.wmf"/><Relationship Id="rId47" Type="http://schemas.openxmlformats.org/officeDocument/2006/relationships/oleObject" Target="../embeddings/oleObject143.bin"/><Relationship Id="rId50" Type="http://schemas.openxmlformats.org/officeDocument/2006/relationships/oleObject" Target="../embeddings/oleObject146.bin"/><Relationship Id="rId55" Type="http://schemas.openxmlformats.org/officeDocument/2006/relationships/oleObject" Target="../embeddings/oleObject151.bin"/><Relationship Id="rId7" Type="http://schemas.openxmlformats.org/officeDocument/2006/relationships/oleObject" Target="../embeddings/oleObject12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5.wmf"/><Relationship Id="rId29" Type="http://schemas.openxmlformats.org/officeDocument/2006/relationships/oleObject" Target="../embeddings/oleObject134.bin"/><Relationship Id="rId11" Type="http://schemas.openxmlformats.org/officeDocument/2006/relationships/oleObject" Target="../embeddings/oleObject125.bin"/><Relationship Id="rId24" Type="http://schemas.openxmlformats.org/officeDocument/2006/relationships/image" Target="../media/image96.wmf"/><Relationship Id="rId32" Type="http://schemas.openxmlformats.org/officeDocument/2006/relationships/image" Target="../media/image100.wmf"/><Relationship Id="rId37" Type="http://schemas.openxmlformats.org/officeDocument/2006/relationships/oleObject" Target="../embeddings/oleObject138.bin"/><Relationship Id="rId40" Type="http://schemas.openxmlformats.org/officeDocument/2006/relationships/image" Target="../media/image104.wmf"/><Relationship Id="rId45" Type="http://schemas.openxmlformats.org/officeDocument/2006/relationships/oleObject" Target="../embeddings/oleObject142.bin"/><Relationship Id="rId53" Type="http://schemas.openxmlformats.org/officeDocument/2006/relationships/oleObject" Target="../embeddings/oleObject149.bin"/><Relationship Id="rId58" Type="http://schemas.openxmlformats.org/officeDocument/2006/relationships/image" Target="../media/image91.wmf"/><Relationship Id="rId5" Type="http://schemas.openxmlformats.org/officeDocument/2006/relationships/oleObject" Target="../embeddings/oleObject122.bin"/><Relationship Id="rId19" Type="http://schemas.openxmlformats.org/officeDocument/2006/relationships/oleObject" Target="../embeddings/oleObject129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84.wmf"/><Relationship Id="rId22" Type="http://schemas.openxmlformats.org/officeDocument/2006/relationships/image" Target="../media/image88.wmf"/><Relationship Id="rId27" Type="http://schemas.openxmlformats.org/officeDocument/2006/relationships/oleObject" Target="../embeddings/oleObject133.bin"/><Relationship Id="rId30" Type="http://schemas.openxmlformats.org/officeDocument/2006/relationships/image" Target="../media/image99.wmf"/><Relationship Id="rId35" Type="http://schemas.openxmlformats.org/officeDocument/2006/relationships/oleObject" Target="../embeddings/oleObject137.bin"/><Relationship Id="rId43" Type="http://schemas.openxmlformats.org/officeDocument/2006/relationships/oleObject" Target="../embeddings/oleObject141.bin"/><Relationship Id="rId48" Type="http://schemas.openxmlformats.org/officeDocument/2006/relationships/oleObject" Target="../embeddings/oleObject144.bin"/><Relationship Id="rId56" Type="http://schemas.openxmlformats.org/officeDocument/2006/relationships/image" Target="../media/image90.wmf"/><Relationship Id="rId8" Type="http://schemas.openxmlformats.org/officeDocument/2006/relationships/image" Target="../media/image81.wmf"/><Relationship Id="rId51" Type="http://schemas.openxmlformats.org/officeDocument/2006/relationships/oleObject" Target="../embeddings/oleObject147.bin"/><Relationship Id="rId3" Type="http://schemas.openxmlformats.org/officeDocument/2006/relationships/oleObject" Target="../embeddings/oleObject121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128.bin"/><Relationship Id="rId25" Type="http://schemas.openxmlformats.org/officeDocument/2006/relationships/oleObject" Target="../embeddings/oleObject132.bin"/><Relationship Id="rId33" Type="http://schemas.openxmlformats.org/officeDocument/2006/relationships/oleObject" Target="../embeddings/oleObject136.bin"/><Relationship Id="rId38" Type="http://schemas.openxmlformats.org/officeDocument/2006/relationships/image" Target="../media/image103.wmf"/><Relationship Id="rId46" Type="http://schemas.openxmlformats.org/officeDocument/2006/relationships/image" Target="../media/image107.wmf"/><Relationship Id="rId20" Type="http://schemas.openxmlformats.org/officeDocument/2006/relationships/image" Target="../media/image87.wmf"/><Relationship Id="rId41" Type="http://schemas.openxmlformats.org/officeDocument/2006/relationships/oleObject" Target="../embeddings/oleObject140.bin"/><Relationship Id="rId54" Type="http://schemas.openxmlformats.org/officeDocument/2006/relationships/oleObject" Target="../embeddings/oleObject150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80.wmf"/><Relationship Id="rId15" Type="http://schemas.openxmlformats.org/officeDocument/2006/relationships/oleObject" Target="../embeddings/oleObject127.bin"/><Relationship Id="rId23" Type="http://schemas.openxmlformats.org/officeDocument/2006/relationships/oleObject" Target="../embeddings/oleObject131.bin"/><Relationship Id="rId28" Type="http://schemas.openxmlformats.org/officeDocument/2006/relationships/image" Target="../media/image98.wmf"/><Relationship Id="rId36" Type="http://schemas.openxmlformats.org/officeDocument/2006/relationships/image" Target="../media/image102.wmf"/><Relationship Id="rId49" Type="http://schemas.openxmlformats.org/officeDocument/2006/relationships/oleObject" Target="../embeddings/oleObject145.bin"/><Relationship Id="rId57" Type="http://schemas.openxmlformats.org/officeDocument/2006/relationships/oleObject" Target="../embeddings/oleObject152.bin"/><Relationship Id="rId10" Type="http://schemas.openxmlformats.org/officeDocument/2006/relationships/image" Target="../media/image82.wmf"/><Relationship Id="rId31" Type="http://schemas.openxmlformats.org/officeDocument/2006/relationships/oleObject" Target="../embeddings/oleObject135.bin"/><Relationship Id="rId44" Type="http://schemas.openxmlformats.org/officeDocument/2006/relationships/image" Target="../media/image106.wmf"/><Relationship Id="rId52" Type="http://schemas.openxmlformats.org/officeDocument/2006/relationships/oleObject" Target="../embeddings/oleObject148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0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61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1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1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63.bin"/><Relationship Id="rId4" Type="http://schemas.openxmlformats.org/officeDocument/2006/relationships/image" Target="../media/image11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66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6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70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7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28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7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3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84.bin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3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0" Type="http://schemas.openxmlformats.org/officeDocument/2006/relationships/image" Target="../media/image137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3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86.bin"/><Relationship Id="rId10" Type="http://schemas.openxmlformats.org/officeDocument/2006/relationships/image" Target="../media/image143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8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94.bin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48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5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5.bin"/><Relationship Id="rId10" Type="http://schemas.openxmlformats.org/officeDocument/2006/relationships/image" Target="../media/image147.wmf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4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97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9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15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5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204.bin"/><Relationship Id="rId4" Type="http://schemas.openxmlformats.org/officeDocument/2006/relationships/image" Target="../media/image158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161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169.wmf"/><Relationship Id="rId3" Type="http://schemas.openxmlformats.org/officeDocument/2006/relationships/oleObject" Target="../embeddings/oleObject207.bin"/><Relationship Id="rId21" Type="http://schemas.openxmlformats.org/officeDocument/2006/relationships/oleObject" Target="../embeddings/oleObject216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21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211.bin"/><Relationship Id="rId24" Type="http://schemas.openxmlformats.org/officeDocument/2006/relationships/image" Target="../media/image172.wmf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23" Type="http://schemas.openxmlformats.org/officeDocument/2006/relationships/oleObject" Target="../embeddings/oleObject217.bin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215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167.wmf"/><Relationship Id="rId22" Type="http://schemas.openxmlformats.org/officeDocument/2006/relationships/image" Target="../media/image17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180.wmf"/><Relationship Id="rId26" Type="http://schemas.openxmlformats.org/officeDocument/2006/relationships/image" Target="../media/image184.wmf"/><Relationship Id="rId3" Type="http://schemas.openxmlformats.org/officeDocument/2006/relationships/oleObject" Target="../embeddings/oleObject218.bin"/><Relationship Id="rId21" Type="http://schemas.openxmlformats.org/officeDocument/2006/relationships/oleObject" Target="../embeddings/oleObject227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177.w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2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79.wmf"/><Relationship Id="rId20" Type="http://schemas.openxmlformats.org/officeDocument/2006/relationships/image" Target="../media/image181.wmf"/><Relationship Id="rId29" Type="http://schemas.openxmlformats.org/officeDocument/2006/relationships/oleObject" Target="../embeddings/oleObject231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183.wmf"/><Relationship Id="rId32" Type="http://schemas.openxmlformats.org/officeDocument/2006/relationships/image" Target="../media/image187.wmf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28" Type="http://schemas.openxmlformats.org/officeDocument/2006/relationships/image" Target="../media/image185.wmf"/><Relationship Id="rId10" Type="http://schemas.openxmlformats.org/officeDocument/2006/relationships/image" Target="../media/image176.wmf"/><Relationship Id="rId19" Type="http://schemas.openxmlformats.org/officeDocument/2006/relationships/oleObject" Target="../embeddings/oleObject226.bin"/><Relationship Id="rId31" Type="http://schemas.openxmlformats.org/officeDocument/2006/relationships/oleObject" Target="../embeddings/oleObject232.bin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178.wmf"/><Relationship Id="rId22" Type="http://schemas.openxmlformats.org/officeDocument/2006/relationships/image" Target="../media/image182.wmf"/><Relationship Id="rId27" Type="http://schemas.openxmlformats.org/officeDocument/2006/relationships/oleObject" Target="../embeddings/oleObject230.bin"/><Relationship Id="rId30" Type="http://schemas.openxmlformats.org/officeDocument/2006/relationships/image" Target="../media/image18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oleObject" Target="../embeddings/oleObject238.bin"/><Relationship Id="rId18" Type="http://schemas.openxmlformats.org/officeDocument/2006/relationships/image" Target="../media/image195.wmf"/><Relationship Id="rId26" Type="http://schemas.openxmlformats.org/officeDocument/2006/relationships/image" Target="../media/image199.wmf"/><Relationship Id="rId3" Type="http://schemas.openxmlformats.org/officeDocument/2006/relationships/oleObject" Target="../embeddings/oleObject233.bin"/><Relationship Id="rId21" Type="http://schemas.openxmlformats.org/officeDocument/2006/relationships/oleObject" Target="../embeddings/oleObject242.bin"/><Relationship Id="rId7" Type="http://schemas.openxmlformats.org/officeDocument/2006/relationships/oleObject" Target="../embeddings/oleObject235.bin"/><Relationship Id="rId12" Type="http://schemas.openxmlformats.org/officeDocument/2006/relationships/image" Target="../media/image192.wmf"/><Relationship Id="rId17" Type="http://schemas.openxmlformats.org/officeDocument/2006/relationships/oleObject" Target="../embeddings/oleObject240.bin"/><Relationship Id="rId25" Type="http://schemas.openxmlformats.org/officeDocument/2006/relationships/oleObject" Target="../embeddings/oleObject24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4.wmf"/><Relationship Id="rId20" Type="http://schemas.openxmlformats.org/officeDocument/2006/relationships/image" Target="../media/image196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237.bin"/><Relationship Id="rId24" Type="http://schemas.openxmlformats.org/officeDocument/2006/relationships/image" Target="../media/image198.wmf"/><Relationship Id="rId5" Type="http://schemas.openxmlformats.org/officeDocument/2006/relationships/oleObject" Target="../embeddings/oleObject234.bin"/><Relationship Id="rId15" Type="http://schemas.openxmlformats.org/officeDocument/2006/relationships/oleObject" Target="../embeddings/oleObject239.bin"/><Relationship Id="rId23" Type="http://schemas.openxmlformats.org/officeDocument/2006/relationships/oleObject" Target="../embeddings/oleObject243.bin"/><Relationship Id="rId28" Type="http://schemas.openxmlformats.org/officeDocument/2006/relationships/image" Target="../media/image200.wmf"/><Relationship Id="rId10" Type="http://schemas.openxmlformats.org/officeDocument/2006/relationships/image" Target="../media/image191.wmf"/><Relationship Id="rId19" Type="http://schemas.openxmlformats.org/officeDocument/2006/relationships/oleObject" Target="../embeddings/oleObject241.bin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236.bin"/><Relationship Id="rId14" Type="http://schemas.openxmlformats.org/officeDocument/2006/relationships/image" Target="../media/image193.wmf"/><Relationship Id="rId22" Type="http://schemas.openxmlformats.org/officeDocument/2006/relationships/image" Target="../media/image197.wmf"/><Relationship Id="rId27" Type="http://schemas.openxmlformats.org/officeDocument/2006/relationships/oleObject" Target="../embeddings/oleObject245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02.wmf"/><Relationship Id="rId5" Type="http://schemas.openxmlformats.org/officeDocument/2006/relationships/oleObject" Target="../embeddings/oleObject247.bin"/><Relationship Id="rId4" Type="http://schemas.openxmlformats.org/officeDocument/2006/relationships/image" Target="../media/image20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203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13" Type="http://schemas.openxmlformats.org/officeDocument/2006/relationships/oleObject" Target="../embeddings/oleObject254.bin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208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10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05.wmf"/><Relationship Id="rId11" Type="http://schemas.openxmlformats.org/officeDocument/2006/relationships/oleObject" Target="../embeddings/oleObject253.bin"/><Relationship Id="rId5" Type="http://schemas.openxmlformats.org/officeDocument/2006/relationships/oleObject" Target="../embeddings/oleObject250.bin"/><Relationship Id="rId15" Type="http://schemas.openxmlformats.org/officeDocument/2006/relationships/oleObject" Target="../embeddings/oleObject255.bin"/><Relationship Id="rId10" Type="http://schemas.openxmlformats.org/officeDocument/2006/relationships/image" Target="../media/image207.wmf"/><Relationship Id="rId4" Type="http://schemas.openxmlformats.org/officeDocument/2006/relationships/image" Target="../media/image204.wmf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209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5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12.wmf"/><Relationship Id="rId5" Type="http://schemas.openxmlformats.org/officeDocument/2006/relationships/oleObject" Target="../embeddings/oleObject257.bin"/><Relationship Id="rId4" Type="http://schemas.openxmlformats.org/officeDocument/2006/relationships/image" Target="../media/image21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oleObject" Target="../embeddings/oleObject259.bin"/><Relationship Id="rId7" Type="http://schemas.openxmlformats.org/officeDocument/2006/relationships/oleObject" Target="../embeddings/oleObject26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5.w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21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2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62.bin"/><Relationship Id="rId10" Type="http://schemas.openxmlformats.org/officeDocument/2006/relationships/image" Target="../media/image219.wmf"/><Relationship Id="rId4" Type="http://schemas.openxmlformats.org/officeDocument/2006/relationships/image" Target="../media/image216.wmf"/><Relationship Id="rId9" Type="http://schemas.openxmlformats.org/officeDocument/2006/relationships/oleObject" Target="../embeddings/oleObject264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13" Type="http://schemas.openxmlformats.org/officeDocument/2006/relationships/image" Target="../media/image225.wmf"/><Relationship Id="rId18" Type="http://schemas.openxmlformats.org/officeDocument/2006/relationships/oleObject" Target="../embeddings/oleObject274.bin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12" Type="http://schemas.openxmlformats.org/officeDocument/2006/relationships/oleObject" Target="../embeddings/oleObject271.bin"/><Relationship Id="rId17" Type="http://schemas.openxmlformats.org/officeDocument/2006/relationships/image" Target="../media/image227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273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22.wmf"/><Relationship Id="rId11" Type="http://schemas.openxmlformats.org/officeDocument/2006/relationships/oleObject" Target="../embeddings/oleObject270.bin"/><Relationship Id="rId5" Type="http://schemas.openxmlformats.org/officeDocument/2006/relationships/oleObject" Target="../embeddings/oleObject267.bin"/><Relationship Id="rId15" Type="http://schemas.openxmlformats.org/officeDocument/2006/relationships/image" Target="../media/image226.wmf"/><Relationship Id="rId10" Type="http://schemas.openxmlformats.org/officeDocument/2006/relationships/image" Target="../media/image224.wmf"/><Relationship Id="rId4" Type="http://schemas.openxmlformats.org/officeDocument/2006/relationships/image" Target="../media/image221.wmf"/><Relationship Id="rId9" Type="http://schemas.openxmlformats.org/officeDocument/2006/relationships/oleObject" Target="../embeddings/oleObject269.bin"/><Relationship Id="rId14" Type="http://schemas.openxmlformats.org/officeDocument/2006/relationships/oleObject" Target="../embeddings/oleObject27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29.wmf"/><Relationship Id="rId5" Type="http://schemas.openxmlformats.org/officeDocument/2006/relationships/oleObject" Target="../embeddings/oleObject276.bin"/><Relationship Id="rId10" Type="http://schemas.openxmlformats.org/officeDocument/2006/relationships/image" Target="../media/image231.wmf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7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13" Type="http://schemas.openxmlformats.org/officeDocument/2006/relationships/oleObject" Target="../embeddings/oleObject284.bin"/><Relationship Id="rId18" Type="http://schemas.openxmlformats.org/officeDocument/2006/relationships/image" Target="../media/image239.wmf"/><Relationship Id="rId3" Type="http://schemas.openxmlformats.org/officeDocument/2006/relationships/oleObject" Target="../embeddings/oleObject279.bin"/><Relationship Id="rId21" Type="http://schemas.openxmlformats.org/officeDocument/2006/relationships/oleObject" Target="../embeddings/oleObject288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236.wmf"/><Relationship Id="rId17" Type="http://schemas.openxmlformats.org/officeDocument/2006/relationships/oleObject" Target="../embeddings/oleObject28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8.wmf"/><Relationship Id="rId20" Type="http://schemas.openxmlformats.org/officeDocument/2006/relationships/image" Target="../media/image240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33.wmf"/><Relationship Id="rId11" Type="http://schemas.openxmlformats.org/officeDocument/2006/relationships/oleObject" Target="../embeddings/oleObject283.bin"/><Relationship Id="rId24" Type="http://schemas.openxmlformats.org/officeDocument/2006/relationships/image" Target="../media/image242.wmf"/><Relationship Id="rId5" Type="http://schemas.openxmlformats.org/officeDocument/2006/relationships/oleObject" Target="../embeddings/oleObject280.bin"/><Relationship Id="rId15" Type="http://schemas.openxmlformats.org/officeDocument/2006/relationships/oleObject" Target="../embeddings/oleObject285.bin"/><Relationship Id="rId23" Type="http://schemas.openxmlformats.org/officeDocument/2006/relationships/oleObject" Target="../embeddings/oleObject289.bin"/><Relationship Id="rId10" Type="http://schemas.openxmlformats.org/officeDocument/2006/relationships/image" Target="../media/image235.wmf"/><Relationship Id="rId19" Type="http://schemas.openxmlformats.org/officeDocument/2006/relationships/oleObject" Target="../embeddings/oleObject287.bin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282.bin"/><Relationship Id="rId14" Type="http://schemas.openxmlformats.org/officeDocument/2006/relationships/image" Target="../media/image237.wmf"/><Relationship Id="rId22" Type="http://schemas.openxmlformats.org/officeDocument/2006/relationships/image" Target="../media/image241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oleObject" Target="../embeddings/oleObject290.bin"/><Relationship Id="rId7" Type="http://schemas.openxmlformats.org/officeDocument/2006/relationships/oleObject" Target="../embeddings/oleObject292.bin"/><Relationship Id="rId12" Type="http://schemas.openxmlformats.org/officeDocument/2006/relationships/image" Target="../media/image24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94.bin"/><Relationship Id="rId5" Type="http://schemas.openxmlformats.org/officeDocument/2006/relationships/oleObject" Target="../embeddings/oleObject291.bin"/><Relationship Id="rId10" Type="http://schemas.openxmlformats.org/officeDocument/2006/relationships/image" Target="../media/image246.wmf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93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13" Type="http://schemas.openxmlformats.org/officeDocument/2006/relationships/oleObject" Target="../embeddings/oleObject291.bin"/><Relationship Id="rId3" Type="http://schemas.openxmlformats.org/officeDocument/2006/relationships/oleObject" Target="../embeddings/oleObject290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251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52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48.wmf"/><Relationship Id="rId11" Type="http://schemas.openxmlformats.org/officeDocument/2006/relationships/oleObject" Target="../embeddings/oleObject298.bin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299.bin"/><Relationship Id="rId10" Type="http://schemas.openxmlformats.org/officeDocument/2006/relationships/image" Target="../media/image250.wmf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97.bin"/><Relationship Id="rId14" Type="http://schemas.openxmlformats.org/officeDocument/2006/relationships/image" Target="../media/image244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13" Type="http://schemas.openxmlformats.org/officeDocument/2006/relationships/oleObject" Target="../embeddings/oleObject305.bin"/><Relationship Id="rId3" Type="http://schemas.openxmlformats.org/officeDocument/2006/relationships/oleObject" Target="../embeddings/oleObject300.bin"/><Relationship Id="rId7" Type="http://schemas.openxmlformats.org/officeDocument/2006/relationships/oleObject" Target="../embeddings/oleObject302.bin"/><Relationship Id="rId12" Type="http://schemas.openxmlformats.org/officeDocument/2006/relationships/image" Target="../media/image257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59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54.wmf"/><Relationship Id="rId11" Type="http://schemas.openxmlformats.org/officeDocument/2006/relationships/oleObject" Target="../embeddings/oleObject304.bin"/><Relationship Id="rId5" Type="http://schemas.openxmlformats.org/officeDocument/2006/relationships/oleObject" Target="../embeddings/oleObject301.bin"/><Relationship Id="rId15" Type="http://schemas.openxmlformats.org/officeDocument/2006/relationships/oleObject" Target="../embeddings/oleObject306.bin"/><Relationship Id="rId10" Type="http://schemas.openxmlformats.org/officeDocument/2006/relationships/image" Target="../media/image256.wmf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303.bin"/><Relationship Id="rId14" Type="http://schemas.openxmlformats.org/officeDocument/2006/relationships/image" Target="../media/image258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oleObject" Target="../embeddings/oleObject312.bin"/><Relationship Id="rId3" Type="http://schemas.openxmlformats.org/officeDocument/2006/relationships/oleObject" Target="../embeddings/oleObject307.bin"/><Relationship Id="rId7" Type="http://schemas.openxmlformats.org/officeDocument/2006/relationships/oleObject" Target="../embeddings/oleObject309.bin"/><Relationship Id="rId12" Type="http://schemas.openxmlformats.org/officeDocument/2006/relationships/image" Target="../media/image264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66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61.wmf"/><Relationship Id="rId11" Type="http://schemas.openxmlformats.org/officeDocument/2006/relationships/oleObject" Target="../embeddings/oleObject311.bin"/><Relationship Id="rId5" Type="http://schemas.openxmlformats.org/officeDocument/2006/relationships/oleObject" Target="../embeddings/oleObject308.bin"/><Relationship Id="rId15" Type="http://schemas.openxmlformats.org/officeDocument/2006/relationships/oleObject" Target="../embeddings/oleObject313.bin"/><Relationship Id="rId10" Type="http://schemas.openxmlformats.org/officeDocument/2006/relationships/image" Target="../media/image263.wmf"/><Relationship Id="rId4" Type="http://schemas.openxmlformats.org/officeDocument/2006/relationships/image" Target="../media/image260.wmf"/><Relationship Id="rId9" Type="http://schemas.openxmlformats.org/officeDocument/2006/relationships/oleObject" Target="../embeddings/oleObject310.bin"/><Relationship Id="rId14" Type="http://schemas.openxmlformats.org/officeDocument/2006/relationships/image" Target="../media/image265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oleObject" Target="../embeddings/oleObject319.bin"/><Relationship Id="rId18" Type="http://schemas.openxmlformats.org/officeDocument/2006/relationships/image" Target="../media/image274.wmf"/><Relationship Id="rId3" Type="http://schemas.openxmlformats.org/officeDocument/2006/relationships/oleObject" Target="../embeddings/oleObject314.bin"/><Relationship Id="rId21" Type="http://schemas.openxmlformats.org/officeDocument/2006/relationships/oleObject" Target="../embeddings/oleObject323.bin"/><Relationship Id="rId7" Type="http://schemas.openxmlformats.org/officeDocument/2006/relationships/oleObject" Target="../embeddings/oleObject316.bin"/><Relationship Id="rId12" Type="http://schemas.openxmlformats.org/officeDocument/2006/relationships/image" Target="../media/image271.wmf"/><Relationship Id="rId17" Type="http://schemas.openxmlformats.org/officeDocument/2006/relationships/oleObject" Target="../embeddings/oleObject32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73.wmf"/><Relationship Id="rId20" Type="http://schemas.openxmlformats.org/officeDocument/2006/relationships/image" Target="../media/image275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68.wmf"/><Relationship Id="rId11" Type="http://schemas.openxmlformats.org/officeDocument/2006/relationships/oleObject" Target="../embeddings/oleObject318.bin"/><Relationship Id="rId24" Type="http://schemas.openxmlformats.org/officeDocument/2006/relationships/image" Target="../media/image277.wmf"/><Relationship Id="rId5" Type="http://schemas.openxmlformats.org/officeDocument/2006/relationships/oleObject" Target="../embeddings/oleObject315.bin"/><Relationship Id="rId15" Type="http://schemas.openxmlformats.org/officeDocument/2006/relationships/oleObject" Target="../embeddings/oleObject320.bin"/><Relationship Id="rId23" Type="http://schemas.openxmlformats.org/officeDocument/2006/relationships/oleObject" Target="../embeddings/oleObject324.bin"/><Relationship Id="rId10" Type="http://schemas.openxmlformats.org/officeDocument/2006/relationships/image" Target="../media/image270.wmf"/><Relationship Id="rId19" Type="http://schemas.openxmlformats.org/officeDocument/2006/relationships/oleObject" Target="../embeddings/oleObject322.bin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317.bin"/><Relationship Id="rId14" Type="http://schemas.openxmlformats.org/officeDocument/2006/relationships/image" Target="../media/image272.wmf"/><Relationship Id="rId22" Type="http://schemas.openxmlformats.org/officeDocument/2006/relationships/image" Target="../media/image276.wmf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0.bin"/><Relationship Id="rId18" Type="http://schemas.openxmlformats.org/officeDocument/2006/relationships/image" Target="../media/image285.wmf"/><Relationship Id="rId26" Type="http://schemas.openxmlformats.org/officeDocument/2006/relationships/image" Target="../media/image289.wmf"/><Relationship Id="rId21" Type="http://schemas.openxmlformats.org/officeDocument/2006/relationships/oleObject" Target="../embeddings/oleObject334.bin"/><Relationship Id="rId34" Type="http://schemas.openxmlformats.org/officeDocument/2006/relationships/image" Target="../media/image293.wmf"/><Relationship Id="rId7" Type="http://schemas.openxmlformats.org/officeDocument/2006/relationships/oleObject" Target="../embeddings/oleObject327.bin"/><Relationship Id="rId12" Type="http://schemas.openxmlformats.org/officeDocument/2006/relationships/image" Target="../media/image282.wmf"/><Relationship Id="rId17" Type="http://schemas.openxmlformats.org/officeDocument/2006/relationships/oleObject" Target="../embeddings/oleObject332.bin"/><Relationship Id="rId25" Type="http://schemas.openxmlformats.org/officeDocument/2006/relationships/oleObject" Target="../embeddings/oleObject336.bin"/><Relationship Id="rId33" Type="http://schemas.openxmlformats.org/officeDocument/2006/relationships/oleObject" Target="../embeddings/oleObject340.bin"/><Relationship Id="rId38" Type="http://schemas.openxmlformats.org/officeDocument/2006/relationships/image" Target="../media/image295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84.wmf"/><Relationship Id="rId20" Type="http://schemas.openxmlformats.org/officeDocument/2006/relationships/image" Target="../media/image286.wmf"/><Relationship Id="rId29" Type="http://schemas.openxmlformats.org/officeDocument/2006/relationships/oleObject" Target="../embeddings/oleObject338.bin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79.wmf"/><Relationship Id="rId11" Type="http://schemas.openxmlformats.org/officeDocument/2006/relationships/oleObject" Target="../embeddings/oleObject329.bin"/><Relationship Id="rId24" Type="http://schemas.openxmlformats.org/officeDocument/2006/relationships/image" Target="../media/image288.wmf"/><Relationship Id="rId32" Type="http://schemas.openxmlformats.org/officeDocument/2006/relationships/image" Target="../media/image292.wmf"/><Relationship Id="rId37" Type="http://schemas.openxmlformats.org/officeDocument/2006/relationships/oleObject" Target="../embeddings/oleObject342.bin"/><Relationship Id="rId5" Type="http://schemas.openxmlformats.org/officeDocument/2006/relationships/oleObject" Target="../embeddings/oleObject326.bin"/><Relationship Id="rId15" Type="http://schemas.openxmlformats.org/officeDocument/2006/relationships/oleObject" Target="../embeddings/oleObject331.bin"/><Relationship Id="rId23" Type="http://schemas.openxmlformats.org/officeDocument/2006/relationships/oleObject" Target="../embeddings/oleObject335.bin"/><Relationship Id="rId28" Type="http://schemas.openxmlformats.org/officeDocument/2006/relationships/image" Target="../media/image290.wmf"/><Relationship Id="rId36" Type="http://schemas.openxmlformats.org/officeDocument/2006/relationships/image" Target="../media/image294.wmf"/><Relationship Id="rId10" Type="http://schemas.openxmlformats.org/officeDocument/2006/relationships/image" Target="../media/image281.wmf"/><Relationship Id="rId19" Type="http://schemas.openxmlformats.org/officeDocument/2006/relationships/oleObject" Target="../embeddings/oleObject333.bin"/><Relationship Id="rId31" Type="http://schemas.openxmlformats.org/officeDocument/2006/relationships/oleObject" Target="../embeddings/oleObject339.bin"/><Relationship Id="rId4" Type="http://schemas.openxmlformats.org/officeDocument/2006/relationships/image" Target="../media/image278.wmf"/><Relationship Id="rId9" Type="http://schemas.openxmlformats.org/officeDocument/2006/relationships/oleObject" Target="../embeddings/oleObject328.bin"/><Relationship Id="rId14" Type="http://schemas.openxmlformats.org/officeDocument/2006/relationships/image" Target="../media/image283.wmf"/><Relationship Id="rId22" Type="http://schemas.openxmlformats.org/officeDocument/2006/relationships/image" Target="../media/image287.wmf"/><Relationship Id="rId27" Type="http://schemas.openxmlformats.org/officeDocument/2006/relationships/oleObject" Target="../embeddings/oleObject337.bin"/><Relationship Id="rId30" Type="http://schemas.openxmlformats.org/officeDocument/2006/relationships/image" Target="../media/image291.wmf"/><Relationship Id="rId35" Type="http://schemas.openxmlformats.org/officeDocument/2006/relationships/oleObject" Target="../embeddings/oleObject341.bin"/><Relationship Id="rId8" Type="http://schemas.openxmlformats.org/officeDocument/2006/relationships/image" Target="../media/image280.wmf"/><Relationship Id="rId3" Type="http://schemas.openxmlformats.org/officeDocument/2006/relationships/oleObject" Target="../embeddings/oleObject325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5.bin"/><Relationship Id="rId13" Type="http://schemas.openxmlformats.org/officeDocument/2006/relationships/image" Target="../media/image300.wmf"/><Relationship Id="rId3" Type="http://schemas.openxmlformats.org/officeDocument/2006/relationships/image" Target="../media/image302.jpg"/><Relationship Id="rId7" Type="http://schemas.openxmlformats.org/officeDocument/2006/relationships/image" Target="../media/image297.wmf"/><Relationship Id="rId12" Type="http://schemas.openxmlformats.org/officeDocument/2006/relationships/oleObject" Target="../embeddings/oleObject34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344.bin"/><Relationship Id="rId11" Type="http://schemas.openxmlformats.org/officeDocument/2006/relationships/image" Target="../media/image299.wmf"/><Relationship Id="rId5" Type="http://schemas.openxmlformats.org/officeDocument/2006/relationships/image" Target="../media/image296.wmf"/><Relationship Id="rId15" Type="http://schemas.openxmlformats.org/officeDocument/2006/relationships/image" Target="../media/image301.wmf"/><Relationship Id="rId10" Type="http://schemas.openxmlformats.org/officeDocument/2006/relationships/oleObject" Target="../embeddings/oleObject346.bin"/><Relationship Id="rId4" Type="http://schemas.openxmlformats.org/officeDocument/2006/relationships/oleObject" Target="../embeddings/oleObject343.bin"/><Relationship Id="rId9" Type="http://schemas.openxmlformats.org/officeDocument/2006/relationships/image" Target="../media/image298.wmf"/><Relationship Id="rId14" Type="http://schemas.openxmlformats.org/officeDocument/2006/relationships/oleObject" Target="../embeddings/oleObject348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wmf"/><Relationship Id="rId13" Type="http://schemas.openxmlformats.org/officeDocument/2006/relationships/oleObject" Target="../embeddings/oleObject354.bin"/><Relationship Id="rId18" Type="http://schemas.openxmlformats.org/officeDocument/2006/relationships/image" Target="../media/image309.wmf"/><Relationship Id="rId3" Type="http://schemas.openxmlformats.org/officeDocument/2006/relationships/oleObject" Target="../embeddings/oleObject349.bin"/><Relationship Id="rId21" Type="http://schemas.openxmlformats.org/officeDocument/2006/relationships/oleObject" Target="../embeddings/oleObject358.bin"/><Relationship Id="rId7" Type="http://schemas.openxmlformats.org/officeDocument/2006/relationships/oleObject" Target="../embeddings/oleObject351.bin"/><Relationship Id="rId12" Type="http://schemas.openxmlformats.org/officeDocument/2006/relationships/image" Target="../media/image306.wmf"/><Relationship Id="rId17" Type="http://schemas.openxmlformats.org/officeDocument/2006/relationships/oleObject" Target="../embeddings/oleObject35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08.wmf"/><Relationship Id="rId20" Type="http://schemas.openxmlformats.org/officeDocument/2006/relationships/image" Target="../media/image310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03.wmf"/><Relationship Id="rId11" Type="http://schemas.openxmlformats.org/officeDocument/2006/relationships/oleObject" Target="../embeddings/oleObject353.bin"/><Relationship Id="rId5" Type="http://schemas.openxmlformats.org/officeDocument/2006/relationships/oleObject" Target="../embeddings/oleObject350.bin"/><Relationship Id="rId15" Type="http://schemas.openxmlformats.org/officeDocument/2006/relationships/oleObject" Target="../embeddings/oleObject355.bin"/><Relationship Id="rId10" Type="http://schemas.openxmlformats.org/officeDocument/2006/relationships/image" Target="../media/image305.wmf"/><Relationship Id="rId19" Type="http://schemas.openxmlformats.org/officeDocument/2006/relationships/oleObject" Target="../embeddings/oleObject357.bin"/><Relationship Id="rId4" Type="http://schemas.openxmlformats.org/officeDocument/2006/relationships/image" Target="../media/image296.wmf"/><Relationship Id="rId9" Type="http://schemas.openxmlformats.org/officeDocument/2006/relationships/oleObject" Target="../embeddings/oleObject352.bin"/><Relationship Id="rId14" Type="http://schemas.openxmlformats.org/officeDocument/2006/relationships/image" Target="../media/image307.wmf"/><Relationship Id="rId22" Type="http://schemas.openxmlformats.org/officeDocument/2006/relationships/image" Target="../media/image311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3" Type="http://schemas.openxmlformats.org/officeDocument/2006/relationships/oleObject" Target="../embeddings/oleObject359.bin"/><Relationship Id="rId7" Type="http://schemas.openxmlformats.org/officeDocument/2006/relationships/oleObject" Target="../embeddings/oleObject361.bin"/><Relationship Id="rId12" Type="http://schemas.openxmlformats.org/officeDocument/2006/relationships/image" Target="../media/image31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13.wmf"/><Relationship Id="rId11" Type="http://schemas.openxmlformats.org/officeDocument/2006/relationships/oleObject" Target="../embeddings/oleObject363.bin"/><Relationship Id="rId5" Type="http://schemas.openxmlformats.org/officeDocument/2006/relationships/oleObject" Target="../embeddings/oleObject360.bin"/><Relationship Id="rId10" Type="http://schemas.openxmlformats.org/officeDocument/2006/relationships/image" Target="../media/image315.wmf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362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13" Type="http://schemas.openxmlformats.org/officeDocument/2006/relationships/oleObject" Target="../embeddings/oleObject369.bin"/><Relationship Id="rId18" Type="http://schemas.openxmlformats.org/officeDocument/2006/relationships/image" Target="../media/image324.wmf"/><Relationship Id="rId26" Type="http://schemas.openxmlformats.org/officeDocument/2006/relationships/image" Target="../media/image328.wmf"/><Relationship Id="rId3" Type="http://schemas.openxmlformats.org/officeDocument/2006/relationships/oleObject" Target="../embeddings/oleObject364.bin"/><Relationship Id="rId21" Type="http://schemas.openxmlformats.org/officeDocument/2006/relationships/oleObject" Target="../embeddings/oleObject373.bin"/><Relationship Id="rId7" Type="http://schemas.openxmlformats.org/officeDocument/2006/relationships/oleObject" Target="../embeddings/oleObject366.bin"/><Relationship Id="rId12" Type="http://schemas.openxmlformats.org/officeDocument/2006/relationships/image" Target="../media/image321.wmf"/><Relationship Id="rId17" Type="http://schemas.openxmlformats.org/officeDocument/2006/relationships/oleObject" Target="../embeddings/oleObject371.bin"/><Relationship Id="rId25" Type="http://schemas.openxmlformats.org/officeDocument/2006/relationships/oleObject" Target="../embeddings/oleObject375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23.wmf"/><Relationship Id="rId20" Type="http://schemas.openxmlformats.org/officeDocument/2006/relationships/image" Target="../media/image325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18.wmf"/><Relationship Id="rId11" Type="http://schemas.openxmlformats.org/officeDocument/2006/relationships/oleObject" Target="../embeddings/oleObject368.bin"/><Relationship Id="rId24" Type="http://schemas.openxmlformats.org/officeDocument/2006/relationships/image" Target="../media/image327.wmf"/><Relationship Id="rId5" Type="http://schemas.openxmlformats.org/officeDocument/2006/relationships/oleObject" Target="../embeddings/oleObject365.bin"/><Relationship Id="rId15" Type="http://schemas.openxmlformats.org/officeDocument/2006/relationships/oleObject" Target="../embeddings/oleObject370.bin"/><Relationship Id="rId23" Type="http://schemas.openxmlformats.org/officeDocument/2006/relationships/oleObject" Target="../embeddings/oleObject374.bin"/><Relationship Id="rId28" Type="http://schemas.openxmlformats.org/officeDocument/2006/relationships/image" Target="../media/image329.wmf"/><Relationship Id="rId10" Type="http://schemas.openxmlformats.org/officeDocument/2006/relationships/image" Target="../media/image320.wmf"/><Relationship Id="rId19" Type="http://schemas.openxmlformats.org/officeDocument/2006/relationships/oleObject" Target="../embeddings/oleObject372.bin"/><Relationship Id="rId4" Type="http://schemas.openxmlformats.org/officeDocument/2006/relationships/image" Target="../media/image317.wmf"/><Relationship Id="rId9" Type="http://schemas.openxmlformats.org/officeDocument/2006/relationships/oleObject" Target="../embeddings/oleObject367.bin"/><Relationship Id="rId14" Type="http://schemas.openxmlformats.org/officeDocument/2006/relationships/image" Target="../media/image322.wmf"/><Relationship Id="rId22" Type="http://schemas.openxmlformats.org/officeDocument/2006/relationships/image" Target="../media/image326.wmf"/><Relationship Id="rId27" Type="http://schemas.openxmlformats.org/officeDocument/2006/relationships/oleObject" Target="../embeddings/oleObject376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3" Type="http://schemas.openxmlformats.org/officeDocument/2006/relationships/oleObject" Target="../embeddings/oleObject377.bin"/><Relationship Id="rId7" Type="http://schemas.openxmlformats.org/officeDocument/2006/relationships/oleObject" Target="../embeddings/oleObject379.bin"/><Relationship Id="rId12" Type="http://schemas.openxmlformats.org/officeDocument/2006/relationships/image" Target="../media/image33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30.wmf"/><Relationship Id="rId11" Type="http://schemas.openxmlformats.org/officeDocument/2006/relationships/oleObject" Target="../embeddings/oleObject381.bin"/><Relationship Id="rId5" Type="http://schemas.openxmlformats.org/officeDocument/2006/relationships/oleObject" Target="../embeddings/oleObject378.bin"/><Relationship Id="rId10" Type="http://schemas.openxmlformats.org/officeDocument/2006/relationships/image" Target="../media/image332.wmf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380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oleObject" Target="../embeddings/oleObject387.bin"/><Relationship Id="rId3" Type="http://schemas.openxmlformats.org/officeDocument/2006/relationships/oleObject" Target="../embeddings/oleObject382.bin"/><Relationship Id="rId7" Type="http://schemas.openxmlformats.org/officeDocument/2006/relationships/oleObject" Target="../embeddings/oleObject384.bin"/><Relationship Id="rId12" Type="http://schemas.openxmlformats.org/officeDocument/2006/relationships/image" Target="../media/image338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40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35.wmf"/><Relationship Id="rId11" Type="http://schemas.openxmlformats.org/officeDocument/2006/relationships/oleObject" Target="../embeddings/oleObject386.bin"/><Relationship Id="rId5" Type="http://schemas.openxmlformats.org/officeDocument/2006/relationships/oleObject" Target="../embeddings/oleObject383.bin"/><Relationship Id="rId15" Type="http://schemas.openxmlformats.org/officeDocument/2006/relationships/oleObject" Target="../embeddings/oleObject388.bin"/><Relationship Id="rId10" Type="http://schemas.openxmlformats.org/officeDocument/2006/relationships/image" Target="../media/image337.wmf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385.bin"/><Relationship Id="rId14" Type="http://schemas.openxmlformats.org/officeDocument/2006/relationships/image" Target="../media/image339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13" Type="http://schemas.openxmlformats.org/officeDocument/2006/relationships/oleObject" Target="../embeddings/oleObject394.bin"/><Relationship Id="rId18" Type="http://schemas.openxmlformats.org/officeDocument/2006/relationships/image" Target="../media/image348.wmf"/><Relationship Id="rId3" Type="http://schemas.openxmlformats.org/officeDocument/2006/relationships/oleObject" Target="../embeddings/oleObject389.bin"/><Relationship Id="rId21" Type="http://schemas.openxmlformats.org/officeDocument/2006/relationships/oleObject" Target="../embeddings/oleObject398.bin"/><Relationship Id="rId7" Type="http://schemas.openxmlformats.org/officeDocument/2006/relationships/oleObject" Target="../embeddings/oleObject391.bin"/><Relationship Id="rId12" Type="http://schemas.openxmlformats.org/officeDocument/2006/relationships/image" Target="../media/image345.wmf"/><Relationship Id="rId17" Type="http://schemas.openxmlformats.org/officeDocument/2006/relationships/oleObject" Target="../embeddings/oleObject39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47.wmf"/><Relationship Id="rId20" Type="http://schemas.openxmlformats.org/officeDocument/2006/relationships/image" Target="../media/image337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42.wmf"/><Relationship Id="rId11" Type="http://schemas.openxmlformats.org/officeDocument/2006/relationships/oleObject" Target="../embeddings/oleObject393.bin"/><Relationship Id="rId24" Type="http://schemas.openxmlformats.org/officeDocument/2006/relationships/image" Target="../media/image350.wmf"/><Relationship Id="rId5" Type="http://schemas.openxmlformats.org/officeDocument/2006/relationships/oleObject" Target="../embeddings/oleObject390.bin"/><Relationship Id="rId15" Type="http://schemas.openxmlformats.org/officeDocument/2006/relationships/oleObject" Target="../embeddings/oleObject395.bin"/><Relationship Id="rId23" Type="http://schemas.openxmlformats.org/officeDocument/2006/relationships/oleObject" Target="../embeddings/oleObject399.bin"/><Relationship Id="rId10" Type="http://schemas.openxmlformats.org/officeDocument/2006/relationships/image" Target="../media/image344.wmf"/><Relationship Id="rId19" Type="http://schemas.openxmlformats.org/officeDocument/2006/relationships/oleObject" Target="../embeddings/oleObject397.bin"/><Relationship Id="rId4" Type="http://schemas.openxmlformats.org/officeDocument/2006/relationships/image" Target="../media/image341.wmf"/><Relationship Id="rId9" Type="http://schemas.openxmlformats.org/officeDocument/2006/relationships/oleObject" Target="../embeddings/oleObject392.bin"/><Relationship Id="rId14" Type="http://schemas.openxmlformats.org/officeDocument/2006/relationships/image" Target="../media/image346.wmf"/><Relationship Id="rId22" Type="http://schemas.openxmlformats.org/officeDocument/2006/relationships/image" Target="../media/image349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13" Type="http://schemas.openxmlformats.org/officeDocument/2006/relationships/oleObject" Target="../embeddings/oleObject405.bin"/><Relationship Id="rId18" Type="http://schemas.openxmlformats.org/officeDocument/2006/relationships/image" Target="../media/image358.wmf"/><Relationship Id="rId3" Type="http://schemas.openxmlformats.org/officeDocument/2006/relationships/oleObject" Target="../embeddings/oleObject400.bin"/><Relationship Id="rId21" Type="http://schemas.openxmlformats.org/officeDocument/2006/relationships/oleObject" Target="../embeddings/oleObject409.bin"/><Relationship Id="rId7" Type="http://schemas.openxmlformats.org/officeDocument/2006/relationships/oleObject" Target="../embeddings/oleObject402.bin"/><Relationship Id="rId12" Type="http://schemas.openxmlformats.org/officeDocument/2006/relationships/image" Target="../media/image355.wmf"/><Relationship Id="rId17" Type="http://schemas.openxmlformats.org/officeDocument/2006/relationships/oleObject" Target="../embeddings/oleObject40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57.wmf"/><Relationship Id="rId20" Type="http://schemas.openxmlformats.org/officeDocument/2006/relationships/image" Target="../media/image359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52.wmf"/><Relationship Id="rId11" Type="http://schemas.openxmlformats.org/officeDocument/2006/relationships/oleObject" Target="../embeddings/oleObject404.bin"/><Relationship Id="rId5" Type="http://schemas.openxmlformats.org/officeDocument/2006/relationships/oleObject" Target="../embeddings/oleObject401.bin"/><Relationship Id="rId15" Type="http://schemas.openxmlformats.org/officeDocument/2006/relationships/oleObject" Target="../embeddings/oleObject406.bin"/><Relationship Id="rId10" Type="http://schemas.openxmlformats.org/officeDocument/2006/relationships/image" Target="../media/image354.wmf"/><Relationship Id="rId19" Type="http://schemas.openxmlformats.org/officeDocument/2006/relationships/oleObject" Target="../embeddings/oleObject408.bin"/><Relationship Id="rId4" Type="http://schemas.openxmlformats.org/officeDocument/2006/relationships/image" Target="../media/image351.wmf"/><Relationship Id="rId9" Type="http://schemas.openxmlformats.org/officeDocument/2006/relationships/oleObject" Target="../embeddings/oleObject403.bin"/><Relationship Id="rId14" Type="http://schemas.openxmlformats.org/officeDocument/2006/relationships/image" Target="../media/image356.wmf"/><Relationship Id="rId22" Type="http://schemas.openxmlformats.org/officeDocument/2006/relationships/image" Target="../media/image360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3.wmf"/><Relationship Id="rId13" Type="http://schemas.openxmlformats.org/officeDocument/2006/relationships/oleObject" Target="../embeddings/oleObject415.bin"/><Relationship Id="rId18" Type="http://schemas.openxmlformats.org/officeDocument/2006/relationships/image" Target="../media/image368.wmf"/><Relationship Id="rId3" Type="http://schemas.openxmlformats.org/officeDocument/2006/relationships/oleObject" Target="../embeddings/oleObject410.bin"/><Relationship Id="rId7" Type="http://schemas.openxmlformats.org/officeDocument/2006/relationships/oleObject" Target="../embeddings/oleObject412.bin"/><Relationship Id="rId12" Type="http://schemas.openxmlformats.org/officeDocument/2006/relationships/image" Target="../media/image365.wmf"/><Relationship Id="rId17" Type="http://schemas.openxmlformats.org/officeDocument/2006/relationships/oleObject" Target="../embeddings/oleObject41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67.wmf"/><Relationship Id="rId20" Type="http://schemas.openxmlformats.org/officeDocument/2006/relationships/image" Target="../media/image369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62.wmf"/><Relationship Id="rId11" Type="http://schemas.openxmlformats.org/officeDocument/2006/relationships/oleObject" Target="../embeddings/oleObject414.bin"/><Relationship Id="rId5" Type="http://schemas.openxmlformats.org/officeDocument/2006/relationships/oleObject" Target="../embeddings/oleObject411.bin"/><Relationship Id="rId15" Type="http://schemas.openxmlformats.org/officeDocument/2006/relationships/oleObject" Target="../embeddings/oleObject416.bin"/><Relationship Id="rId10" Type="http://schemas.openxmlformats.org/officeDocument/2006/relationships/image" Target="../media/image364.wmf"/><Relationship Id="rId19" Type="http://schemas.openxmlformats.org/officeDocument/2006/relationships/oleObject" Target="../embeddings/oleObject418.bin"/><Relationship Id="rId4" Type="http://schemas.openxmlformats.org/officeDocument/2006/relationships/image" Target="../media/image361.wmf"/><Relationship Id="rId9" Type="http://schemas.openxmlformats.org/officeDocument/2006/relationships/oleObject" Target="../embeddings/oleObject413.bin"/><Relationship Id="rId14" Type="http://schemas.openxmlformats.org/officeDocument/2006/relationships/image" Target="../media/image366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wmf"/><Relationship Id="rId13" Type="http://schemas.openxmlformats.org/officeDocument/2006/relationships/oleObject" Target="../embeddings/oleObject425.bin"/><Relationship Id="rId3" Type="http://schemas.openxmlformats.org/officeDocument/2006/relationships/oleObject" Target="../embeddings/oleObject419.bin"/><Relationship Id="rId7" Type="http://schemas.openxmlformats.org/officeDocument/2006/relationships/oleObject" Target="../embeddings/oleObject421.bin"/><Relationship Id="rId12" Type="http://schemas.openxmlformats.org/officeDocument/2006/relationships/oleObject" Target="../embeddings/oleObject42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70.wmf"/><Relationship Id="rId11" Type="http://schemas.openxmlformats.org/officeDocument/2006/relationships/oleObject" Target="../embeddings/oleObject423.bin"/><Relationship Id="rId5" Type="http://schemas.openxmlformats.org/officeDocument/2006/relationships/oleObject" Target="../embeddings/oleObject420.bin"/><Relationship Id="rId10" Type="http://schemas.openxmlformats.org/officeDocument/2006/relationships/image" Target="../media/image372.wmf"/><Relationship Id="rId4" Type="http://schemas.openxmlformats.org/officeDocument/2006/relationships/image" Target="../media/image369.wmf"/><Relationship Id="rId9" Type="http://schemas.openxmlformats.org/officeDocument/2006/relationships/oleObject" Target="../embeddings/oleObject422.bin"/><Relationship Id="rId14" Type="http://schemas.openxmlformats.org/officeDocument/2006/relationships/image" Target="../media/image373.wmf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31.bin"/><Relationship Id="rId18" Type="http://schemas.openxmlformats.org/officeDocument/2006/relationships/image" Target="../media/image381.wmf"/><Relationship Id="rId26" Type="http://schemas.openxmlformats.org/officeDocument/2006/relationships/image" Target="../media/image385.wmf"/><Relationship Id="rId39" Type="http://schemas.openxmlformats.org/officeDocument/2006/relationships/oleObject" Target="../embeddings/oleObject444.bin"/><Relationship Id="rId21" Type="http://schemas.openxmlformats.org/officeDocument/2006/relationships/oleObject" Target="../embeddings/oleObject435.bin"/><Relationship Id="rId34" Type="http://schemas.openxmlformats.org/officeDocument/2006/relationships/image" Target="../media/image389.wmf"/><Relationship Id="rId42" Type="http://schemas.openxmlformats.org/officeDocument/2006/relationships/image" Target="../media/image393.wmf"/><Relationship Id="rId7" Type="http://schemas.openxmlformats.org/officeDocument/2006/relationships/oleObject" Target="../embeddings/oleObject42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80.wmf"/><Relationship Id="rId29" Type="http://schemas.openxmlformats.org/officeDocument/2006/relationships/oleObject" Target="../embeddings/oleObject439.bin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75.wmf"/><Relationship Id="rId11" Type="http://schemas.openxmlformats.org/officeDocument/2006/relationships/oleObject" Target="../embeddings/oleObject430.bin"/><Relationship Id="rId24" Type="http://schemas.openxmlformats.org/officeDocument/2006/relationships/image" Target="../media/image384.wmf"/><Relationship Id="rId32" Type="http://schemas.openxmlformats.org/officeDocument/2006/relationships/image" Target="../media/image388.wmf"/><Relationship Id="rId37" Type="http://schemas.openxmlformats.org/officeDocument/2006/relationships/oleObject" Target="../embeddings/oleObject443.bin"/><Relationship Id="rId40" Type="http://schemas.openxmlformats.org/officeDocument/2006/relationships/image" Target="../media/image392.wmf"/><Relationship Id="rId45" Type="http://schemas.openxmlformats.org/officeDocument/2006/relationships/oleObject" Target="../embeddings/oleObject447.bin"/><Relationship Id="rId5" Type="http://schemas.openxmlformats.org/officeDocument/2006/relationships/oleObject" Target="../embeddings/oleObject427.bin"/><Relationship Id="rId15" Type="http://schemas.openxmlformats.org/officeDocument/2006/relationships/oleObject" Target="../embeddings/oleObject432.bin"/><Relationship Id="rId23" Type="http://schemas.openxmlformats.org/officeDocument/2006/relationships/oleObject" Target="../embeddings/oleObject436.bin"/><Relationship Id="rId28" Type="http://schemas.openxmlformats.org/officeDocument/2006/relationships/image" Target="../media/image386.wmf"/><Relationship Id="rId36" Type="http://schemas.openxmlformats.org/officeDocument/2006/relationships/image" Target="../media/image390.wmf"/><Relationship Id="rId10" Type="http://schemas.openxmlformats.org/officeDocument/2006/relationships/image" Target="../media/image377.wmf"/><Relationship Id="rId19" Type="http://schemas.openxmlformats.org/officeDocument/2006/relationships/oleObject" Target="../embeddings/oleObject434.bin"/><Relationship Id="rId31" Type="http://schemas.openxmlformats.org/officeDocument/2006/relationships/oleObject" Target="../embeddings/oleObject440.bin"/><Relationship Id="rId44" Type="http://schemas.openxmlformats.org/officeDocument/2006/relationships/image" Target="../media/image394.wmf"/><Relationship Id="rId4" Type="http://schemas.openxmlformats.org/officeDocument/2006/relationships/image" Target="../media/image374.wmf"/><Relationship Id="rId9" Type="http://schemas.openxmlformats.org/officeDocument/2006/relationships/oleObject" Target="../embeddings/oleObject429.bin"/><Relationship Id="rId14" Type="http://schemas.openxmlformats.org/officeDocument/2006/relationships/image" Target="../media/image379.wmf"/><Relationship Id="rId22" Type="http://schemas.openxmlformats.org/officeDocument/2006/relationships/image" Target="../media/image383.wmf"/><Relationship Id="rId27" Type="http://schemas.openxmlformats.org/officeDocument/2006/relationships/oleObject" Target="../embeddings/oleObject438.bin"/><Relationship Id="rId30" Type="http://schemas.openxmlformats.org/officeDocument/2006/relationships/image" Target="../media/image387.wmf"/><Relationship Id="rId35" Type="http://schemas.openxmlformats.org/officeDocument/2006/relationships/oleObject" Target="../embeddings/oleObject442.bin"/><Relationship Id="rId43" Type="http://schemas.openxmlformats.org/officeDocument/2006/relationships/oleObject" Target="../embeddings/oleObject446.bin"/><Relationship Id="rId8" Type="http://schemas.openxmlformats.org/officeDocument/2006/relationships/image" Target="../media/image376.wmf"/><Relationship Id="rId3" Type="http://schemas.openxmlformats.org/officeDocument/2006/relationships/oleObject" Target="../embeddings/oleObject426.bin"/><Relationship Id="rId12" Type="http://schemas.openxmlformats.org/officeDocument/2006/relationships/image" Target="../media/image378.wmf"/><Relationship Id="rId17" Type="http://schemas.openxmlformats.org/officeDocument/2006/relationships/oleObject" Target="../embeddings/oleObject433.bin"/><Relationship Id="rId25" Type="http://schemas.openxmlformats.org/officeDocument/2006/relationships/oleObject" Target="../embeddings/oleObject437.bin"/><Relationship Id="rId33" Type="http://schemas.openxmlformats.org/officeDocument/2006/relationships/oleObject" Target="../embeddings/oleObject441.bin"/><Relationship Id="rId38" Type="http://schemas.openxmlformats.org/officeDocument/2006/relationships/image" Target="../media/image391.wmf"/><Relationship Id="rId46" Type="http://schemas.openxmlformats.org/officeDocument/2006/relationships/image" Target="../media/image395.wmf"/><Relationship Id="rId20" Type="http://schemas.openxmlformats.org/officeDocument/2006/relationships/image" Target="../media/image382.wmf"/><Relationship Id="rId41" Type="http://schemas.openxmlformats.org/officeDocument/2006/relationships/oleObject" Target="../embeddings/oleObject445.bin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3.bin"/><Relationship Id="rId18" Type="http://schemas.openxmlformats.org/officeDocument/2006/relationships/image" Target="../media/image403.wmf"/><Relationship Id="rId26" Type="http://schemas.openxmlformats.org/officeDocument/2006/relationships/image" Target="../media/image391.wmf"/><Relationship Id="rId3" Type="http://schemas.openxmlformats.org/officeDocument/2006/relationships/oleObject" Target="../embeddings/oleObject448.bin"/><Relationship Id="rId21" Type="http://schemas.openxmlformats.org/officeDocument/2006/relationships/oleObject" Target="../embeddings/oleObject457.bin"/><Relationship Id="rId7" Type="http://schemas.openxmlformats.org/officeDocument/2006/relationships/oleObject" Target="../embeddings/oleObject450.bin"/><Relationship Id="rId12" Type="http://schemas.openxmlformats.org/officeDocument/2006/relationships/image" Target="../media/image400.wmf"/><Relationship Id="rId17" Type="http://schemas.openxmlformats.org/officeDocument/2006/relationships/oleObject" Target="../embeddings/oleObject455.bin"/><Relationship Id="rId25" Type="http://schemas.openxmlformats.org/officeDocument/2006/relationships/oleObject" Target="../embeddings/oleObject459.bin"/><Relationship Id="rId33" Type="http://schemas.openxmlformats.org/officeDocument/2006/relationships/image" Target="../media/image405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402.wmf"/><Relationship Id="rId20" Type="http://schemas.openxmlformats.org/officeDocument/2006/relationships/image" Target="../media/image404.wmf"/><Relationship Id="rId29" Type="http://schemas.openxmlformats.org/officeDocument/2006/relationships/oleObject" Target="../embeddings/oleObject461.bin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97.wmf"/><Relationship Id="rId11" Type="http://schemas.openxmlformats.org/officeDocument/2006/relationships/oleObject" Target="../embeddings/oleObject452.bin"/><Relationship Id="rId24" Type="http://schemas.openxmlformats.org/officeDocument/2006/relationships/image" Target="../media/image390.wmf"/><Relationship Id="rId32" Type="http://schemas.openxmlformats.org/officeDocument/2006/relationships/oleObject" Target="../embeddings/oleObject463.bin"/><Relationship Id="rId5" Type="http://schemas.openxmlformats.org/officeDocument/2006/relationships/oleObject" Target="../embeddings/oleObject449.bin"/><Relationship Id="rId15" Type="http://schemas.openxmlformats.org/officeDocument/2006/relationships/oleObject" Target="../embeddings/oleObject454.bin"/><Relationship Id="rId23" Type="http://schemas.openxmlformats.org/officeDocument/2006/relationships/oleObject" Target="../embeddings/oleObject458.bin"/><Relationship Id="rId28" Type="http://schemas.openxmlformats.org/officeDocument/2006/relationships/image" Target="../media/image392.wmf"/><Relationship Id="rId10" Type="http://schemas.openxmlformats.org/officeDocument/2006/relationships/image" Target="../media/image399.wmf"/><Relationship Id="rId19" Type="http://schemas.openxmlformats.org/officeDocument/2006/relationships/oleObject" Target="../embeddings/oleObject456.bin"/><Relationship Id="rId31" Type="http://schemas.openxmlformats.org/officeDocument/2006/relationships/oleObject" Target="../embeddings/oleObject462.bin"/><Relationship Id="rId4" Type="http://schemas.openxmlformats.org/officeDocument/2006/relationships/image" Target="../media/image396.wmf"/><Relationship Id="rId9" Type="http://schemas.openxmlformats.org/officeDocument/2006/relationships/oleObject" Target="../embeddings/oleObject451.bin"/><Relationship Id="rId14" Type="http://schemas.openxmlformats.org/officeDocument/2006/relationships/image" Target="../media/image401.wmf"/><Relationship Id="rId22" Type="http://schemas.openxmlformats.org/officeDocument/2006/relationships/image" Target="../media/image389.wmf"/><Relationship Id="rId27" Type="http://schemas.openxmlformats.org/officeDocument/2006/relationships/oleObject" Target="../embeddings/oleObject460.bin"/><Relationship Id="rId30" Type="http://schemas.openxmlformats.org/officeDocument/2006/relationships/image" Target="../media/image393.wmf"/><Relationship Id="rId8" Type="http://schemas.openxmlformats.org/officeDocument/2006/relationships/image" Target="../media/image398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8.wmf"/><Relationship Id="rId3" Type="http://schemas.openxmlformats.org/officeDocument/2006/relationships/oleObject" Target="../embeddings/oleObject464.bin"/><Relationship Id="rId7" Type="http://schemas.openxmlformats.org/officeDocument/2006/relationships/oleObject" Target="../embeddings/oleObject46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407.wmf"/><Relationship Id="rId5" Type="http://schemas.openxmlformats.org/officeDocument/2006/relationships/oleObject" Target="../embeddings/oleObject465.bin"/><Relationship Id="rId4" Type="http://schemas.openxmlformats.org/officeDocument/2006/relationships/image" Target="../media/image406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wmf"/><Relationship Id="rId13" Type="http://schemas.openxmlformats.org/officeDocument/2006/relationships/oleObject" Target="../embeddings/oleObject472.bin"/><Relationship Id="rId3" Type="http://schemas.openxmlformats.org/officeDocument/2006/relationships/oleObject" Target="../embeddings/oleObject467.bin"/><Relationship Id="rId7" Type="http://schemas.openxmlformats.org/officeDocument/2006/relationships/oleObject" Target="../embeddings/oleObject469.bin"/><Relationship Id="rId12" Type="http://schemas.openxmlformats.org/officeDocument/2006/relationships/image" Target="../media/image41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410.wmf"/><Relationship Id="rId11" Type="http://schemas.openxmlformats.org/officeDocument/2006/relationships/oleObject" Target="../embeddings/oleObject471.bin"/><Relationship Id="rId5" Type="http://schemas.openxmlformats.org/officeDocument/2006/relationships/oleObject" Target="../embeddings/oleObject468.bin"/><Relationship Id="rId10" Type="http://schemas.openxmlformats.org/officeDocument/2006/relationships/image" Target="../media/image412.wmf"/><Relationship Id="rId4" Type="http://schemas.openxmlformats.org/officeDocument/2006/relationships/image" Target="../media/image409.wmf"/><Relationship Id="rId9" Type="http://schemas.openxmlformats.org/officeDocument/2006/relationships/oleObject" Target="../embeddings/oleObject470.bin"/><Relationship Id="rId14" Type="http://schemas.openxmlformats.org/officeDocument/2006/relationships/image" Target="../media/image414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7.wmf"/><Relationship Id="rId13" Type="http://schemas.openxmlformats.org/officeDocument/2006/relationships/oleObject" Target="../embeddings/oleObject478.bin"/><Relationship Id="rId18" Type="http://schemas.openxmlformats.org/officeDocument/2006/relationships/image" Target="../media/image422.wmf"/><Relationship Id="rId3" Type="http://schemas.openxmlformats.org/officeDocument/2006/relationships/oleObject" Target="../embeddings/oleObject473.bin"/><Relationship Id="rId7" Type="http://schemas.openxmlformats.org/officeDocument/2006/relationships/oleObject" Target="../embeddings/oleObject475.bin"/><Relationship Id="rId12" Type="http://schemas.openxmlformats.org/officeDocument/2006/relationships/image" Target="../media/image419.wmf"/><Relationship Id="rId17" Type="http://schemas.openxmlformats.org/officeDocument/2006/relationships/oleObject" Target="../embeddings/oleObject48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421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416.wmf"/><Relationship Id="rId11" Type="http://schemas.openxmlformats.org/officeDocument/2006/relationships/oleObject" Target="../embeddings/oleObject477.bin"/><Relationship Id="rId5" Type="http://schemas.openxmlformats.org/officeDocument/2006/relationships/oleObject" Target="../embeddings/oleObject474.bin"/><Relationship Id="rId15" Type="http://schemas.openxmlformats.org/officeDocument/2006/relationships/oleObject" Target="../embeddings/oleObject479.bin"/><Relationship Id="rId10" Type="http://schemas.openxmlformats.org/officeDocument/2006/relationships/image" Target="../media/image418.wmf"/><Relationship Id="rId4" Type="http://schemas.openxmlformats.org/officeDocument/2006/relationships/image" Target="../media/image415.wmf"/><Relationship Id="rId9" Type="http://schemas.openxmlformats.org/officeDocument/2006/relationships/oleObject" Target="../embeddings/oleObject476.bin"/><Relationship Id="rId14" Type="http://schemas.openxmlformats.org/officeDocument/2006/relationships/image" Target="../media/image420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5.wmf"/><Relationship Id="rId13" Type="http://schemas.openxmlformats.org/officeDocument/2006/relationships/oleObject" Target="../embeddings/oleObject486.bin"/><Relationship Id="rId3" Type="http://schemas.openxmlformats.org/officeDocument/2006/relationships/oleObject" Target="../embeddings/oleObject481.bin"/><Relationship Id="rId7" Type="http://schemas.openxmlformats.org/officeDocument/2006/relationships/oleObject" Target="../embeddings/oleObject483.bin"/><Relationship Id="rId12" Type="http://schemas.openxmlformats.org/officeDocument/2006/relationships/image" Target="../media/image42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424.wmf"/><Relationship Id="rId11" Type="http://schemas.openxmlformats.org/officeDocument/2006/relationships/oleObject" Target="../embeddings/oleObject485.bin"/><Relationship Id="rId5" Type="http://schemas.openxmlformats.org/officeDocument/2006/relationships/oleObject" Target="../embeddings/oleObject482.bin"/><Relationship Id="rId10" Type="http://schemas.openxmlformats.org/officeDocument/2006/relationships/image" Target="../media/image426.wmf"/><Relationship Id="rId4" Type="http://schemas.openxmlformats.org/officeDocument/2006/relationships/image" Target="../media/image423.wmf"/><Relationship Id="rId9" Type="http://schemas.openxmlformats.org/officeDocument/2006/relationships/oleObject" Target="../embeddings/oleObject484.bin"/><Relationship Id="rId14" Type="http://schemas.openxmlformats.org/officeDocument/2006/relationships/image" Target="../media/image422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wmf"/><Relationship Id="rId13" Type="http://schemas.openxmlformats.org/officeDocument/2006/relationships/oleObject" Target="../embeddings/oleObject492.bin"/><Relationship Id="rId18" Type="http://schemas.openxmlformats.org/officeDocument/2006/relationships/image" Target="../media/image434.wmf"/><Relationship Id="rId3" Type="http://schemas.openxmlformats.org/officeDocument/2006/relationships/oleObject" Target="../embeddings/oleObject487.bin"/><Relationship Id="rId7" Type="http://schemas.openxmlformats.org/officeDocument/2006/relationships/oleObject" Target="../embeddings/oleObject489.bin"/><Relationship Id="rId12" Type="http://schemas.openxmlformats.org/officeDocument/2006/relationships/image" Target="../media/image431.wmf"/><Relationship Id="rId17" Type="http://schemas.openxmlformats.org/officeDocument/2006/relationships/oleObject" Target="../embeddings/oleObject49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433.wmf"/><Relationship Id="rId20" Type="http://schemas.openxmlformats.org/officeDocument/2006/relationships/image" Target="../media/image435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428.wmf"/><Relationship Id="rId11" Type="http://schemas.openxmlformats.org/officeDocument/2006/relationships/oleObject" Target="../embeddings/oleObject491.bin"/><Relationship Id="rId5" Type="http://schemas.openxmlformats.org/officeDocument/2006/relationships/oleObject" Target="../embeddings/oleObject488.bin"/><Relationship Id="rId15" Type="http://schemas.openxmlformats.org/officeDocument/2006/relationships/oleObject" Target="../embeddings/oleObject493.bin"/><Relationship Id="rId10" Type="http://schemas.openxmlformats.org/officeDocument/2006/relationships/image" Target="../media/image430.wmf"/><Relationship Id="rId19" Type="http://schemas.openxmlformats.org/officeDocument/2006/relationships/oleObject" Target="../embeddings/oleObject495.bin"/><Relationship Id="rId4" Type="http://schemas.openxmlformats.org/officeDocument/2006/relationships/image" Target="../media/image427.wmf"/><Relationship Id="rId9" Type="http://schemas.openxmlformats.org/officeDocument/2006/relationships/oleObject" Target="../embeddings/oleObject490.bin"/><Relationship Id="rId14" Type="http://schemas.openxmlformats.org/officeDocument/2006/relationships/image" Target="../media/image432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wmf"/><Relationship Id="rId3" Type="http://schemas.openxmlformats.org/officeDocument/2006/relationships/oleObject" Target="../embeddings/oleObject496.bin"/><Relationship Id="rId7" Type="http://schemas.openxmlformats.org/officeDocument/2006/relationships/oleObject" Target="../embeddings/oleObject498.bin"/><Relationship Id="rId12" Type="http://schemas.openxmlformats.org/officeDocument/2006/relationships/image" Target="../media/image44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437.wmf"/><Relationship Id="rId11" Type="http://schemas.openxmlformats.org/officeDocument/2006/relationships/oleObject" Target="../embeddings/oleObject500.bin"/><Relationship Id="rId5" Type="http://schemas.openxmlformats.org/officeDocument/2006/relationships/oleObject" Target="../embeddings/oleObject497.bin"/><Relationship Id="rId10" Type="http://schemas.openxmlformats.org/officeDocument/2006/relationships/image" Target="../media/image439.wmf"/><Relationship Id="rId4" Type="http://schemas.openxmlformats.org/officeDocument/2006/relationships/image" Target="../media/image436.wmf"/><Relationship Id="rId9" Type="http://schemas.openxmlformats.org/officeDocument/2006/relationships/oleObject" Target="../embeddings/oleObject499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FC95C00-4339-41AC-BAB2-E349390BE417}"/>
              </a:ext>
            </a:extLst>
          </p:cNvPr>
          <p:cNvSpPr txBox="1">
            <a:spLocks/>
          </p:cNvSpPr>
          <p:nvPr/>
        </p:nvSpPr>
        <p:spPr>
          <a:xfrm>
            <a:off x="611560" y="874986"/>
            <a:ext cx="7772400" cy="11017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第七章  微分方程及其应用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D1C35711-CCD3-4677-9FE0-E215760AEE4B}"/>
              </a:ext>
            </a:extLst>
          </p:cNvPr>
          <p:cNvSpPr txBox="1">
            <a:spLocks/>
          </p:cNvSpPr>
          <p:nvPr/>
        </p:nvSpPr>
        <p:spPr>
          <a:xfrm>
            <a:off x="1835696" y="2305323"/>
            <a:ext cx="5032648" cy="5040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第一节  微分方程的基本概念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90E849F0-769A-4EB9-A942-020134EAB122}"/>
              </a:ext>
            </a:extLst>
          </p:cNvPr>
          <p:cNvSpPr txBox="1">
            <a:spLocks/>
          </p:cNvSpPr>
          <p:nvPr/>
        </p:nvSpPr>
        <p:spPr>
          <a:xfrm>
            <a:off x="1835696" y="2987453"/>
            <a:ext cx="5400600" cy="523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第二节  可分离变量的微分方程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CC16E2EE-3DB9-460B-BE2E-B28B4A6E5181}"/>
              </a:ext>
            </a:extLst>
          </p:cNvPr>
          <p:cNvSpPr txBox="1">
            <a:spLocks/>
          </p:cNvSpPr>
          <p:nvPr/>
        </p:nvSpPr>
        <p:spPr>
          <a:xfrm>
            <a:off x="1861459" y="3745483"/>
            <a:ext cx="3168352" cy="523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第三节  齐次方程</a:t>
            </a:r>
          </a:p>
        </p:txBody>
      </p:sp>
    </p:spTree>
    <p:extLst>
      <p:ext uri="{BB962C8B-B14F-4D97-AF65-F5344CB8AC3E}">
        <p14:creationId xmlns:p14="http://schemas.microsoft.com/office/powerpoint/2010/main" val="368812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ECA740-1F6C-445F-9B7D-2421CCE410BC}"/>
              </a:ext>
            </a:extLst>
          </p:cNvPr>
          <p:cNvSpPr/>
          <p:nvPr/>
        </p:nvSpPr>
        <p:spPr>
          <a:xfrm>
            <a:off x="2915816" y="555526"/>
            <a:ext cx="351687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温故而知新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230F72-D18A-4F53-AE35-8A561C35E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563638"/>
            <a:ext cx="30194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5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10C777-2598-43B4-9CEE-AAD3FF8519C9}"/>
              </a:ext>
            </a:extLst>
          </p:cNvPr>
          <p:cNvSpPr txBox="1">
            <a:spLocks noChangeArrowheads="1"/>
          </p:cNvSpPr>
          <p:nvPr/>
        </p:nvSpPr>
        <p:spPr>
          <a:xfrm>
            <a:off x="673934" y="158081"/>
            <a:ext cx="5472608" cy="43442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求连续曲线              的全长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B4A0589-0827-477A-8D92-8A18510EF9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868603"/>
              </p:ext>
            </p:extLst>
          </p:nvPr>
        </p:nvGraphicFramePr>
        <p:xfrm>
          <a:off x="2843808" y="123478"/>
          <a:ext cx="1968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91" name="Equation" r:id="rId3" imgW="1968480" imgH="596880" progId="Equation.DSMT4">
                  <p:embed/>
                </p:oleObj>
              </mc:Choice>
              <mc:Fallback>
                <p:oleObj name="Equation" r:id="rId3" imgW="19684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808" y="123478"/>
                        <a:ext cx="1968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649A4BD-090C-43E3-A87E-3BDA2691165D}"/>
              </a:ext>
            </a:extLst>
          </p:cNvPr>
          <p:cNvSpPr/>
          <p:nvPr/>
        </p:nvSpPr>
        <p:spPr>
          <a:xfrm>
            <a:off x="647524" y="84829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rgbClr val="0064FF"/>
              </a:solidFill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CC50667-520D-4735-BB75-E699AF42B872}"/>
              </a:ext>
            </a:extLst>
          </p:cNvPr>
          <p:cNvGrpSpPr/>
          <p:nvPr/>
        </p:nvGrpSpPr>
        <p:grpSpPr>
          <a:xfrm>
            <a:off x="1115159" y="754981"/>
            <a:ext cx="4680520" cy="596900"/>
            <a:chOff x="1124794" y="1008410"/>
            <a:chExt cx="4680520" cy="596900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00C0506D-BCB0-44E9-9CD8-477F072905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1851790"/>
                </p:ext>
              </p:extLst>
            </p:nvPr>
          </p:nvGraphicFramePr>
          <p:xfrm>
            <a:off x="1883876" y="1008410"/>
            <a:ext cx="19685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192" name="Equation" r:id="rId5" imgW="1968480" imgH="596880" progId="Equation.DSMT4">
                    <p:embed/>
                  </p:oleObj>
                </mc:Choice>
                <mc:Fallback>
                  <p:oleObj name="Equation" r:id="rId5" imgW="1968480" imgH="596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83876" y="1008410"/>
                          <a:ext cx="19685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E8DD9B9-CD5D-4C3B-9821-F520D5B6FB8E}"/>
                </a:ext>
              </a:extLst>
            </p:cNvPr>
            <p:cNvSpPr/>
            <p:nvPr/>
          </p:nvSpPr>
          <p:spPr>
            <a:xfrm>
              <a:off x="1124794" y="1101722"/>
              <a:ext cx="46805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要使              有意义，则</a:t>
              </a:r>
              <a:endParaRPr lang="zh-CN" altLang="en-US" dirty="0"/>
            </a:p>
          </p:txBody>
        </p:sp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EB79178-9711-449C-A6E2-86991639E8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438527"/>
              </p:ext>
            </p:extLst>
          </p:nvPr>
        </p:nvGraphicFramePr>
        <p:xfrm>
          <a:off x="1073040" y="1579191"/>
          <a:ext cx="1257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93" name="Equation" r:id="rId7" imgW="1257120" imgH="291960" progId="Equation.DSMT4">
                  <p:embed/>
                </p:oleObj>
              </mc:Choice>
              <mc:Fallback>
                <p:oleObj name="Equation" r:id="rId7" imgW="12571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73040" y="1579191"/>
                        <a:ext cx="12573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B7FA1F8-F912-4F0A-AE04-F9635E3CB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193422"/>
              </p:ext>
            </p:extLst>
          </p:nvPr>
        </p:nvGraphicFramePr>
        <p:xfrm>
          <a:off x="2591791" y="1560141"/>
          <a:ext cx="2501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94" name="Equation" r:id="rId9" imgW="2501640" imgH="330120" progId="Equation.DSMT4">
                  <p:embed/>
                </p:oleObj>
              </mc:Choice>
              <mc:Fallback>
                <p:oleObj name="Equation" r:id="rId9" imgW="25016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91791" y="1560141"/>
                        <a:ext cx="2501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A50C7A0-AB05-4914-B153-FC28365DC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116628"/>
              </p:ext>
            </p:extLst>
          </p:nvPr>
        </p:nvGraphicFramePr>
        <p:xfrm>
          <a:off x="5426461" y="1579191"/>
          <a:ext cx="1841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95" name="Equation" r:id="rId11" imgW="1841400" imgH="330120" progId="Equation.DSMT4">
                  <p:embed/>
                </p:oleObj>
              </mc:Choice>
              <mc:Fallback>
                <p:oleObj name="Equation" r:id="rId11" imgW="18414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26461" y="1579191"/>
                        <a:ext cx="1841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301A8C42-F721-484E-9CF7-52FCC172E5F5}"/>
              </a:ext>
            </a:extLst>
          </p:cNvPr>
          <p:cNvGrpSpPr/>
          <p:nvPr/>
        </p:nvGrpSpPr>
        <p:grpSpPr>
          <a:xfrm>
            <a:off x="717708" y="2165939"/>
            <a:ext cx="2140783" cy="461665"/>
            <a:chOff x="858583" y="2405787"/>
            <a:chExt cx="2140783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811CA3C-8F98-4B21-AF7D-518E6B861F7F}"/>
                </a:ext>
              </a:extLst>
            </p:cNvPr>
            <p:cNvSpPr/>
            <p:nvPr/>
          </p:nvSpPr>
          <p:spPr>
            <a:xfrm>
              <a:off x="858583" y="2405787"/>
              <a:ext cx="108632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因为</a:t>
              </a:r>
              <a:endParaRPr lang="zh-CN" altLang="en-US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355D28CA-78DD-4BC8-BB72-C22D75E146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518551"/>
                </p:ext>
              </p:extLst>
            </p:nvPr>
          </p:nvGraphicFramePr>
          <p:xfrm>
            <a:off x="1640466" y="2474994"/>
            <a:ext cx="1358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196" name="Equation" r:id="rId13" imgW="1358640" imgH="330120" progId="Equation.DSMT4">
                    <p:embed/>
                  </p:oleObj>
                </mc:Choice>
                <mc:Fallback>
                  <p:oleObj name="Equation" r:id="rId13" imgW="13586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40466" y="2474994"/>
                          <a:ext cx="1358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FBE93FC-4545-43AE-92B7-533D78E0B0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675730"/>
              </p:ext>
            </p:extLst>
          </p:nvPr>
        </p:nvGraphicFramePr>
        <p:xfrm>
          <a:off x="3708252" y="2211886"/>
          <a:ext cx="1358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97" name="Equation" r:id="rId15" imgW="1358640" imgH="330120" progId="Equation.DSMT4">
                  <p:embed/>
                </p:oleObj>
              </mc:Choice>
              <mc:Fallback>
                <p:oleObj name="Equation" r:id="rId15" imgW="13586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08252" y="2211886"/>
                        <a:ext cx="1358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283F1DAB-2B18-414B-B3B0-6872AC4FF969}"/>
              </a:ext>
            </a:extLst>
          </p:cNvPr>
          <p:cNvSpPr/>
          <p:nvPr/>
        </p:nvSpPr>
        <p:spPr>
          <a:xfrm>
            <a:off x="2937036" y="2165224"/>
            <a:ext cx="10863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所以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5668C2-AE96-454D-A2C1-FF2469E624B0}"/>
              </a:ext>
            </a:extLst>
          </p:cNvPr>
          <p:cNvSpPr/>
          <p:nvPr/>
        </p:nvSpPr>
        <p:spPr>
          <a:xfrm>
            <a:off x="787253" y="2787483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因此曲线的全长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7920930-DD09-4A8D-998B-65DFADABA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443499"/>
              </p:ext>
            </p:extLst>
          </p:nvPr>
        </p:nvGraphicFramePr>
        <p:xfrm>
          <a:off x="1249831" y="3411619"/>
          <a:ext cx="2120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98" name="Equation" r:id="rId17" imgW="2120760" imgH="596880" progId="Equation.DSMT4">
                  <p:embed/>
                </p:oleObj>
              </mc:Choice>
              <mc:Fallback>
                <p:oleObj name="Equation" r:id="rId17" imgW="21207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49831" y="3411619"/>
                        <a:ext cx="2120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F7695FF-4158-492A-873B-246304F633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239391"/>
              </p:ext>
            </p:extLst>
          </p:nvPr>
        </p:nvGraphicFramePr>
        <p:xfrm>
          <a:off x="3429143" y="3400413"/>
          <a:ext cx="2095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99" name="Equation" r:id="rId19" imgW="2095200" imgH="596880" progId="Equation.DSMT4">
                  <p:embed/>
                </p:oleObj>
              </mc:Choice>
              <mc:Fallback>
                <p:oleObj name="Equation" r:id="rId19" imgW="20952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29143" y="3400413"/>
                        <a:ext cx="2095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54B14CF-0F69-4AC0-8330-4162E6DD8F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402712"/>
              </p:ext>
            </p:extLst>
          </p:nvPr>
        </p:nvGraphicFramePr>
        <p:xfrm>
          <a:off x="1400336" y="4154152"/>
          <a:ext cx="3073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00" name="Equation" r:id="rId21" imgW="3073320" imgH="723600" progId="Equation.DSMT4">
                  <p:embed/>
                </p:oleObj>
              </mc:Choice>
              <mc:Fallback>
                <p:oleObj name="Equation" r:id="rId21" imgW="30733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400336" y="4154152"/>
                        <a:ext cx="3073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4E70DE-A756-4F4C-9799-182E2915653A}"/>
              </a:ext>
            </a:extLst>
          </p:cNvPr>
          <p:cNvGrpSpPr/>
          <p:nvPr/>
        </p:nvGrpSpPr>
        <p:grpSpPr>
          <a:xfrm>
            <a:off x="5866971" y="4154152"/>
            <a:ext cx="2552700" cy="609184"/>
            <a:chOff x="5866971" y="4154152"/>
            <a:chExt cx="2552700" cy="609184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7B69DEF4-3CEC-4573-BDC8-C8E783F729E3}"/>
                </a:ext>
              </a:extLst>
            </p:cNvPr>
            <p:cNvCxnSpPr/>
            <p:nvPr/>
          </p:nvCxnSpPr>
          <p:spPr>
            <a:xfrm>
              <a:off x="6084168" y="4154152"/>
              <a:ext cx="2088232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2EF7E89F-521D-48FA-B9E4-652295F612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8720795"/>
                </p:ext>
              </p:extLst>
            </p:nvPr>
          </p:nvGraphicFramePr>
          <p:xfrm>
            <a:off x="5866971" y="4191836"/>
            <a:ext cx="2552700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201" name="Equation" r:id="rId23" imgW="2552400" imgH="571320" progId="Equation.DSMT4">
                    <p:embed/>
                  </p:oleObj>
                </mc:Choice>
                <mc:Fallback>
                  <p:oleObj name="Equation" r:id="rId23" imgW="2552400" imgH="571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866971" y="4191836"/>
                          <a:ext cx="2552700" cy="571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97703001-AA01-4A21-84EF-38F9C6117A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69085"/>
              </p:ext>
            </p:extLst>
          </p:nvPr>
        </p:nvGraphicFramePr>
        <p:xfrm>
          <a:off x="5724128" y="2435852"/>
          <a:ext cx="2387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02" name="Equation" r:id="rId25" imgW="2387520" imgH="672840" progId="Equation.DSMT4">
                  <p:embed/>
                </p:oleObj>
              </mc:Choice>
              <mc:Fallback>
                <p:oleObj name="Equation" r:id="rId25" imgW="238752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24128" y="2435852"/>
                        <a:ext cx="23876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B2DC120A-AC9F-47C4-B4C2-EEF7A130B0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802895"/>
              </p:ext>
            </p:extLst>
          </p:nvPr>
        </p:nvGraphicFramePr>
        <p:xfrm>
          <a:off x="5572586" y="3292463"/>
          <a:ext cx="2806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03" name="Equation" r:id="rId27" imgW="2806560" imgH="812520" progId="Equation.DSMT4">
                  <p:embed/>
                </p:oleObj>
              </mc:Choice>
              <mc:Fallback>
                <p:oleObj name="Equation" r:id="rId27" imgW="28065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72586" y="3292463"/>
                        <a:ext cx="2806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227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6995C99-0A8D-40B8-BF24-A51B7431F468}"/>
              </a:ext>
            </a:extLst>
          </p:cNvPr>
          <p:cNvSpPr txBox="1">
            <a:spLocks noChangeArrowheads="1"/>
          </p:cNvSpPr>
          <p:nvPr/>
        </p:nvSpPr>
        <p:spPr>
          <a:xfrm>
            <a:off x="802455" y="309514"/>
            <a:ext cx="8018017" cy="44740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2.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在区间    上求一点   使图中所示阴影部分面积最小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.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745DCA7-C7BF-4645-813B-9BBAF69947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752" y="368115"/>
          <a:ext cx="546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42" name="Equation" r:id="rId3" imgW="545760" imgH="330120" progId="Equation.DSMT4">
                  <p:embed/>
                </p:oleObj>
              </mc:Choice>
              <mc:Fallback>
                <p:oleObj name="Equation" r:id="rId3" imgW="54576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745DCA7-C7BF-4645-813B-9BBAF69947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368115"/>
                        <a:ext cx="546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D34E15B-27A5-48F8-B939-F3ED3F449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749" y="407600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43" name="Equation" r:id="rId5" imgW="279360" imgH="330120" progId="Equation.DSMT4">
                  <p:embed/>
                </p:oleObj>
              </mc:Choice>
              <mc:Fallback>
                <p:oleObj name="Equation" r:id="rId5" imgW="27936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D34E15B-27A5-48F8-B939-F3ED3F449F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3749" y="407600"/>
                        <a:ext cx="279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矩形 46">
            <a:extLst>
              <a:ext uri="{FF2B5EF4-FFF2-40B4-BE49-F238E27FC236}">
                <a16:creationId xmlns:a16="http://schemas.microsoft.com/office/drawing/2014/main" id="{99FFF0E9-F0FE-4162-B095-2BDEF2A77411}"/>
              </a:ext>
            </a:extLst>
          </p:cNvPr>
          <p:cNvSpPr/>
          <p:nvPr/>
        </p:nvSpPr>
        <p:spPr>
          <a:xfrm>
            <a:off x="753418" y="96286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7BEAF7F8-6CAE-42CD-9B73-39489EE74A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6576" y="918909"/>
          <a:ext cx="3810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44" name="Equation" r:id="rId7" imgW="3809880" imgH="622080" progId="Equation.DSMT4">
                  <p:embed/>
                </p:oleObj>
              </mc:Choice>
              <mc:Fallback>
                <p:oleObj name="Equation" r:id="rId7" imgW="3809880" imgH="62208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7BEAF7F8-6CAE-42CD-9B73-39489EE74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86576" y="918909"/>
                        <a:ext cx="38100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75D5CD5E-39C4-4921-804D-064B921ABB78}"/>
              </a:ext>
            </a:extLst>
          </p:cNvPr>
          <p:cNvGrpSpPr/>
          <p:nvPr/>
        </p:nvGrpSpPr>
        <p:grpSpPr>
          <a:xfrm>
            <a:off x="6082010" y="918909"/>
            <a:ext cx="2455555" cy="2546060"/>
            <a:chOff x="6012160" y="1059582"/>
            <a:chExt cx="2455555" cy="254606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8893AFE3-5F47-4430-B467-AD5FC472FE94}"/>
                </a:ext>
              </a:extLst>
            </p:cNvPr>
            <p:cNvGrpSpPr/>
            <p:nvPr/>
          </p:nvGrpSpPr>
          <p:grpSpPr>
            <a:xfrm>
              <a:off x="6012160" y="1059582"/>
              <a:ext cx="2455555" cy="2546060"/>
              <a:chOff x="6285784" y="1130896"/>
              <a:chExt cx="2455555" cy="2546060"/>
            </a:xfrm>
          </p:grpSpPr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CD27E23A-0B28-4B95-A2BF-00F0E0A20783}"/>
                  </a:ext>
                </a:extLst>
              </p:cNvPr>
              <p:cNvSpPr/>
              <p:nvPr/>
            </p:nvSpPr>
            <p:spPr>
              <a:xfrm>
                <a:off x="7308304" y="2159089"/>
                <a:ext cx="331840" cy="205935"/>
              </a:xfrm>
              <a:custGeom>
                <a:avLst/>
                <a:gdLst>
                  <a:gd name="connsiteX0" fmla="*/ 8573 w 333597"/>
                  <a:gd name="connsiteY0" fmla="*/ 13031 h 222175"/>
                  <a:gd name="connsiteX1" fmla="*/ 12907 w 333597"/>
                  <a:gd name="connsiteY1" fmla="*/ 221046 h 222175"/>
                  <a:gd name="connsiteX2" fmla="*/ 21574 w 333597"/>
                  <a:gd name="connsiteY2" fmla="*/ 208045 h 222175"/>
                  <a:gd name="connsiteX3" fmla="*/ 34575 w 333597"/>
                  <a:gd name="connsiteY3" fmla="*/ 195045 h 222175"/>
                  <a:gd name="connsiteX4" fmla="*/ 43242 w 333597"/>
                  <a:gd name="connsiteY4" fmla="*/ 182044 h 222175"/>
                  <a:gd name="connsiteX5" fmla="*/ 51910 w 333597"/>
                  <a:gd name="connsiteY5" fmla="*/ 173376 h 222175"/>
                  <a:gd name="connsiteX6" fmla="*/ 60577 w 333597"/>
                  <a:gd name="connsiteY6" fmla="*/ 160375 h 222175"/>
                  <a:gd name="connsiteX7" fmla="*/ 99580 w 333597"/>
                  <a:gd name="connsiteY7" fmla="*/ 138707 h 222175"/>
                  <a:gd name="connsiteX8" fmla="*/ 112581 w 333597"/>
                  <a:gd name="connsiteY8" fmla="*/ 130040 h 222175"/>
                  <a:gd name="connsiteX9" fmla="*/ 125582 w 333597"/>
                  <a:gd name="connsiteY9" fmla="*/ 125706 h 222175"/>
                  <a:gd name="connsiteX10" fmla="*/ 168918 w 333597"/>
                  <a:gd name="connsiteY10" fmla="*/ 104038 h 222175"/>
                  <a:gd name="connsiteX11" fmla="*/ 181919 w 333597"/>
                  <a:gd name="connsiteY11" fmla="*/ 95371 h 222175"/>
                  <a:gd name="connsiteX12" fmla="*/ 190586 w 333597"/>
                  <a:gd name="connsiteY12" fmla="*/ 86703 h 222175"/>
                  <a:gd name="connsiteX13" fmla="*/ 203587 w 333597"/>
                  <a:gd name="connsiteY13" fmla="*/ 82370 h 222175"/>
                  <a:gd name="connsiteX14" fmla="*/ 220922 w 333597"/>
                  <a:gd name="connsiteY14" fmla="*/ 73702 h 222175"/>
                  <a:gd name="connsiteX15" fmla="*/ 246924 w 333597"/>
                  <a:gd name="connsiteY15" fmla="*/ 65035 h 222175"/>
                  <a:gd name="connsiteX16" fmla="*/ 277259 w 333597"/>
                  <a:gd name="connsiteY16" fmla="*/ 52034 h 222175"/>
                  <a:gd name="connsiteX17" fmla="*/ 303261 w 333597"/>
                  <a:gd name="connsiteY17" fmla="*/ 43367 h 222175"/>
                  <a:gd name="connsiteX18" fmla="*/ 333597 w 333597"/>
                  <a:gd name="connsiteY18" fmla="*/ 34700 h 222175"/>
                  <a:gd name="connsiteX19" fmla="*/ 268592 w 333597"/>
                  <a:gd name="connsiteY19" fmla="*/ 30366 h 222175"/>
                  <a:gd name="connsiteX20" fmla="*/ 147250 w 333597"/>
                  <a:gd name="connsiteY20" fmla="*/ 26032 h 222175"/>
                  <a:gd name="connsiteX21" fmla="*/ 129915 w 333597"/>
                  <a:gd name="connsiteY21" fmla="*/ 21699 h 222175"/>
                  <a:gd name="connsiteX22" fmla="*/ 8573 w 333597"/>
                  <a:gd name="connsiteY22" fmla="*/ 13031 h 222175"/>
                  <a:gd name="connsiteX0" fmla="*/ 10003 w 335027"/>
                  <a:gd name="connsiteY0" fmla="*/ 18808 h 227952"/>
                  <a:gd name="connsiteX1" fmla="*/ 14337 w 335027"/>
                  <a:gd name="connsiteY1" fmla="*/ 226823 h 227952"/>
                  <a:gd name="connsiteX2" fmla="*/ 23004 w 335027"/>
                  <a:gd name="connsiteY2" fmla="*/ 213822 h 227952"/>
                  <a:gd name="connsiteX3" fmla="*/ 36005 w 335027"/>
                  <a:gd name="connsiteY3" fmla="*/ 200822 h 227952"/>
                  <a:gd name="connsiteX4" fmla="*/ 44672 w 335027"/>
                  <a:gd name="connsiteY4" fmla="*/ 187821 h 227952"/>
                  <a:gd name="connsiteX5" fmla="*/ 53340 w 335027"/>
                  <a:gd name="connsiteY5" fmla="*/ 179153 h 227952"/>
                  <a:gd name="connsiteX6" fmla="*/ 62007 w 335027"/>
                  <a:gd name="connsiteY6" fmla="*/ 166152 h 227952"/>
                  <a:gd name="connsiteX7" fmla="*/ 101010 w 335027"/>
                  <a:gd name="connsiteY7" fmla="*/ 144484 h 227952"/>
                  <a:gd name="connsiteX8" fmla="*/ 114011 w 335027"/>
                  <a:gd name="connsiteY8" fmla="*/ 135817 h 227952"/>
                  <a:gd name="connsiteX9" fmla="*/ 127012 w 335027"/>
                  <a:gd name="connsiteY9" fmla="*/ 131483 h 227952"/>
                  <a:gd name="connsiteX10" fmla="*/ 170348 w 335027"/>
                  <a:gd name="connsiteY10" fmla="*/ 109815 h 227952"/>
                  <a:gd name="connsiteX11" fmla="*/ 183349 w 335027"/>
                  <a:gd name="connsiteY11" fmla="*/ 101148 h 227952"/>
                  <a:gd name="connsiteX12" fmla="*/ 192016 w 335027"/>
                  <a:gd name="connsiteY12" fmla="*/ 92480 h 227952"/>
                  <a:gd name="connsiteX13" fmla="*/ 205017 w 335027"/>
                  <a:gd name="connsiteY13" fmla="*/ 88147 h 227952"/>
                  <a:gd name="connsiteX14" fmla="*/ 222352 w 335027"/>
                  <a:gd name="connsiteY14" fmla="*/ 79479 h 227952"/>
                  <a:gd name="connsiteX15" fmla="*/ 248354 w 335027"/>
                  <a:gd name="connsiteY15" fmla="*/ 70812 h 227952"/>
                  <a:gd name="connsiteX16" fmla="*/ 278689 w 335027"/>
                  <a:gd name="connsiteY16" fmla="*/ 57811 h 227952"/>
                  <a:gd name="connsiteX17" fmla="*/ 304691 w 335027"/>
                  <a:gd name="connsiteY17" fmla="*/ 49144 h 227952"/>
                  <a:gd name="connsiteX18" fmla="*/ 335027 w 335027"/>
                  <a:gd name="connsiteY18" fmla="*/ 40477 h 227952"/>
                  <a:gd name="connsiteX19" fmla="*/ 270022 w 335027"/>
                  <a:gd name="connsiteY19" fmla="*/ 36143 h 227952"/>
                  <a:gd name="connsiteX20" fmla="*/ 148680 w 335027"/>
                  <a:gd name="connsiteY20" fmla="*/ 31809 h 227952"/>
                  <a:gd name="connsiteX21" fmla="*/ 150654 w 335027"/>
                  <a:gd name="connsiteY21" fmla="*/ 10621 h 227952"/>
                  <a:gd name="connsiteX22" fmla="*/ 10003 w 335027"/>
                  <a:gd name="connsiteY22" fmla="*/ 18808 h 227952"/>
                  <a:gd name="connsiteX0" fmla="*/ 10003 w 335027"/>
                  <a:gd name="connsiteY0" fmla="*/ 18808 h 227952"/>
                  <a:gd name="connsiteX1" fmla="*/ 14337 w 335027"/>
                  <a:gd name="connsiteY1" fmla="*/ 226823 h 227952"/>
                  <a:gd name="connsiteX2" fmla="*/ 23004 w 335027"/>
                  <a:gd name="connsiteY2" fmla="*/ 213822 h 227952"/>
                  <a:gd name="connsiteX3" fmla="*/ 36005 w 335027"/>
                  <a:gd name="connsiteY3" fmla="*/ 200822 h 227952"/>
                  <a:gd name="connsiteX4" fmla="*/ 44672 w 335027"/>
                  <a:gd name="connsiteY4" fmla="*/ 187821 h 227952"/>
                  <a:gd name="connsiteX5" fmla="*/ 53340 w 335027"/>
                  <a:gd name="connsiteY5" fmla="*/ 179153 h 227952"/>
                  <a:gd name="connsiteX6" fmla="*/ 62007 w 335027"/>
                  <a:gd name="connsiteY6" fmla="*/ 166152 h 227952"/>
                  <a:gd name="connsiteX7" fmla="*/ 101010 w 335027"/>
                  <a:gd name="connsiteY7" fmla="*/ 144484 h 227952"/>
                  <a:gd name="connsiteX8" fmla="*/ 114011 w 335027"/>
                  <a:gd name="connsiteY8" fmla="*/ 135817 h 227952"/>
                  <a:gd name="connsiteX9" fmla="*/ 127012 w 335027"/>
                  <a:gd name="connsiteY9" fmla="*/ 131483 h 227952"/>
                  <a:gd name="connsiteX10" fmla="*/ 170348 w 335027"/>
                  <a:gd name="connsiteY10" fmla="*/ 109815 h 227952"/>
                  <a:gd name="connsiteX11" fmla="*/ 183349 w 335027"/>
                  <a:gd name="connsiteY11" fmla="*/ 101148 h 227952"/>
                  <a:gd name="connsiteX12" fmla="*/ 192016 w 335027"/>
                  <a:gd name="connsiteY12" fmla="*/ 92480 h 227952"/>
                  <a:gd name="connsiteX13" fmla="*/ 205017 w 335027"/>
                  <a:gd name="connsiteY13" fmla="*/ 88147 h 227952"/>
                  <a:gd name="connsiteX14" fmla="*/ 222352 w 335027"/>
                  <a:gd name="connsiteY14" fmla="*/ 79479 h 227952"/>
                  <a:gd name="connsiteX15" fmla="*/ 248354 w 335027"/>
                  <a:gd name="connsiteY15" fmla="*/ 70812 h 227952"/>
                  <a:gd name="connsiteX16" fmla="*/ 278689 w 335027"/>
                  <a:gd name="connsiteY16" fmla="*/ 57811 h 227952"/>
                  <a:gd name="connsiteX17" fmla="*/ 304691 w 335027"/>
                  <a:gd name="connsiteY17" fmla="*/ 49144 h 227952"/>
                  <a:gd name="connsiteX18" fmla="*/ 335027 w 335027"/>
                  <a:gd name="connsiteY18" fmla="*/ 40477 h 227952"/>
                  <a:gd name="connsiteX19" fmla="*/ 270022 w 335027"/>
                  <a:gd name="connsiteY19" fmla="*/ 36143 h 227952"/>
                  <a:gd name="connsiteX20" fmla="*/ 213749 w 335027"/>
                  <a:gd name="connsiteY20" fmla="*/ 20389 h 227952"/>
                  <a:gd name="connsiteX21" fmla="*/ 148680 w 335027"/>
                  <a:gd name="connsiteY21" fmla="*/ 31809 h 227952"/>
                  <a:gd name="connsiteX22" fmla="*/ 150654 w 335027"/>
                  <a:gd name="connsiteY22" fmla="*/ 10621 h 227952"/>
                  <a:gd name="connsiteX23" fmla="*/ 10003 w 335027"/>
                  <a:gd name="connsiteY23" fmla="*/ 18808 h 227952"/>
                  <a:gd name="connsiteX0" fmla="*/ 10003 w 335027"/>
                  <a:gd name="connsiteY0" fmla="*/ 18808 h 227952"/>
                  <a:gd name="connsiteX1" fmla="*/ 14337 w 335027"/>
                  <a:gd name="connsiteY1" fmla="*/ 226823 h 227952"/>
                  <a:gd name="connsiteX2" fmla="*/ 23004 w 335027"/>
                  <a:gd name="connsiteY2" fmla="*/ 213822 h 227952"/>
                  <a:gd name="connsiteX3" fmla="*/ 36005 w 335027"/>
                  <a:gd name="connsiteY3" fmla="*/ 200822 h 227952"/>
                  <a:gd name="connsiteX4" fmla="*/ 44672 w 335027"/>
                  <a:gd name="connsiteY4" fmla="*/ 187821 h 227952"/>
                  <a:gd name="connsiteX5" fmla="*/ 53340 w 335027"/>
                  <a:gd name="connsiteY5" fmla="*/ 179153 h 227952"/>
                  <a:gd name="connsiteX6" fmla="*/ 69730 w 335027"/>
                  <a:gd name="connsiteY6" fmla="*/ 170366 h 227952"/>
                  <a:gd name="connsiteX7" fmla="*/ 101010 w 335027"/>
                  <a:gd name="connsiteY7" fmla="*/ 144484 h 227952"/>
                  <a:gd name="connsiteX8" fmla="*/ 114011 w 335027"/>
                  <a:gd name="connsiteY8" fmla="*/ 135817 h 227952"/>
                  <a:gd name="connsiteX9" fmla="*/ 127012 w 335027"/>
                  <a:gd name="connsiteY9" fmla="*/ 131483 h 227952"/>
                  <a:gd name="connsiteX10" fmla="*/ 170348 w 335027"/>
                  <a:gd name="connsiteY10" fmla="*/ 109815 h 227952"/>
                  <a:gd name="connsiteX11" fmla="*/ 183349 w 335027"/>
                  <a:gd name="connsiteY11" fmla="*/ 101148 h 227952"/>
                  <a:gd name="connsiteX12" fmla="*/ 192016 w 335027"/>
                  <a:gd name="connsiteY12" fmla="*/ 92480 h 227952"/>
                  <a:gd name="connsiteX13" fmla="*/ 205017 w 335027"/>
                  <a:gd name="connsiteY13" fmla="*/ 88147 h 227952"/>
                  <a:gd name="connsiteX14" fmla="*/ 222352 w 335027"/>
                  <a:gd name="connsiteY14" fmla="*/ 79479 h 227952"/>
                  <a:gd name="connsiteX15" fmla="*/ 248354 w 335027"/>
                  <a:gd name="connsiteY15" fmla="*/ 70812 h 227952"/>
                  <a:gd name="connsiteX16" fmla="*/ 278689 w 335027"/>
                  <a:gd name="connsiteY16" fmla="*/ 57811 h 227952"/>
                  <a:gd name="connsiteX17" fmla="*/ 304691 w 335027"/>
                  <a:gd name="connsiteY17" fmla="*/ 49144 h 227952"/>
                  <a:gd name="connsiteX18" fmla="*/ 335027 w 335027"/>
                  <a:gd name="connsiteY18" fmla="*/ 40477 h 227952"/>
                  <a:gd name="connsiteX19" fmla="*/ 270022 w 335027"/>
                  <a:gd name="connsiteY19" fmla="*/ 36143 h 227952"/>
                  <a:gd name="connsiteX20" fmla="*/ 213749 w 335027"/>
                  <a:gd name="connsiteY20" fmla="*/ 20389 h 227952"/>
                  <a:gd name="connsiteX21" fmla="*/ 148680 w 335027"/>
                  <a:gd name="connsiteY21" fmla="*/ 31809 h 227952"/>
                  <a:gd name="connsiteX22" fmla="*/ 150654 w 335027"/>
                  <a:gd name="connsiteY22" fmla="*/ 10621 h 227952"/>
                  <a:gd name="connsiteX23" fmla="*/ 10003 w 335027"/>
                  <a:gd name="connsiteY23" fmla="*/ 18808 h 227952"/>
                  <a:gd name="connsiteX0" fmla="*/ 10003 w 365922"/>
                  <a:gd name="connsiteY0" fmla="*/ 18808 h 227952"/>
                  <a:gd name="connsiteX1" fmla="*/ 14337 w 365922"/>
                  <a:gd name="connsiteY1" fmla="*/ 226823 h 227952"/>
                  <a:gd name="connsiteX2" fmla="*/ 23004 w 365922"/>
                  <a:gd name="connsiteY2" fmla="*/ 213822 h 227952"/>
                  <a:gd name="connsiteX3" fmla="*/ 36005 w 365922"/>
                  <a:gd name="connsiteY3" fmla="*/ 200822 h 227952"/>
                  <a:gd name="connsiteX4" fmla="*/ 44672 w 365922"/>
                  <a:gd name="connsiteY4" fmla="*/ 187821 h 227952"/>
                  <a:gd name="connsiteX5" fmla="*/ 53340 w 365922"/>
                  <a:gd name="connsiteY5" fmla="*/ 179153 h 227952"/>
                  <a:gd name="connsiteX6" fmla="*/ 69730 w 365922"/>
                  <a:gd name="connsiteY6" fmla="*/ 170366 h 227952"/>
                  <a:gd name="connsiteX7" fmla="*/ 101010 w 365922"/>
                  <a:gd name="connsiteY7" fmla="*/ 144484 h 227952"/>
                  <a:gd name="connsiteX8" fmla="*/ 114011 w 365922"/>
                  <a:gd name="connsiteY8" fmla="*/ 135817 h 227952"/>
                  <a:gd name="connsiteX9" fmla="*/ 127012 w 365922"/>
                  <a:gd name="connsiteY9" fmla="*/ 131483 h 227952"/>
                  <a:gd name="connsiteX10" fmla="*/ 170348 w 365922"/>
                  <a:gd name="connsiteY10" fmla="*/ 109815 h 227952"/>
                  <a:gd name="connsiteX11" fmla="*/ 183349 w 365922"/>
                  <a:gd name="connsiteY11" fmla="*/ 101148 h 227952"/>
                  <a:gd name="connsiteX12" fmla="*/ 192016 w 365922"/>
                  <a:gd name="connsiteY12" fmla="*/ 92480 h 227952"/>
                  <a:gd name="connsiteX13" fmla="*/ 205017 w 365922"/>
                  <a:gd name="connsiteY13" fmla="*/ 88147 h 227952"/>
                  <a:gd name="connsiteX14" fmla="*/ 222352 w 365922"/>
                  <a:gd name="connsiteY14" fmla="*/ 79479 h 227952"/>
                  <a:gd name="connsiteX15" fmla="*/ 248354 w 365922"/>
                  <a:gd name="connsiteY15" fmla="*/ 70812 h 227952"/>
                  <a:gd name="connsiteX16" fmla="*/ 278689 w 365922"/>
                  <a:gd name="connsiteY16" fmla="*/ 57811 h 227952"/>
                  <a:gd name="connsiteX17" fmla="*/ 304691 w 365922"/>
                  <a:gd name="connsiteY17" fmla="*/ 49144 h 227952"/>
                  <a:gd name="connsiteX18" fmla="*/ 365922 w 365922"/>
                  <a:gd name="connsiteY18" fmla="*/ 23623 h 227952"/>
                  <a:gd name="connsiteX19" fmla="*/ 270022 w 365922"/>
                  <a:gd name="connsiteY19" fmla="*/ 36143 h 227952"/>
                  <a:gd name="connsiteX20" fmla="*/ 213749 w 365922"/>
                  <a:gd name="connsiteY20" fmla="*/ 20389 h 227952"/>
                  <a:gd name="connsiteX21" fmla="*/ 148680 w 365922"/>
                  <a:gd name="connsiteY21" fmla="*/ 31809 h 227952"/>
                  <a:gd name="connsiteX22" fmla="*/ 150654 w 365922"/>
                  <a:gd name="connsiteY22" fmla="*/ 10621 h 227952"/>
                  <a:gd name="connsiteX23" fmla="*/ 10003 w 365922"/>
                  <a:gd name="connsiteY23" fmla="*/ 18808 h 227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5922" h="227952">
                    <a:moveTo>
                      <a:pt x="10003" y="18808"/>
                    </a:moveTo>
                    <a:cubicBezTo>
                      <a:pt x="-12717" y="54842"/>
                      <a:pt x="9724" y="157623"/>
                      <a:pt x="14337" y="226823"/>
                    </a:cubicBezTo>
                    <a:cubicBezTo>
                      <a:pt x="14683" y="232020"/>
                      <a:pt x="19670" y="217823"/>
                      <a:pt x="23004" y="213822"/>
                    </a:cubicBezTo>
                    <a:cubicBezTo>
                      <a:pt x="26927" y="209114"/>
                      <a:pt x="32082" y="205530"/>
                      <a:pt x="36005" y="200822"/>
                    </a:cubicBezTo>
                    <a:cubicBezTo>
                      <a:pt x="39339" y="196821"/>
                      <a:pt x="41418" y="191888"/>
                      <a:pt x="44672" y="187821"/>
                    </a:cubicBezTo>
                    <a:cubicBezTo>
                      <a:pt x="47225" y="184630"/>
                      <a:pt x="49164" y="182062"/>
                      <a:pt x="53340" y="179153"/>
                    </a:cubicBezTo>
                    <a:cubicBezTo>
                      <a:pt x="57516" y="176244"/>
                      <a:pt x="65810" y="173796"/>
                      <a:pt x="69730" y="170366"/>
                    </a:cubicBezTo>
                    <a:cubicBezTo>
                      <a:pt x="106163" y="138488"/>
                      <a:pt x="93630" y="150242"/>
                      <a:pt x="101010" y="144484"/>
                    </a:cubicBezTo>
                    <a:cubicBezTo>
                      <a:pt x="108390" y="138726"/>
                      <a:pt x="109353" y="138146"/>
                      <a:pt x="114011" y="135817"/>
                    </a:cubicBezTo>
                    <a:cubicBezTo>
                      <a:pt x="118097" y="133774"/>
                      <a:pt x="123019" y="133701"/>
                      <a:pt x="127012" y="131483"/>
                    </a:cubicBezTo>
                    <a:cubicBezTo>
                      <a:pt x="169227" y="108031"/>
                      <a:pt x="136472" y="118285"/>
                      <a:pt x="170348" y="109815"/>
                    </a:cubicBezTo>
                    <a:cubicBezTo>
                      <a:pt x="174682" y="106926"/>
                      <a:pt x="179282" y="104402"/>
                      <a:pt x="183349" y="101148"/>
                    </a:cubicBezTo>
                    <a:cubicBezTo>
                      <a:pt x="186540" y="98596"/>
                      <a:pt x="188512" y="94582"/>
                      <a:pt x="192016" y="92480"/>
                    </a:cubicBezTo>
                    <a:cubicBezTo>
                      <a:pt x="195933" y="90130"/>
                      <a:pt x="200818" y="89946"/>
                      <a:pt x="205017" y="88147"/>
                    </a:cubicBezTo>
                    <a:cubicBezTo>
                      <a:pt x="210955" y="85602"/>
                      <a:pt x="216354" y="81878"/>
                      <a:pt x="222352" y="79479"/>
                    </a:cubicBezTo>
                    <a:cubicBezTo>
                      <a:pt x="230835" y="76086"/>
                      <a:pt x="240752" y="75880"/>
                      <a:pt x="248354" y="70812"/>
                    </a:cubicBezTo>
                    <a:cubicBezTo>
                      <a:pt x="268979" y="57062"/>
                      <a:pt x="253251" y="65443"/>
                      <a:pt x="278689" y="57811"/>
                    </a:cubicBezTo>
                    <a:cubicBezTo>
                      <a:pt x="287440" y="55186"/>
                      <a:pt x="290152" y="54842"/>
                      <a:pt x="304691" y="49144"/>
                    </a:cubicBezTo>
                    <a:cubicBezTo>
                      <a:pt x="319230" y="43446"/>
                      <a:pt x="347270" y="29839"/>
                      <a:pt x="365922" y="23623"/>
                    </a:cubicBezTo>
                    <a:cubicBezTo>
                      <a:pt x="344254" y="22178"/>
                      <a:pt x="295384" y="36682"/>
                      <a:pt x="270022" y="36143"/>
                    </a:cubicBezTo>
                    <a:cubicBezTo>
                      <a:pt x="244660" y="35604"/>
                      <a:pt x="233973" y="21111"/>
                      <a:pt x="213749" y="20389"/>
                    </a:cubicBezTo>
                    <a:cubicBezTo>
                      <a:pt x="193525" y="19667"/>
                      <a:pt x="155978" y="35544"/>
                      <a:pt x="148680" y="31809"/>
                    </a:cubicBezTo>
                    <a:cubicBezTo>
                      <a:pt x="142735" y="31437"/>
                      <a:pt x="156607" y="10819"/>
                      <a:pt x="150654" y="10621"/>
                    </a:cubicBezTo>
                    <a:cubicBezTo>
                      <a:pt x="113117" y="9370"/>
                      <a:pt x="32723" y="-17226"/>
                      <a:pt x="10003" y="18808"/>
                    </a:cubicBezTo>
                    <a:close/>
                  </a:path>
                </a:pathLst>
              </a:custGeom>
              <a:pattFill prst="dkHorz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656FFF8E-F3F1-46F0-B690-2305F81256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6216" y="2849036"/>
                <a:ext cx="2088232" cy="1005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19D2CDBE-EAEE-4BFD-A432-FDBBF34702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13320" y="1130896"/>
                <a:ext cx="0" cy="172819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6AD4A08-8CFB-4982-B3ED-933759FDEB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0693" y="2176114"/>
                <a:ext cx="28343" cy="67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F242DEC9-3CD5-493C-9C57-A236C483CC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08304" y="2185851"/>
                <a:ext cx="0" cy="682659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28709837-D5F7-4C99-A7A8-2E5AC2A2DA7C}"/>
                  </a:ext>
                </a:extLst>
              </p:cNvPr>
              <p:cNvSpPr/>
              <p:nvPr/>
            </p:nvSpPr>
            <p:spPr>
              <a:xfrm>
                <a:off x="7070440" y="2390154"/>
                <a:ext cx="237864" cy="453855"/>
              </a:xfrm>
              <a:custGeom>
                <a:avLst/>
                <a:gdLst>
                  <a:gd name="connsiteX0" fmla="*/ 432108 w 439291"/>
                  <a:gd name="connsiteY0" fmla="*/ 0 h 617716"/>
                  <a:gd name="connsiteX1" fmla="*/ 414179 w 439291"/>
                  <a:gd name="connsiteY1" fmla="*/ 47811 h 617716"/>
                  <a:gd name="connsiteX2" fmla="*/ 378320 w 439291"/>
                  <a:gd name="connsiteY2" fmla="*/ 71717 h 617716"/>
                  <a:gd name="connsiteX3" fmla="*/ 348438 w 439291"/>
                  <a:gd name="connsiteY3" fmla="*/ 101600 h 617716"/>
                  <a:gd name="connsiteX4" fmla="*/ 318555 w 439291"/>
                  <a:gd name="connsiteY4" fmla="*/ 137458 h 617716"/>
                  <a:gd name="connsiteX5" fmla="*/ 300626 w 439291"/>
                  <a:gd name="connsiteY5" fmla="*/ 155388 h 617716"/>
                  <a:gd name="connsiteX6" fmla="*/ 276720 w 439291"/>
                  <a:gd name="connsiteY6" fmla="*/ 191247 h 617716"/>
                  <a:gd name="connsiteX7" fmla="*/ 264767 w 439291"/>
                  <a:gd name="connsiteY7" fmla="*/ 209176 h 617716"/>
                  <a:gd name="connsiteX8" fmla="*/ 246838 w 439291"/>
                  <a:gd name="connsiteY8" fmla="*/ 221129 h 617716"/>
                  <a:gd name="connsiteX9" fmla="*/ 216955 w 439291"/>
                  <a:gd name="connsiteY9" fmla="*/ 256988 h 617716"/>
                  <a:gd name="connsiteX10" fmla="*/ 205002 w 439291"/>
                  <a:gd name="connsiteY10" fmla="*/ 274917 h 617716"/>
                  <a:gd name="connsiteX11" fmla="*/ 175120 w 439291"/>
                  <a:gd name="connsiteY11" fmla="*/ 328705 h 617716"/>
                  <a:gd name="connsiteX12" fmla="*/ 157191 w 439291"/>
                  <a:gd name="connsiteY12" fmla="*/ 340658 h 617716"/>
                  <a:gd name="connsiteX13" fmla="*/ 133285 w 439291"/>
                  <a:gd name="connsiteY13" fmla="*/ 370541 h 617716"/>
                  <a:gd name="connsiteX14" fmla="*/ 115355 w 439291"/>
                  <a:gd name="connsiteY14" fmla="*/ 406400 h 617716"/>
                  <a:gd name="connsiteX15" fmla="*/ 97426 w 439291"/>
                  <a:gd name="connsiteY15" fmla="*/ 424329 h 617716"/>
                  <a:gd name="connsiteX16" fmla="*/ 79497 w 439291"/>
                  <a:gd name="connsiteY16" fmla="*/ 460188 h 617716"/>
                  <a:gd name="connsiteX17" fmla="*/ 67544 w 439291"/>
                  <a:gd name="connsiteY17" fmla="*/ 496047 h 617716"/>
                  <a:gd name="connsiteX18" fmla="*/ 37661 w 439291"/>
                  <a:gd name="connsiteY18" fmla="*/ 537882 h 617716"/>
                  <a:gd name="connsiteX19" fmla="*/ 25708 w 439291"/>
                  <a:gd name="connsiteY19" fmla="*/ 573741 h 617716"/>
                  <a:gd name="connsiteX20" fmla="*/ 127308 w 439291"/>
                  <a:gd name="connsiteY20" fmla="*/ 603623 h 617716"/>
                  <a:gd name="connsiteX21" fmla="*/ 163167 w 439291"/>
                  <a:gd name="connsiteY21" fmla="*/ 597647 h 617716"/>
                  <a:gd name="connsiteX22" fmla="*/ 426132 w 439291"/>
                  <a:gd name="connsiteY22" fmla="*/ 376517 h 617716"/>
                  <a:gd name="connsiteX23" fmla="*/ 432108 w 439291"/>
                  <a:gd name="connsiteY23" fmla="*/ 358588 h 617716"/>
                  <a:gd name="connsiteX24" fmla="*/ 438085 w 439291"/>
                  <a:gd name="connsiteY24" fmla="*/ 77694 h 617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9291" h="617716">
                    <a:moveTo>
                      <a:pt x="432108" y="0"/>
                    </a:moveTo>
                    <a:cubicBezTo>
                      <a:pt x="428492" y="18084"/>
                      <a:pt x="429102" y="34753"/>
                      <a:pt x="414179" y="47811"/>
                    </a:cubicBezTo>
                    <a:cubicBezTo>
                      <a:pt x="403368" y="57271"/>
                      <a:pt x="378320" y="71717"/>
                      <a:pt x="378320" y="71717"/>
                    </a:cubicBezTo>
                    <a:cubicBezTo>
                      <a:pt x="356408" y="104586"/>
                      <a:pt x="378318" y="76700"/>
                      <a:pt x="348438" y="101600"/>
                    </a:cubicBezTo>
                    <a:cubicBezTo>
                      <a:pt x="319867" y="125409"/>
                      <a:pt x="339923" y="111816"/>
                      <a:pt x="318555" y="137458"/>
                    </a:cubicBezTo>
                    <a:cubicBezTo>
                      <a:pt x="313144" y="143951"/>
                      <a:pt x="305815" y="148716"/>
                      <a:pt x="300626" y="155388"/>
                    </a:cubicBezTo>
                    <a:cubicBezTo>
                      <a:pt x="291806" y="166728"/>
                      <a:pt x="284689" y="179294"/>
                      <a:pt x="276720" y="191247"/>
                    </a:cubicBezTo>
                    <a:cubicBezTo>
                      <a:pt x="272736" y="197223"/>
                      <a:pt x="270743" y="205192"/>
                      <a:pt x="264767" y="209176"/>
                    </a:cubicBezTo>
                    <a:lnTo>
                      <a:pt x="246838" y="221129"/>
                    </a:lnTo>
                    <a:cubicBezTo>
                      <a:pt x="217162" y="265642"/>
                      <a:pt x="255303" y="210971"/>
                      <a:pt x="216955" y="256988"/>
                    </a:cubicBezTo>
                    <a:cubicBezTo>
                      <a:pt x="212357" y="262506"/>
                      <a:pt x="208986" y="268941"/>
                      <a:pt x="205002" y="274917"/>
                    </a:cubicBezTo>
                    <a:cubicBezTo>
                      <a:pt x="198774" y="293602"/>
                      <a:pt x="192737" y="316960"/>
                      <a:pt x="175120" y="328705"/>
                    </a:cubicBezTo>
                    <a:lnTo>
                      <a:pt x="157191" y="340658"/>
                    </a:lnTo>
                    <a:cubicBezTo>
                      <a:pt x="145555" y="375563"/>
                      <a:pt x="160318" y="343508"/>
                      <a:pt x="133285" y="370541"/>
                    </a:cubicBezTo>
                    <a:cubicBezTo>
                      <a:pt x="105074" y="398752"/>
                      <a:pt x="134798" y="377235"/>
                      <a:pt x="115355" y="406400"/>
                    </a:cubicBezTo>
                    <a:cubicBezTo>
                      <a:pt x="110667" y="413432"/>
                      <a:pt x="103402" y="418353"/>
                      <a:pt x="97426" y="424329"/>
                    </a:cubicBezTo>
                    <a:cubicBezTo>
                      <a:pt x="75634" y="489708"/>
                      <a:pt x="110388" y="390682"/>
                      <a:pt x="79497" y="460188"/>
                    </a:cubicBezTo>
                    <a:cubicBezTo>
                      <a:pt x="74380" y="471702"/>
                      <a:pt x="75104" y="485968"/>
                      <a:pt x="67544" y="496047"/>
                    </a:cubicBezTo>
                    <a:cubicBezTo>
                      <a:pt x="45304" y="525698"/>
                      <a:pt x="55139" y="511664"/>
                      <a:pt x="37661" y="537882"/>
                    </a:cubicBezTo>
                    <a:cubicBezTo>
                      <a:pt x="33677" y="549835"/>
                      <a:pt x="32697" y="563258"/>
                      <a:pt x="25708" y="573741"/>
                    </a:cubicBezTo>
                    <a:cubicBezTo>
                      <a:pt x="-21430" y="644449"/>
                      <a:pt x="-12547" y="610283"/>
                      <a:pt x="127308" y="603623"/>
                    </a:cubicBezTo>
                    <a:cubicBezTo>
                      <a:pt x="139261" y="601631"/>
                      <a:pt x="151049" y="597647"/>
                      <a:pt x="163167" y="597647"/>
                    </a:cubicBezTo>
                    <a:cubicBezTo>
                      <a:pt x="504189" y="597647"/>
                      <a:pt x="410542" y="696117"/>
                      <a:pt x="426132" y="376517"/>
                    </a:cubicBezTo>
                    <a:cubicBezTo>
                      <a:pt x="426439" y="370225"/>
                      <a:pt x="430116" y="364564"/>
                      <a:pt x="432108" y="358588"/>
                    </a:cubicBezTo>
                    <a:cubicBezTo>
                      <a:pt x="443280" y="213360"/>
                      <a:pt x="438085" y="306869"/>
                      <a:pt x="438085" y="77694"/>
                    </a:cubicBezTo>
                  </a:path>
                </a:pathLst>
              </a:custGeom>
              <a:pattFill prst="dkHorz">
                <a:fgClr>
                  <a:schemeClr val="tx2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FC9065AF-17AE-44A0-BE08-E7E89C398F8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66608" y="2921123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245" name="Equation" r:id="rId9" imgW="177480" imgH="190440" progId="Equation.DSMT4">
                      <p:embed/>
                    </p:oleObj>
                  </mc:Choice>
                  <mc:Fallback>
                    <p:oleObj name="Equation" r:id="rId9" imgW="177480" imgH="190440" progId="Equation.DSMT4">
                      <p:embed/>
                      <p:pic>
                        <p:nvPicPr>
                          <p:cNvPr id="26" name="对象 25">
                            <a:extLst>
                              <a:ext uri="{FF2B5EF4-FFF2-40B4-BE49-F238E27FC236}">
                                <a16:creationId xmlns:a16="http://schemas.microsoft.com/office/drawing/2014/main" id="{FC9065AF-17AE-44A0-BE08-E7E89C398F8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8066608" y="2921123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30864A0A-DC33-4505-A14A-2F810DE5D5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285784" y="1285033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246" name="Equation" r:id="rId11" imgW="190440" imgH="241200" progId="Equation.DSMT4">
                      <p:embed/>
                    </p:oleObj>
                  </mc:Choice>
                  <mc:Fallback>
                    <p:oleObj name="Equation" r:id="rId11" imgW="190440" imgH="241200" progId="Equation.DSMT4">
                      <p:embed/>
                      <p:pic>
                        <p:nvPicPr>
                          <p:cNvPr id="27" name="对象 26">
                            <a:extLst>
                              <a:ext uri="{FF2B5EF4-FFF2-40B4-BE49-F238E27FC236}">
                                <a16:creationId xmlns:a16="http://schemas.microsoft.com/office/drawing/2014/main" id="{30864A0A-DC33-4505-A14A-2F810DE5D5B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285784" y="1285033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对象 27">
                <a:extLst>
                  <a:ext uri="{FF2B5EF4-FFF2-40B4-BE49-F238E27FC236}">
                    <a16:creationId xmlns:a16="http://schemas.microsoft.com/office/drawing/2014/main" id="{3BFA4439-901A-48E7-897F-4726003F235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59452" y="2833118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247" name="Equation" r:id="rId13" imgW="228600" imgH="241200" progId="Equation.DSMT4">
                      <p:embed/>
                    </p:oleObj>
                  </mc:Choice>
                  <mc:Fallback>
                    <p:oleObj name="Equation" r:id="rId13" imgW="228600" imgH="241200" progId="Equation.DSMT4">
                      <p:embed/>
                      <p:pic>
                        <p:nvPicPr>
                          <p:cNvPr id="28" name="对象 27">
                            <a:extLst>
                              <a:ext uri="{FF2B5EF4-FFF2-40B4-BE49-F238E27FC236}">
                                <a16:creationId xmlns:a16="http://schemas.microsoft.com/office/drawing/2014/main" id="{3BFA4439-901A-48E7-897F-4726003F235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359452" y="2833118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" name="弧形 33">
                <a:extLst>
                  <a:ext uri="{FF2B5EF4-FFF2-40B4-BE49-F238E27FC236}">
                    <a16:creationId xmlns:a16="http://schemas.microsoft.com/office/drawing/2014/main" id="{2B46AEE3-5CF2-4AED-8536-7D8313D98D77}"/>
                  </a:ext>
                </a:extLst>
              </p:cNvPr>
              <p:cNvSpPr/>
              <p:nvPr/>
            </p:nvSpPr>
            <p:spPr>
              <a:xfrm rot="16425098">
                <a:off x="7117045" y="2116247"/>
                <a:ext cx="1511666" cy="1609751"/>
              </a:xfrm>
              <a:prstGeom prst="arc">
                <a:avLst>
                  <a:gd name="adj1" fmla="val 16200000"/>
                  <a:gd name="adj2" fmla="val 21130075"/>
                </a:avLst>
              </a:prstGeom>
              <a:ln w="22225"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B98DB894-C737-4617-9424-EB069F275EDC}"/>
                  </a:ext>
                </a:extLst>
              </p:cNvPr>
              <p:cNvCxnSpPr>
                <a:cxnSpLocks/>
                <a:endCxn id="34" idx="2"/>
              </p:cNvCxnSpPr>
              <p:nvPr/>
            </p:nvCxnSpPr>
            <p:spPr>
              <a:xfrm flipV="1">
                <a:off x="6470469" y="2166377"/>
                <a:ext cx="1348567" cy="19474"/>
              </a:xfrm>
              <a:prstGeom prst="line">
                <a:avLst/>
              </a:prstGeom>
              <a:ln w="158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2" name="对象 41">
                <a:extLst>
                  <a:ext uri="{FF2B5EF4-FFF2-40B4-BE49-F238E27FC236}">
                    <a16:creationId xmlns:a16="http://schemas.microsoft.com/office/drawing/2014/main" id="{63D7CE54-C11B-4851-B8B0-62559645823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992838" y="2859088"/>
              <a:ext cx="1143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248" name="Equation" r:id="rId15" imgW="114120" imgH="228600" progId="Equation.DSMT4">
                      <p:embed/>
                    </p:oleObj>
                  </mc:Choice>
                  <mc:Fallback>
                    <p:oleObj name="Equation" r:id="rId15" imgW="114120" imgH="228600" progId="Equation.DSMT4">
                      <p:embed/>
                      <p:pic>
                        <p:nvPicPr>
                          <p:cNvPr id="42" name="对象 41">
                            <a:extLst>
                              <a:ext uri="{FF2B5EF4-FFF2-40B4-BE49-F238E27FC236}">
                                <a16:creationId xmlns:a16="http://schemas.microsoft.com/office/drawing/2014/main" id="{63D7CE54-C11B-4851-B8B0-62559645823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992838" y="2859088"/>
                            <a:ext cx="1143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对象 42">
                <a:extLst>
                  <a:ext uri="{FF2B5EF4-FFF2-40B4-BE49-F238E27FC236}">
                    <a16:creationId xmlns:a16="http://schemas.microsoft.com/office/drawing/2014/main" id="{53EFE9A7-840B-4B2C-989D-EB3DD94F38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237022" y="2882031"/>
              <a:ext cx="177800" cy="292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249" name="Equation" r:id="rId17" imgW="177480" imgH="291960" progId="Equation.DSMT4">
                      <p:embed/>
                    </p:oleObj>
                  </mc:Choice>
                  <mc:Fallback>
                    <p:oleObj name="Equation" r:id="rId17" imgW="177480" imgH="291960" progId="Equation.DSMT4">
                      <p:embed/>
                      <p:pic>
                        <p:nvPicPr>
                          <p:cNvPr id="43" name="对象 42">
                            <a:extLst>
                              <a:ext uri="{FF2B5EF4-FFF2-40B4-BE49-F238E27FC236}">
                                <a16:creationId xmlns:a16="http://schemas.microsoft.com/office/drawing/2014/main" id="{53EFE9A7-840B-4B2C-989D-EB3DD94F385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7237022" y="2882031"/>
                            <a:ext cx="177800" cy="292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对象 43">
                <a:extLst>
                  <a:ext uri="{FF2B5EF4-FFF2-40B4-BE49-F238E27FC236}">
                    <a16:creationId xmlns:a16="http://schemas.microsoft.com/office/drawing/2014/main" id="{50121102-A511-455A-868A-5F85D9C9743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36933" y="2897188"/>
              <a:ext cx="152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250" name="Equation" r:id="rId19" imgW="152280" imgH="190440" progId="Equation.DSMT4">
                      <p:embed/>
                    </p:oleObj>
                  </mc:Choice>
                  <mc:Fallback>
                    <p:oleObj name="Equation" r:id="rId19" imgW="152280" imgH="190440" progId="Equation.DSMT4">
                      <p:embed/>
                      <p:pic>
                        <p:nvPicPr>
                          <p:cNvPr id="44" name="对象 43">
                            <a:extLst>
                              <a:ext uri="{FF2B5EF4-FFF2-40B4-BE49-F238E27FC236}">
                                <a16:creationId xmlns:a16="http://schemas.microsoft.com/office/drawing/2014/main" id="{50121102-A511-455A-868A-5F85D9C9743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7736933" y="2897188"/>
                            <a:ext cx="152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对象 44">
                <a:extLst>
                  <a:ext uri="{FF2B5EF4-FFF2-40B4-BE49-F238E27FC236}">
                    <a16:creationId xmlns:a16="http://schemas.microsoft.com/office/drawing/2014/main" id="{24E76C1E-871D-4571-8467-2658516754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941239" y="1871314"/>
              <a:ext cx="8001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251" name="Equation" r:id="rId21" imgW="799920" imgH="304560" progId="Equation.DSMT4">
                      <p:embed/>
                    </p:oleObj>
                  </mc:Choice>
                  <mc:Fallback>
                    <p:oleObj name="Equation" r:id="rId21" imgW="799920" imgH="304560" progId="Equation.DSMT4">
                      <p:embed/>
                      <p:pic>
                        <p:nvPicPr>
                          <p:cNvPr id="45" name="对象 44">
                            <a:extLst>
                              <a:ext uri="{FF2B5EF4-FFF2-40B4-BE49-F238E27FC236}">
                                <a16:creationId xmlns:a16="http://schemas.microsoft.com/office/drawing/2014/main" id="{24E76C1E-871D-4571-8467-2658516754E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7941239" y="1871314"/>
                            <a:ext cx="8001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458CBCD0-6EA9-4386-B059-7C1A144A88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66691" y="2042930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52" name="Equation" r:id="rId23" imgW="114120" imgH="228600" progId="Equation.DSMT4">
                    <p:embed/>
                  </p:oleObj>
                </mc:Choice>
                <mc:Fallback>
                  <p:oleObj name="Equation" r:id="rId23" imgW="114120" imgH="228600" progId="Equation.DSMT4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458CBCD0-6EA9-4386-B059-7C1A144A88A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066691" y="2042930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5A9855BB-FE28-4B66-AF41-7149B9642C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3" y="1648440"/>
          <a:ext cx="549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3" name="Equation" r:id="rId24" imgW="5499000" imgH="736560" progId="Equation.DSMT4">
                  <p:embed/>
                </p:oleObj>
              </mc:Choice>
              <mc:Fallback>
                <p:oleObj name="Equation" r:id="rId24" imgW="5499000" imgH="73656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5A9855BB-FE28-4B66-AF41-7149B9642C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50863" y="1648440"/>
                        <a:ext cx="5499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6FA9D59D-D60D-4F64-84F9-B3EC1F3464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3" y="2553315"/>
          <a:ext cx="2501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4" name="Equation" r:id="rId26" imgW="2501640" imgH="330120" progId="Equation.DSMT4">
                  <p:embed/>
                </p:oleObj>
              </mc:Choice>
              <mc:Fallback>
                <p:oleObj name="Equation" r:id="rId26" imgW="2501640" imgH="33012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6FA9D59D-D60D-4F64-84F9-B3EC1F3464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50863" y="2553315"/>
                        <a:ext cx="2501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C6CA83C9-0425-439D-B760-B5B9A6937B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8166" y="2528994"/>
          <a:ext cx="1079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5" name="Equation" r:id="rId28" imgW="1079280" imgH="330120" progId="Equation.DSMT4">
                  <p:embed/>
                </p:oleObj>
              </mc:Choice>
              <mc:Fallback>
                <p:oleObj name="Equation" r:id="rId28" imgW="1079280" imgH="33012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C6CA83C9-0425-439D-B760-B5B9A6937B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188166" y="2528994"/>
                        <a:ext cx="1079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矩形 53">
            <a:extLst>
              <a:ext uri="{FF2B5EF4-FFF2-40B4-BE49-F238E27FC236}">
                <a16:creationId xmlns:a16="http://schemas.microsoft.com/office/drawing/2014/main" id="{B7285344-4F50-4C56-8AB4-16E620846686}"/>
              </a:ext>
            </a:extLst>
          </p:cNvPr>
          <p:cNvSpPr/>
          <p:nvPr/>
        </p:nvSpPr>
        <p:spPr>
          <a:xfrm>
            <a:off x="681410" y="305434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令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8DE6BAD8-9BD3-47D0-B84F-35CE2431C1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0229" y="3160414"/>
          <a:ext cx="251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6" name="Equation" r:id="rId30" imgW="2514600" imgH="355320" progId="Equation.DSMT4">
                  <p:embed/>
                </p:oleObj>
              </mc:Choice>
              <mc:Fallback>
                <p:oleObj name="Equation" r:id="rId30" imgW="2514600" imgH="35532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8DE6BAD8-9BD3-47D0-B84F-35CE2431C1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140229" y="3160414"/>
                        <a:ext cx="251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矩形 55">
            <a:extLst>
              <a:ext uri="{FF2B5EF4-FFF2-40B4-BE49-F238E27FC236}">
                <a16:creationId xmlns:a16="http://schemas.microsoft.com/office/drawing/2014/main" id="{9232A9A5-2356-4F36-8779-79F548BB626C}"/>
              </a:ext>
            </a:extLst>
          </p:cNvPr>
          <p:cNvSpPr/>
          <p:nvPr/>
        </p:nvSpPr>
        <p:spPr>
          <a:xfrm>
            <a:off x="3711759" y="3107381"/>
            <a:ext cx="1721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得唯一驻点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8FD8EA04-69E7-46B5-BEB1-F425426863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3246" y="2938453"/>
          <a:ext cx="876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7" name="Equation" r:id="rId32" imgW="876240" imgH="596880" progId="Equation.DSMT4">
                  <p:embed/>
                </p:oleObj>
              </mc:Choice>
              <mc:Fallback>
                <p:oleObj name="Equation" r:id="rId32" imgW="876240" imgH="59688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8FD8EA04-69E7-46B5-BEB1-F42542686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433246" y="2938453"/>
                        <a:ext cx="876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矩形 57">
            <a:extLst>
              <a:ext uri="{FF2B5EF4-FFF2-40B4-BE49-F238E27FC236}">
                <a16:creationId xmlns:a16="http://schemas.microsoft.com/office/drawing/2014/main" id="{1DDDBCB3-E83A-4938-9338-A8B6B0F895B1}"/>
              </a:ext>
            </a:extLst>
          </p:cNvPr>
          <p:cNvSpPr/>
          <p:nvPr/>
        </p:nvSpPr>
        <p:spPr>
          <a:xfrm>
            <a:off x="6390729" y="311855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且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61AB12C4-AF02-4B42-BF46-9E0916863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6214" y="2998514"/>
          <a:ext cx="1270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8" name="Equation" r:id="rId34" imgW="1269720" imgH="736560" progId="Equation.DSMT4">
                  <p:embed/>
                </p:oleObj>
              </mc:Choice>
              <mc:Fallback>
                <p:oleObj name="Equation" r:id="rId34" imgW="1269720" imgH="73656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61AB12C4-AF02-4B42-BF46-9E09168635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846214" y="2998514"/>
                        <a:ext cx="1270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" name="组合 67">
            <a:extLst>
              <a:ext uri="{FF2B5EF4-FFF2-40B4-BE49-F238E27FC236}">
                <a16:creationId xmlns:a16="http://schemas.microsoft.com/office/drawing/2014/main" id="{2A04AC8C-6E61-409D-B7C6-A8D371C95E9F}"/>
              </a:ext>
            </a:extLst>
          </p:cNvPr>
          <p:cNvGrpSpPr/>
          <p:nvPr/>
        </p:nvGrpSpPr>
        <p:grpSpPr>
          <a:xfrm>
            <a:off x="671307" y="3569046"/>
            <a:ext cx="7729367" cy="627733"/>
            <a:chOff x="601457" y="3709719"/>
            <a:chExt cx="7729367" cy="6277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B30D5ADA-5B9E-46FD-9CF6-0462D247B8F5}"/>
                </a:ext>
              </a:extLst>
            </p:cNvPr>
            <p:cNvSpPr/>
            <p:nvPr/>
          </p:nvSpPr>
          <p:spPr>
            <a:xfrm>
              <a:off x="601457" y="3875787"/>
              <a:ext cx="772936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则    在     存在唯一极小值      且为最小值，即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1" name="对象 60">
              <a:extLst>
                <a:ext uri="{FF2B5EF4-FFF2-40B4-BE49-F238E27FC236}">
                  <a16:creationId xmlns:a16="http://schemas.microsoft.com/office/drawing/2014/main" id="{BF8608EE-8895-4375-80AF-8A7C678CD5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9226" y="3947613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59" name="Equation" r:id="rId36" imgW="634680" imgH="342720" progId="Equation.DSMT4">
                    <p:embed/>
                  </p:oleObj>
                </mc:Choice>
                <mc:Fallback>
                  <p:oleObj name="Equation" r:id="rId36" imgW="634680" imgH="342720" progId="Equation.DSMT4">
                    <p:embed/>
                    <p:pic>
                      <p:nvPicPr>
                        <p:cNvPr id="61" name="对象 60">
                          <a:extLst>
                            <a:ext uri="{FF2B5EF4-FFF2-40B4-BE49-F238E27FC236}">
                              <a16:creationId xmlns:a16="http://schemas.microsoft.com/office/drawing/2014/main" id="{BF8608EE-8895-4375-80AF-8A7C678CD5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999226" y="3947613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对象 61">
              <a:extLst>
                <a:ext uri="{FF2B5EF4-FFF2-40B4-BE49-F238E27FC236}">
                  <a16:creationId xmlns:a16="http://schemas.microsoft.com/office/drawing/2014/main" id="{D1108428-3389-40A3-ADE6-9008A04F85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9712" y="3933586"/>
            <a:ext cx="546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60" name="Equation" r:id="rId38" imgW="545760" imgH="330120" progId="Equation.DSMT4">
                    <p:embed/>
                  </p:oleObj>
                </mc:Choice>
                <mc:Fallback>
                  <p:oleObj name="Equation" r:id="rId38" imgW="545760" imgH="330120" progId="Equation.DSMT4">
                    <p:embed/>
                    <p:pic>
                      <p:nvPicPr>
                        <p:cNvPr id="62" name="对象 61">
                          <a:extLst>
                            <a:ext uri="{FF2B5EF4-FFF2-40B4-BE49-F238E27FC236}">
                              <a16:creationId xmlns:a16="http://schemas.microsoft.com/office/drawing/2014/main" id="{D1108428-3389-40A3-ADE6-9008A04F850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79712" y="3933586"/>
                          <a:ext cx="546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B69283B4-BF71-491D-8FED-5E7CEDF5E9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60244" y="3709719"/>
            <a:ext cx="8255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61" name="Equation" r:id="rId39" imgW="825480" imgH="609480" progId="Equation.DSMT4">
                    <p:embed/>
                  </p:oleObj>
                </mc:Choice>
                <mc:Fallback>
                  <p:oleObj name="Equation" r:id="rId39" imgW="825480" imgH="609480" progId="Equation.DSMT4">
                    <p:embed/>
                    <p:pic>
                      <p:nvPicPr>
                        <p:cNvPr id="63" name="对象 62">
                          <a:extLst>
                            <a:ext uri="{FF2B5EF4-FFF2-40B4-BE49-F238E27FC236}">
                              <a16:creationId xmlns:a16="http://schemas.microsoft.com/office/drawing/2014/main" id="{B69283B4-BF71-491D-8FED-5E7CEDF5E9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4860244" y="3709719"/>
                          <a:ext cx="8255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DAA74E5-3356-44C6-A178-37BFFEE262A4}"/>
              </a:ext>
            </a:extLst>
          </p:cNvPr>
          <p:cNvGrpSpPr/>
          <p:nvPr/>
        </p:nvGrpSpPr>
        <p:grpSpPr>
          <a:xfrm>
            <a:off x="810050" y="4243643"/>
            <a:ext cx="6037468" cy="645866"/>
            <a:chOff x="611876" y="4319319"/>
            <a:chExt cx="6037468" cy="645866"/>
          </a:xfrm>
        </p:grpSpPr>
        <p:graphicFrame>
          <p:nvGraphicFramePr>
            <p:cNvPr id="64" name="对象 63">
              <a:extLst>
                <a:ext uri="{FF2B5EF4-FFF2-40B4-BE49-F238E27FC236}">
                  <a16:creationId xmlns:a16="http://schemas.microsoft.com/office/drawing/2014/main" id="{111837ED-8DEE-4015-804A-3EFBD8934B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1876" y="4319319"/>
            <a:ext cx="7747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62" name="Equation" r:id="rId41" imgW="774360" imgH="596880" progId="Equation.DSMT4">
                    <p:embed/>
                  </p:oleObj>
                </mc:Choice>
                <mc:Fallback>
                  <p:oleObj name="Equation" r:id="rId41" imgW="774360" imgH="596880" progId="Equation.DSMT4">
                    <p:embed/>
                    <p:pic>
                      <p:nvPicPr>
                        <p:cNvPr id="64" name="对象 63">
                          <a:extLst>
                            <a:ext uri="{FF2B5EF4-FFF2-40B4-BE49-F238E27FC236}">
                              <a16:creationId xmlns:a16="http://schemas.microsoft.com/office/drawing/2014/main" id="{111837ED-8DEE-4015-804A-3EFBD8934BB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611876" y="4319319"/>
                          <a:ext cx="7747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EBB3ED1D-5466-4F9F-9B2B-B17A0EA58088}"/>
                </a:ext>
              </a:extLst>
            </p:cNvPr>
            <p:cNvSpPr/>
            <p:nvPr/>
          </p:nvSpPr>
          <p:spPr>
            <a:xfrm>
              <a:off x="1316726" y="4503520"/>
              <a:ext cx="486426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时，    取得最小值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6" name="对象 65">
              <a:extLst>
                <a:ext uri="{FF2B5EF4-FFF2-40B4-BE49-F238E27FC236}">
                  <a16:creationId xmlns:a16="http://schemas.microsoft.com/office/drawing/2014/main" id="{DB706D0C-6F92-4243-94C5-46868DA11B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9334" y="4556552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63" name="Equation" r:id="rId43" imgW="634680" imgH="342720" progId="Equation.DSMT4">
                    <p:embed/>
                  </p:oleObj>
                </mc:Choice>
                <mc:Fallback>
                  <p:oleObj name="Equation" r:id="rId43" imgW="634680" imgH="342720" progId="Equation.DSMT4">
                    <p:embed/>
                    <p:pic>
                      <p:nvPicPr>
                        <p:cNvPr id="66" name="对象 65">
                          <a:extLst>
                            <a:ext uri="{FF2B5EF4-FFF2-40B4-BE49-F238E27FC236}">
                              <a16:creationId xmlns:a16="http://schemas.microsoft.com/office/drawing/2014/main" id="{DB706D0C-6F92-4243-94C5-46868DA11B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1899334" y="4556552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对象 66">
              <a:extLst>
                <a:ext uri="{FF2B5EF4-FFF2-40B4-BE49-F238E27FC236}">
                  <a16:creationId xmlns:a16="http://schemas.microsoft.com/office/drawing/2014/main" id="{FD30751F-50E5-4C42-B49E-570857C510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3644" y="4322411"/>
            <a:ext cx="24257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64" name="Equation" r:id="rId44" imgW="2425680" imgH="609480" progId="Equation.DSMT4">
                    <p:embed/>
                  </p:oleObj>
                </mc:Choice>
                <mc:Fallback>
                  <p:oleObj name="Equation" r:id="rId44" imgW="2425680" imgH="609480" progId="Equation.DSMT4">
                    <p:embed/>
                    <p:pic>
                      <p:nvPicPr>
                        <p:cNvPr id="67" name="对象 66">
                          <a:extLst>
                            <a:ext uri="{FF2B5EF4-FFF2-40B4-BE49-F238E27FC236}">
                              <a16:creationId xmlns:a16="http://schemas.microsoft.com/office/drawing/2014/main" id="{FD30751F-50E5-4C42-B49E-570857C510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4223644" y="4322411"/>
                          <a:ext cx="24257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790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4" grpId="0"/>
      <p:bldP spid="56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61717378-7686-4D80-8932-6A952974256A}"/>
              </a:ext>
            </a:extLst>
          </p:cNvPr>
          <p:cNvGrpSpPr/>
          <p:nvPr/>
        </p:nvGrpSpPr>
        <p:grpSpPr>
          <a:xfrm>
            <a:off x="5796136" y="1491630"/>
            <a:ext cx="3190176" cy="2442993"/>
            <a:chOff x="4999116" y="699542"/>
            <a:chExt cx="3190176" cy="2442993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16225F5D-4A8F-416D-978E-745E6A9FC18B}"/>
                </a:ext>
              </a:extLst>
            </p:cNvPr>
            <p:cNvCxnSpPr/>
            <p:nvPr/>
          </p:nvCxnSpPr>
          <p:spPr>
            <a:xfrm>
              <a:off x="6012160" y="2355726"/>
              <a:ext cx="208823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0409AD7F-589E-4DEB-AB1F-6DE34F63DACA}"/>
                </a:ext>
              </a:extLst>
            </p:cNvPr>
            <p:cNvCxnSpPr/>
            <p:nvPr/>
          </p:nvCxnSpPr>
          <p:spPr>
            <a:xfrm flipV="1">
              <a:off x="6012160" y="699542"/>
              <a:ext cx="0" cy="1656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弧形 5">
              <a:extLst>
                <a:ext uri="{FF2B5EF4-FFF2-40B4-BE49-F238E27FC236}">
                  <a16:creationId xmlns:a16="http://schemas.microsoft.com/office/drawing/2014/main" id="{F70BE255-FB98-4D07-A87E-31FF66A3B284}"/>
                </a:ext>
              </a:extLst>
            </p:cNvPr>
            <p:cNvSpPr/>
            <p:nvPr/>
          </p:nvSpPr>
          <p:spPr>
            <a:xfrm rot="20739562">
              <a:off x="5819255" y="1702377"/>
              <a:ext cx="720010" cy="1440158"/>
            </a:xfrm>
            <a:prstGeom prst="arc">
              <a:avLst>
                <a:gd name="adj1" fmla="val 16200000"/>
                <a:gd name="adj2" fmla="val 21221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5E197C5-9DCB-4D4D-B1DA-F49B5A41E6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11492" y="242245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89" name="Equation" r:id="rId3" imgW="177480" imgH="190440" progId="Equation.DSMT4">
                    <p:embed/>
                  </p:oleObj>
                </mc:Choice>
                <mc:Fallback>
                  <p:oleObj name="Equation" r:id="rId3" imgW="177480" imgH="19044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F5E197C5-9DCB-4D4D-B1DA-F49B5A41E6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011492" y="2422456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6874BA9-AD6D-43A3-B68D-6C7C28B602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26421" y="710120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90" name="Equation" r:id="rId5" imgW="190440" imgH="241200" progId="Equation.DSMT4">
                    <p:embed/>
                  </p:oleObj>
                </mc:Choice>
                <mc:Fallback>
                  <p:oleObj name="Equation" r:id="rId5" imgW="190440" imgH="24120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36874BA9-AD6D-43A3-B68D-6C7C28B602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726421" y="710120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FA13D1B-0D3F-453B-8C77-38BEAB1B77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31674" y="2355726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91" name="Equation" r:id="rId7" imgW="228600" imgH="241200" progId="Equation.DSMT4">
                    <p:embed/>
                  </p:oleObj>
                </mc:Choice>
                <mc:Fallback>
                  <p:oleObj name="Equation" r:id="rId7" imgW="228600" imgH="2412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7FA13D1B-0D3F-453B-8C77-38BEAB1B77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31674" y="2355726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325B23C-CCA7-4E96-83B2-DA6970CD82D9}"/>
                </a:ext>
              </a:extLst>
            </p:cNvPr>
            <p:cNvGrpSpPr/>
            <p:nvPr/>
          </p:nvGrpSpPr>
          <p:grpSpPr>
            <a:xfrm rot="432380">
              <a:off x="5668529" y="1624128"/>
              <a:ext cx="1218243" cy="1486389"/>
              <a:chOff x="2821254" y="1846647"/>
              <a:chExt cx="1218243" cy="1486389"/>
            </a:xfrm>
          </p:grpSpPr>
          <p:sp>
            <p:nvSpPr>
              <p:cNvPr id="10" name="弧形 9">
                <a:extLst>
                  <a:ext uri="{FF2B5EF4-FFF2-40B4-BE49-F238E27FC236}">
                    <a16:creationId xmlns:a16="http://schemas.microsoft.com/office/drawing/2014/main" id="{B0549B4B-BBE0-4A84-8447-2035B0A55D78}"/>
                  </a:ext>
                </a:extLst>
              </p:cNvPr>
              <p:cNvSpPr/>
              <p:nvPr/>
            </p:nvSpPr>
            <p:spPr>
              <a:xfrm rot="20739562">
                <a:off x="3319487" y="1846647"/>
                <a:ext cx="720010" cy="1440158"/>
              </a:xfrm>
              <a:prstGeom prst="arc">
                <a:avLst>
                  <a:gd name="adj1" fmla="val 16200000"/>
                  <a:gd name="adj2" fmla="val 212216"/>
                </a:avLst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弧形 11">
                <a:extLst>
                  <a:ext uri="{FF2B5EF4-FFF2-40B4-BE49-F238E27FC236}">
                    <a16:creationId xmlns:a16="http://schemas.microsoft.com/office/drawing/2014/main" id="{3B737CD3-E946-4861-A6BE-963F4F0D090E}"/>
                  </a:ext>
                </a:extLst>
              </p:cNvPr>
              <p:cNvSpPr/>
              <p:nvPr/>
            </p:nvSpPr>
            <p:spPr>
              <a:xfrm rot="21391486">
                <a:off x="2821254" y="1892878"/>
                <a:ext cx="720010" cy="1440158"/>
              </a:xfrm>
              <a:prstGeom prst="arc">
                <a:avLst>
                  <a:gd name="adj1" fmla="val 16200000"/>
                  <a:gd name="adj2" fmla="val 212216"/>
                </a:avLst>
              </a:prstGeom>
              <a:ln>
                <a:solidFill>
                  <a:srgbClr val="FF0000"/>
                </a:solidFill>
              </a:ln>
              <a:scene3d>
                <a:camera prst="orthographicFront">
                  <a:rot lat="0" lon="1080000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D22E76B4-33C6-4033-8862-27063AD1ED2B}"/>
                </a:ext>
              </a:extLst>
            </p:cNvPr>
            <p:cNvSpPr/>
            <p:nvPr/>
          </p:nvSpPr>
          <p:spPr>
            <a:xfrm>
              <a:off x="6046684" y="2067694"/>
              <a:ext cx="812202" cy="288031"/>
            </a:xfrm>
            <a:custGeom>
              <a:avLst/>
              <a:gdLst>
                <a:gd name="connsiteX0" fmla="*/ 0 w 1362919"/>
                <a:gd name="connsiteY0" fmla="*/ 439845 h 439845"/>
                <a:gd name="connsiteX1" fmla="*/ 665544 w 1362919"/>
                <a:gd name="connsiteY1" fmla="*/ 7 h 439845"/>
                <a:gd name="connsiteX2" fmla="*/ 1362919 w 1362919"/>
                <a:gd name="connsiteY2" fmla="*/ 431164 h 439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62919" h="439845">
                  <a:moveTo>
                    <a:pt x="0" y="439845"/>
                  </a:moveTo>
                  <a:cubicBezTo>
                    <a:pt x="219195" y="220649"/>
                    <a:pt x="438391" y="1454"/>
                    <a:pt x="665544" y="7"/>
                  </a:cubicBezTo>
                  <a:cubicBezTo>
                    <a:pt x="892697" y="-1440"/>
                    <a:pt x="1127808" y="214862"/>
                    <a:pt x="1362919" y="431164"/>
                  </a:cubicBezTo>
                </a:path>
              </a:pathLst>
            </a:custGeom>
            <a:noFill/>
            <a:ln w="12700">
              <a:solidFill>
                <a:srgbClr val="3366FF">
                  <a:alpha val="86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84C764E-1769-4A7F-8E29-B863A41A65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9116" y="1552473"/>
            <a:ext cx="9398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92" name="Equation" r:id="rId9" imgW="939600" imgH="241200" progId="Equation.DSMT4">
                    <p:embed/>
                  </p:oleObj>
                </mc:Choice>
                <mc:Fallback>
                  <p:oleObj name="Equation" r:id="rId9" imgW="939600" imgH="2412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484C764E-1769-4A7F-8E29-B863A41A65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999116" y="1552473"/>
                          <a:ext cx="9398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EFF78C5B-05BA-411B-A860-75AA3183DA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14189" y="1400073"/>
            <a:ext cx="10668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93" name="Equation" r:id="rId11" imgW="1066680" imgH="304560" progId="Equation.DSMT4">
                    <p:embed/>
                  </p:oleObj>
                </mc:Choice>
                <mc:Fallback>
                  <p:oleObj name="Equation" r:id="rId11" imgW="1066680" imgH="30456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EFF78C5B-05BA-411B-A860-75AA3183DA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614189" y="1400073"/>
                          <a:ext cx="10668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DABFABB-3D44-4187-BE3E-8934B0E34E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57392" y="1970059"/>
            <a:ext cx="1054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94" name="Equation" r:id="rId13" imgW="1054080" imgH="304560" progId="Equation.DSMT4">
                    <p:embed/>
                  </p:oleObj>
                </mc:Choice>
                <mc:Fallback>
                  <p:oleObj name="Equation" r:id="rId13" imgW="1054080" imgH="30456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6DABFABB-3D44-4187-BE3E-8934B0E34E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957392" y="1970059"/>
                          <a:ext cx="1054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788DD7F-A412-4526-8F33-03E393F7F4DA}"/>
                </a:ext>
              </a:extLst>
            </p:cNvPr>
            <p:cNvCxnSpPr>
              <a:cxnSpLocks/>
            </p:cNvCxnSpPr>
            <p:nvPr/>
          </p:nvCxnSpPr>
          <p:spPr>
            <a:xfrm>
              <a:off x="6511297" y="1193388"/>
              <a:ext cx="16402" cy="122906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0FD1351-FC42-40AA-91EF-76A30C9D3C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28574" y="2294867"/>
            <a:ext cx="2159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95" name="Equation" r:id="rId15" imgW="215640" imgH="609480" progId="Equation.DSMT4">
                    <p:embed/>
                  </p:oleObj>
                </mc:Choice>
                <mc:Fallback>
                  <p:oleObj name="Equation" r:id="rId15" imgW="215640" imgH="60948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C0FD1351-FC42-40AA-91EF-76A30C9D3C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428574" y="2294867"/>
                          <a:ext cx="2159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A00481B-EBAD-4FBB-8528-ECFC4A0D5D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85483" y="2349545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96" name="Equation" r:id="rId17" imgW="177480" imgH="190440" progId="Equation.DSMT4">
                    <p:embed/>
                  </p:oleObj>
                </mc:Choice>
                <mc:Fallback>
                  <p:oleObj name="Equation" r:id="rId17" imgW="177480" imgH="19044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2A00481B-EBAD-4FBB-8528-ECFC4A0D5D0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785483" y="2349545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1858017E-25A4-4917-A5BB-05AD704886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65024" y="1704873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97" name="Equation" r:id="rId19" imgW="190440" imgH="279360" progId="Equation.DSMT4">
                    <p:embed/>
                  </p:oleObj>
                </mc:Choice>
                <mc:Fallback>
                  <p:oleObj name="Equation" r:id="rId19" imgW="190440" imgH="27936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1858017E-25A4-4917-A5BB-05AD704886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965024" y="1704873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A8106DC2-1680-4A13-A1E1-D47CB5BC85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56259" y="1843059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98" name="Equation" r:id="rId21" imgW="215640" imgH="279360" progId="Equation.DSMT4">
                    <p:embed/>
                  </p:oleObj>
                </mc:Choice>
                <mc:Fallback>
                  <p:oleObj name="Equation" r:id="rId21" imgW="215640" imgH="27936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A8106DC2-1680-4A13-A1E1-D47CB5BC858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156259" y="1843059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D7DC033B-860B-43B4-9DD2-3E1C439A46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22165" y="2112441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99" name="Equation" r:id="rId23" imgW="215640" imgH="279360" progId="Equation.DSMT4">
                    <p:embed/>
                  </p:oleObj>
                </mc:Choice>
                <mc:Fallback>
                  <p:oleObj name="Equation" r:id="rId23" imgW="215640" imgH="27936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D7DC033B-860B-43B4-9DD2-3E1C439A46F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222165" y="2112441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341A377-FCA1-4B0C-BF44-7C08C1D67A17}"/>
              </a:ext>
            </a:extLst>
          </p:cNvPr>
          <p:cNvGrpSpPr/>
          <p:nvPr/>
        </p:nvGrpSpPr>
        <p:grpSpPr>
          <a:xfrm>
            <a:off x="335193" y="130521"/>
            <a:ext cx="8562219" cy="1228677"/>
            <a:chOff x="335193" y="130521"/>
            <a:chExt cx="8562219" cy="1228677"/>
          </a:xfrm>
        </p:grpSpPr>
        <p:sp>
          <p:nvSpPr>
            <p:cNvPr id="27" name="Rectangle 2">
              <a:extLst>
                <a:ext uri="{FF2B5EF4-FFF2-40B4-BE49-F238E27FC236}">
                  <a16:creationId xmlns:a16="http://schemas.microsoft.com/office/drawing/2014/main" id="{F3417721-8B44-42B1-A3E1-F38F7F8A348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18487" y="324146"/>
              <a:ext cx="8178925" cy="447403"/>
            </a:xfrm>
            <a:prstGeom prst="rect">
              <a:avLst/>
            </a:prstGeom>
            <a:noFill/>
            <a:ln/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3.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试求    的值，使得曲线                  与两坐标轴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D9E28480-627A-4FCC-B504-5EF715C999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5696" y="409679"/>
            <a:ext cx="457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300" name="Equation" r:id="rId25" imgW="457200" imgH="330120" progId="Equation.DSMT4">
                    <p:embed/>
                  </p:oleObj>
                </mc:Choice>
                <mc:Fallback>
                  <p:oleObj name="Equation" r:id="rId25" imgW="457200" imgH="33012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D9E28480-627A-4FCC-B504-5EF715C999C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835696" y="409679"/>
                          <a:ext cx="457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49675DD5-37BA-4A33-A24F-8D7C3185EF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4022" y="130521"/>
            <a:ext cx="25654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301" name="Equation" r:id="rId27" imgW="2565360" imgH="812520" progId="Equation.DSMT4">
                    <p:embed/>
                  </p:oleObj>
                </mc:Choice>
                <mc:Fallback>
                  <p:oleObj name="Equation" r:id="rId27" imgW="2565360" imgH="8125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49675DD5-37BA-4A33-A24F-8D7C3185EF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534022" y="130521"/>
                          <a:ext cx="25654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671D738-8F9E-4DB4-87CB-C1BF0408C3A0}"/>
                </a:ext>
              </a:extLst>
            </p:cNvPr>
            <p:cNvSpPr/>
            <p:nvPr/>
          </p:nvSpPr>
          <p:spPr>
            <a:xfrm>
              <a:off x="335193" y="897533"/>
              <a:ext cx="791318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所围成的图形的面积被曲线         和         三等分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DBFD0EDF-3927-48B6-9A03-A31F2736A7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39952" y="979809"/>
            <a:ext cx="1270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302" name="Equation" r:id="rId29" imgW="1269720" imgH="342720" progId="Equation.DSMT4">
                    <p:embed/>
                  </p:oleObj>
                </mc:Choice>
                <mc:Fallback>
                  <p:oleObj name="Equation" r:id="rId29" imgW="1269720" imgH="34272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DBFD0EDF-3927-48B6-9A03-A31F2736A78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139952" y="979809"/>
                          <a:ext cx="1270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1743B3B8-9B3A-4766-8FE9-D6A23D1876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42122" y="949502"/>
            <a:ext cx="1257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303" name="Equation" r:id="rId31" imgW="1257120" imgH="342720" progId="Equation.DSMT4">
                    <p:embed/>
                  </p:oleObj>
                </mc:Choice>
                <mc:Fallback>
                  <p:oleObj name="Equation" r:id="rId31" imgW="1257120" imgH="34272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1743B3B8-9B3A-4766-8FE9-D6A23D1876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842122" y="949502"/>
                          <a:ext cx="1257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708E71A2-00F8-4784-BD1C-77E4FD28DCCC}"/>
              </a:ext>
            </a:extLst>
          </p:cNvPr>
          <p:cNvSpPr/>
          <p:nvPr/>
        </p:nvSpPr>
        <p:spPr>
          <a:xfrm>
            <a:off x="611560" y="153601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7B134176-BA44-4A7C-B90A-0F25ED606A2A}"/>
              </a:ext>
            </a:extLst>
          </p:cNvPr>
          <p:cNvGrpSpPr/>
          <p:nvPr/>
        </p:nvGrpSpPr>
        <p:grpSpPr>
          <a:xfrm>
            <a:off x="1089518" y="1523811"/>
            <a:ext cx="1758698" cy="461665"/>
            <a:chOff x="1089518" y="1523811"/>
            <a:chExt cx="1758698" cy="461665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90784FB-9B1C-4866-8775-507DB6062DC0}"/>
                </a:ext>
              </a:extLst>
            </p:cNvPr>
            <p:cNvSpPr/>
            <p:nvPr/>
          </p:nvSpPr>
          <p:spPr>
            <a:xfrm>
              <a:off x="1089518" y="1523811"/>
              <a:ext cx="11062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不妨设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90DC49CD-CC23-452F-A6BD-60A640E14C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4316" y="1589543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304" name="Equation" r:id="rId33" imgW="723600" imgH="330120" progId="Equation.DSMT4">
                    <p:embed/>
                  </p:oleObj>
                </mc:Choice>
                <mc:Fallback>
                  <p:oleObj name="Equation" r:id="rId33" imgW="723600" imgH="33012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90DC49CD-CC23-452F-A6BD-60A640E14C1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2124316" y="1589543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2DBF91A1-BAB7-4B10-8E60-378C1166CD95}"/>
              </a:ext>
            </a:extLst>
          </p:cNvPr>
          <p:cNvSpPr/>
          <p:nvPr/>
        </p:nvSpPr>
        <p:spPr>
          <a:xfrm>
            <a:off x="2841732" y="1485182"/>
            <a:ext cx="9381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如图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EBD1E891-2E2D-45B9-BD84-257D636FA5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4915" y="1553008"/>
          <a:ext cx="1524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05" name="Equation" r:id="rId35" imgW="1523880" imgH="380880" progId="Equation.DSMT4">
                  <p:embed/>
                </p:oleObj>
              </mc:Choice>
              <mc:Fallback>
                <p:oleObj name="Equation" r:id="rId35" imgW="1523880" imgH="3808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EBD1E891-2E2D-45B9-BD84-257D636FA5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634915" y="1553008"/>
                        <a:ext cx="1524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0E2C6FF0-8805-4FAC-9FBD-0212B40F04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5606" y="1923947"/>
          <a:ext cx="3873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06" name="Equation" r:id="rId37" imgW="3873240" imgH="711000" progId="Equation.DSMT4">
                  <p:embed/>
                </p:oleObj>
              </mc:Choice>
              <mc:Fallback>
                <p:oleObj name="Equation" r:id="rId37" imgW="3873240" imgH="71100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0E2C6FF0-8805-4FAC-9FBD-0212B40F04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105606" y="1923947"/>
                        <a:ext cx="3873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7A0ABFC6-B184-4108-9C63-5E3875BFBB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3142" y="2675929"/>
          <a:ext cx="205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07" name="Equation" r:id="rId39" imgW="2057400" imgH="736560" progId="Equation.DSMT4">
                  <p:embed/>
                </p:oleObj>
              </mc:Choice>
              <mc:Fallback>
                <p:oleObj name="Equation" r:id="rId39" imgW="2057400" imgH="73656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7A0ABFC6-B184-4108-9C63-5E3875BFB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123142" y="2675929"/>
                        <a:ext cx="2057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305A4B42-2412-4CFE-990F-8908BC0A88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800" y="3690199"/>
          <a:ext cx="1498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08" name="Equation" r:id="rId41" imgW="1498320" imgH="863280" progId="Equation.DSMT4">
                  <p:embed/>
                </p:oleObj>
              </mc:Choice>
              <mc:Fallback>
                <p:oleObj name="Equation" r:id="rId41" imgW="1498320" imgH="86328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305A4B42-2412-4CFE-990F-8908BC0A88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32800" y="3690199"/>
                        <a:ext cx="14986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DB5CC1C1-10AE-4A7B-8356-D4390D54D27F}"/>
              </a:ext>
            </a:extLst>
          </p:cNvPr>
          <p:cNvSpPr/>
          <p:nvPr/>
        </p:nvSpPr>
        <p:spPr>
          <a:xfrm>
            <a:off x="2487241" y="389116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00275AF4-7CC7-484D-8763-FAFA5AF80B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1970" y="3753698"/>
          <a:ext cx="1587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09" name="Equation" r:id="rId43" imgW="1587240" imgH="736560" progId="Equation.DSMT4">
                  <p:embed/>
                </p:oleObj>
              </mc:Choice>
              <mc:Fallback>
                <p:oleObj name="Equation" r:id="rId43" imgW="1587240" imgH="73656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00275AF4-7CC7-484D-8763-FAFA5AF80B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161970" y="3753698"/>
                        <a:ext cx="1587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790E51BD-D1E6-41DC-B337-66C11CE2B1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621" y="3709794"/>
          <a:ext cx="1485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10" name="Equation" r:id="rId45" imgW="1485720" imgH="863280" progId="Equation.DSMT4">
                  <p:embed/>
                </p:oleObj>
              </mc:Choice>
              <mc:Fallback>
                <p:oleObj name="Equation" r:id="rId45" imgW="1485720" imgH="86328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790E51BD-D1E6-41DC-B337-66C11CE2B1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932621" y="3709794"/>
                        <a:ext cx="14859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>
            <a:extLst>
              <a:ext uri="{FF2B5EF4-FFF2-40B4-BE49-F238E27FC236}">
                <a16:creationId xmlns:a16="http://schemas.microsoft.com/office/drawing/2014/main" id="{706D97A4-2285-4ABB-9267-C5920563C7FE}"/>
              </a:ext>
            </a:extLst>
          </p:cNvPr>
          <p:cNvSpPr/>
          <p:nvPr/>
        </p:nvSpPr>
        <p:spPr>
          <a:xfrm>
            <a:off x="6492352" y="392398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515AC62E-F34E-4F7F-AC0F-C3562CAD1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8419" y="3782453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11" name="Equation" r:id="rId47" imgW="1574640" imgH="736560" progId="Equation.DSMT4">
                  <p:embed/>
                </p:oleObj>
              </mc:Choice>
              <mc:Fallback>
                <p:oleObj name="Equation" r:id="rId47" imgW="1574640" imgH="73656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515AC62E-F34E-4F7F-AC0F-C3562CAD1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7178419" y="3782453"/>
                        <a:ext cx="1574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639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  <p:bldP spid="42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695A71CC-A8B9-4193-A3E0-94B2EEE798CC}"/>
              </a:ext>
            </a:extLst>
          </p:cNvPr>
          <p:cNvGrpSpPr/>
          <p:nvPr/>
        </p:nvGrpSpPr>
        <p:grpSpPr>
          <a:xfrm>
            <a:off x="5436096" y="555526"/>
            <a:ext cx="3190176" cy="2442993"/>
            <a:chOff x="5436096" y="555526"/>
            <a:chExt cx="3190176" cy="2442993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8A2F60C-7562-4E18-8053-23734F0126FB}"/>
                </a:ext>
              </a:extLst>
            </p:cNvPr>
            <p:cNvGrpSpPr/>
            <p:nvPr/>
          </p:nvGrpSpPr>
          <p:grpSpPr>
            <a:xfrm>
              <a:off x="5436096" y="555526"/>
              <a:ext cx="3190176" cy="2442993"/>
              <a:chOff x="4999116" y="699542"/>
              <a:chExt cx="3190176" cy="2442993"/>
            </a:xfrm>
          </p:grpSpPr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B301D984-0ABF-418F-8904-D00D1B92B179}"/>
                  </a:ext>
                </a:extLst>
              </p:cNvPr>
              <p:cNvCxnSpPr/>
              <p:nvPr/>
            </p:nvCxnSpPr>
            <p:spPr>
              <a:xfrm>
                <a:off x="6012160" y="2355726"/>
                <a:ext cx="208823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接箭头连接符 3">
                <a:extLst>
                  <a:ext uri="{FF2B5EF4-FFF2-40B4-BE49-F238E27FC236}">
                    <a16:creationId xmlns:a16="http://schemas.microsoft.com/office/drawing/2014/main" id="{402D7E35-4B20-4A55-AFF8-7F17BD4C8A6D}"/>
                  </a:ext>
                </a:extLst>
              </p:cNvPr>
              <p:cNvCxnSpPr/>
              <p:nvPr/>
            </p:nvCxnSpPr>
            <p:spPr>
              <a:xfrm flipV="1">
                <a:off x="6012160" y="699542"/>
                <a:ext cx="0" cy="165618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弧形 4">
                <a:extLst>
                  <a:ext uri="{FF2B5EF4-FFF2-40B4-BE49-F238E27FC236}">
                    <a16:creationId xmlns:a16="http://schemas.microsoft.com/office/drawing/2014/main" id="{0B13CE5A-0354-48F3-9DB9-5CC7188F20D7}"/>
                  </a:ext>
                </a:extLst>
              </p:cNvPr>
              <p:cNvSpPr/>
              <p:nvPr/>
            </p:nvSpPr>
            <p:spPr>
              <a:xfrm rot="20739562">
                <a:off x="5819255" y="1702377"/>
                <a:ext cx="720010" cy="1440158"/>
              </a:xfrm>
              <a:prstGeom prst="arc">
                <a:avLst>
                  <a:gd name="adj1" fmla="val 16200000"/>
                  <a:gd name="adj2" fmla="val 212216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4DC4F673-B345-4074-B68E-3BE9BE07452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11492" y="2422456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60" name="Equation" r:id="rId3" imgW="177480" imgH="190440" progId="Equation.DSMT4">
                      <p:embed/>
                    </p:oleObj>
                  </mc:Choice>
                  <mc:Fallback>
                    <p:oleObj name="Equation" r:id="rId3" imgW="177480" imgH="190440" progId="Equation.DSMT4">
                      <p:embed/>
                      <p:pic>
                        <p:nvPicPr>
                          <p:cNvPr id="6" name="对象 5">
                            <a:extLst>
                              <a:ext uri="{FF2B5EF4-FFF2-40B4-BE49-F238E27FC236}">
                                <a16:creationId xmlns:a16="http://schemas.microsoft.com/office/drawing/2014/main" id="{4DC4F673-B345-4074-B68E-3BE9BE07452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011492" y="2422456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47158736-D1AE-4FBB-A5A4-B09CA467189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726421" y="710120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61" name="Equation" r:id="rId5" imgW="190440" imgH="241200" progId="Equation.DSMT4">
                      <p:embed/>
                    </p:oleObj>
                  </mc:Choice>
                  <mc:Fallback>
                    <p:oleObj name="Equation" r:id="rId5" imgW="190440" imgH="241200" progId="Equation.DSMT4">
                      <p:embed/>
                      <p:pic>
                        <p:nvPicPr>
                          <p:cNvPr id="7" name="对象 6">
                            <a:extLst>
                              <a:ext uri="{FF2B5EF4-FFF2-40B4-BE49-F238E27FC236}">
                                <a16:creationId xmlns:a16="http://schemas.microsoft.com/office/drawing/2014/main" id="{47158736-D1AE-4FBB-A5A4-B09CA467189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5726421" y="710120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对象 7">
                <a:extLst>
                  <a:ext uri="{FF2B5EF4-FFF2-40B4-BE49-F238E27FC236}">
                    <a16:creationId xmlns:a16="http://schemas.microsoft.com/office/drawing/2014/main" id="{25C2CD72-1BF0-4542-BBFC-530EB7E2E2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831674" y="2355726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62" name="Equation" r:id="rId7" imgW="228600" imgH="241200" progId="Equation.DSMT4">
                      <p:embed/>
                    </p:oleObj>
                  </mc:Choice>
                  <mc:Fallback>
                    <p:oleObj name="Equation" r:id="rId7" imgW="228600" imgH="241200" progId="Equation.DSMT4">
                      <p:embed/>
                      <p:pic>
                        <p:nvPicPr>
                          <p:cNvPr id="8" name="对象 7">
                            <a:extLst>
                              <a:ext uri="{FF2B5EF4-FFF2-40B4-BE49-F238E27FC236}">
                                <a16:creationId xmlns:a16="http://schemas.microsoft.com/office/drawing/2014/main" id="{25C2CD72-1BF0-4542-BBFC-530EB7E2E24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831674" y="2355726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21816A4F-C313-420C-BF34-B35602192191}"/>
                  </a:ext>
                </a:extLst>
              </p:cNvPr>
              <p:cNvGrpSpPr/>
              <p:nvPr/>
            </p:nvGrpSpPr>
            <p:grpSpPr>
              <a:xfrm rot="432380">
                <a:off x="5668529" y="1624128"/>
                <a:ext cx="1218243" cy="1486389"/>
                <a:chOff x="2821254" y="1846647"/>
                <a:chExt cx="1218243" cy="1486389"/>
              </a:xfrm>
            </p:grpSpPr>
            <p:sp>
              <p:nvSpPr>
                <p:cNvPr id="20" name="弧形 19">
                  <a:extLst>
                    <a:ext uri="{FF2B5EF4-FFF2-40B4-BE49-F238E27FC236}">
                      <a16:creationId xmlns:a16="http://schemas.microsoft.com/office/drawing/2014/main" id="{55BC6BAC-CD01-4124-A779-622FD5D2AF43}"/>
                    </a:ext>
                  </a:extLst>
                </p:cNvPr>
                <p:cNvSpPr/>
                <p:nvPr/>
              </p:nvSpPr>
              <p:spPr>
                <a:xfrm rot="20739562">
                  <a:off x="3319487" y="1846647"/>
                  <a:ext cx="720010" cy="1440158"/>
                </a:xfrm>
                <a:prstGeom prst="arc">
                  <a:avLst>
                    <a:gd name="adj1" fmla="val 16200000"/>
                    <a:gd name="adj2" fmla="val 212216"/>
                  </a:avLst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1" name="弧形 20">
                  <a:extLst>
                    <a:ext uri="{FF2B5EF4-FFF2-40B4-BE49-F238E27FC236}">
                      <a16:creationId xmlns:a16="http://schemas.microsoft.com/office/drawing/2014/main" id="{14C10577-1A75-44C3-A1FD-CF162B1ABD36}"/>
                    </a:ext>
                  </a:extLst>
                </p:cNvPr>
                <p:cNvSpPr/>
                <p:nvPr/>
              </p:nvSpPr>
              <p:spPr>
                <a:xfrm rot="21391486">
                  <a:off x="2821254" y="1892878"/>
                  <a:ext cx="720010" cy="1440158"/>
                </a:xfrm>
                <a:prstGeom prst="arc">
                  <a:avLst>
                    <a:gd name="adj1" fmla="val 16200000"/>
                    <a:gd name="adj2" fmla="val 212216"/>
                  </a:avLst>
                </a:prstGeom>
                <a:ln>
                  <a:solidFill>
                    <a:srgbClr val="FF0000"/>
                  </a:solidFill>
                </a:ln>
                <a:scene3d>
                  <a:camera prst="orthographicFront">
                    <a:rot lat="0" lon="10800000" rev="0"/>
                  </a:camera>
                  <a:lightRig rig="threePt" dir="t"/>
                </a:scene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45FF8776-F691-4327-9C18-62A6717D3B8E}"/>
                  </a:ext>
                </a:extLst>
              </p:cNvPr>
              <p:cNvSpPr/>
              <p:nvPr/>
            </p:nvSpPr>
            <p:spPr>
              <a:xfrm>
                <a:off x="6046684" y="2067694"/>
                <a:ext cx="812202" cy="288031"/>
              </a:xfrm>
              <a:custGeom>
                <a:avLst/>
                <a:gdLst>
                  <a:gd name="connsiteX0" fmla="*/ 0 w 1362919"/>
                  <a:gd name="connsiteY0" fmla="*/ 439845 h 439845"/>
                  <a:gd name="connsiteX1" fmla="*/ 665544 w 1362919"/>
                  <a:gd name="connsiteY1" fmla="*/ 7 h 439845"/>
                  <a:gd name="connsiteX2" fmla="*/ 1362919 w 1362919"/>
                  <a:gd name="connsiteY2" fmla="*/ 431164 h 439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62919" h="439845">
                    <a:moveTo>
                      <a:pt x="0" y="439845"/>
                    </a:moveTo>
                    <a:cubicBezTo>
                      <a:pt x="219195" y="220649"/>
                      <a:pt x="438391" y="1454"/>
                      <a:pt x="665544" y="7"/>
                    </a:cubicBezTo>
                    <a:cubicBezTo>
                      <a:pt x="892697" y="-1440"/>
                      <a:pt x="1127808" y="214862"/>
                      <a:pt x="1362919" y="431164"/>
                    </a:cubicBezTo>
                  </a:path>
                </a:pathLst>
              </a:custGeom>
              <a:noFill/>
              <a:ln w="12700">
                <a:solidFill>
                  <a:srgbClr val="3366FF">
                    <a:alpha val="8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2B9D25E3-9621-44AC-BBCD-97C22A93C50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99116" y="1552473"/>
              <a:ext cx="9398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63" name="Equation" r:id="rId9" imgW="939600" imgH="241200" progId="Equation.DSMT4">
                      <p:embed/>
                    </p:oleObj>
                  </mc:Choice>
                  <mc:Fallback>
                    <p:oleObj name="Equation" r:id="rId9" imgW="939600" imgH="241200" progId="Equation.DSMT4">
                      <p:embed/>
                      <p:pic>
                        <p:nvPicPr>
                          <p:cNvPr id="11" name="对象 10">
                            <a:extLst>
                              <a:ext uri="{FF2B5EF4-FFF2-40B4-BE49-F238E27FC236}">
                                <a16:creationId xmlns:a16="http://schemas.microsoft.com/office/drawing/2014/main" id="{2B9D25E3-9621-44AC-BBCD-97C22A93C50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999116" y="1552473"/>
                            <a:ext cx="9398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" name="对象 11">
                <a:extLst>
                  <a:ext uri="{FF2B5EF4-FFF2-40B4-BE49-F238E27FC236}">
                    <a16:creationId xmlns:a16="http://schemas.microsoft.com/office/drawing/2014/main" id="{BBA9C5E3-BD9A-4F9B-80E5-74F917F52F7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614189" y="1400073"/>
              <a:ext cx="10668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64" name="Equation" r:id="rId11" imgW="1066680" imgH="304560" progId="Equation.DSMT4">
                      <p:embed/>
                    </p:oleObj>
                  </mc:Choice>
                  <mc:Fallback>
                    <p:oleObj name="Equation" r:id="rId11" imgW="1066680" imgH="304560" progId="Equation.DSMT4">
                      <p:embed/>
                      <p:pic>
                        <p:nvPicPr>
                          <p:cNvPr id="12" name="对象 11">
                            <a:extLst>
                              <a:ext uri="{FF2B5EF4-FFF2-40B4-BE49-F238E27FC236}">
                                <a16:creationId xmlns:a16="http://schemas.microsoft.com/office/drawing/2014/main" id="{BBA9C5E3-BD9A-4F9B-80E5-74F917F52F7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614189" y="1400073"/>
                            <a:ext cx="10668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C2BAC733-A631-476F-A05E-395B5F36C8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957392" y="1970059"/>
              <a:ext cx="10541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65" name="Equation" r:id="rId13" imgW="1054080" imgH="304560" progId="Equation.DSMT4">
                      <p:embed/>
                    </p:oleObj>
                  </mc:Choice>
                  <mc:Fallback>
                    <p:oleObj name="Equation" r:id="rId13" imgW="1054080" imgH="304560" progId="Equation.DSMT4">
                      <p:embed/>
                      <p:pic>
                        <p:nvPicPr>
                          <p:cNvPr id="13" name="对象 12">
                            <a:extLst>
                              <a:ext uri="{FF2B5EF4-FFF2-40B4-BE49-F238E27FC236}">
                                <a16:creationId xmlns:a16="http://schemas.microsoft.com/office/drawing/2014/main" id="{C2BAC733-A631-476F-A05E-395B5F36C84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957392" y="1970059"/>
                            <a:ext cx="10541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D155C6F8-6ACF-46B1-A1E8-DE07FDE27A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1297" y="1193388"/>
                <a:ext cx="16402" cy="122906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CC94B272-35B6-46E4-91C5-864FB6C0F2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28574" y="2294867"/>
              <a:ext cx="215900" cy="609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66" name="Equation" r:id="rId15" imgW="215640" imgH="609480" progId="Equation.DSMT4">
                      <p:embed/>
                    </p:oleObj>
                  </mc:Choice>
                  <mc:Fallback>
                    <p:oleObj name="Equation" r:id="rId15" imgW="215640" imgH="609480" progId="Equation.DSMT4">
                      <p:embed/>
                      <p:pic>
                        <p:nvPicPr>
                          <p:cNvPr id="15" name="对象 14">
                            <a:extLst>
                              <a:ext uri="{FF2B5EF4-FFF2-40B4-BE49-F238E27FC236}">
                                <a16:creationId xmlns:a16="http://schemas.microsoft.com/office/drawing/2014/main" id="{CC94B272-35B6-46E4-91C5-864FB6C0F24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428574" y="2294867"/>
                            <a:ext cx="215900" cy="609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A42D6C6B-4C2C-4392-899F-3B006235DB8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85483" y="2349545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67" name="Equation" r:id="rId17" imgW="177480" imgH="190440" progId="Equation.DSMT4">
                      <p:embed/>
                    </p:oleObj>
                  </mc:Choice>
                  <mc:Fallback>
                    <p:oleObj name="Equation" r:id="rId17" imgW="177480" imgH="19044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A42D6C6B-4C2C-4392-899F-3B006235DB8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785483" y="2349545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对象 16">
                <a:extLst>
                  <a:ext uri="{FF2B5EF4-FFF2-40B4-BE49-F238E27FC236}">
                    <a16:creationId xmlns:a16="http://schemas.microsoft.com/office/drawing/2014/main" id="{181A2DCE-C53D-4B77-945A-6D02166A722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65024" y="1704873"/>
              <a:ext cx="1905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68" name="Equation" r:id="rId19" imgW="190440" imgH="279360" progId="Equation.DSMT4">
                      <p:embed/>
                    </p:oleObj>
                  </mc:Choice>
                  <mc:Fallback>
                    <p:oleObj name="Equation" r:id="rId19" imgW="190440" imgH="279360" progId="Equation.DSMT4">
                      <p:embed/>
                      <p:pic>
                        <p:nvPicPr>
                          <p:cNvPr id="17" name="对象 16">
                            <a:extLst>
                              <a:ext uri="{FF2B5EF4-FFF2-40B4-BE49-F238E27FC236}">
                                <a16:creationId xmlns:a16="http://schemas.microsoft.com/office/drawing/2014/main" id="{181A2DCE-C53D-4B77-945A-6D02166A722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965024" y="1704873"/>
                            <a:ext cx="1905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>
                <a:extLst>
                  <a:ext uri="{FF2B5EF4-FFF2-40B4-BE49-F238E27FC236}">
                    <a16:creationId xmlns:a16="http://schemas.microsoft.com/office/drawing/2014/main" id="{BBCD9690-449E-4ACB-A619-A60D637557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56259" y="1843059"/>
              <a:ext cx="2159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69" name="Equation" r:id="rId21" imgW="215640" imgH="279360" progId="Equation.DSMT4">
                      <p:embed/>
                    </p:oleObj>
                  </mc:Choice>
                  <mc:Fallback>
                    <p:oleObj name="Equation" r:id="rId21" imgW="215640" imgH="279360" progId="Equation.DSMT4">
                      <p:embed/>
                      <p:pic>
                        <p:nvPicPr>
                          <p:cNvPr id="18" name="对象 17">
                            <a:extLst>
                              <a:ext uri="{FF2B5EF4-FFF2-40B4-BE49-F238E27FC236}">
                                <a16:creationId xmlns:a16="http://schemas.microsoft.com/office/drawing/2014/main" id="{BBCD9690-449E-4ACB-A619-A60D6375575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6156259" y="1843059"/>
                            <a:ext cx="2159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9226CB54-8705-40DA-90C8-D4679BFA721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222165" y="2112441"/>
              <a:ext cx="2159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70" name="Equation" r:id="rId23" imgW="215640" imgH="279360" progId="Equation.DSMT4">
                      <p:embed/>
                    </p:oleObj>
                  </mc:Choice>
                  <mc:Fallback>
                    <p:oleObj name="Equation" r:id="rId23" imgW="215640" imgH="279360" progId="Equation.DSMT4">
                      <p:embed/>
                      <p:pic>
                        <p:nvPicPr>
                          <p:cNvPr id="19" name="对象 18">
                            <a:extLst>
                              <a:ext uri="{FF2B5EF4-FFF2-40B4-BE49-F238E27FC236}">
                                <a16:creationId xmlns:a16="http://schemas.microsoft.com/office/drawing/2014/main" id="{9226CB54-8705-40DA-90C8-D4679BFA721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6222165" y="2112441"/>
                            <a:ext cx="2159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B186E851-F464-46A6-B62A-6BF9347B333E}"/>
                </a:ext>
              </a:extLst>
            </p:cNvPr>
            <p:cNvCxnSpPr/>
            <p:nvPr/>
          </p:nvCxnSpPr>
          <p:spPr>
            <a:xfrm>
              <a:off x="6659145" y="1663906"/>
              <a:ext cx="0" cy="55108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AD1B90CF-E996-4EC5-B8C1-BD39B81646D0}"/>
                </a:ext>
              </a:extLst>
            </p:cNvPr>
            <p:cNvCxnSpPr>
              <a:cxnSpLocks/>
            </p:cNvCxnSpPr>
            <p:nvPr/>
          </p:nvCxnSpPr>
          <p:spPr>
            <a:xfrm>
              <a:off x="6848265" y="1923683"/>
              <a:ext cx="3675" cy="32414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E5BDC863-41D6-48DA-80BC-0CB4211963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547" y="96204"/>
          <a:ext cx="3441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71" name="Equation" r:id="rId25" imgW="3441600" imgH="711000" progId="Equation.DSMT4">
                  <p:embed/>
                </p:oleObj>
              </mc:Choice>
              <mc:Fallback>
                <p:oleObj name="Equation" r:id="rId25" imgW="3441600" imgH="7110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E5BDC863-41D6-48DA-80BC-0CB4211963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81547" y="96204"/>
                        <a:ext cx="3441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>
            <a:extLst>
              <a:ext uri="{FF2B5EF4-FFF2-40B4-BE49-F238E27FC236}">
                <a16:creationId xmlns:a16="http://schemas.microsoft.com/office/drawing/2014/main" id="{756F07C5-8CE9-4CC7-B374-10476A3E123F}"/>
              </a:ext>
            </a:extLst>
          </p:cNvPr>
          <p:cNvSpPr/>
          <p:nvPr/>
        </p:nvSpPr>
        <p:spPr>
          <a:xfrm>
            <a:off x="6517108" y="1590716"/>
            <a:ext cx="72008" cy="188604"/>
          </a:xfrm>
          <a:prstGeom prst="rect">
            <a:avLst/>
          </a:prstGeom>
          <a:solidFill>
            <a:schemeClr val="accent1">
              <a:alpha val="54000"/>
            </a:schemeClr>
          </a:solidFill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41E94D8F-8385-4F38-9CD1-D932D7FA8A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560" y="786157"/>
          <a:ext cx="2641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72" name="Equation" r:id="rId27" imgW="2641320" imgH="622080" progId="Equation.DSMT4">
                  <p:embed/>
                </p:oleObj>
              </mc:Choice>
              <mc:Fallback>
                <p:oleObj name="Equation" r:id="rId27" imgW="2641320" imgH="6220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41E94D8F-8385-4F38-9CD1-D932D7FA8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1560" y="786157"/>
                        <a:ext cx="26416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F6613E34-CFB1-465A-841C-C8DF10A3584F}"/>
              </a:ext>
            </a:extLst>
          </p:cNvPr>
          <p:cNvGrpSpPr/>
          <p:nvPr/>
        </p:nvGrpSpPr>
        <p:grpSpPr>
          <a:xfrm>
            <a:off x="6842789" y="2920483"/>
            <a:ext cx="1316961" cy="1823980"/>
            <a:chOff x="6842789" y="2920483"/>
            <a:chExt cx="1316961" cy="1823980"/>
          </a:xfrm>
        </p:grpSpPr>
        <p:sp>
          <p:nvSpPr>
            <p:cNvPr id="36" name="直角三角形 35">
              <a:extLst>
                <a:ext uri="{FF2B5EF4-FFF2-40B4-BE49-F238E27FC236}">
                  <a16:creationId xmlns:a16="http://schemas.microsoft.com/office/drawing/2014/main" id="{5AD1A9EF-B650-47F9-9ACA-2FF08DBCB9A9}"/>
                </a:ext>
              </a:extLst>
            </p:cNvPr>
            <p:cNvSpPr/>
            <p:nvPr/>
          </p:nvSpPr>
          <p:spPr>
            <a:xfrm flipH="1">
              <a:off x="7350109" y="2920483"/>
              <a:ext cx="652218" cy="883616"/>
            </a:xfrm>
            <a:prstGeom prst="rt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6A66E070-E0D4-4BDC-8ED4-38C90611DC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54528" y="3559423"/>
            <a:ext cx="1778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73" name="Equation" r:id="rId29" imgW="177480" imgH="241200" progId="Equation.DSMT4">
                    <p:embed/>
                  </p:oleObj>
                </mc:Choice>
                <mc:Fallback>
                  <p:oleObj name="Equation" r:id="rId29" imgW="177480" imgH="24120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6A66E070-E0D4-4BDC-8ED4-38C90611DC2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7454528" y="3559423"/>
                          <a:ext cx="1778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FA63BC9C-1D12-4576-AB21-BB173B5B84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45450" y="3416300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74" name="Equation" r:id="rId31" imgW="114120" imgH="228600" progId="Equation.DSMT4">
                    <p:embed/>
                  </p:oleObj>
                </mc:Choice>
                <mc:Fallback>
                  <p:oleObj name="Equation" r:id="rId31" imgW="114120" imgH="22860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FA63BC9C-1D12-4576-AB21-BB173B5B84C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8045450" y="3416300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C80CA9A2-6898-4D0E-AF5A-3AF8405071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76218" y="388744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75" name="Equation" r:id="rId33" imgW="177480" imgH="190440" progId="Equation.DSMT4">
                    <p:embed/>
                  </p:oleObj>
                </mc:Choice>
                <mc:Fallback>
                  <p:oleObj name="Equation" r:id="rId33" imgW="177480" imgH="19044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C80CA9A2-6898-4D0E-AF5A-3AF84050715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7676218" y="388744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C8C36D3F-170D-44E9-94CA-B1A0F7E04FB4}"/>
                </a:ext>
              </a:extLst>
            </p:cNvPr>
            <p:cNvSpPr/>
            <p:nvPr/>
          </p:nvSpPr>
          <p:spPr>
            <a:xfrm>
              <a:off x="7418567" y="3729162"/>
              <a:ext cx="56403" cy="71561"/>
            </a:xfrm>
            <a:custGeom>
              <a:avLst/>
              <a:gdLst>
                <a:gd name="connsiteX0" fmla="*/ 0 w 56403"/>
                <a:gd name="connsiteY0" fmla="*/ 0 h 71561"/>
                <a:gd name="connsiteX1" fmla="*/ 55659 w 56403"/>
                <a:gd name="connsiteY1" fmla="*/ 55659 h 71561"/>
                <a:gd name="connsiteX2" fmla="*/ 55659 w 56403"/>
                <a:gd name="connsiteY2" fmla="*/ 71561 h 7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03" h="71561">
                  <a:moveTo>
                    <a:pt x="0" y="0"/>
                  </a:moveTo>
                  <a:cubicBezTo>
                    <a:pt x="37526" y="22516"/>
                    <a:pt x="42350" y="15735"/>
                    <a:pt x="55659" y="55659"/>
                  </a:cubicBezTo>
                  <a:cubicBezTo>
                    <a:pt x="57335" y="60688"/>
                    <a:pt x="55659" y="66260"/>
                    <a:pt x="55659" y="71561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EC327540-841D-473E-B581-126F196DAB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42789" y="3071874"/>
            <a:ext cx="7874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76" name="Equation" r:id="rId35" imgW="787320" imgH="368280" progId="Equation.DSMT4">
                    <p:embed/>
                  </p:oleObj>
                </mc:Choice>
                <mc:Fallback>
                  <p:oleObj name="Equation" r:id="rId35" imgW="787320" imgH="368280" progId="Equation.DSMT4">
                    <p:embed/>
                    <p:pic>
                      <p:nvPicPr>
                        <p:cNvPr id="41" name="对象 40">
                          <a:extLst>
                            <a:ext uri="{FF2B5EF4-FFF2-40B4-BE49-F238E27FC236}">
                              <a16:creationId xmlns:a16="http://schemas.microsoft.com/office/drawing/2014/main" id="{EC327540-841D-473E-B581-126F196DABA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6842789" y="3071874"/>
                          <a:ext cx="7874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5873C3BD-2E3B-48BA-850A-CE50D58BCE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92370" y="4134863"/>
            <a:ext cx="9652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77" name="Equation" r:id="rId37" imgW="965160" imgH="609480" progId="Equation.DSMT4">
                    <p:embed/>
                  </p:oleObj>
                </mc:Choice>
                <mc:Fallback>
                  <p:oleObj name="Equation" r:id="rId37" imgW="965160" imgH="60948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5873C3BD-2E3B-48BA-850A-CE50D58BCE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6992370" y="4134863"/>
                          <a:ext cx="9652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0E48A413-DEE8-43A5-AF32-824FF4DCE4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001" y="1610143"/>
          <a:ext cx="431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78" name="Equation" r:id="rId39" imgW="4317840" imgH="736560" progId="Equation.DSMT4">
                  <p:embed/>
                </p:oleObj>
              </mc:Choice>
              <mc:Fallback>
                <p:oleObj name="Equation" r:id="rId39" imgW="4317840" imgH="73656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0E48A413-DEE8-43A5-AF32-824FF4DCE4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23001" y="1610143"/>
                        <a:ext cx="4318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013EB927-D1C1-4399-8A07-6139487DC0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461" y="2638982"/>
          <a:ext cx="2349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79" name="Equation" r:id="rId41" imgW="2349360" imgH="279360" progId="Equation.DSMT4">
                  <p:embed/>
                </p:oleObj>
              </mc:Choice>
              <mc:Fallback>
                <p:oleObj name="Equation" r:id="rId41" imgW="2349360" imgH="27936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013EB927-D1C1-4399-8A07-6139487DC0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44461" y="2638982"/>
                        <a:ext cx="2349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764CEFA9-A788-4691-AD32-BC857FE135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461" y="3210621"/>
          <a:ext cx="5067301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80" name="Equation" r:id="rId43" imgW="5067000" imgH="850680" progId="Equation.DSMT4">
                  <p:embed/>
                </p:oleObj>
              </mc:Choice>
              <mc:Fallback>
                <p:oleObj name="Equation" r:id="rId43" imgW="5067000" imgH="8506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764CEFA9-A788-4691-AD32-BC857FE135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44461" y="3210621"/>
                        <a:ext cx="5067301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矩形 45">
            <a:extLst>
              <a:ext uri="{FF2B5EF4-FFF2-40B4-BE49-F238E27FC236}">
                <a16:creationId xmlns:a16="http://schemas.microsoft.com/office/drawing/2014/main" id="{2736C07E-BDF0-4385-875B-E45A44A3DEE8}"/>
              </a:ext>
            </a:extLst>
          </p:cNvPr>
          <p:cNvSpPr/>
          <p:nvPr/>
        </p:nvSpPr>
        <p:spPr>
          <a:xfrm>
            <a:off x="539552" y="435376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6DBC0CB5-A5C8-4D36-AB77-A210EC2987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5511" y="4188799"/>
          <a:ext cx="78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81" name="Equation" r:id="rId45" imgW="787320" imgH="736560" progId="Equation.DSMT4">
                  <p:embed/>
                </p:oleObj>
              </mc:Choice>
              <mc:Fallback>
                <p:oleObj name="Equation" r:id="rId45" imgW="787320" imgH="73656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6DBC0CB5-A5C8-4D36-AB77-A210EC2987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425511" y="4188799"/>
                        <a:ext cx="787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118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ED62BA4-BB07-4D12-9DE5-80466183A565}"/>
              </a:ext>
            </a:extLst>
          </p:cNvPr>
          <p:cNvGrpSpPr/>
          <p:nvPr/>
        </p:nvGrpSpPr>
        <p:grpSpPr>
          <a:xfrm>
            <a:off x="5508104" y="267494"/>
            <a:ext cx="3190176" cy="2442993"/>
            <a:chOff x="5436096" y="555526"/>
            <a:chExt cx="3190176" cy="244299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2D953CB-91DE-426C-9ADF-FD21B955335E}"/>
                </a:ext>
              </a:extLst>
            </p:cNvPr>
            <p:cNvGrpSpPr/>
            <p:nvPr/>
          </p:nvGrpSpPr>
          <p:grpSpPr>
            <a:xfrm>
              <a:off x="5436096" y="555526"/>
              <a:ext cx="3190176" cy="2442993"/>
              <a:chOff x="4999116" y="699542"/>
              <a:chExt cx="3190176" cy="2442993"/>
            </a:xfrm>
          </p:grpSpPr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92D5D0C2-101E-4559-A9C5-66C561B113FA}"/>
                  </a:ext>
                </a:extLst>
              </p:cNvPr>
              <p:cNvCxnSpPr/>
              <p:nvPr/>
            </p:nvCxnSpPr>
            <p:spPr>
              <a:xfrm>
                <a:off x="6012160" y="2355726"/>
                <a:ext cx="208823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603A4579-75CA-487C-9A4F-8FCF496DBC66}"/>
                  </a:ext>
                </a:extLst>
              </p:cNvPr>
              <p:cNvCxnSpPr/>
              <p:nvPr/>
            </p:nvCxnSpPr>
            <p:spPr>
              <a:xfrm flipV="1">
                <a:off x="6012160" y="699542"/>
                <a:ext cx="0" cy="165618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弧形 7">
                <a:extLst>
                  <a:ext uri="{FF2B5EF4-FFF2-40B4-BE49-F238E27FC236}">
                    <a16:creationId xmlns:a16="http://schemas.microsoft.com/office/drawing/2014/main" id="{314EC0FA-ABF8-492F-A4E0-4F4E523ED1A3}"/>
                  </a:ext>
                </a:extLst>
              </p:cNvPr>
              <p:cNvSpPr/>
              <p:nvPr/>
            </p:nvSpPr>
            <p:spPr>
              <a:xfrm rot="20739562">
                <a:off x="5819255" y="1702377"/>
                <a:ext cx="720010" cy="1440158"/>
              </a:xfrm>
              <a:prstGeom prst="arc">
                <a:avLst>
                  <a:gd name="adj1" fmla="val 16200000"/>
                  <a:gd name="adj2" fmla="val 212216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9" name="对象 8">
                <a:extLst>
                  <a:ext uri="{FF2B5EF4-FFF2-40B4-BE49-F238E27FC236}">
                    <a16:creationId xmlns:a16="http://schemas.microsoft.com/office/drawing/2014/main" id="{AE641999-912A-4E19-95E9-F86038F700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11492" y="2422456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284" name="Equation" r:id="rId3" imgW="177480" imgH="190440" progId="Equation.DSMT4">
                      <p:embed/>
                    </p:oleObj>
                  </mc:Choice>
                  <mc:Fallback>
                    <p:oleObj name="Equation" r:id="rId3" imgW="177480" imgH="190440" progId="Equation.DSMT4">
                      <p:embed/>
                      <p:pic>
                        <p:nvPicPr>
                          <p:cNvPr id="9" name="对象 8">
                            <a:extLst>
                              <a:ext uri="{FF2B5EF4-FFF2-40B4-BE49-F238E27FC236}">
                                <a16:creationId xmlns:a16="http://schemas.microsoft.com/office/drawing/2014/main" id="{AE641999-912A-4E19-95E9-F86038F7009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011492" y="2422456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00354659-19BA-4298-8CE5-1B53B7FE927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726421" y="710120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285" name="Equation" r:id="rId5" imgW="190440" imgH="241200" progId="Equation.DSMT4">
                      <p:embed/>
                    </p:oleObj>
                  </mc:Choice>
                  <mc:Fallback>
                    <p:oleObj name="Equation" r:id="rId5" imgW="190440" imgH="241200" progId="Equation.DSMT4">
                      <p:embed/>
                      <p:pic>
                        <p:nvPicPr>
                          <p:cNvPr id="10" name="对象 9">
                            <a:extLst>
                              <a:ext uri="{FF2B5EF4-FFF2-40B4-BE49-F238E27FC236}">
                                <a16:creationId xmlns:a16="http://schemas.microsoft.com/office/drawing/2014/main" id="{00354659-19BA-4298-8CE5-1B53B7FE927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5726421" y="710120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810D13A2-FA03-499D-89EA-206E0647D9E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831674" y="2355726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286" name="Equation" r:id="rId7" imgW="228600" imgH="241200" progId="Equation.DSMT4">
                      <p:embed/>
                    </p:oleObj>
                  </mc:Choice>
                  <mc:Fallback>
                    <p:oleObj name="Equation" r:id="rId7" imgW="228600" imgH="241200" progId="Equation.DSMT4">
                      <p:embed/>
                      <p:pic>
                        <p:nvPicPr>
                          <p:cNvPr id="11" name="对象 10">
                            <a:extLst>
                              <a:ext uri="{FF2B5EF4-FFF2-40B4-BE49-F238E27FC236}">
                                <a16:creationId xmlns:a16="http://schemas.microsoft.com/office/drawing/2014/main" id="{810D13A2-FA03-499D-89EA-206E0647D9E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831674" y="2355726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44B2E60A-5AD8-41FB-8104-492F7AA57F6E}"/>
                  </a:ext>
                </a:extLst>
              </p:cNvPr>
              <p:cNvSpPr/>
              <p:nvPr/>
            </p:nvSpPr>
            <p:spPr>
              <a:xfrm>
                <a:off x="6046684" y="2067694"/>
                <a:ext cx="812202" cy="288031"/>
              </a:xfrm>
              <a:custGeom>
                <a:avLst/>
                <a:gdLst>
                  <a:gd name="connsiteX0" fmla="*/ 0 w 1362919"/>
                  <a:gd name="connsiteY0" fmla="*/ 439845 h 439845"/>
                  <a:gd name="connsiteX1" fmla="*/ 665544 w 1362919"/>
                  <a:gd name="connsiteY1" fmla="*/ 7 h 439845"/>
                  <a:gd name="connsiteX2" fmla="*/ 1362919 w 1362919"/>
                  <a:gd name="connsiteY2" fmla="*/ 431164 h 439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62919" h="439845">
                    <a:moveTo>
                      <a:pt x="0" y="439845"/>
                    </a:moveTo>
                    <a:cubicBezTo>
                      <a:pt x="219195" y="220649"/>
                      <a:pt x="438391" y="1454"/>
                      <a:pt x="665544" y="7"/>
                    </a:cubicBezTo>
                    <a:cubicBezTo>
                      <a:pt x="892697" y="-1440"/>
                      <a:pt x="1127808" y="214862"/>
                      <a:pt x="1362919" y="431164"/>
                    </a:cubicBezTo>
                  </a:path>
                </a:pathLst>
              </a:custGeom>
              <a:noFill/>
              <a:ln w="12700">
                <a:solidFill>
                  <a:srgbClr val="3366FF">
                    <a:alpha val="8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FF1EB290-416B-47C0-A08F-5AD0C749A97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99116" y="1552473"/>
              <a:ext cx="9398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287" name="Equation" r:id="rId9" imgW="939600" imgH="241200" progId="Equation.DSMT4">
                      <p:embed/>
                    </p:oleObj>
                  </mc:Choice>
                  <mc:Fallback>
                    <p:oleObj name="Equation" r:id="rId9" imgW="939600" imgH="241200" progId="Equation.DSMT4">
                      <p:embed/>
                      <p:pic>
                        <p:nvPicPr>
                          <p:cNvPr id="14" name="对象 13">
                            <a:extLst>
                              <a:ext uri="{FF2B5EF4-FFF2-40B4-BE49-F238E27FC236}">
                                <a16:creationId xmlns:a16="http://schemas.microsoft.com/office/drawing/2014/main" id="{FF1EB290-416B-47C0-A08F-5AD0C749A97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999116" y="1552473"/>
                            <a:ext cx="9398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D2CF8B53-8400-4F10-9D24-B63B72FBBCE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801640" y="1947341"/>
              <a:ext cx="10541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288" name="Equation" r:id="rId11" imgW="1054080" imgH="304560" progId="Equation.DSMT4">
                      <p:embed/>
                    </p:oleObj>
                  </mc:Choice>
                  <mc:Fallback>
                    <p:oleObj name="Equation" r:id="rId11" imgW="1054080" imgH="30456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D2CF8B53-8400-4F10-9D24-B63B72FBBCE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801640" y="1947341"/>
                            <a:ext cx="10541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>
                <a:extLst>
                  <a:ext uri="{FF2B5EF4-FFF2-40B4-BE49-F238E27FC236}">
                    <a16:creationId xmlns:a16="http://schemas.microsoft.com/office/drawing/2014/main" id="{6E43006F-A6DD-459E-9379-6D31513A1F3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28574" y="2294867"/>
              <a:ext cx="215900" cy="609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289" name="Equation" r:id="rId13" imgW="215640" imgH="609480" progId="Equation.DSMT4">
                      <p:embed/>
                    </p:oleObj>
                  </mc:Choice>
                  <mc:Fallback>
                    <p:oleObj name="Equation" r:id="rId13" imgW="215640" imgH="609480" progId="Equation.DSMT4">
                      <p:embed/>
                      <p:pic>
                        <p:nvPicPr>
                          <p:cNvPr id="18" name="对象 17">
                            <a:extLst>
                              <a:ext uri="{FF2B5EF4-FFF2-40B4-BE49-F238E27FC236}">
                                <a16:creationId xmlns:a16="http://schemas.microsoft.com/office/drawing/2014/main" id="{6E43006F-A6DD-459E-9379-6D31513A1F3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428574" y="2294867"/>
                            <a:ext cx="215900" cy="609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4C26DEC8-5425-4010-A972-88C3D29132F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85483" y="2349545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290" name="Equation" r:id="rId15" imgW="177480" imgH="190440" progId="Equation.DSMT4">
                      <p:embed/>
                    </p:oleObj>
                  </mc:Choice>
                  <mc:Fallback>
                    <p:oleObj name="Equation" r:id="rId15" imgW="177480" imgH="190440" progId="Equation.DSMT4">
                      <p:embed/>
                      <p:pic>
                        <p:nvPicPr>
                          <p:cNvPr id="19" name="对象 18">
                            <a:extLst>
                              <a:ext uri="{FF2B5EF4-FFF2-40B4-BE49-F238E27FC236}">
                                <a16:creationId xmlns:a16="http://schemas.microsoft.com/office/drawing/2014/main" id="{4C26DEC8-5425-4010-A972-88C3D29132F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785483" y="2349545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对象 19">
                <a:extLst>
                  <a:ext uri="{FF2B5EF4-FFF2-40B4-BE49-F238E27FC236}">
                    <a16:creationId xmlns:a16="http://schemas.microsoft.com/office/drawing/2014/main" id="{025C9251-DA9B-4AFB-8FFB-477BE383539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65024" y="1704873"/>
              <a:ext cx="1905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291" name="Equation" r:id="rId17" imgW="190440" imgH="279360" progId="Equation.DSMT4">
                      <p:embed/>
                    </p:oleObj>
                  </mc:Choice>
                  <mc:Fallback>
                    <p:oleObj name="Equation" r:id="rId17" imgW="190440" imgH="279360" progId="Equation.DSMT4">
                      <p:embed/>
                      <p:pic>
                        <p:nvPicPr>
                          <p:cNvPr id="20" name="对象 19">
                            <a:extLst>
                              <a:ext uri="{FF2B5EF4-FFF2-40B4-BE49-F238E27FC236}">
                                <a16:creationId xmlns:a16="http://schemas.microsoft.com/office/drawing/2014/main" id="{025C9251-DA9B-4AFB-8FFB-477BE383539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965024" y="1704873"/>
                            <a:ext cx="1905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2EFA4524-48FB-4B08-A0A3-601933D3CA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56259" y="1843059"/>
              <a:ext cx="2159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292" name="Equation" r:id="rId19" imgW="215640" imgH="279360" progId="Equation.DSMT4">
                      <p:embed/>
                    </p:oleObj>
                  </mc:Choice>
                  <mc:Fallback>
                    <p:oleObj name="Equation" r:id="rId19" imgW="215640" imgH="279360" progId="Equation.DSMT4">
                      <p:embed/>
                      <p:pic>
                        <p:nvPicPr>
                          <p:cNvPr id="21" name="对象 20">
                            <a:extLst>
                              <a:ext uri="{FF2B5EF4-FFF2-40B4-BE49-F238E27FC236}">
                                <a16:creationId xmlns:a16="http://schemas.microsoft.com/office/drawing/2014/main" id="{2EFA4524-48FB-4B08-A0A3-601933D3CAD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6156259" y="1843059"/>
                            <a:ext cx="2159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C22348F4-A987-4CDA-BC37-BDCF3455DB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222165" y="2112441"/>
              <a:ext cx="2159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293" name="Equation" r:id="rId21" imgW="215640" imgH="279360" progId="Equation.DSMT4">
                      <p:embed/>
                    </p:oleObj>
                  </mc:Choice>
                  <mc:Fallback>
                    <p:oleObj name="Equation" r:id="rId21" imgW="215640" imgH="279360" progId="Equation.DSMT4">
                      <p:embed/>
                      <p:pic>
                        <p:nvPicPr>
                          <p:cNvPr id="22" name="对象 21">
                            <a:extLst>
                              <a:ext uri="{FF2B5EF4-FFF2-40B4-BE49-F238E27FC236}">
                                <a16:creationId xmlns:a16="http://schemas.microsoft.com/office/drawing/2014/main" id="{C22348F4-A987-4CDA-BC37-BDCF3455DB8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6222165" y="2112441"/>
                            <a:ext cx="2159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84A1241-0E58-466E-9553-5333F48BC414}"/>
                </a:ext>
              </a:extLst>
            </p:cNvPr>
            <p:cNvCxnSpPr/>
            <p:nvPr/>
          </p:nvCxnSpPr>
          <p:spPr>
            <a:xfrm>
              <a:off x="6659145" y="1663906"/>
              <a:ext cx="0" cy="55108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895EAD7-5765-4465-9A6D-2E95F39F54E3}"/>
                </a:ext>
              </a:extLst>
            </p:cNvPr>
            <p:cNvCxnSpPr>
              <a:cxnSpLocks/>
            </p:cNvCxnSpPr>
            <p:nvPr/>
          </p:nvCxnSpPr>
          <p:spPr>
            <a:xfrm>
              <a:off x="6848265" y="1923683"/>
              <a:ext cx="3675" cy="324142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BA580760-E13A-4E25-A462-74BBF370B9D7}"/>
              </a:ext>
            </a:extLst>
          </p:cNvPr>
          <p:cNvSpPr/>
          <p:nvPr/>
        </p:nvSpPr>
        <p:spPr>
          <a:xfrm>
            <a:off x="6643547" y="1311991"/>
            <a:ext cx="55332" cy="46486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F8071F2-C5F8-4535-806D-0788DD40F15E}"/>
              </a:ext>
            </a:extLst>
          </p:cNvPr>
          <p:cNvGrpSpPr/>
          <p:nvPr/>
        </p:nvGrpSpPr>
        <p:grpSpPr>
          <a:xfrm>
            <a:off x="6921500" y="2632451"/>
            <a:ext cx="1310258" cy="1823662"/>
            <a:chOff x="6849492" y="2920483"/>
            <a:chExt cx="1310258" cy="1823662"/>
          </a:xfrm>
        </p:grpSpPr>
        <p:sp>
          <p:nvSpPr>
            <p:cNvPr id="27" name="直角三角形 26">
              <a:extLst>
                <a:ext uri="{FF2B5EF4-FFF2-40B4-BE49-F238E27FC236}">
                  <a16:creationId xmlns:a16="http://schemas.microsoft.com/office/drawing/2014/main" id="{3CDCC6AE-1004-4730-B605-59B081EBAA3B}"/>
                </a:ext>
              </a:extLst>
            </p:cNvPr>
            <p:cNvSpPr/>
            <p:nvPr/>
          </p:nvSpPr>
          <p:spPr>
            <a:xfrm flipH="1">
              <a:off x="7350109" y="2920483"/>
              <a:ext cx="652218" cy="883616"/>
            </a:xfrm>
            <a:prstGeom prst="rt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EAD20D11-971C-4154-95F9-6EC0E6F92E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54528" y="3559423"/>
            <a:ext cx="1778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294" name="Equation" r:id="rId23" imgW="177480" imgH="241200" progId="Equation.DSMT4">
                    <p:embed/>
                  </p:oleObj>
                </mc:Choice>
                <mc:Fallback>
                  <p:oleObj name="Equation" r:id="rId23" imgW="177480" imgH="24120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EAD20D11-971C-4154-95F9-6EC0E6F92EF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454528" y="3559423"/>
                          <a:ext cx="1778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834160D2-5F29-4FE2-AEFC-AE2BA52451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45450" y="3416300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295" name="Equation" r:id="rId25" imgW="114120" imgH="228600" progId="Equation.DSMT4">
                    <p:embed/>
                  </p:oleObj>
                </mc:Choice>
                <mc:Fallback>
                  <p:oleObj name="Equation" r:id="rId25" imgW="114120" imgH="22860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834160D2-5F29-4FE2-AEFC-AE2BA524511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8045450" y="3416300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33319CE6-DCC3-4A52-AA41-FFC4EC179C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2930" y="3855145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296" name="Equation" r:id="rId27" imgW="164880" imgH="253800" progId="Equation.DSMT4">
                    <p:embed/>
                  </p:oleObj>
                </mc:Choice>
                <mc:Fallback>
                  <p:oleObj name="Equation" r:id="rId27" imgW="164880" imgH="25380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33319CE6-DCC3-4A52-AA41-FFC4EC179C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682930" y="3855145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D927C440-E001-4B29-A37B-C44385F13DC8}"/>
                </a:ext>
              </a:extLst>
            </p:cNvPr>
            <p:cNvSpPr/>
            <p:nvPr/>
          </p:nvSpPr>
          <p:spPr>
            <a:xfrm>
              <a:off x="7418567" y="3729162"/>
              <a:ext cx="56403" cy="71561"/>
            </a:xfrm>
            <a:custGeom>
              <a:avLst/>
              <a:gdLst>
                <a:gd name="connsiteX0" fmla="*/ 0 w 56403"/>
                <a:gd name="connsiteY0" fmla="*/ 0 h 71561"/>
                <a:gd name="connsiteX1" fmla="*/ 55659 w 56403"/>
                <a:gd name="connsiteY1" fmla="*/ 55659 h 71561"/>
                <a:gd name="connsiteX2" fmla="*/ 55659 w 56403"/>
                <a:gd name="connsiteY2" fmla="*/ 71561 h 7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03" h="71561">
                  <a:moveTo>
                    <a:pt x="0" y="0"/>
                  </a:moveTo>
                  <a:cubicBezTo>
                    <a:pt x="37526" y="22516"/>
                    <a:pt x="42350" y="15735"/>
                    <a:pt x="55659" y="55659"/>
                  </a:cubicBezTo>
                  <a:cubicBezTo>
                    <a:pt x="57335" y="60688"/>
                    <a:pt x="55659" y="66260"/>
                    <a:pt x="55659" y="71561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938C35E1-4F19-44F1-AC11-5A6C89AB48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49492" y="3072507"/>
            <a:ext cx="7747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297" name="Equation" r:id="rId29" imgW="774360" imgH="368280" progId="Equation.DSMT4">
                    <p:embed/>
                  </p:oleObj>
                </mc:Choice>
                <mc:Fallback>
                  <p:oleObj name="Equation" r:id="rId29" imgW="774360" imgH="36828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938C35E1-4F19-44F1-AC11-5A6C89AB483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6849492" y="3072507"/>
                          <a:ext cx="7747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489254DA-8886-4892-9CE5-A5042C5393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98717" y="4134545"/>
            <a:ext cx="9525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298" name="Equation" r:id="rId31" imgW="952200" imgH="609480" progId="Equation.DSMT4">
                    <p:embed/>
                  </p:oleObj>
                </mc:Choice>
                <mc:Fallback>
                  <p:oleObj name="Equation" r:id="rId31" imgW="952200" imgH="60948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489254DA-8886-4892-9CE5-A5042C53931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6998717" y="4134545"/>
                          <a:ext cx="9525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646E02A0-EFEB-4241-9CE1-790A9816F6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793" y="50140"/>
          <a:ext cx="3987801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299" name="Equation" r:id="rId33" imgW="3987720" imgH="711000" progId="Equation.DSMT4">
                  <p:embed/>
                </p:oleObj>
              </mc:Choice>
              <mc:Fallback>
                <p:oleObj name="Equation" r:id="rId33" imgW="3987720" imgH="7110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646E02A0-EFEB-4241-9CE1-790A9816F6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49793" y="50140"/>
                        <a:ext cx="3987801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75F51B9A-78E9-46BD-8BD5-607E04C00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81" y="689691"/>
          <a:ext cx="2616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00" name="Equation" r:id="rId35" imgW="2616120" imgH="622080" progId="Equation.DSMT4">
                  <p:embed/>
                </p:oleObj>
              </mc:Choice>
              <mc:Fallback>
                <p:oleObj name="Equation" r:id="rId35" imgW="2616120" imgH="6220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75F51B9A-78E9-46BD-8BD5-607E04C00C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05981" y="689691"/>
                        <a:ext cx="26162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73445BC9-67A5-4425-A96D-FC542B213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903" y="1307728"/>
          <a:ext cx="427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01" name="Equation" r:id="rId37" imgW="4279680" imgH="736560" progId="Equation.DSMT4">
                  <p:embed/>
                </p:oleObj>
              </mc:Choice>
              <mc:Fallback>
                <p:oleObj name="Equation" r:id="rId37" imgW="4279680" imgH="73656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73445BC9-67A5-4425-A96D-FC542B213C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24903" y="1307728"/>
                        <a:ext cx="4279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EA7DD792-65CF-4171-94C1-1DBC1086AA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450" y="2161812"/>
          <a:ext cx="2324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02" name="Equation" r:id="rId39" imgW="2323800" imgH="279360" progId="Equation.DSMT4">
                  <p:embed/>
                </p:oleObj>
              </mc:Choice>
              <mc:Fallback>
                <p:oleObj name="Equation" r:id="rId39" imgW="2323800" imgH="27936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EA7DD792-65CF-4171-94C1-1DBC1086AA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60450" y="2161812"/>
                        <a:ext cx="2324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5C21FBA6-8D2A-45CE-8BF6-577561BEA9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636" y="2575496"/>
          <a:ext cx="5003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03" name="Equation" r:id="rId41" imgW="5003640" imgH="850680" progId="Equation.DSMT4">
                  <p:embed/>
                </p:oleObj>
              </mc:Choice>
              <mc:Fallback>
                <p:oleObj name="Equation" r:id="rId41" imgW="5003640" imgH="8506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5C21FBA6-8D2A-45CE-8BF6-577561BEA9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83636" y="2575496"/>
                        <a:ext cx="50038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矩形 38">
            <a:extLst>
              <a:ext uri="{FF2B5EF4-FFF2-40B4-BE49-F238E27FC236}">
                <a16:creationId xmlns:a16="http://schemas.microsoft.com/office/drawing/2014/main" id="{B0FFF2A1-879B-413B-97EB-3FD90B42E444}"/>
              </a:ext>
            </a:extLst>
          </p:cNvPr>
          <p:cNvSpPr/>
          <p:nvPr/>
        </p:nvSpPr>
        <p:spPr>
          <a:xfrm>
            <a:off x="383027" y="367765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2B9FBF75-969E-443A-AC4B-B78C8B7904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0336" y="3441130"/>
          <a:ext cx="889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04" name="Equation" r:id="rId43" imgW="888840" imgH="723600" progId="Equation.DSMT4">
                  <p:embed/>
                </p:oleObj>
              </mc:Choice>
              <mc:Fallback>
                <p:oleObj name="Equation" r:id="rId43" imgW="888840" imgH="723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2B9FBF75-969E-443A-AC4B-B78C8B7904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270336" y="3441130"/>
                        <a:ext cx="889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>
            <a:extLst>
              <a:ext uri="{FF2B5EF4-FFF2-40B4-BE49-F238E27FC236}">
                <a16:creationId xmlns:a16="http://schemas.microsoft.com/office/drawing/2014/main" id="{31CDD8FB-70CB-473E-9FD4-10F160BCEB1B}"/>
              </a:ext>
            </a:extLst>
          </p:cNvPr>
          <p:cNvSpPr/>
          <p:nvPr/>
        </p:nvSpPr>
        <p:spPr>
          <a:xfrm>
            <a:off x="408589" y="433648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从而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CE3D9B5D-645A-4938-9527-BC83AC9E55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4786" y="4179764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05" name="Equation" r:id="rId45" imgW="1688760" imgH="736560" progId="Equation.DSMT4">
                  <p:embed/>
                </p:oleObj>
              </mc:Choice>
              <mc:Fallback>
                <p:oleObj name="Equation" r:id="rId45" imgW="1688760" imgH="73656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CE3D9B5D-645A-4938-9527-BC83AC9E55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314786" y="4179764"/>
                        <a:ext cx="1689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1084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DB625FB7-C0FE-4156-9870-EA7D550F15D5}"/>
              </a:ext>
            </a:extLst>
          </p:cNvPr>
          <p:cNvGrpSpPr/>
          <p:nvPr/>
        </p:nvGrpSpPr>
        <p:grpSpPr>
          <a:xfrm>
            <a:off x="6561714" y="1545034"/>
            <a:ext cx="1020924" cy="1072549"/>
            <a:chOff x="6876256" y="1275606"/>
            <a:chExt cx="1008107" cy="1080120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2062D8E9-7678-424D-B4C8-A5B45B14BB6A}"/>
                </a:ext>
              </a:extLst>
            </p:cNvPr>
            <p:cNvSpPr/>
            <p:nvPr/>
          </p:nvSpPr>
          <p:spPr>
            <a:xfrm>
              <a:off x="7020272" y="1419622"/>
              <a:ext cx="864091" cy="864090"/>
            </a:xfrm>
            <a:prstGeom prst="ellipse">
              <a:avLst/>
            </a:prstGeom>
            <a:noFill/>
            <a:ln w="317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621E488-3E17-48EB-A5B7-9E736E8583E9}"/>
                </a:ext>
              </a:extLst>
            </p:cNvPr>
            <p:cNvSpPr/>
            <p:nvPr/>
          </p:nvSpPr>
          <p:spPr>
            <a:xfrm>
              <a:off x="6876256" y="1275606"/>
              <a:ext cx="576064" cy="1080120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3A43A79-8093-4F15-B5AE-D824A5781AE7}"/>
              </a:ext>
            </a:extLst>
          </p:cNvPr>
          <p:cNvGrpSpPr/>
          <p:nvPr/>
        </p:nvGrpSpPr>
        <p:grpSpPr>
          <a:xfrm>
            <a:off x="251520" y="267494"/>
            <a:ext cx="8568952" cy="447403"/>
            <a:chOff x="323528" y="197240"/>
            <a:chExt cx="8568952" cy="44740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9AA33C6-7D7E-47A3-B661-464097DE061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23528" y="197240"/>
              <a:ext cx="8568952" cy="447403"/>
            </a:xfrm>
            <a:prstGeom prst="rect">
              <a:avLst/>
            </a:prstGeom>
            <a:noFill/>
            <a:ln/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4.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求圆盘          绕              旋转所成旋转体的体积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.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94493B1-EB4D-4B5F-8205-2D88CBF724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91680" y="238243"/>
            <a:ext cx="1460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70" name="Equation" r:id="rId3" imgW="1460160" imgH="406080" progId="Equation.DSMT4">
                    <p:embed/>
                  </p:oleObj>
                </mc:Choice>
                <mc:Fallback>
                  <p:oleObj name="Equation" r:id="rId3" imgW="1460160" imgH="4060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594493B1-EB4D-4B5F-8205-2D88CBF724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91680" y="238243"/>
                          <a:ext cx="1460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C3DEC89-8DDE-44D2-89F0-12C2813F6F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17900" y="269993"/>
            <a:ext cx="2108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71" name="Equation" r:id="rId5" imgW="2108160" imgH="342720" progId="Equation.DSMT4">
                    <p:embed/>
                  </p:oleObj>
                </mc:Choice>
                <mc:Fallback>
                  <p:oleObj name="Equation" r:id="rId5" imgW="210816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2C3DEC89-8DDE-44D2-89F0-12C2813F6F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17900" y="269993"/>
                          <a:ext cx="2108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73C3FA1-6629-4BF7-B80A-470822172AC0}"/>
              </a:ext>
            </a:extLst>
          </p:cNvPr>
          <p:cNvGrpSpPr/>
          <p:nvPr/>
        </p:nvGrpSpPr>
        <p:grpSpPr>
          <a:xfrm>
            <a:off x="6039897" y="1080455"/>
            <a:ext cx="2566632" cy="2088232"/>
            <a:chOff x="5580112" y="1527634"/>
            <a:chExt cx="2566632" cy="2088232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954FFEC-3A71-4788-B090-D7B99AB1DBDD}"/>
                </a:ext>
              </a:extLst>
            </p:cNvPr>
            <p:cNvGrpSpPr/>
            <p:nvPr/>
          </p:nvGrpSpPr>
          <p:grpSpPr>
            <a:xfrm>
              <a:off x="5580112" y="1527634"/>
              <a:ext cx="2566632" cy="2088232"/>
              <a:chOff x="5621532" y="1527634"/>
              <a:chExt cx="2566632" cy="2088232"/>
            </a:xfrm>
          </p:grpSpPr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9485E5D2-05B3-4845-BF54-9B2EAD881305}"/>
                  </a:ext>
                </a:extLst>
              </p:cNvPr>
              <p:cNvCxnSpPr/>
              <p:nvPr/>
            </p:nvCxnSpPr>
            <p:spPr>
              <a:xfrm>
                <a:off x="5724128" y="2571750"/>
                <a:ext cx="223224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A32F7C46-762C-4912-B1BD-6D4AB482E9C0}"/>
                  </a:ext>
                </a:extLst>
              </p:cNvPr>
              <p:cNvSpPr/>
              <p:nvPr/>
            </p:nvSpPr>
            <p:spPr>
              <a:xfrm>
                <a:off x="6300192" y="2139702"/>
                <a:ext cx="864091" cy="86409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72BD103D-BD9B-4F1A-94D7-047B6BC8B8D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87406" y="2597271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272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14" name="对象 13">
                            <a:extLst>
                              <a:ext uri="{FF2B5EF4-FFF2-40B4-BE49-F238E27FC236}">
                                <a16:creationId xmlns:a16="http://schemas.microsoft.com/office/drawing/2014/main" id="{72BD103D-BD9B-4F1A-94D7-047B6BC8B8D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7787406" y="2597271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9913A978-235B-420C-9ED4-C08BC4C0499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52153" y="1639274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273" name="Equation" r:id="rId9" imgW="190440" imgH="241200" progId="Equation.DSMT4">
                      <p:embed/>
                    </p:oleObj>
                  </mc:Choice>
                  <mc:Fallback>
                    <p:oleObj name="Equation" r:id="rId9" imgW="190440" imgH="241200" progId="Equation.DSMT4">
                      <p:embed/>
                      <p:pic>
                        <p:nvPicPr>
                          <p:cNvPr id="15" name="对象 14">
                            <a:extLst>
                              <a:ext uri="{FF2B5EF4-FFF2-40B4-BE49-F238E27FC236}">
                                <a16:creationId xmlns:a16="http://schemas.microsoft.com/office/drawing/2014/main" id="{9913A978-235B-420C-9ED4-C08BC4C0499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552153" y="1639274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28C75C8C-1762-42B8-82F7-226C73118F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03637" y="2572020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274" name="Equation" r:id="rId11" imgW="228600" imgH="241200" progId="Equation.DSMT4">
                      <p:embed/>
                    </p:oleObj>
                  </mc:Choice>
                  <mc:Fallback>
                    <p:oleObj name="Equation" r:id="rId11" imgW="228600" imgH="24120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28C75C8C-1762-42B8-82F7-226C73118F0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503637" y="2572020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对象 16">
                <a:extLst>
                  <a:ext uri="{FF2B5EF4-FFF2-40B4-BE49-F238E27FC236}">
                    <a16:creationId xmlns:a16="http://schemas.microsoft.com/office/drawing/2014/main" id="{8A84FB26-B074-4216-BB77-61BD270294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64283" y="2571747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275" name="Equation" r:id="rId13" imgW="177480" imgH="190440" progId="Equation.DSMT4">
                      <p:embed/>
                    </p:oleObj>
                  </mc:Choice>
                  <mc:Fallback>
                    <p:oleObj name="Equation" r:id="rId13" imgW="177480" imgH="190440" progId="Equation.DSMT4">
                      <p:embed/>
                      <p:pic>
                        <p:nvPicPr>
                          <p:cNvPr id="17" name="对象 16">
                            <a:extLst>
                              <a:ext uri="{FF2B5EF4-FFF2-40B4-BE49-F238E27FC236}">
                                <a16:creationId xmlns:a16="http://schemas.microsoft.com/office/drawing/2014/main" id="{8A84FB26-B074-4216-BB77-61BD2702948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7164283" y="2571747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>
                <a:extLst>
                  <a:ext uri="{FF2B5EF4-FFF2-40B4-BE49-F238E27FC236}">
                    <a16:creationId xmlns:a16="http://schemas.microsoft.com/office/drawing/2014/main" id="{A77D95B6-DEB6-4114-AD9B-84BE6B3CCD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943564" y="1759924"/>
              <a:ext cx="12446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276" name="Equation" r:id="rId15" imgW="1244520" imgH="342720" progId="Equation.DSMT4">
                      <p:embed/>
                    </p:oleObj>
                  </mc:Choice>
                  <mc:Fallback>
                    <p:oleObj name="Equation" r:id="rId15" imgW="1244520" imgH="342720" progId="Equation.DSMT4">
                      <p:embed/>
                      <p:pic>
                        <p:nvPicPr>
                          <p:cNvPr id="18" name="对象 17">
                            <a:extLst>
                              <a:ext uri="{FF2B5EF4-FFF2-40B4-BE49-F238E27FC236}">
                                <a16:creationId xmlns:a16="http://schemas.microsoft.com/office/drawing/2014/main" id="{A77D95B6-DEB6-4114-AD9B-84BE6B3CCDA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943564" y="1759924"/>
                            <a:ext cx="12446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22B48E54-0467-4CD5-93B2-0151449EA31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82568" y="2542316"/>
              <a:ext cx="3175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277" name="Equation" r:id="rId17" imgW="317160" imgH="253800" progId="Equation.DSMT4">
                      <p:embed/>
                    </p:oleObj>
                  </mc:Choice>
                  <mc:Fallback>
                    <p:oleObj name="Equation" r:id="rId17" imgW="317160" imgH="253800" progId="Equation.DSMT4">
                      <p:embed/>
                      <p:pic>
                        <p:nvPicPr>
                          <p:cNvPr id="19" name="对象 18">
                            <a:extLst>
                              <a:ext uri="{FF2B5EF4-FFF2-40B4-BE49-F238E27FC236}">
                                <a16:creationId xmlns:a16="http://schemas.microsoft.com/office/drawing/2014/main" id="{22B48E54-0467-4CD5-93B2-0151449EA31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682568" y="2542316"/>
                            <a:ext cx="3175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C8636D22-A276-4F5A-939A-6486078543FC}"/>
                  </a:ext>
                </a:extLst>
              </p:cNvPr>
              <p:cNvCxnSpPr/>
              <p:nvPr/>
            </p:nvCxnSpPr>
            <p:spPr>
              <a:xfrm>
                <a:off x="6001183" y="1866119"/>
                <a:ext cx="0" cy="141125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E1ED7F87-DD8F-4817-8DB5-43D2579A7D2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1532" y="1580371"/>
              <a:ext cx="546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278" name="Equation" r:id="rId19" imgW="545760" imgH="253800" progId="Equation.DSMT4">
                      <p:embed/>
                    </p:oleObj>
                  </mc:Choice>
                  <mc:Fallback>
                    <p:oleObj name="Equation" r:id="rId19" imgW="545760" imgH="253800" progId="Equation.DSMT4">
                      <p:embed/>
                      <p:pic>
                        <p:nvPicPr>
                          <p:cNvPr id="21" name="对象 20">
                            <a:extLst>
                              <a:ext uri="{FF2B5EF4-FFF2-40B4-BE49-F238E27FC236}">
                                <a16:creationId xmlns:a16="http://schemas.microsoft.com/office/drawing/2014/main" id="{E1ED7F87-DD8F-4817-8DB5-43D2579A7D2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621532" y="1580371"/>
                            <a:ext cx="5461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4955578D-C137-403C-83A9-17D597EE38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2240" y="1527634"/>
                <a:ext cx="0" cy="208823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E184437-1674-4587-B424-D2C51FE955E6}"/>
                </a:ext>
              </a:extLst>
            </p:cNvPr>
            <p:cNvCxnSpPr>
              <a:endCxn id="13" idx="0"/>
            </p:cNvCxnSpPr>
            <p:nvPr/>
          </p:nvCxnSpPr>
          <p:spPr>
            <a:xfrm>
              <a:off x="5959763" y="2139702"/>
              <a:ext cx="73105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2434E21-5391-4631-874B-57897674DFCA}"/>
                </a:ext>
              </a:extLst>
            </p:cNvPr>
            <p:cNvCxnSpPr>
              <a:cxnSpLocks/>
            </p:cNvCxnSpPr>
            <p:nvPr/>
          </p:nvCxnSpPr>
          <p:spPr>
            <a:xfrm>
              <a:off x="5979319" y="2993231"/>
              <a:ext cx="752918" cy="1056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7168584-E013-44A1-9A97-E98B767789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86164" y="3006143"/>
            <a:ext cx="317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79" name="Equation" r:id="rId21" imgW="317160" imgH="190440" progId="Equation.DSMT4">
                    <p:embed/>
                  </p:oleObj>
                </mc:Choice>
                <mc:Fallback>
                  <p:oleObj name="Equation" r:id="rId21" imgW="317160" imgH="1904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57168584-E013-44A1-9A97-E98B767789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386164" y="3006143"/>
                          <a:ext cx="3175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5C92F7DA-38F0-418C-9693-A604E2315620}"/>
              </a:ext>
            </a:extLst>
          </p:cNvPr>
          <p:cNvSpPr/>
          <p:nvPr/>
        </p:nvSpPr>
        <p:spPr>
          <a:xfrm>
            <a:off x="251520" y="105740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19A260C-2EF7-4D72-B084-2C7F10B34B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367" y="1097737"/>
          <a:ext cx="129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0" name="Equation" r:id="rId23" imgW="1295280" imgH="380880" progId="Equation.DSMT4">
                  <p:embed/>
                </p:oleObj>
              </mc:Choice>
              <mc:Fallback>
                <p:oleObj name="Equation" r:id="rId23" imgW="1295280" imgH="3808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719A260C-2EF7-4D72-B084-2C7F10B34B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09367" y="1097737"/>
                        <a:ext cx="1295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1C246C68-38E7-4BD4-8938-CF28BD4F3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2058" y="2383088"/>
          <a:ext cx="1346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1" name="Equation" r:id="rId25" imgW="1346040" imgH="419040" progId="Equation.DSMT4">
                  <p:embed/>
                </p:oleObj>
              </mc:Choice>
              <mc:Fallback>
                <p:oleObj name="Equation" r:id="rId25" imgW="1346040" imgH="41904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1C246C68-38E7-4BD4-8938-CF28BD4F36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372058" y="2383088"/>
                        <a:ext cx="1346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2FD0D39F-B0D6-463E-894C-C58C8CFD08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6122" y="3377432"/>
          <a:ext cx="1485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2" name="Equation" r:id="rId27" imgW="1485720" imgH="419040" progId="Equation.DSMT4">
                  <p:embed/>
                </p:oleObj>
              </mc:Choice>
              <mc:Fallback>
                <p:oleObj name="Equation" r:id="rId27" imgW="1485720" imgH="41904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2FD0D39F-B0D6-463E-894C-C58C8CFD08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706122" y="3377432"/>
                        <a:ext cx="1485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0348533-1B7B-4BDF-A4D0-08EE233CD1C1}"/>
              </a:ext>
            </a:extLst>
          </p:cNvPr>
          <p:cNvCxnSpPr>
            <a:stCxn id="13" idx="3"/>
          </p:cNvCxnSpPr>
          <p:nvPr/>
        </p:nvCxnSpPr>
        <p:spPr>
          <a:xfrm flipH="1">
            <a:off x="6585997" y="2430070"/>
            <a:ext cx="259103" cy="947362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9E01AD42-5D44-45F6-8C94-8FCC6A3210C6}"/>
              </a:ext>
            </a:extLst>
          </p:cNvPr>
          <p:cNvSpPr/>
          <p:nvPr/>
        </p:nvSpPr>
        <p:spPr>
          <a:xfrm>
            <a:off x="6418433" y="1851670"/>
            <a:ext cx="1033878" cy="1093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6D9F2BA1-E3C4-4102-9E4B-CA6C0A1B77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202" y="1667641"/>
          <a:ext cx="3035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3" name="Equation" r:id="rId29" imgW="3035160" imgH="698400" progId="Equation.DSMT4">
                  <p:embed/>
                </p:oleObj>
              </mc:Choice>
              <mc:Fallback>
                <p:oleObj name="Equation" r:id="rId29" imgW="3035160" imgH="6984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6D9F2BA1-E3C4-4102-9E4B-CA6C0A1B77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70202" y="1667641"/>
                        <a:ext cx="30353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>
            <a:extLst>
              <a:ext uri="{FF2B5EF4-FFF2-40B4-BE49-F238E27FC236}">
                <a16:creationId xmlns:a16="http://schemas.microsoft.com/office/drawing/2014/main" id="{9A973B3B-7E46-4570-977C-BEEBC704EED7}"/>
              </a:ext>
            </a:extLst>
          </p:cNvPr>
          <p:cNvSpPr/>
          <p:nvPr/>
        </p:nvSpPr>
        <p:spPr>
          <a:xfrm>
            <a:off x="6418433" y="2315068"/>
            <a:ext cx="339329" cy="11037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F55148D6-A09A-488B-80BB-E475C88F77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7122" y="2425445"/>
          <a:ext cx="308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4" name="Equation" r:id="rId31" imgW="3085920" imgH="596880" progId="Equation.DSMT4">
                  <p:embed/>
                </p:oleObj>
              </mc:Choice>
              <mc:Fallback>
                <p:oleObj name="Equation" r:id="rId31" imgW="3085920" imgH="5968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F55148D6-A09A-488B-80BB-E475C88F77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37122" y="2425445"/>
                        <a:ext cx="3086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E07F66AF-C275-494A-BAE2-300AA7D33C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872" y="3168687"/>
          <a:ext cx="2476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5" name="Equation" r:id="rId33" imgW="2476440" imgH="596880" progId="Equation.DSMT4">
                  <p:embed/>
                </p:oleObj>
              </mc:Choice>
              <mc:Fallback>
                <p:oleObj name="Equation" r:id="rId33" imgW="2476440" imgH="59688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E07F66AF-C275-494A-BAE2-300AA7D33C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98872" y="3168687"/>
                        <a:ext cx="2476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AD696D17-0790-45EE-A7CA-42336D85F6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504" y="4073236"/>
          <a:ext cx="3937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6" name="Equation" r:id="rId35" imgW="3936960" imgH="863280" progId="Equation.DSMT4">
                  <p:embed/>
                </p:oleObj>
              </mc:Choice>
              <mc:Fallback>
                <p:oleObj name="Equation" r:id="rId35" imgW="3936960" imgH="86328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AD696D17-0790-45EE-A7CA-42336D85F6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7504" y="4073236"/>
                        <a:ext cx="39370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215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6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333313A-C114-425F-B2C7-6B31BE3AD455}"/>
              </a:ext>
            </a:extLst>
          </p:cNvPr>
          <p:cNvGrpSpPr/>
          <p:nvPr/>
        </p:nvGrpSpPr>
        <p:grpSpPr>
          <a:xfrm>
            <a:off x="251520" y="267494"/>
            <a:ext cx="8568952" cy="447403"/>
            <a:chOff x="323528" y="197240"/>
            <a:chExt cx="8568952" cy="447403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5819E7D5-DEE6-4333-AB14-8F199D5AA40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23528" y="197240"/>
              <a:ext cx="8568952" cy="447403"/>
            </a:xfrm>
            <a:prstGeom prst="rect">
              <a:avLst/>
            </a:prstGeom>
            <a:noFill/>
            <a:ln/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4.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求圆盘          绕              旋转所成旋转体的体积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2F511A1A-8EA2-4D89-B125-03735CDECF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2834200"/>
                </p:ext>
              </p:extLst>
            </p:nvPr>
          </p:nvGraphicFramePr>
          <p:xfrm>
            <a:off x="1691680" y="238243"/>
            <a:ext cx="1460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582" name="Equation" r:id="rId3" imgW="1460160" imgH="406080" progId="Equation.DSMT4">
                    <p:embed/>
                  </p:oleObj>
                </mc:Choice>
                <mc:Fallback>
                  <p:oleObj name="Equation" r:id="rId3" imgW="14601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91680" y="238243"/>
                          <a:ext cx="1460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ECE807D-147C-4C36-96F8-EA84A457EF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7042556"/>
                </p:ext>
              </p:extLst>
            </p:nvPr>
          </p:nvGraphicFramePr>
          <p:xfrm>
            <a:off x="3517900" y="269993"/>
            <a:ext cx="2108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583" name="Equation" r:id="rId5" imgW="2108160" imgH="342720" progId="Equation.DSMT4">
                    <p:embed/>
                  </p:oleObj>
                </mc:Choice>
                <mc:Fallback>
                  <p:oleObj name="Equation" r:id="rId5" imgW="21081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17900" y="269993"/>
                          <a:ext cx="2108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B71C4B5E-23ED-442E-8392-0967A9A39F3E}"/>
              </a:ext>
            </a:extLst>
          </p:cNvPr>
          <p:cNvGrpSpPr/>
          <p:nvPr/>
        </p:nvGrpSpPr>
        <p:grpSpPr>
          <a:xfrm>
            <a:off x="6039897" y="1080455"/>
            <a:ext cx="2566632" cy="2088232"/>
            <a:chOff x="5580112" y="1527634"/>
            <a:chExt cx="2566632" cy="2088232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46B9981-EDF0-4024-B247-5F3C119AC25F}"/>
                </a:ext>
              </a:extLst>
            </p:cNvPr>
            <p:cNvGrpSpPr/>
            <p:nvPr/>
          </p:nvGrpSpPr>
          <p:grpSpPr>
            <a:xfrm>
              <a:off x="5580112" y="1527634"/>
              <a:ext cx="2566632" cy="2088232"/>
              <a:chOff x="5621532" y="1527634"/>
              <a:chExt cx="2566632" cy="2088232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A061E691-0FF1-4B2F-A4F2-23AD1FB93575}"/>
                  </a:ext>
                </a:extLst>
              </p:cNvPr>
              <p:cNvCxnSpPr/>
              <p:nvPr/>
            </p:nvCxnSpPr>
            <p:spPr>
              <a:xfrm>
                <a:off x="5724128" y="2571750"/>
                <a:ext cx="223224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33FB9277-519C-4A90-BE7B-F48F1FE06B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2240" y="1527634"/>
                <a:ext cx="0" cy="208823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651ECFFD-F553-4CA3-8F78-64DEE991BCF5}"/>
                  </a:ext>
                </a:extLst>
              </p:cNvPr>
              <p:cNvSpPr/>
              <p:nvPr/>
            </p:nvSpPr>
            <p:spPr>
              <a:xfrm>
                <a:off x="6300192" y="2139702"/>
                <a:ext cx="864091" cy="86409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38D891FE-4E16-4AE6-A337-E512049C2D6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4390604"/>
                  </p:ext>
                </p:extLst>
              </p:nvPr>
            </p:nvGraphicFramePr>
            <p:xfrm>
              <a:off x="7787406" y="2597271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584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7787406" y="2597271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9E06D85C-78FB-416F-94AF-6364C27416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7449112"/>
                  </p:ext>
                </p:extLst>
              </p:nvPr>
            </p:nvGraphicFramePr>
            <p:xfrm>
              <a:off x="6552153" y="1639274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585" name="Equation" r:id="rId9" imgW="190440" imgH="241200" progId="Equation.DSMT4">
                      <p:embed/>
                    </p:oleObj>
                  </mc:Choice>
                  <mc:Fallback>
                    <p:oleObj name="Equation" r:id="rId9" imgW="19044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552153" y="1639274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F734AE15-618A-40A4-8DD2-9A487488D4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17394534"/>
                  </p:ext>
                </p:extLst>
              </p:nvPr>
            </p:nvGraphicFramePr>
            <p:xfrm>
              <a:off x="6503637" y="2572020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586" name="Equation" r:id="rId11" imgW="228600" imgH="241200" progId="Equation.DSMT4">
                      <p:embed/>
                    </p:oleObj>
                  </mc:Choice>
                  <mc:Fallback>
                    <p:oleObj name="Equation" r:id="rId11" imgW="22860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503637" y="2572020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0756F0F3-FFE9-436A-9396-BA4D4FF7A2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6564632"/>
                  </p:ext>
                </p:extLst>
              </p:nvPr>
            </p:nvGraphicFramePr>
            <p:xfrm>
              <a:off x="7164283" y="2571747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587" name="Equation" r:id="rId13" imgW="177480" imgH="190440" progId="Equation.DSMT4">
                      <p:embed/>
                    </p:oleObj>
                  </mc:Choice>
                  <mc:Fallback>
                    <p:oleObj name="Equation" r:id="rId13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7164283" y="2571747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对象 16">
                <a:extLst>
                  <a:ext uri="{FF2B5EF4-FFF2-40B4-BE49-F238E27FC236}">
                    <a16:creationId xmlns:a16="http://schemas.microsoft.com/office/drawing/2014/main" id="{37049780-C02B-4596-83B0-A89C57A5EF8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9682298"/>
                  </p:ext>
                </p:extLst>
              </p:nvPr>
            </p:nvGraphicFramePr>
            <p:xfrm>
              <a:off x="6943564" y="1759924"/>
              <a:ext cx="12446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588" name="Equation" r:id="rId15" imgW="1244520" imgH="342720" progId="Equation.DSMT4">
                      <p:embed/>
                    </p:oleObj>
                  </mc:Choice>
                  <mc:Fallback>
                    <p:oleObj name="Equation" r:id="rId15" imgW="124452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943564" y="1759924"/>
                            <a:ext cx="12446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>
                <a:extLst>
                  <a:ext uri="{FF2B5EF4-FFF2-40B4-BE49-F238E27FC236}">
                    <a16:creationId xmlns:a16="http://schemas.microsoft.com/office/drawing/2014/main" id="{19E7F4B2-6A81-4710-99CC-7381B7E007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02788343"/>
                  </p:ext>
                </p:extLst>
              </p:nvPr>
            </p:nvGraphicFramePr>
            <p:xfrm>
              <a:off x="5682568" y="2542316"/>
              <a:ext cx="3175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589" name="Equation" r:id="rId17" imgW="317160" imgH="253800" progId="Equation.DSMT4">
                      <p:embed/>
                    </p:oleObj>
                  </mc:Choice>
                  <mc:Fallback>
                    <p:oleObj name="Equation" r:id="rId17" imgW="31716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682568" y="2542316"/>
                            <a:ext cx="3175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0CB92395-7FE5-40A8-AEE6-65C85F488EEB}"/>
                  </a:ext>
                </a:extLst>
              </p:cNvPr>
              <p:cNvCxnSpPr/>
              <p:nvPr/>
            </p:nvCxnSpPr>
            <p:spPr>
              <a:xfrm>
                <a:off x="6001183" y="1866119"/>
                <a:ext cx="0" cy="141125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055BE8AF-255E-480B-A6BF-FE997FBA4D0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5802048"/>
                  </p:ext>
                </p:extLst>
              </p:nvPr>
            </p:nvGraphicFramePr>
            <p:xfrm>
              <a:off x="5621532" y="1580371"/>
              <a:ext cx="546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590" name="Equation" r:id="rId19" imgW="545760" imgH="253800" progId="Equation.DSMT4">
                      <p:embed/>
                    </p:oleObj>
                  </mc:Choice>
                  <mc:Fallback>
                    <p:oleObj name="Equation" r:id="rId19" imgW="54576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621532" y="1580371"/>
                            <a:ext cx="5461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8D4DEA0-5A6A-4028-81E7-99DD85A094B9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5959763" y="2139702"/>
              <a:ext cx="73105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AAAACBC2-AE0E-469F-8428-FA11E20036E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319" y="2993231"/>
              <a:ext cx="752918" cy="1056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85EE12E5-37EF-43DD-9850-BC6A2EC42D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8791080"/>
                </p:ext>
              </p:extLst>
            </p:nvPr>
          </p:nvGraphicFramePr>
          <p:xfrm>
            <a:off x="6386164" y="3006143"/>
            <a:ext cx="317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591" name="Equation" r:id="rId21" imgW="317160" imgH="190440" progId="Equation.DSMT4">
                    <p:embed/>
                  </p:oleObj>
                </mc:Choice>
                <mc:Fallback>
                  <p:oleObj name="Equation" r:id="rId21" imgW="31716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386164" y="3006143"/>
                          <a:ext cx="3175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DAFB07B0-97B5-449A-B46F-658B13F70C94}"/>
              </a:ext>
            </a:extLst>
          </p:cNvPr>
          <p:cNvSpPr/>
          <p:nvPr/>
        </p:nvSpPr>
        <p:spPr>
          <a:xfrm>
            <a:off x="268976" y="1005629"/>
            <a:ext cx="28111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柱壳法会很繁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81AC2E-E500-4745-9ACC-5ED6FC461CBD}"/>
              </a:ext>
            </a:extLst>
          </p:cNvPr>
          <p:cNvSpPr/>
          <p:nvPr/>
        </p:nvSpPr>
        <p:spPr>
          <a:xfrm>
            <a:off x="236181" y="1549080"/>
            <a:ext cx="1167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柱壳法</a:t>
            </a:r>
            <a:endParaRPr lang="zh-CN" altLang="en-US" dirty="0">
              <a:solidFill>
                <a:srgbClr val="0064FF"/>
              </a:solidFill>
            </a:endParaRPr>
          </a:p>
        </p:txBody>
      </p:sp>
      <p:sp>
        <p:nvSpPr>
          <p:cNvPr id="31" name="Text Box 21">
            <a:extLst>
              <a:ext uri="{FF2B5EF4-FFF2-40B4-BE49-F238E27FC236}">
                <a16:creationId xmlns:a16="http://schemas.microsoft.com/office/drawing/2014/main" id="{E7598DF2-08CC-4CEE-B39E-9F4BFBE60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9924" y="2077513"/>
            <a:ext cx="974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所得</a:t>
            </a:r>
            <a:endParaRPr kumimoji="1" lang="en-US" altLang="zh-CN" sz="2400" b="1" dirty="0">
              <a:solidFill>
                <a:srgbClr val="C0504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E39FC984-1ABC-48C1-823A-2F52FC7E5E89}"/>
              </a:ext>
            </a:extLst>
          </p:cNvPr>
          <p:cNvGrpSpPr/>
          <p:nvPr/>
        </p:nvGrpSpPr>
        <p:grpSpPr>
          <a:xfrm>
            <a:off x="1215241" y="1526833"/>
            <a:ext cx="3712409" cy="461665"/>
            <a:chOff x="1215241" y="1526833"/>
            <a:chExt cx="3712409" cy="461665"/>
          </a:xfrm>
        </p:grpSpPr>
        <p:sp>
          <p:nvSpPr>
            <p:cNvPr id="33" name="Text Box 16">
              <a:extLst>
                <a:ext uri="{FF2B5EF4-FFF2-40B4-BE49-F238E27FC236}">
                  <a16:creationId xmlns:a16="http://schemas.microsoft.com/office/drawing/2014/main" id="{FCEFBC82-B0D6-4DD2-8065-E518B8E1B2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5241" y="1526833"/>
              <a:ext cx="9861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由</a:t>
              </a:r>
            </a:p>
          </p:txBody>
        </p:sp>
        <p:graphicFrame>
          <p:nvGraphicFramePr>
            <p:cNvPr id="34" name="Object 22">
              <a:extLst>
                <a:ext uri="{FF2B5EF4-FFF2-40B4-BE49-F238E27FC236}">
                  <a16:creationId xmlns:a16="http://schemas.microsoft.com/office/drawing/2014/main" id="{4A96A384-228E-401C-99ED-E5C758B52C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3454602"/>
                </p:ext>
              </p:extLst>
            </p:nvPr>
          </p:nvGraphicFramePr>
          <p:xfrm>
            <a:off x="1676450" y="1613502"/>
            <a:ext cx="3251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592" name="MathType 6.0 Equation" r:id="rId23" imgW="3251160" imgH="342720" progId="Equation.DSMT4">
                    <p:embed/>
                  </p:oleObj>
                </mc:Choice>
                <mc:Fallback>
                  <p:oleObj name="MathType 6.0 Equation" r:id="rId23" imgW="3251160" imgH="342720" progId="Equation.DSMT4">
                    <p:embed/>
                    <p:pic>
                      <p:nvPicPr>
                        <p:cNvPr id="41" name="Object 22">
                          <a:extLst>
                            <a:ext uri="{FF2B5EF4-FFF2-40B4-BE49-F238E27FC236}">
                              <a16:creationId xmlns:a16="http://schemas.microsoft.com/office/drawing/2014/main" id="{58AAE410-C1D9-4F93-80D0-7FF7AE5728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6450" y="1613502"/>
                          <a:ext cx="32512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70DE04B-A4BB-4102-97F4-CBAF5DBE95C3}"/>
              </a:ext>
            </a:extLst>
          </p:cNvPr>
          <p:cNvGrpSpPr/>
          <p:nvPr/>
        </p:nvGrpSpPr>
        <p:grpSpPr>
          <a:xfrm>
            <a:off x="268976" y="2101499"/>
            <a:ext cx="3792633" cy="466795"/>
            <a:chOff x="4884288" y="826822"/>
            <a:chExt cx="3792633" cy="466795"/>
          </a:xfrm>
        </p:grpSpPr>
        <p:sp>
          <p:nvSpPr>
            <p:cNvPr id="36" name="Text Box 16">
              <a:extLst>
                <a:ext uri="{FF2B5EF4-FFF2-40B4-BE49-F238E27FC236}">
                  <a16:creationId xmlns:a16="http://schemas.microsoft.com/office/drawing/2014/main" id="{EEE2A9B0-36BC-4B95-A3D0-AC7F36EDD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4288" y="831952"/>
              <a:ext cx="18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所围图形绕</a:t>
              </a:r>
            </a:p>
          </p:txBody>
        </p:sp>
        <p:graphicFrame>
          <p:nvGraphicFramePr>
            <p:cNvPr id="37" name="Object 22">
              <a:extLst>
                <a:ext uri="{FF2B5EF4-FFF2-40B4-BE49-F238E27FC236}">
                  <a16:creationId xmlns:a16="http://schemas.microsoft.com/office/drawing/2014/main" id="{2EAFBF61-1071-4EFB-9590-B63264EF1C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7606391"/>
                </p:ext>
              </p:extLst>
            </p:nvPr>
          </p:nvGraphicFramePr>
          <p:xfrm>
            <a:off x="6557045" y="968035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593" name="MathType 6.0 Equation" r:id="rId25" imgW="215640" imgH="266400" progId="Equation.DSMT4">
                    <p:embed/>
                  </p:oleObj>
                </mc:Choice>
                <mc:Fallback>
                  <p:oleObj name="MathType 6.0 Equation" r:id="rId25" imgW="215640" imgH="266400" progId="Equation.DSMT4">
                    <p:embed/>
                    <p:pic>
                      <p:nvPicPr>
                        <p:cNvPr id="49" name="Object 22">
                          <a:extLst>
                            <a:ext uri="{FF2B5EF4-FFF2-40B4-BE49-F238E27FC236}">
                              <a16:creationId xmlns:a16="http://schemas.microsoft.com/office/drawing/2014/main" id="{25DCC44A-F0DB-4A9B-96F6-D03717B241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7045" y="968035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 Box 16">
              <a:extLst>
                <a:ext uri="{FF2B5EF4-FFF2-40B4-BE49-F238E27FC236}">
                  <a16:creationId xmlns:a16="http://schemas.microsoft.com/office/drawing/2014/main" id="{3FCC72C8-50D9-4943-B70F-72C16D0DF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8461" y="826822"/>
              <a:ext cx="18884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轴旋转一周，</a:t>
              </a:r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EC4BD8D4-C9E3-483C-9DA7-D2F6D732A6B8}"/>
              </a:ext>
            </a:extLst>
          </p:cNvPr>
          <p:cNvSpPr/>
          <p:nvPr/>
        </p:nvSpPr>
        <p:spPr>
          <a:xfrm>
            <a:off x="327273" y="2704377"/>
            <a:ext cx="219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旋转体的体积</a:t>
            </a:r>
            <a:r>
              <a:rPr kumimoji="1" lang="en-US" altLang="zh-CN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41" name="Object 35">
            <a:extLst>
              <a:ext uri="{FF2B5EF4-FFF2-40B4-BE49-F238E27FC236}">
                <a16:creationId xmlns:a16="http://schemas.microsoft.com/office/drawing/2014/main" id="{03770E0B-3859-4F7A-B2B4-1BC087D60A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898229"/>
              </p:ext>
            </p:extLst>
          </p:nvPr>
        </p:nvGraphicFramePr>
        <p:xfrm>
          <a:off x="2466467" y="2647589"/>
          <a:ext cx="17510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594" name="Equation" r:id="rId27" imgW="1752480" imgH="596880" progId="Equation.DSMT4">
                  <p:embed/>
                </p:oleObj>
              </mc:Choice>
              <mc:Fallback>
                <p:oleObj name="Equation" r:id="rId27" imgW="1752480" imgH="596880" progId="Equation.DSMT4">
                  <p:embed/>
                  <p:pic>
                    <p:nvPicPr>
                      <p:cNvPr id="131" name="Object 35">
                        <a:extLst>
                          <a:ext uri="{FF2B5EF4-FFF2-40B4-BE49-F238E27FC236}">
                            <a16:creationId xmlns:a16="http://schemas.microsoft.com/office/drawing/2014/main" id="{36ABFEB0-6324-40D4-A5A7-BD93EF405F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467" y="2647589"/>
                        <a:ext cx="1751013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" name="组合 77">
            <a:extLst>
              <a:ext uri="{FF2B5EF4-FFF2-40B4-BE49-F238E27FC236}">
                <a16:creationId xmlns:a16="http://schemas.microsoft.com/office/drawing/2014/main" id="{1ABA0C00-DCA9-48E8-BBCD-B2DD9A59F501}"/>
              </a:ext>
            </a:extLst>
          </p:cNvPr>
          <p:cNvGrpSpPr/>
          <p:nvPr/>
        </p:nvGrpSpPr>
        <p:grpSpPr>
          <a:xfrm>
            <a:off x="1237142" y="3393396"/>
            <a:ext cx="3495350" cy="1365946"/>
            <a:chOff x="1237142" y="3393396"/>
            <a:chExt cx="3495350" cy="1365946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77906519-70B2-4A2D-A3FA-5D9DE0098971}"/>
                </a:ext>
              </a:extLst>
            </p:cNvPr>
            <p:cNvGrpSpPr/>
            <p:nvPr/>
          </p:nvGrpSpPr>
          <p:grpSpPr>
            <a:xfrm>
              <a:off x="1237142" y="3393396"/>
              <a:ext cx="3495350" cy="1365946"/>
              <a:chOff x="1237142" y="3393396"/>
              <a:chExt cx="3495350" cy="1365946"/>
            </a:xfrm>
          </p:grpSpPr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B0B752DD-6E8B-46F2-A542-B49C0E3BEA20}"/>
                  </a:ext>
                </a:extLst>
              </p:cNvPr>
              <p:cNvSpPr/>
              <p:nvPr/>
            </p:nvSpPr>
            <p:spPr>
              <a:xfrm>
                <a:off x="2270795" y="3534360"/>
                <a:ext cx="1902482" cy="869659"/>
              </a:xfrm>
              <a:custGeom>
                <a:avLst/>
                <a:gdLst>
                  <a:gd name="connsiteX0" fmla="*/ 0 w 1362919"/>
                  <a:gd name="connsiteY0" fmla="*/ 439845 h 439845"/>
                  <a:gd name="connsiteX1" fmla="*/ 665544 w 1362919"/>
                  <a:gd name="connsiteY1" fmla="*/ 7 h 439845"/>
                  <a:gd name="connsiteX2" fmla="*/ 1362919 w 1362919"/>
                  <a:gd name="connsiteY2" fmla="*/ 431164 h 439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62919" h="439845">
                    <a:moveTo>
                      <a:pt x="0" y="439845"/>
                    </a:moveTo>
                    <a:cubicBezTo>
                      <a:pt x="219195" y="220649"/>
                      <a:pt x="438391" y="1454"/>
                      <a:pt x="665544" y="7"/>
                    </a:cubicBezTo>
                    <a:cubicBezTo>
                      <a:pt x="892697" y="-1440"/>
                      <a:pt x="1127808" y="214862"/>
                      <a:pt x="1362919" y="431164"/>
                    </a:cubicBezTo>
                  </a:path>
                </a:pathLst>
              </a:custGeom>
              <a:solidFill>
                <a:srgbClr val="1F497D">
                  <a:lumMod val="20000"/>
                  <a:lumOff val="80000"/>
                </a:srgbClr>
              </a:solidFill>
              <a:ln w="19050" cap="flat" cmpd="sng" algn="ctr">
                <a:solidFill>
                  <a:sysClr val="windowText" lastClr="000000">
                    <a:alpha val="86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E7265628-D945-4B22-8E2C-9E2759C72759}"/>
                  </a:ext>
                </a:extLst>
              </p:cNvPr>
              <p:cNvGrpSpPr/>
              <p:nvPr/>
            </p:nvGrpSpPr>
            <p:grpSpPr>
              <a:xfrm>
                <a:off x="1237142" y="3393396"/>
                <a:ext cx="3441221" cy="1365946"/>
                <a:chOff x="4739050" y="1370497"/>
                <a:chExt cx="3441221" cy="1365946"/>
              </a:xfrm>
            </p:grpSpPr>
            <p:cxnSp>
              <p:nvCxnSpPr>
                <p:cNvPr id="44" name="直接箭头连接符 43">
                  <a:extLst>
                    <a:ext uri="{FF2B5EF4-FFF2-40B4-BE49-F238E27FC236}">
                      <a16:creationId xmlns:a16="http://schemas.microsoft.com/office/drawing/2014/main" id="{21B6A359-4860-4C4C-BBC2-B9D1D2AA1D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9050" y="2356353"/>
                  <a:ext cx="3298078" cy="3854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Text" lastClr="000000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42851E93-DB9D-4A97-A707-85993B17EB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46753" y="1370497"/>
                  <a:ext cx="11441" cy="136594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Text" lastClr="000000"/>
                  </a:solidFill>
                  <a:prstDash val="solid"/>
                  <a:tailEnd type="triangle"/>
                </a:ln>
                <a:effectLst/>
              </p:spPr>
            </p:cxnSp>
            <p:graphicFrame>
              <p:nvGraphicFramePr>
                <p:cNvPr id="46" name="Object 7">
                  <a:extLst>
                    <a:ext uri="{FF2B5EF4-FFF2-40B4-BE49-F238E27FC236}">
                      <a16:creationId xmlns:a16="http://schemas.microsoft.com/office/drawing/2014/main" id="{FEB7F679-5C9D-4E2B-AC78-A0544C59C5F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81471742"/>
                    </p:ext>
                  </p:extLst>
                </p:nvPr>
              </p:nvGraphicFramePr>
              <p:xfrm>
                <a:off x="5421196" y="1404514"/>
                <a:ext cx="1905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5595" name="Equation" r:id="rId29" imgW="190440" imgH="241200" progId="Equation.DSMT4">
                        <p:embed/>
                      </p:oleObj>
                    </mc:Choice>
                    <mc:Fallback>
                      <p:oleObj name="Equation" r:id="rId29" imgW="190440" imgH="241200" progId="Equation.DSMT4">
                        <p:embed/>
                        <p:pic>
                          <p:nvPicPr>
                            <p:cNvPr id="91" name="Object 7">
                              <a:extLst>
                                <a:ext uri="{FF2B5EF4-FFF2-40B4-BE49-F238E27FC236}">
                                  <a16:creationId xmlns:a16="http://schemas.microsoft.com/office/drawing/2014/main" id="{40535271-E4F1-4348-AABE-469CB181412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21196" y="1404514"/>
                              <a:ext cx="190500" cy="241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7" name="Object 7">
                  <a:extLst>
                    <a:ext uri="{FF2B5EF4-FFF2-40B4-BE49-F238E27FC236}">
                      <a16:creationId xmlns:a16="http://schemas.microsoft.com/office/drawing/2014/main" id="{1F5CF75B-00D0-4802-98E1-C7AC0A717DF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82147972"/>
                    </p:ext>
                  </p:extLst>
                </p:nvPr>
              </p:nvGraphicFramePr>
              <p:xfrm>
                <a:off x="8002471" y="2158576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5596" name="Equation" r:id="rId31" imgW="177480" imgH="190440" progId="Equation.DSMT4">
                        <p:embed/>
                      </p:oleObj>
                    </mc:Choice>
                    <mc:Fallback>
                      <p:oleObj name="Equation" r:id="rId31" imgW="177480" imgH="190440" progId="Equation.DSMT4">
                        <p:embed/>
                        <p:pic>
                          <p:nvPicPr>
                            <p:cNvPr id="92" name="Object 7">
                              <a:extLst>
                                <a:ext uri="{FF2B5EF4-FFF2-40B4-BE49-F238E27FC236}">
                                  <a16:creationId xmlns:a16="http://schemas.microsoft.com/office/drawing/2014/main" id="{12E5702F-0DD4-4C04-97AA-82159004AA8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002471" y="2158576"/>
                              <a:ext cx="177800" cy="1905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" name="Object 7">
                  <a:extLst>
                    <a:ext uri="{FF2B5EF4-FFF2-40B4-BE49-F238E27FC236}">
                      <a16:creationId xmlns:a16="http://schemas.microsoft.com/office/drawing/2014/main" id="{8554C738-F1F4-4858-B722-9F154925511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88846772"/>
                    </p:ext>
                  </p:extLst>
                </p:nvPr>
              </p:nvGraphicFramePr>
              <p:xfrm>
                <a:off x="5420647" y="2381120"/>
                <a:ext cx="190500" cy="203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5597" name="MathType 6.0 Equation" r:id="rId33" imgW="190440" imgH="203040" progId="Equation.DSMT4">
                        <p:embed/>
                      </p:oleObj>
                    </mc:Choice>
                    <mc:Fallback>
                      <p:oleObj name="MathType 6.0 Equation" r:id="rId33" imgW="190440" imgH="203040" progId="Equation.DSMT4">
                        <p:embed/>
                        <p:pic>
                          <p:nvPicPr>
                            <p:cNvPr id="93" name="Object 7">
                              <a:extLst>
                                <a:ext uri="{FF2B5EF4-FFF2-40B4-BE49-F238E27FC236}">
                                  <a16:creationId xmlns:a16="http://schemas.microsoft.com/office/drawing/2014/main" id="{12486659-69F9-4E69-B014-89BAA43B444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20647" y="2381120"/>
                              <a:ext cx="190500" cy="203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9" name="Object 20">
                <a:extLst>
                  <a:ext uri="{FF2B5EF4-FFF2-40B4-BE49-F238E27FC236}">
                    <a16:creationId xmlns:a16="http://schemas.microsoft.com/office/drawing/2014/main" id="{78208895-AED0-4B43-BA70-9E58EB34FB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17792841"/>
                  </p:ext>
                </p:extLst>
              </p:nvPr>
            </p:nvGraphicFramePr>
            <p:xfrm>
              <a:off x="4320098" y="4420339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598" name="Equation" r:id="rId35" imgW="177480" imgH="190440" progId="Equation.DSMT4">
                      <p:embed/>
                    </p:oleObj>
                  </mc:Choice>
                  <mc:Fallback>
                    <p:oleObj name="Equation" r:id="rId35" imgW="177480" imgH="190440" progId="Equation.DSMT4">
                      <p:embed/>
                      <p:pic>
                        <p:nvPicPr>
                          <p:cNvPr id="94" name="Object 20">
                            <a:extLst>
                              <a:ext uri="{FF2B5EF4-FFF2-40B4-BE49-F238E27FC236}">
                                <a16:creationId xmlns:a16="http://schemas.microsoft.com/office/drawing/2014/main" id="{EC0F075F-34DA-451C-ABD5-D13C5AB7E37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098" y="4420339"/>
                            <a:ext cx="177800" cy="1905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E6B8746C-2178-48DA-A1C5-D9E068B7D586}"/>
                  </a:ext>
                </a:extLst>
              </p:cNvPr>
              <p:cNvSpPr/>
              <p:nvPr/>
            </p:nvSpPr>
            <p:spPr>
              <a:xfrm>
                <a:off x="2737069" y="3769796"/>
                <a:ext cx="181701" cy="60189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70" name="对象 69">
                <a:extLst>
                  <a:ext uri="{FF2B5EF4-FFF2-40B4-BE49-F238E27FC236}">
                    <a16:creationId xmlns:a16="http://schemas.microsoft.com/office/drawing/2014/main" id="{90422983-9133-447C-9EDF-9BDAB756F8D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58645746"/>
                  </p:ext>
                </p:extLst>
              </p:nvPr>
            </p:nvGraphicFramePr>
            <p:xfrm>
              <a:off x="2672249" y="437826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599" name="Equation" r:id="rId37" imgW="177480" imgH="190440" progId="Equation.DSMT4">
                      <p:embed/>
                    </p:oleObj>
                  </mc:Choice>
                  <mc:Fallback>
                    <p:oleObj name="Equation" r:id="rId37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2672249" y="4378264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对象 70">
                <a:extLst>
                  <a:ext uri="{FF2B5EF4-FFF2-40B4-BE49-F238E27FC236}">
                    <a16:creationId xmlns:a16="http://schemas.microsoft.com/office/drawing/2014/main" id="{BD0EC629-1CF8-4D3E-83A1-8E6CFEF2836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81917203"/>
                  </p:ext>
                </p:extLst>
              </p:nvPr>
            </p:nvGraphicFramePr>
            <p:xfrm>
              <a:off x="2861367" y="4327659"/>
              <a:ext cx="6477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600" name="Equation" r:id="rId39" imgW="647640" imgH="253800" progId="Equation.DSMT4">
                      <p:embed/>
                    </p:oleObj>
                  </mc:Choice>
                  <mc:Fallback>
                    <p:oleObj name="Equation" r:id="rId39" imgW="647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2861367" y="4327659"/>
                            <a:ext cx="6477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对象 71">
                <a:extLst>
                  <a:ext uri="{FF2B5EF4-FFF2-40B4-BE49-F238E27FC236}">
                    <a16:creationId xmlns:a16="http://schemas.microsoft.com/office/drawing/2014/main" id="{5B214934-2600-4F02-B7E5-AA2BF46CCA8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92846363"/>
                  </p:ext>
                </p:extLst>
              </p:nvPr>
            </p:nvGraphicFramePr>
            <p:xfrm>
              <a:off x="3805392" y="3477334"/>
              <a:ext cx="9271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601" name="Equation" r:id="rId41" imgW="927000" imgH="304560" progId="Equation.DSMT4">
                      <p:embed/>
                    </p:oleObj>
                  </mc:Choice>
                  <mc:Fallback>
                    <p:oleObj name="Equation" r:id="rId41" imgW="927000" imgH="3045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3805392" y="3477334"/>
                            <a:ext cx="9271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6" name="对象 75">
              <a:extLst>
                <a:ext uri="{FF2B5EF4-FFF2-40B4-BE49-F238E27FC236}">
                  <a16:creationId xmlns:a16="http://schemas.microsoft.com/office/drawing/2014/main" id="{2BF8152D-7172-4D37-BD0E-D65F0705FA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1091870"/>
                </p:ext>
              </p:extLst>
            </p:nvPr>
          </p:nvGraphicFramePr>
          <p:xfrm>
            <a:off x="2202172" y="437826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602" name="Equation" r:id="rId43" imgW="177480" imgH="190440" progId="Equation.DSMT4">
                    <p:embed/>
                  </p:oleObj>
                </mc:Choice>
                <mc:Fallback>
                  <p:oleObj name="Equation" r:id="rId43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2202172" y="437826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对象 76">
              <a:extLst>
                <a:ext uri="{FF2B5EF4-FFF2-40B4-BE49-F238E27FC236}">
                  <a16:creationId xmlns:a16="http://schemas.microsoft.com/office/drawing/2014/main" id="{B3D53331-7FAC-446D-8A10-95A2483938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6644644"/>
                </p:ext>
              </p:extLst>
            </p:nvPr>
          </p:nvGraphicFramePr>
          <p:xfrm>
            <a:off x="4063851" y="4390383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603" name="Equation" r:id="rId45" imgW="164880" imgH="253800" progId="Equation.DSMT4">
                    <p:embed/>
                  </p:oleObj>
                </mc:Choice>
                <mc:Fallback>
                  <p:oleObj name="Equation" r:id="rId45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4063851" y="4390383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456E20D-BB83-4D52-B992-236205B6E9D2}"/>
              </a:ext>
            </a:extLst>
          </p:cNvPr>
          <p:cNvGrpSpPr/>
          <p:nvPr/>
        </p:nvGrpSpPr>
        <p:grpSpPr>
          <a:xfrm>
            <a:off x="6561714" y="1545034"/>
            <a:ext cx="1020924" cy="1072549"/>
            <a:chOff x="6876256" y="1275606"/>
            <a:chExt cx="1008107" cy="1080120"/>
          </a:xfrm>
        </p:grpSpPr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1FDB83F2-B0BC-4D40-8DEC-97613468F899}"/>
                </a:ext>
              </a:extLst>
            </p:cNvPr>
            <p:cNvSpPr/>
            <p:nvPr/>
          </p:nvSpPr>
          <p:spPr>
            <a:xfrm>
              <a:off x="7020272" y="1419622"/>
              <a:ext cx="864091" cy="864090"/>
            </a:xfrm>
            <a:prstGeom prst="ellipse">
              <a:avLst/>
            </a:prstGeom>
            <a:noFill/>
            <a:ln w="317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C17BA62B-D3ED-4F40-9FBC-68EFAF344398}"/>
                </a:ext>
              </a:extLst>
            </p:cNvPr>
            <p:cNvSpPr/>
            <p:nvPr/>
          </p:nvSpPr>
          <p:spPr>
            <a:xfrm>
              <a:off x="6876256" y="1275606"/>
              <a:ext cx="576064" cy="1080120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1A1AFE5B-26CE-45ED-B8FB-B9612ABF4A53}"/>
              </a:ext>
            </a:extLst>
          </p:cNvPr>
          <p:cNvGrpSpPr/>
          <p:nvPr/>
        </p:nvGrpSpPr>
        <p:grpSpPr>
          <a:xfrm>
            <a:off x="6039897" y="1080455"/>
            <a:ext cx="2566632" cy="2088232"/>
            <a:chOff x="5580112" y="1527634"/>
            <a:chExt cx="2566632" cy="2088232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3AFDA508-338D-421F-AA98-B62051473A1A}"/>
                </a:ext>
              </a:extLst>
            </p:cNvPr>
            <p:cNvGrpSpPr/>
            <p:nvPr/>
          </p:nvGrpSpPr>
          <p:grpSpPr>
            <a:xfrm>
              <a:off x="5580112" y="1527634"/>
              <a:ext cx="2566632" cy="2088232"/>
              <a:chOff x="5621532" y="1527634"/>
              <a:chExt cx="2566632" cy="2088232"/>
            </a:xfrm>
          </p:grpSpPr>
          <p:cxnSp>
            <p:nvCxnSpPr>
              <p:cNvPr id="87" name="直接箭头连接符 86">
                <a:extLst>
                  <a:ext uri="{FF2B5EF4-FFF2-40B4-BE49-F238E27FC236}">
                    <a16:creationId xmlns:a16="http://schemas.microsoft.com/office/drawing/2014/main" id="{3A237714-1368-4635-AF65-1C39C73AAC36}"/>
                  </a:ext>
                </a:extLst>
              </p:cNvPr>
              <p:cNvCxnSpPr/>
              <p:nvPr/>
            </p:nvCxnSpPr>
            <p:spPr>
              <a:xfrm>
                <a:off x="5724128" y="2571750"/>
                <a:ext cx="223224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C3007C8E-B871-4133-96B1-A998638F05F0}"/>
                  </a:ext>
                </a:extLst>
              </p:cNvPr>
              <p:cNvSpPr/>
              <p:nvPr/>
            </p:nvSpPr>
            <p:spPr>
              <a:xfrm>
                <a:off x="6300192" y="2139702"/>
                <a:ext cx="864091" cy="86409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89" name="对象 88">
                <a:extLst>
                  <a:ext uri="{FF2B5EF4-FFF2-40B4-BE49-F238E27FC236}">
                    <a16:creationId xmlns:a16="http://schemas.microsoft.com/office/drawing/2014/main" id="{E7E24E12-AD2E-401B-B190-0F61E0F9C9E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87406" y="2597271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604" name="Equation" r:id="rId47" imgW="177480" imgH="190440" progId="Equation.DSMT4">
                      <p:embed/>
                    </p:oleObj>
                  </mc:Choice>
                  <mc:Fallback>
                    <p:oleObj name="Equation" r:id="rId47" imgW="177480" imgH="190440" progId="Equation.DSMT4">
                      <p:embed/>
                      <p:pic>
                        <p:nvPicPr>
                          <p:cNvPr id="14" name="对象 13">
                            <a:extLst>
                              <a:ext uri="{FF2B5EF4-FFF2-40B4-BE49-F238E27FC236}">
                                <a16:creationId xmlns:a16="http://schemas.microsoft.com/office/drawing/2014/main" id="{72BD103D-BD9B-4F1A-94D7-047B6BC8B8D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7787406" y="2597271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0" name="对象 89">
                <a:extLst>
                  <a:ext uri="{FF2B5EF4-FFF2-40B4-BE49-F238E27FC236}">
                    <a16:creationId xmlns:a16="http://schemas.microsoft.com/office/drawing/2014/main" id="{24640B12-497E-408C-B58F-03A02EB4FAB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52153" y="1639274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605" name="Equation" r:id="rId48" imgW="190440" imgH="241200" progId="Equation.DSMT4">
                      <p:embed/>
                    </p:oleObj>
                  </mc:Choice>
                  <mc:Fallback>
                    <p:oleObj name="Equation" r:id="rId48" imgW="190440" imgH="241200" progId="Equation.DSMT4">
                      <p:embed/>
                      <p:pic>
                        <p:nvPicPr>
                          <p:cNvPr id="15" name="对象 14">
                            <a:extLst>
                              <a:ext uri="{FF2B5EF4-FFF2-40B4-BE49-F238E27FC236}">
                                <a16:creationId xmlns:a16="http://schemas.microsoft.com/office/drawing/2014/main" id="{9913A978-235B-420C-9ED4-C08BC4C0499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552153" y="1639274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" name="对象 90">
                <a:extLst>
                  <a:ext uri="{FF2B5EF4-FFF2-40B4-BE49-F238E27FC236}">
                    <a16:creationId xmlns:a16="http://schemas.microsoft.com/office/drawing/2014/main" id="{FD6A7109-13BE-4679-902D-224BF88E902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03637" y="2572020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606" name="Equation" r:id="rId49" imgW="228600" imgH="241200" progId="Equation.DSMT4">
                      <p:embed/>
                    </p:oleObj>
                  </mc:Choice>
                  <mc:Fallback>
                    <p:oleObj name="Equation" r:id="rId49" imgW="228600" imgH="24120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28C75C8C-1762-42B8-82F7-226C73118F0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503637" y="2572020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" name="对象 91">
                <a:extLst>
                  <a:ext uri="{FF2B5EF4-FFF2-40B4-BE49-F238E27FC236}">
                    <a16:creationId xmlns:a16="http://schemas.microsoft.com/office/drawing/2014/main" id="{CE5D34E4-2E54-4A0E-A277-32626D85F3B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64283" y="2571747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607" name="Equation" r:id="rId50" imgW="177480" imgH="190440" progId="Equation.DSMT4">
                      <p:embed/>
                    </p:oleObj>
                  </mc:Choice>
                  <mc:Fallback>
                    <p:oleObj name="Equation" r:id="rId50" imgW="177480" imgH="190440" progId="Equation.DSMT4">
                      <p:embed/>
                      <p:pic>
                        <p:nvPicPr>
                          <p:cNvPr id="17" name="对象 16">
                            <a:extLst>
                              <a:ext uri="{FF2B5EF4-FFF2-40B4-BE49-F238E27FC236}">
                                <a16:creationId xmlns:a16="http://schemas.microsoft.com/office/drawing/2014/main" id="{8A84FB26-B074-4216-BB77-61BD2702948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7164283" y="2571747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3" name="对象 92">
                <a:extLst>
                  <a:ext uri="{FF2B5EF4-FFF2-40B4-BE49-F238E27FC236}">
                    <a16:creationId xmlns:a16="http://schemas.microsoft.com/office/drawing/2014/main" id="{604DFF98-9158-4A3D-B7CB-7B13267492D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943564" y="1759924"/>
              <a:ext cx="12446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608" name="Equation" r:id="rId51" imgW="1244520" imgH="342720" progId="Equation.DSMT4">
                      <p:embed/>
                    </p:oleObj>
                  </mc:Choice>
                  <mc:Fallback>
                    <p:oleObj name="Equation" r:id="rId51" imgW="1244520" imgH="342720" progId="Equation.DSMT4">
                      <p:embed/>
                      <p:pic>
                        <p:nvPicPr>
                          <p:cNvPr id="18" name="对象 17">
                            <a:extLst>
                              <a:ext uri="{FF2B5EF4-FFF2-40B4-BE49-F238E27FC236}">
                                <a16:creationId xmlns:a16="http://schemas.microsoft.com/office/drawing/2014/main" id="{A77D95B6-DEB6-4114-AD9B-84BE6B3CCDA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943564" y="1759924"/>
                            <a:ext cx="12446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" name="对象 93">
                <a:extLst>
                  <a:ext uri="{FF2B5EF4-FFF2-40B4-BE49-F238E27FC236}">
                    <a16:creationId xmlns:a16="http://schemas.microsoft.com/office/drawing/2014/main" id="{0A9CE9E8-ADDB-4B36-A296-588690538AF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82568" y="2542316"/>
              <a:ext cx="3175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609" name="Equation" r:id="rId52" imgW="317160" imgH="253800" progId="Equation.DSMT4">
                      <p:embed/>
                    </p:oleObj>
                  </mc:Choice>
                  <mc:Fallback>
                    <p:oleObj name="Equation" r:id="rId52" imgW="317160" imgH="253800" progId="Equation.DSMT4">
                      <p:embed/>
                      <p:pic>
                        <p:nvPicPr>
                          <p:cNvPr id="19" name="对象 18">
                            <a:extLst>
                              <a:ext uri="{FF2B5EF4-FFF2-40B4-BE49-F238E27FC236}">
                                <a16:creationId xmlns:a16="http://schemas.microsoft.com/office/drawing/2014/main" id="{22B48E54-0467-4CD5-93B2-0151449EA31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682568" y="2542316"/>
                            <a:ext cx="3175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71D00D30-1E39-47FE-AF9E-3468DA23A6FC}"/>
                  </a:ext>
                </a:extLst>
              </p:cNvPr>
              <p:cNvCxnSpPr/>
              <p:nvPr/>
            </p:nvCxnSpPr>
            <p:spPr>
              <a:xfrm>
                <a:off x="6001183" y="1866119"/>
                <a:ext cx="0" cy="141125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96" name="对象 95">
                <a:extLst>
                  <a:ext uri="{FF2B5EF4-FFF2-40B4-BE49-F238E27FC236}">
                    <a16:creationId xmlns:a16="http://schemas.microsoft.com/office/drawing/2014/main" id="{8AAF8177-F0E3-43B5-ACB8-37107B5257A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1532" y="1580371"/>
              <a:ext cx="546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610" name="Equation" r:id="rId53" imgW="545760" imgH="253800" progId="Equation.DSMT4">
                      <p:embed/>
                    </p:oleObj>
                  </mc:Choice>
                  <mc:Fallback>
                    <p:oleObj name="Equation" r:id="rId53" imgW="545760" imgH="253800" progId="Equation.DSMT4">
                      <p:embed/>
                      <p:pic>
                        <p:nvPicPr>
                          <p:cNvPr id="21" name="对象 20">
                            <a:extLst>
                              <a:ext uri="{FF2B5EF4-FFF2-40B4-BE49-F238E27FC236}">
                                <a16:creationId xmlns:a16="http://schemas.microsoft.com/office/drawing/2014/main" id="{E1ED7F87-DD8F-4817-8DB5-43D2579A7D2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621532" y="1580371"/>
                            <a:ext cx="5461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97" name="直接箭头连接符 96">
                <a:extLst>
                  <a:ext uri="{FF2B5EF4-FFF2-40B4-BE49-F238E27FC236}">
                    <a16:creationId xmlns:a16="http://schemas.microsoft.com/office/drawing/2014/main" id="{E7DD8935-29EB-436A-B810-59B1D04F71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2240" y="1527634"/>
                <a:ext cx="0" cy="208823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46623754-1338-4B60-B0BD-FB9318FDF3F4}"/>
                </a:ext>
              </a:extLst>
            </p:cNvPr>
            <p:cNvCxnSpPr>
              <a:endCxn id="88" idx="0"/>
            </p:cNvCxnSpPr>
            <p:nvPr/>
          </p:nvCxnSpPr>
          <p:spPr>
            <a:xfrm>
              <a:off x="5959763" y="2139702"/>
              <a:ext cx="73105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9D5DCEBB-2ED3-4CD7-9861-55389CB32831}"/>
                </a:ext>
              </a:extLst>
            </p:cNvPr>
            <p:cNvCxnSpPr>
              <a:cxnSpLocks/>
            </p:cNvCxnSpPr>
            <p:nvPr/>
          </p:nvCxnSpPr>
          <p:spPr>
            <a:xfrm>
              <a:off x="5979319" y="2993231"/>
              <a:ext cx="752918" cy="1056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6" name="对象 85">
              <a:extLst>
                <a:ext uri="{FF2B5EF4-FFF2-40B4-BE49-F238E27FC236}">
                  <a16:creationId xmlns:a16="http://schemas.microsoft.com/office/drawing/2014/main" id="{556D092F-9B60-4458-9BD5-E560119EA2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86164" y="3006143"/>
            <a:ext cx="317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611" name="Equation" r:id="rId54" imgW="317160" imgH="190440" progId="Equation.DSMT4">
                    <p:embed/>
                  </p:oleObj>
                </mc:Choice>
                <mc:Fallback>
                  <p:oleObj name="Equation" r:id="rId54" imgW="317160" imgH="1904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57168584-E013-44A1-9A97-E98B767789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386164" y="3006143"/>
                          <a:ext cx="3175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8" name="对象 97">
            <a:extLst>
              <a:ext uri="{FF2B5EF4-FFF2-40B4-BE49-F238E27FC236}">
                <a16:creationId xmlns:a16="http://schemas.microsoft.com/office/drawing/2014/main" id="{3FDB519B-0CF6-46F3-A81B-B8C1904FD3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2058" y="2383088"/>
          <a:ext cx="1346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612" name="Equation" r:id="rId55" imgW="1346040" imgH="419040" progId="Equation.DSMT4">
                  <p:embed/>
                </p:oleObj>
              </mc:Choice>
              <mc:Fallback>
                <p:oleObj name="Equation" r:id="rId55" imgW="1346040" imgH="41904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1C246C68-38E7-4BD4-8938-CF28BD4F36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7372058" y="2383088"/>
                        <a:ext cx="1346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对象 98">
            <a:extLst>
              <a:ext uri="{FF2B5EF4-FFF2-40B4-BE49-F238E27FC236}">
                <a16:creationId xmlns:a16="http://schemas.microsoft.com/office/drawing/2014/main" id="{12B626BF-A959-4293-8AFD-A481EA277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6122" y="3377432"/>
          <a:ext cx="1485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613" name="Equation" r:id="rId57" imgW="1485720" imgH="419040" progId="Equation.DSMT4">
                  <p:embed/>
                </p:oleObj>
              </mc:Choice>
              <mc:Fallback>
                <p:oleObj name="Equation" r:id="rId57" imgW="1485720" imgH="41904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2FD0D39F-B0D6-463E-894C-C58C8CFD08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5706122" y="3377432"/>
                        <a:ext cx="1485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8E76B0B1-1BA4-4A3C-B342-EBDE26C347D4}"/>
              </a:ext>
            </a:extLst>
          </p:cNvPr>
          <p:cNvCxnSpPr/>
          <p:nvPr/>
        </p:nvCxnSpPr>
        <p:spPr>
          <a:xfrm flipH="1">
            <a:off x="6585997" y="2430070"/>
            <a:ext cx="259103" cy="947362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021DD252-ECFF-4A1F-874F-9C15904CEC49}"/>
              </a:ext>
            </a:extLst>
          </p:cNvPr>
          <p:cNvSpPr/>
          <p:nvPr/>
        </p:nvSpPr>
        <p:spPr>
          <a:xfrm>
            <a:off x="7305797" y="1723871"/>
            <a:ext cx="143952" cy="42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82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40" grpId="0"/>
      <p:bldP spid="10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2D7A040D-7F70-4DAC-BA8D-7FDB5EB04A39}"/>
              </a:ext>
            </a:extLst>
          </p:cNvPr>
          <p:cNvSpPr txBox="1">
            <a:spLocks/>
          </p:cNvSpPr>
          <p:nvPr/>
        </p:nvSpPr>
        <p:spPr>
          <a:xfrm>
            <a:off x="1547664" y="2067694"/>
            <a:ext cx="5904656" cy="7580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第一节  微分方程的基本概念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4291410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69CDC12-387A-48A1-8FD2-53D3279333F8}"/>
              </a:ext>
            </a:extLst>
          </p:cNvPr>
          <p:cNvSpPr txBox="1">
            <a:spLocks noChangeArrowheads="1"/>
          </p:cNvSpPr>
          <p:nvPr/>
        </p:nvSpPr>
        <p:spPr>
          <a:xfrm>
            <a:off x="775122" y="245765"/>
            <a:ext cx="1219200" cy="68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27435B0F-8946-473E-A216-DDD3CCD25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672" y="267494"/>
            <a:ext cx="72690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一曲线通过点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(1,2) 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在该曲线上任意点处的切线斜率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E09AEA2B-7A95-49A8-B0D9-AF69E2BC1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691" y="1307864"/>
            <a:ext cx="800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设所求曲线方程为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y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则有如下关系式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A8077C91-51A2-4AEC-AD23-013AE05643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021730"/>
              </p:ext>
            </p:extLst>
          </p:nvPr>
        </p:nvGraphicFramePr>
        <p:xfrm>
          <a:off x="3416061" y="1937498"/>
          <a:ext cx="1219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45" name="Equation" r:id="rId3" imgW="1218960" imgH="939600" progId="Equation.DSMT4">
                  <p:embed/>
                </p:oleObj>
              </mc:Choice>
              <mc:Fallback>
                <p:oleObj name="Equation" r:id="rId3" imgW="1218960" imgH="939600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1554091E-38D0-4B34-B3B2-7CC389851A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061" y="1937498"/>
                        <a:ext cx="1219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>
            <a:extLst>
              <a:ext uri="{FF2B5EF4-FFF2-40B4-BE49-F238E27FC236}">
                <a16:creationId xmlns:a16="http://schemas.microsoft.com/office/drawing/2014/main" id="{4B93FB6F-2ADB-429E-8011-89D19538D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0074" y="1895831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8C086C22-363C-4B38-9808-79D4C219E6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127604"/>
              </p:ext>
            </p:extLst>
          </p:nvPr>
        </p:nvGraphicFramePr>
        <p:xfrm>
          <a:off x="2418069" y="3268048"/>
          <a:ext cx="2489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46" name="Equation" r:id="rId5" imgW="2489040" imgH="507960" progId="Equation.DSMT4">
                  <p:embed/>
                </p:oleObj>
              </mc:Choice>
              <mc:Fallback>
                <p:oleObj name="Equation" r:id="rId5" imgW="2489040" imgH="50796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5CB3A815-A1DB-4926-942F-4023C811A1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069" y="3268048"/>
                        <a:ext cx="2489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>
            <a:extLst>
              <a:ext uri="{FF2B5EF4-FFF2-40B4-BE49-F238E27FC236}">
                <a16:creationId xmlns:a16="http://schemas.microsoft.com/office/drawing/2014/main" id="{5F089895-81EB-43AA-A83F-EA0A6566C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6341" y="3223300"/>
            <a:ext cx="3041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为任意常数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).</a:t>
            </a:r>
            <a:endParaRPr kumimoji="1"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5E36F5F3-7CA9-426D-8977-15B3DA8A3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22" y="4000941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 ② 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1,</a:t>
            </a:r>
          </a:p>
        </p:txBody>
      </p:sp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04754884-E2B2-4BE0-A917-32072BA388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481917"/>
              </p:ext>
            </p:extLst>
          </p:nvPr>
        </p:nvGraphicFramePr>
        <p:xfrm>
          <a:off x="5658274" y="4056206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47" name="Equation" r:id="rId7" imgW="1282680" imgH="406080" progId="Equation.DSMT4">
                  <p:embed/>
                </p:oleObj>
              </mc:Choice>
              <mc:Fallback>
                <p:oleObj name="Equation" r:id="rId7" imgW="1282680" imgH="406080" progId="Equation.DSMT4">
                  <p:embed/>
                  <p:pic>
                    <p:nvPicPr>
                      <p:cNvPr id="11" name="Object 12">
                        <a:extLst>
                          <a:ext uri="{FF2B5EF4-FFF2-40B4-BE49-F238E27FC236}">
                            <a16:creationId xmlns:a16="http://schemas.microsoft.com/office/drawing/2014/main" id="{19110B83-A0E0-404B-9BEF-6CC5A7C028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8274" y="4056206"/>
                        <a:ext cx="1282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3">
            <a:extLst>
              <a:ext uri="{FF2B5EF4-FFF2-40B4-BE49-F238E27FC236}">
                <a16:creationId xmlns:a16="http://schemas.microsoft.com/office/drawing/2014/main" id="{D59B1DB0-4412-44D3-8DB1-E6C21C0D9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822" y="3993004"/>
            <a:ext cx="356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因此所求曲线方程为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A39E984E-E8CF-4571-AA30-20C36CC1F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0074" y="2376783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10255755-F467-4662-B700-FA4B21097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22" y="3267664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 ① 得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CB9D63B1-C17C-4EA4-BB8E-ED8897D92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74" y="741512"/>
            <a:ext cx="45255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,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求该曲线的方程 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    </a:t>
            </a:r>
            <a:endParaRPr kumimoji="1" lang="en-US" altLang="zh-CN" sz="2400" b="1" dirty="0">
              <a:solidFill>
                <a:srgbClr val="C0504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E2C155C-C38B-49B1-B8EF-091D764CA618}"/>
              </a:ext>
            </a:extLst>
          </p:cNvPr>
          <p:cNvSpPr/>
          <p:nvPr/>
        </p:nvSpPr>
        <p:spPr>
          <a:xfrm>
            <a:off x="783804" y="1319038"/>
            <a:ext cx="605582" cy="47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756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9" grpId="0"/>
      <p:bldP spid="11" grpId="0"/>
      <p:bldP spid="12" grpId="0"/>
      <p:bldP spid="13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B6B441D-FA7E-4132-98E6-A0FA99A1EE09}"/>
              </a:ext>
            </a:extLst>
          </p:cNvPr>
          <p:cNvSpPr txBox="1">
            <a:spLocks noChangeArrowheads="1"/>
          </p:cNvSpPr>
          <p:nvPr/>
        </p:nvSpPr>
        <p:spPr>
          <a:xfrm>
            <a:off x="848823" y="339502"/>
            <a:ext cx="451326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列车在平直路上以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4C5C0831-62DB-4332-8D7A-93BE865CB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305968"/>
              </p:ext>
            </p:extLst>
          </p:nvPr>
        </p:nvGraphicFramePr>
        <p:xfrm>
          <a:off x="4396389" y="429444"/>
          <a:ext cx="889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68" name="Equation" r:id="rId3" imgW="888840" imgH="368280" progId="Equation.DSMT4">
                  <p:embed/>
                </p:oleObj>
              </mc:Choice>
              <mc:Fallback>
                <p:oleObj name="Equation" r:id="rId3" imgW="888840" imgH="36828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A09CE5C9-9E63-4829-AF00-BF6A411884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6389" y="429444"/>
                        <a:ext cx="8890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C555B39C-737B-4173-9F58-051CA7A39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739" y="332804"/>
            <a:ext cx="4000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的速度行驶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制动时获得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ACDE614-70A4-499E-9781-8FF27C19E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81" y="853208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加速度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7B7B90D6-A9CE-416A-AB15-4D06069BA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067979"/>
              </p:ext>
            </p:extLst>
          </p:nvPr>
        </p:nvGraphicFramePr>
        <p:xfrm>
          <a:off x="1351217" y="880840"/>
          <a:ext cx="184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69" name="Equation" r:id="rId5" imgW="1841400" imgH="406080" progId="Equation.DSMT4">
                  <p:embed/>
                </p:oleObj>
              </mc:Choice>
              <mc:Fallback>
                <p:oleObj name="Equation" r:id="rId5" imgW="1841400" imgH="40608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B4413315-C5BF-4BA1-9964-B7CA497C1C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1217" y="880840"/>
                        <a:ext cx="184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CF1BD0C0-133C-45AD-B3B6-EAC307DF4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689" y="841152"/>
            <a:ext cx="434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制动后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列车的运动规律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84DF4178-7444-4921-A509-95B1554BC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770" y="1395487"/>
            <a:ext cx="6091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设列车在制动后</a:t>
            </a:r>
            <a:r>
              <a:rPr kumimoji="1" lang="zh-CN" altLang="en-US" sz="2400" b="1" i="1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秒行驶了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米 ,</a:t>
            </a:r>
            <a:endParaRPr kumimoji="1" lang="en-US" altLang="zh-CN" sz="2400" b="1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54DF555D-9BAF-4C09-A354-84CFF0896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354" y="2274813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已知</a:t>
            </a:r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E23CF61F-5C3D-4F55-8DB1-FF7C8BB8E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911" y="3084515"/>
            <a:ext cx="464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两次积分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可得</a:t>
            </a:r>
          </a:p>
        </p:txBody>
      </p:sp>
      <p:graphicFrame>
        <p:nvGraphicFramePr>
          <p:cNvPr id="11" name="Object 18">
            <a:extLst>
              <a:ext uri="{FF2B5EF4-FFF2-40B4-BE49-F238E27FC236}">
                <a16:creationId xmlns:a16="http://schemas.microsoft.com/office/drawing/2014/main" id="{8CA87027-2997-4CD2-9130-66FFC7553A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112875"/>
              </p:ext>
            </p:extLst>
          </p:nvPr>
        </p:nvGraphicFramePr>
        <p:xfrm>
          <a:off x="3753117" y="3109357"/>
          <a:ext cx="270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70" name="Equation" r:id="rId7" imgW="2705040" imgH="419040" progId="Equation.DSMT4">
                  <p:embed/>
                </p:oleObj>
              </mc:Choice>
              <mc:Fallback>
                <p:oleObj name="Equation" r:id="rId7" imgW="2705040" imgH="419040" progId="Equation.DSMT4">
                  <p:embed/>
                  <p:pic>
                    <p:nvPicPr>
                      <p:cNvPr id="14" name="Object 18">
                        <a:extLst>
                          <a:ext uri="{FF2B5EF4-FFF2-40B4-BE49-F238E27FC236}">
                            <a16:creationId xmlns:a16="http://schemas.microsoft.com/office/drawing/2014/main" id="{26CD0601-300A-4F00-B7C6-FBA9519B63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3117" y="3109357"/>
                        <a:ext cx="270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2">
            <a:extLst>
              <a:ext uri="{FF2B5EF4-FFF2-40B4-BE49-F238E27FC236}">
                <a16:creationId xmlns:a16="http://schemas.microsoft.com/office/drawing/2014/main" id="{5613C4FF-4424-4787-828D-C3792DC4E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911" y="3620882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初始条件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13" name="Object 23">
            <a:extLst>
              <a:ext uri="{FF2B5EF4-FFF2-40B4-BE49-F238E27FC236}">
                <a16:creationId xmlns:a16="http://schemas.microsoft.com/office/drawing/2014/main" id="{B8E2D154-E712-479D-A756-41356B2476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205737"/>
              </p:ext>
            </p:extLst>
          </p:nvPr>
        </p:nvGraphicFramePr>
        <p:xfrm>
          <a:off x="3873159" y="3655208"/>
          <a:ext cx="1993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71" name="Equation" r:id="rId9" imgW="1993680" imgH="380880" progId="Equation.DSMT4">
                  <p:embed/>
                </p:oleObj>
              </mc:Choice>
              <mc:Fallback>
                <p:oleObj name="Equation" r:id="rId9" imgW="1993680" imgH="38088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6BA74E40-89FD-4128-B6A8-437A9A5623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159" y="3655208"/>
                        <a:ext cx="1993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4">
            <a:extLst>
              <a:ext uri="{FF2B5EF4-FFF2-40B4-BE49-F238E27FC236}">
                <a16:creationId xmlns:a16="http://schemas.microsoft.com/office/drawing/2014/main" id="{E3352D9D-FA60-4CBD-8FA3-2A44D4BF2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926" y="4172868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因此所求运动规律为</a:t>
            </a:r>
          </a:p>
        </p:txBody>
      </p:sp>
      <p:graphicFrame>
        <p:nvGraphicFramePr>
          <p:cNvPr id="15" name="Object 25">
            <a:extLst>
              <a:ext uri="{FF2B5EF4-FFF2-40B4-BE49-F238E27FC236}">
                <a16:creationId xmlns:a16="http://schemas.microsoft.com/office/drawing/2014/main" id="{CC9614DE-6A4B-4136-9DA9-9CA031C20E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388226"/>
              </p:ext>
            </p:extLst>
          </p:nvPr>
        </p:nvGraphicFramePr>
        <p:xfrm>
          <a:off x="4085239" y="4200500"/>
          <a:ext cx="215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72" name="Equation" r:id="rId11" imgW="2158920" imgH="406080" progId="Equation.DSMT4">
                  <p:embed/>
                </p:oleObj>
              </mc:Choice>
              <mc:Fallback>
                <p:oleObj name="Equation" r:id="rId11" imgW="2158920" imgH="406080" progId="Equation.DSMT4">
                  <p:embed/>
                  <p:pic>
                    <p:nvPicPr>
                      <p:cNvPr id="18" name="Object 25">
                        <a:extLst>
                          <a:ext uri="{FF2B5EF4-FFF2-40B4-BE49-F238E27FC236}">
                            <a16:creationId xmlns:a16="http://schemas.microsoft.com/office/drawing/2014/main" id="{C216A3C8-473C-4A7E-87F6-AE55F8AD01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239" y="4200500"/>
                        <a:ext cx="2159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0">
            <a:extLst>
              <a:ext uri="{FF2B5EF4-FFF2-40B4-BE49-F238E27FC236}">
                <a16:creationId xmlns:a16="http://schemas.microsoft.com/office/drawing/2014/main" id="{1C939AA7-A17D-4F17-A6BA-9D3A8716A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429" y="1387549"/>
            <a:ext cx="21611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即求</a:t>
            </a:r>
            <a:r>
              <a:rPr kumimoji="1" lang="zh-CN" altLang="zh-CN" sz="2400" b="1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s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47FF3B-8A18-4971-825A-3A3197A5182F}"/>
              </a:ext>
            </a:extLst>
          </p:cNvPr>
          <p:cNvSpPr/>
          <p:nvPr/>
        </p:nvSpPr>
        <p:spPr>
          <a:xfrm>
            <a:off x="868004" y="140789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7F975CF-C455-4C38-AF04-137D0599B5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840271"/>
              </p:ext>
            </p:extLst>
          </p:nvPr>
        </p:nvGraphicFramePr>
        <p:xfrm>
          <a:off x="2072959" y="2038435"/>
          <a:ext cx="2921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73" name="Equation" r:id="rId13" imgW="2920680" imgH="939600" progId="Equation.DSMT4">
                  <p:embed/>
                </p:oleObj>
              </mc:Choice>
              <mc:Fallback>
                <p:oleObj name="Equation" r:id="rId13" imgW="2920680" imgH="939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CD2D108-9CF6-4B9B-B693-618DD756D0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72959" y="2038435"/>
                        <a:ext cx="29210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179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4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C2322C6-4891-4015-87A9-B30D3FB544A6}"/>
              </a:ext>
            </a:extLst>
          </p:cNvPr>
          <p:cNvSpPr txBox="1"/>
          <p:nvPr/>
        </p:nvSpPr>
        <p:spPr>
          <a:xfrm>
            <a:off x="899592" y="195486"/>
            <a:ext cx="4680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一、微分方程的概念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91BE19-56B0-4EBB-A241-1DFCFA3951A9}"/>
              </a:ext>
            </a:extLst>
          </p:cNvPr>
          <p:cNvSpPr txBox="1"/>
          <p:nvPr/>
        </p:nvSpPr>
        <p:spPr>
          <a:xfrm>
            <a:off x="323528" y="1131590"/>
            <a:ext cx="8562345" cy="113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 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含未知函数及其导数与自变量之间关系的方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程叫做微分方程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9CD56C-8A8C-49C6-90A3-13F18F462172}"/>
              </a:ext>
            </a:extLst>
          </p:cNvPr>
          <p:cNvSpPr txBox="1"/>
          <p:nvPr/>
        </p:nvSpPr>
        <p:spPr>
          <a:xfrm>
            <a:off x="932202" y="2289136"/>
            <a:ext cx="122413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4289FB-7C8E-4E80-BB7E-E05FACC6F5F9}"/>
              </a:ext>
            </a:extLst>
          </p:cNvPr>
          <p:cNvSpPr txBox="1"/>
          <p:nvPr/>
        </p:nvSpPr>
        <p:spPr>
          <a:xfrm>
            <a:off x="1901547" y="2322716"/>
            <a:ext cx="4398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常微分方程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（未知函数是一元）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0FA4EB-E2A1-4C78-918D-2F2FF457BAF1}"/>
              </a:ext>
            </a:extLst>
          </p:cNvPr>
          <p:cNvSpPr txBox="1"/>
          <p:nvPr/>
        </p:nvSpPr>
        <p:spPr>
          <a:xfrm>
            <a:off x="1901547" y="2919204"/>
            <a:ext cx="4363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偏微分方程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（未知函数是多元）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C244F2-B26F-4092-BFAB-C3CE6564C239}"/>
              </a:ext>
            </a:extLst>
          </p:cNvPr>
          <p:cNvSpPr txBox="1"/>
          <p:nvPr/>
        </p:nvSpPr>
        <p:spPr>
          <a:xfrm>
            <a:off x="987338" y="3408169"/>
            <a:ext cx="930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25E366DF-301C-40E6-9BF9-A46359F51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868847"/>
              </p:ext>
            </p:extLst>
          </p:nvPr>
        </p:nvGraphicFramePr>
        <p:xfrm>
          <a:off x="1901547" y="3341464"/>
          <a:ext cx="101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0" name="Equation" r:id="rId3" imgW="1015920" imgH="736560" progId="Equation.DSMT4">
                  <p:embed/>
                </p:oleObj>
              </mc:Choice>
              <mc:Fallback>
                <p:oleObj name="Equation" r:id="rId3" imgW="1015920" imgH="73656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D1750F91-D0D1-4047-8D1B-A147E317B1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547" y="3341464"/>
                        <a:ext cx="1016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03423699-1C1C-4978-B4C3-33F0B53DE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647559"/>
              </p:ext>
            </p:extLst>
          </p:nvPr>
        </p:nvGraphicFramePr>
        <p:xfrm>
          <a:off x="3239852" y="3510745"/>
          <a:ext cx="2197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1" name="Equation" r:id="rId5" imgW="2197080" imgH="355320" progId="Equation.DSMT4">
                  <p:embed/>
                </p:oleObj>
              </mc:Choice>
              <mc:Fallback>
                <p:oleObj name="Equation" r:id="rId5" imgW="2197080" imgH="3553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06B2746B-811D-4B78-B391-263E8C961E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9852" y="3510745"/>
                        <a:ext cx="2197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F29A23E-62E4-402E-8858-9E1FB1A1F910}"/>
              </a:ext>
            </a:extLst>
          </p:cNvPr>
          <p:cNvSpPr txBox="1"/>
          <p:nvPr/>
        </p:nvSpPr>
        <p:spPr>
          <a:xfrm>
            <a:off x="971600" y="771550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微分方程的定义和阶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9AC89E-B306-49C5-95D7-24EC6A60EF2E}"/>
              </a:ext>
            </a:extLst>
          </p:cNvPr>
          <p:cNvSpPr txBox="1"/>
          <p:nvPr/>
        </p:nvSpPr>
        <p:spPr>
          <a:xfrm>
            <a:off x="5536654" y="3409459"/>
            <a:ext cx="1763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常微分方程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A1C00EAE-2D9C-4253-9966-69F651F99F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527027"/>
              </p:ext>
            </p:extLst>
          </p:nvPr>
        </p:nvGraphicFramePr>
        <p:xfrm>
          <a:off x="1917580" y="4105364"/>
          <a:ext cx="1663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2" name="Equation" r:id="rId7" imgW="1663560" imgH="774360" progId="Equation.DSMT4">
                  <p:embed/>
                </p:oleObj>
              </mc:Choice>
              <mc:Fallback>
                <p:oleObj name="Equation" r:id="rId7" imgW="1663560" imgH="77436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F1713E61-E7DA-446C-B3B9-583B0F4F33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580" y="4105364"/>
                        <a:ext cx="16637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80B22C7-B8BE-447C-A06E-DF907433381A}"/>
              </a:ext>
            </a:extLst>
          </p:cNvPr>
          <p:cNvSpPr txBox="1"/>
          <p:nvPr/>
        </p:nvSpPr>
        <p:spPr>
          <a:xfrm>
            <a:off x="5555330" y="4261881"/>
            <a:ext cx="1763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偏微分方程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927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10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D52B54-691C-42F9-8423-25C11C4186A2}"/>
              </a:ext>
            </a:extLst>
          </p:cNvPr>
          <p:cNvSpPr txBox="1"/>
          <p:nvPr/>
        </p:nvSpPr>
        <p:spPr>
          <a:xfrm>
            <a:off x="1096844" y="1805712"/>
            <a:ext cx="692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FD98A60A-3B06-434F-A526-43F77015B2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570476"/>
              </p:ext>
            </p:extLst>
          </p:nvPr>
        </p:nvGraphicFramePr>
        <p:xfrm>
          <a:off x="1645928" y="1668245"/>
          <a:ext cx="1066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46" name="Equation" r:id="rId3" imgW="1066680" imgH="736560" progId="Equation.DSMT4">
                  <p:embed/>
                </p:oleObj>
              </mc:Choice>
              <mc:Fallback>
                <p:oleObj name="Equation" r:id="rId3" imgW="1066680" imgH="7365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C9ACC16C-6BFE-4134-A039-7653C5AF58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928" y="1668245"/>
                        <a:ext cx="1066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1EACB49C-AF0A-47F6-AD77-AA8CA60C30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561448"/>
              </p:ext>
            </p:extLst>
          </p:nvPr>
        </p:nvGraphicFramePr>
        <p:xfrm>
          <a:off x="3401469" y="1691730"/>
          <a:ext cx="101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47" name="Equation" r:id="rId5" imgW="1015920" imgH="736560" progId="Equation.DSMT4">
                  <p:embed/>
                </p:oleObj>
              </mc:Choice>
              <mc:Fallback>
                <p:oleObj name="Equation" r:id="rId5" imgW="1015920" imgH="73656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9F20A792-D8A3-4C5E-9E05-06A0CB9DAE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1469" y="1691730"/>
                        <a:ext cx="1016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AC7DAED4-2B0D-4D15-8D91-CC63AB6CA2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684991"/>
              </p:ext>
            </p:extLst>
          </p:nvPr>
        </p:nvGraphicFramePr>
        <p:xfrm>
          <a:off x="1631406" y="2718843"/>
          <a:ext cx="2971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48" name="Equation" r:id="rId7" imgW="2971800" imgH="342720" progId="Equation.DSMT4">
                  <p:embed/>
                </p:oleObj>
              </mc:Choice>
              <mc:Fallback>
                <p:oleObj name="Equation" r:id="rId7" imgW="2971800" imgH="3427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CD66310B-B4CC-4A60-BC28-9174D080EC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406" y="2718843"/>
                        <a:ext cx="2971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0EAD75D2-3982-4DBE-B462-803DA68D4B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868691"/>
              </p:ext>
            </p:extLst>
          </p:nvPr>
        </p:nvGraphicFramePr>
        <p:xfrm>
          <a:off x="1639344" y="3707855"/>
          <a:ext cx="257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49" name="Equation" r:id="rId9" imgW="2577960" imgH="406080" progId="Equation.DSMT4">
                  <p:embed/>
                </p:oleObj>
              </mc:Choice>
              <mc:Fallback>
                <p:oleObj name="Equation" r:id="rId9" imgW="2577960" imgH="40608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5531149B-7C19-45AD-AF90-18E7E8B1D0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344" y="3707855"/>
                        <a:ext cx="2578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D0128FE-A8F3-4556-A996-7917C053E595}"/>
              </a:ext>
            </a:extLst>
          </p:cNvPr>
          <p:cNvSpPr txBox="1"/>
          <p:nvPr/>
        </p:nvSpPr>
        <p:spPr>
          <a:xfrm>
            <a:off x="5545198" y="2025068"/>
            <a:ext cx="2489200" cy="461665"/>
          </a:xfrm>
          <a:prstGeom prst="rect">
            <a:avLst/>
          </a:prstGeom>
          <a:solidFill>
            <a:srgbClr val="FFFF00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一阶微分方程</a:t>
            </a:r>
            <a:r>
              <a:rPr lang="en-US" altLang="zh-CN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E3CD9BE-6747-41D6-8D9B-E0E378543649}"/>
              </a:ext>
            </a:extLst>
          </p:cNvPr>
          <p:cNvCxnSpPr>
            <a:cxnSpLocks/>
          </p:cNvCxnSpPr>
          <p:nvPr/>
        </p:nvCxnSpPr>
        <p:spPr>
          <a:xfrm>
            <a:off x="4283424" y="3932114"/>
            <a:ext cx="1300735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4016BF5-C9D9-47D6-9036-FDE40185D22C}"/>
              </a:ext>
            </a:extLst>
          </p:cNvPr>
          <p:cNvSpPr txBox="1"/>
          <p:nvPr/>
        </p:nvSpPr>
        <p:spPr>
          <a:xfrm>
            <a:off x="5723584" y="3701281"/>
            <a:ext cx="2489200" cy="461665"/>
          </a:xfrm>
          <a:prstGeom prst="rect">
            <a:avLst/>
          </a:prstGeom>
          <a:solidFill>
            <a:srgbClr val="FFFF00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二阶微分方程</a:t>
            </a:r>
            <a:r>
              <a:rPr lang="en-US" altLang="zh-CN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86BB4DE9-6943-4A78-ADA9-BFF77CCE687A}"/>
              </a:ext>
            </a:extLst>
          </p:cNvPr>
          <p:cNvSpPr/>
          <p:nvPr/>
        </p:nvSpPr>
        <p:spPr>
          <a:xfrm>
            <a:off x="4620053" y="1702988"/>
            <a:ext cx="407039" cy="1306392"/>
          </a:xfrm>
          <a:prstGeom prst="rightBrace">
            <a:avLst>
              <a:gd name="adj1" fmla="val 39610"/>
              <a:gd name="adj2" fmla="val 46769"/>
            </a:avLst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B1AA73-896A-4793-9459-9A3D5A22D794}"/>
              </a:ext>
            </a:extLst>
          </p:cNvPr>
          <p:cNvSpPr txBox="1"/>
          <p:nvPr/>
        </p:nvSpPr>
        <p:spPr>
          <a:xfrm>
            <a:off x="395536" y="267494"/>
            <a:ext cx="8043865" cy="113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定义 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微分方程中所含未知函数的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最高阶导数的阶数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叫做微分方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程的阶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066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5645C9-8196-49AA-9D3B-6B439F0BFEEC}"/>
              </a:ext>
            </a:extLst>
          </p:cNvPr>
          <p:cNvSpPr txBox="1"/>
          <p:nvPr/>
        </p:nvSpPr>
        <p:spPr>
          <a:xfrm>
            <a:off x="971600" y="411510"/>
            <a:ext cx="3960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一般地，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阶常微分方程为</a:t>
            </a:r>
            <a:endParaRPr lang="zh-CN" altLang="en-US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55173BF9-7ED9-4AAD-95BF-E365445AF4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948631"/>
              </p:ext>
            </p:extLst>
          </p:nvPr>
        </p:nvGraphicFramePr>
        <p:xfrm>
          <a:off x="2195736" y="1101280"/>
          <a:ext cx="3111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70" name="Equation" r:id="rId3" imgW="3111480" imgH="507960" progId="Equation.DSMT4">
                  <p:embed/>
                </p:oleObj>
              </mc:Choice>
              <mc:Fallback>
                <p:oleObj name="Equation" r:id="rId3" imgW="3111480" imgH="5079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C23EDF5F-7030-43BD-822F-CFF8AA96AC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101280"/>
                        <a:ext cx="3111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966E9F6C-F375-4BE4-8827-80B9516BCD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810947"/>
              </p:ext>
            </p:extLst>
          </p:nvPr>
        </p:nvGraphicFramePr>
        <p:xfrm>
          <a:off x="1967136" y="2263502"/>
          <a:ext cx="356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71" name="Equation" r:id="rId5" imgW="3568680" imgH="406080" progId="Equation.DSMT4">
                  <p:embed/>
                </p:oleObj>
              </mc:Choice>
              <mc:Fallback>
                <p:oleObj name="Equation" r:id="rId5" imgW="3568680" imgH="40608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E4FD00B0-5975-422D-9156-97A9356F32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7136" y="2263502"/>
                        <a:ext cx="3568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2076C25-7DD4-47B4-9C5A-B17FCDF1A8EB}"/>
              </a:ext>
            </a:extLst>
          </p:cNvPr>
          <p:cNvSpPr txBox="1"/>
          <p:nvPr/>
        </p:nvSpPr>
        <p:spPr>
          <a:xfrm>
            <a:off x="6043317" y="2263502"/>
            <a:ext cx="176904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显式方程  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3DDECD-62B5-4616-B0E2-79981BF11056}"/>
              </a:ext>
            </a:extLst>
          </p:cNvPr>
          <p:cNvSpPr txBox="1"/>
          <p:nvPr/>
        </p:nvSpPr>
        <p:spPr>
          <a:xfrm>
            <a:off x="6043317" y="1021436"/>
            <a:ext cx="1697035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隐式方程 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                      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D2E38A-6375-498E-86DD-12544B2D0F10}"/>
              </a:ext>
            </a:extLst>
          </p:cNvPr>
          <p:cNvSpPr txBox="1"/>
          <p:nvPr/>
        </p:nvSpPr>
        <p:spPr>
          <a:xfrm>
            <a:off x="320376" y="1699294"/>
            <a:ext cx="720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endParaRPr lang="zh-CN" altLang="en-US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83925E-569A-4175-8D7D-AE50C9E6C655}"/>
              </a:ext>
            </a:extLst>
          </p:cNvPr>
          <p:cNvSpPr txBox="1"/>
          <p:nvPr/>
        </p:nvSpPr>
        <p:spPr>
          <a:xfrm>
            <a:off x="922718" y="3174231"/>
            <a:ext cx="692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6E57D62B-1629-46FB-841A-BB6373405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085462"/>
              </p:ext>
            </p:extLst>
          </p:nvPr>
        </p:nvGraphicFramePr>
        <p:xfrm>
          <a:off x="1763688" y="3015481"/>
          <a:ext cx="2590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72" name="Equation" r:id="rId7" imgW="2590560" imgH="723600" progId="Equation.DSMT4">
                  <p:embed/>
                </p:oleObj>
              </mc:Choice>
              <mc:Fallback>
                <p:oleObj name="Equation" r:id="rId7" imgW="2590560" imgH="72360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5CCDB318-C36D-4C24-9BD4-C643F840E1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015481"/>
                        <a:ext cx="2590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B767701-C0F1-46AB-83D1-347B5B2B2A38}"/>
              </a:ext>
            </a:extLst>
          </p:cNvPr>
          <p:cNvSpPr txBox="1"/>
          <p:nvPr/>
        </p:nvSpPr>
        <p:spPr>
          <a:xfrm>
            <a:off x="1944354" y="3808837"/>
            <a:ext cx="2483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一阶隐式方程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                  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0063B360-3005-45B4-8015-713884F241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255922"/>
              </p:ext>
            </p:extLst>
          </p:nvPr>
        </p:nvGraphicFramePr>
        <p:xfrm>
          <a:off x="5370513" y="3174876"/>
          <a:ext cx="1562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73" name="Equation" r:id="rId9" imgW="1562040" imgH="406080" progId="Equation.DSMT4">
                  <p:embed/>
                </p:oleObj>
              </mc:Choice>
              <mc:Fallback>
                <p:oleObj name="Equation" r:id="rId9" imgW="1562040" imgH="40608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75CEC0E6-C66A-4377-B83D-8C01DE5C92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513" y="3174876"/>
                        <a:ext cx="1562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3F87BACB-C42A-4C95-9992-56D5EFD5DD19}"/>
              </a:ext>
            </a:extLst>
          </p:cNvPr>
          <p:cNvSpPr txBox="1"/>
          <p:nvPr/>
        </p:nvSpPr>
        <p:spPr>
          <a:xfrm>
            <a:off x="5227727" y="3870392"/>
            <a:ext cx="2483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阶显式方程                         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               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         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5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10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FCD1FD4-3C81-404E-BD32-E34F07427C7F}"/>
              </a:ext>
            </a:extLst>
          </p:cNvPr>
          <p:cNvGrpSpPr/>
          <p:nvPr/>
        </p:nvGrpSpPr>
        <p:grpSpPr>
          <a:xfrm>
            <a:off x="791580" y="1734107"/>
            <a:ext cx="8154439" cy="461665"/>
            <a:chOff x="827584" y="1203598"/>
            <a:chExt cx="8154439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D50FA54-1CE4-461F-B308-E89944E5F3C2}"/>
                </a:ext>
              </a:extLst>
            </p:cNvPr>
            <p:cNvSpPr txBox="1"/>
            <p:nvPr/>
          </p:nvSpPr>
          <p:spPr>
            <a:xfrm>
              <a:off x="827584" y="1203598"/>
              <a:ext cx="24482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定义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设函数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" name="Object 11">
              <a:extLst>
                <a:ext uri="{FF2B5EF4-FFF2-40B4-BE49-F238E27FC236}">
                  <a16:creationId xmlns:a16="http://schemas.microsoft.com/office/drawing/2014/main" id="{350113DD-9E2D-4624-A5C2-9B1B5DE317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1578634"/>
                </p:ext>
              </p:extLst>
            </p:nvPr>
          </p:nvGraphicFramePr>
          <p:xfrm>
            <a:off x="2970064" y="1262980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762" name="Equation" r:id="rId3" imgW="1079280" imgH="342720" progId="Equation.DSMT4">
                    <p:embed/>
                  </p:oleObj>
                </mc:Choice>
                <mc:Fallback>
                  <p:oleObj name="Equation" r:id="rId3" imgW="1079280" imgH="342720" progId="Equation.DSMT4">
                    <p:embed/>
                    <p:pic>
                      <p:nvPicPr>
                        <p:cNvPr id="4" name="Object 11">
                          <a:extLst>
                            <a:ext uri="{FF2B5EF4-FFF2-40B4-BE49-F238E27FC236}">
                              <a16:creationId xmlns:a16="http://schemas.microsoft.com/office/drawing/2014/main" id="{9C06FDAC-51D2-46E3-9396-83FB2CEE47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0064" y="1262980"/>
                          <a:ext cx="1079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0DCBDC3-7304-497D-BB6C-EB5B24B0EDEE}"/>
                </a:ext>
              </a:extLst>
            </p:cNvPr>
            <p:cNvSpPr txBox="1"/>
            <p:nvPr/>
          </p:nvSpPr>
          <p:spPr>
            <a:xfrm>
              <a:off x="4018918" y="1203598"/>
              <a:ext cx="49631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上连续，且具有直到 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阶导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0BC8004-A0BD-4070-BF48-F1F0BD0C679F}"/>
              </a:ext>
            </a:extLst>
          </p:cNvPr>
          <p:cNvSpPr txBox="1"/>
          <p:nvPr/>
        </p:nvSpPr>
        <p:spPr>
          <a:xfrm>
            <a:off x="162219" y="2471255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数，如果将该函数及其导数代入方程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B5631B78-501B-4E04-AEE7-4D7302306D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233453"/>
              </p:ext>
            </p:extLst>
          </p:nvPr>
        </p:nvGraphicFramePr>
        <p:xfrm>
          <a:off x="2249275" y="3201921"/>
          <a:ext cx="3848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63" name="Equation" r:id="rId5" imgW="3848040" imgH="507960" progId="Equation.DSMT4">
                  <p:embed/>
                </p:oleObj>
              </mc:Choice>
              <mc:Fallback>
                <p:oleObj name="Equation" r:id="rId5" imgW="3848040" imgH="50796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A0CD943F-845E-49A0-BD9F-D58A6A14A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275" y="3201921"/>
                        <a:ext cx="3848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B896D71F-77A7-4083-B283-15F1C1323AD1}"/>
              </a:ext>
            </a:extLst>
          </p:cNvPr>
          <p:cNvGrpSpPr/>
          <p:nvPr/>
        </p:nvGrpSpPr>
        <p:grpSpPr>
          <a:xfrm>
            <a:off x="161043" y="3932317"/>
            <a:ext cx="8064896" cy="470296"/>
            <a:chOff x="323528" y="3775979"/>
            <a:chExt cx="8064896" cy="47029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231418D-684C-4379-AF40-4CE66DF323FF}"/>
                </a:ext>
              </a:extLst>
            </p:cNvPr>
            <p:cNvSpPr txBox="1"/>
            <p:nvPr/>
          </p:nvSpPr>
          <p:spPr>
            <a:xfrm>
              <a:off x="323528" y="3784610"/>
              <a:ext cx="48245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中，使等式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恒成立，则称函数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5312BC75-1ABA-426B-AFA2-59BEFB5A52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107492"/>
                </p:ext>
              </p:extLst>
            </p:nvPr>
          </p:nvGraphicFramePr>
          <p:xfrm>
            <a:off x="4932040" y="3839186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764" name="Equation" r:id="rId7" imgW="1079280" imgH="342720" progId="Equation.DSMT4">
                    <p:embed/>
                  </p:oleObj>
                </mc:Choice>
                <mc:Fallback>
                  <p:oleObj name="Equation" r:id="rId7" imgW="1079280" imgH="342720" progId="Equation.DSMT4">
                    <p:embed/>
                    <p:pic>
                      <p:nvPicPr>
                        <p:cNvPr id="10" name="Object 11">
                          <a:extLst>
                            <a:ext uri="{FF2B5EF4-FFF2-40B4-BE49-F238E27FC236}">
                              <a16:creationId xmlns:a16="http://schemas.microsoft.com/office/drawing/2014/main" id="{C7AC863D-0EAA-4D9A-A300-BC45666A37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040" y="3839186"/>
                          <a:ext cx="1079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EDCED79-A880-41A4-AB5B-B8FBBFD8A86D}"/>
                </a:ext>
              </a:extLst>
            </p:cNvPr>
            <p:cNvSpPr txBox="1"/>
            <p:nvPr/>
          </p:nvSpPr>
          <p:spPr>
            <a:xfrm>
              <a:off x="5940152" y="3775979"/>
              <a:ext cx="24482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为方程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0FC62431-577B-41F6-9A52-2A938E00B21C}"/>
              </a:ext>
            </a:extLst>
          </p:cNvPr>
          <p:cNvSpPr txBox="1"/>
          <p:nvPr/>
        </p:nvSpPr>
        <p:spPr>
          <a:xfrm>
            <a:off x="755576" y="267494"/>
            <a:ext cx="41040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二、微分方程的解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3FBAE6-1D01-45CB-A498-27B423E6A558}"/>
              </a:ext>
            </a:extLst>
          </p:cNvPr>
          <p:cNvSpPr txBox="1"/>
          <p:nvPr/>
        </p:nvSpPr>
        <p:spPr>
          <a:xfrm>
            <a:off x="791580" y="1003441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微分方程的解和通解以及特解                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711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D2C186B-E154-463D-A21A-464C379BE7A3}"/>
              </a:ext>
            </a:extLst>
          </p:cNvPr>
          <p:cNvSpPr txBox="1"/>
          <p:nvPr/>
        </p:nvSpPr>
        <p:spPr>
          <a:xfrm>
            <a:off x="1835696" y="555526"/>
            <a:ext cx="3600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 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阶微分方程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E22159-BB5A-403F-875C-8B94C7C30D11}"/>
              </a:ext>
            </a:extLst>
          </p:cNvPr>
          <p:cNvSpPr txBox="1"/>
          <p:nvPr/>
        </p:nvSpPr>
        <p:spPr>
          <a:xfrm>
            <a:off x="1197730" y="2242090"/>
            <a:ext cx="2044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zh-CN" altLang="en-US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相互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42A024F-1E7B-4DA0-AADD-9FA6D2A0776C}"/>
              </a:ext>
            </a:extLst>
          </p:cNvPr>
          <p:cNvGrpSpPr/>
          <p:nvPr/>
        </p:nvGrpSpPr>
        <p:grpSpPr>
          <a:xfrm>
            <a:off x="3024420" y="2227566"/>
            <a:ext cx="5191362" cy="468538"/>
            <a:chOff x="251520" y="1331045"/>
            <a:chExt cx="5191362" cy="468538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F96E052-6F81-4C38-822A-201B4C802F74}"/>
                </a:ext>
              </a:extLst>
            </p:cNvPr>
            <p:cNvSpPr txBox="1"/>
            <p:nvPr/>
          </p:nvSpPr>
          <p:spPr>
            <a:xfrm>
              <a:off x="251520" y="1331045"/>
              <a:ext cx="2771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独立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的任意常数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2B1875A5-143F-4D12-930C-5EB4DE1515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4565971"/>
                </p:ext>
              </p:extLst>
            </p:nvPr>
          </p:nvGraphicFramePr>
          <p:xfrm>
            <a:off x="2522799" y="1415655"/>
            <a:ext cx="14349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86" name="Equation" r:id="rId3" imgW="1434960" imgH="380880" progId="Equation.DSMT4">
                    <p:embed/>
                  </p:oleObj>
                </mc:Choice>
                <mc:Fallback>
                  <p:oleObj name="Equation" r:id="rId3" imgW="1434960" imgH="380880" progId="Equation.DSMT4">
                    <p:embed/>
                    <p:pic>
                      <p:nvPicPr>
                        <p:cNvPr id="6" name="Object 24">
                          <a:extLst>
                            <a:ext uri="{FF2B5EF4-FFF2-40B4-BE49-F238E27FC236}">
                              <a16:creationId xmlns:a16="http://schemas.microsoft.com/office/drawing/2014/main" id="{1D3CA2F4-AFE2-4246-A410-A56D0BCBD4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2799" y="1415655"/>
                          <a:ext cx="1434960" cy="380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10B0D81-C77A-492D-A641-A8DB1963A100}"/>
                </a:ext>
              </a:extLst>
            </p:cNvPr>
            <p:cNvSpPr txBox="1"/>
            <p:nvPr/>
          </p:nvSpPr>
          <p:spPr>
            <a:xfrm>
              <a:off x="3914836" y="1337918"/>
              <a:ext cx="1528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的解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036E0DCE-DA24-47B1-BEAF-312B464489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22233"/>
              </p:ext>
            </p:extLst>
          </p:nvPr>
        </p:nvGraphicFramePr>
        <p:xfrm>
          <a:off x="4494470" y="3197233"/>
          <a:ext cx="2603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87" name="Equation" r:id="rId5" imgW="2603160" imgH="380880" progId="Equation.DSMT4">
                  <p:embed/>
                </p:oleObj>
              </mc:Choice>
              <mc:Fallback>
                <p:oleObj name="Equation" r:id="rId5" imgW="2603160" imgH="38088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06105571-F72B-4371-818E-66142631DF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4470" y="3197233"/>
                        <a:ext cx="2603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81F1818-3E48-4526-888E-1EE110C45A4E}"/>
              </a:ext>
            </a:extLst>
          </p:cNvPr>
          <p:cNvSpPr txBox="1"/>
          <p:nvPr/>
        </p:nvSpPr>
        <p:spPr>
          <a:xfrm>
            <a:off x="1197730" y="3899606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称为该微分方程的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87B63035-4E35-4E4F-9C3A-E50D59BBF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923651"/>
              </p:ext>
            </p:extLst>
          </p:nvPr>
        </p:nvGraphicFramePr>
        <p:xfrm>
          <a:off x="4380260" y="1403983"/>
          <a:ext cx="3111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88" name="Equation" r:id="rId7" imgW="3111480" imgH="507960" progId="Equation.DSMT4">
                  <p:embed/>
                </p:oleObj>
              </mc:Choice>
              <mc:Fallback>
                <p:oleObj name="Equation" r:id="rId7" imgW="3111480" imgH="50796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103CBC78-4692-4F11-8925-44F6117454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0260" y="1403983"/>
                        <a:ext cx="3111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47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1EAF0B7-ED24-448F-9513-68D9328BDE24}"/>
              </a:ext>
            </a:extLst>
          </p:cNvPr>
          <p:cNvSpPr txBox="1"/>
          <p:nvPr/>
        </p:nvSpPr>
        <p:spPr>
          <a:xfrm>
            <a:off x="552224" y="522485"/>
            <a:ext cx="1285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17D3A4-ECE5-4A2F-85C9-F10AC9618F60}"/>
              </a:ext>
            </a:extLst>
          </p:cNvPr>
          <p:cNvSpPr txBox="1"/>
          <p:nvPr/>
        </p:nvSpPr>
        <p:spPr>
          <a:xfrm>
            <a:off x="1259632" y="411510"/>
            <a:ext cx="7405443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通解是方程的解，但不一定包含微分方程的所有解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ADCB14-E7DA-4D4F-AE02-8C643DA0EF9F}"/>
              </a:ext>
            </a:extLst>
          </p:cNvPr>
          <p:cNvSpPr txBox="1"/>
          <p:nvPr/>
        </p:nvSpPr>
        <p:spPr>
          <a:xfrm>
            <a:off x="547965" y="1301344"/>
            <a:ext cx="624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023D80C5-6B04-4DA6-A6A9-4B0DD33DC0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847589"/>
              </p:ext>
            </p:extLst>
          </p:nvPr>
        </p:nvGraphicFramePr>
        <p:xfrm>
          <a:off x="1213765" y="1342461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906" name="Equation" r:id="rId3" imgW="1485720" imgH="406080" progId="Equation.DSMT4">
                  <p:embed/>
                </p:oleObj>
              </mc:Choice>
              <mc:Fallback>
                <p:oleObj name="Equation" r:id="rId3" imgW="1485720" imgH="40608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8AC0EFD8-52EF-4D54-93B3-89F4248E1B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765" y="1342461"/>
                        <a:ext cx="1485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C768A0A-4DA7-4DDA-9E23-7F9E4A3B8679}"/>
              </a:ext>
            </a:extLst>
          </p:cNvPr>
          <p:cNvSpPr txBox="1"/>
          <p:nvPr/>
        </p:nvSpPr>
        <p:spPr>
          <a:xfrm>
            <a:off x="2715104" y="1289757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通解为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CA40007B-96D0-4604-8CBE-5E4CBE4284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229479"/>
              </p:ext>
            </p:extLst>
          </p:nvPr>
        </p:nvGraphicFramePr>
        <p:xfrm>
          <a:off x="3863557" y="1161063"/>
          <a:ext cx="1333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907" name="Equation" r:id="rId5" imgW="1333440" imgH="787320" progId="Equation.DSMT4">
                  <p:embed/>
                </p:oleObj>
              </mc:Choice>
              <mc:Fallback>
                <p:oleObj name="Equation" r:id="rId5" imgW="1333440" imgH="78732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5B9351C8-AD88-495B-B44F-470BA6FF8A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557" y="1161063"/>
                        <a:ext cx="13335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B3B55081-9824-4864-B92B-371F63EEFCBB}"/>
              </a:ext>
            </a:extLst>
          </p:cNvPr>
          <p:cNvSpPr txBox="1"/>
          <p:nvPr/>
        </p:nvSpPr>
        <p:spPr>
          <a:xfrm>
            <a:off x="5132149" y="1289756"/>
            <a:ext cx="1532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不包含解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A496A430-2835-4504-BB62-CD9ECD6A9B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63425"/>
              </p:ext>
            </p:extLst>
          </p:nvPr>
        </p:nvGraphicFramePr>
        <p:xfrm>
          <a:off x="6512218" y="1360727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908" name="Equation" r:id="rId7" imgW="1447560" imgH="342720" progId="Equation.DSMT4">
                  <p:embed/>
                </p:oleObj>
              </mc:Choice>
              <mc:Fallback>
                <p:oleObj name="Equation" r:id="rId7" imgW="1447560" imgH="3427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A9D4C6E6-F5DE-47BD-8033-62CDE563AD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2218" y="1360727"/>
                        <a:ext cx="1447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733BA123-1E49-457A-81AA-93A007DF628F}"/>
              </a:ext>
            </a:extLst>
          </p:cNvPr>
          <p:cNvGrpSpPr/>
          <p:nvPr/>
        </p:nvGrpSpPr>
        <p:grpSpPr>
          <a:xfrm>
            <a:off x="964267" y="2219140"/>
            <a:ext cx="7056784" cy="461665"/>
            <a:chOff x="683568" y="549939"/>
            <a:chExt cx="7056784" cy="4616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A6A452D-4290-4C85-AE17-DBED74E3B4A5}"/>
                </a:ext>
              </a:extLst>
            </p:cNvPr>
            <p:cNvSpPr txBox="1"/>
            <p:nvPr/>
          </p:nvSpPr>
          <p:spPr>
            <a:xfrm>
              <a:off x="683568" y="549939"/>
              <a:ext cx="7056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marR="0" lvl="0" indent="-5143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lphaLcParenR" startAt="2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阶方程的通解中含有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个相互独立的任意常数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9AE84BB4-1152-4BAB-8FF8-1BDAB63644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8725098"/>
                </p:ext>
              </p:extLst>
            </p:nvPr>
          </p:nvGraphicFramePr>
          <p:xfrm>
            <a:off x="1220626" y="71236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909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12" name="Object 24">
                          <a:extLst>
                            <a:ext uri="{FF2B5EF4-FFF2-40B4-BE49-F238E27FC236}">
                              <a16:creationId xmlns:a16="http://schemas.microsoft.com/office/drawing/2014/main" id="{5C0984F2-0910-4524-B828-14C9BB9E34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0626" y="712366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F377E601-6945-4E0D-A050-DCFFCF556E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409472"/>
              </p:ext>
            </p:extLst>
          </p:nvPr>
        </p:nvGraphicFramePr>
        <p:xfrm>
          <a:off x="3863557" y="3183453"/>
          <a:ext cx="2349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910" name="Equation" r:id="rId11" imgW="2349360" imgH="419040" progId="Equation.DSMT4">
                  <p:embed/>
                </p:oleObj>
              </mc:Choice>
              <mc:Fallback>
                <p:oleObj name="Equation" r:id="rId11" imgW="2349360" imgH="41904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6A3022B2-769B-45C1-89A3-CCABABC80B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557" y="3183453"/>
                        <a:ext cx="2349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EF3DB9E9-54C9-415C-B92B-46AB407D5C6E}"/>
              </a:ext>
            </a:extLst>
          </p:cNvPr>
          <p:cNvSpPr txBox="1"/>
          <p:nvPr/>
        </p:nvSpPr>
        <p:spPr>
          <a:xfrm>
            <a:off x="616067" y="3262217"/>
            <a:ext cx="624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3038A0C5-9E2A-4353-BA69-34499A471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286853"/>
              </p:ext>
            </p:extLst>
          </p:nvPr>
        </p:nvGraphicFramePr>
        <p:xfrm>
          <a:off x="1328065" y="3315249"/>
          <a:ext cx="1371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911" name="Equation" r:id="rId13" imgW="1371600" imgH="355320" progId="Equation.DSMT4">
                  <p:embed/>
                </p:oleObj>
              </mc:Choice>
              <mc:Fallback>
                <p:oleObj name="Equation" r:id="rId13" imgW="1371600" imgH="35532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062EA13F-99C5-43BC-970B-653DAA8E7D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065" y="3315249"/>
                        <a:ext cx="1371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5A74F8C8-7AB5-42FF-B7FB-25B439B72D0D}"/>
              </a:ext>
            </a:extLst>
          </p:cNvPr>
          <p:cNvSpPr txBox="1"/>
          <p:nvPr/>
        </p:nvSpPr>
        <p:spPr>
          <a:xfrm>
            <a:off x="2808298" y="3195985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通解为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125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8" grpId="0"/>
      <p:bldP spid="14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82D78B5-ABEE-4A46-9C23-9766BF4950A7}"/>
              </a:ext>
            </a:extLst>
          </p:cNvPr>
          <p:cNvSpPr txBox="1"/>
          <p:nvPr/>
        </p:nvSpPr>
        <p:spPr>
          <a:xfrm>
            <a:off x="1018979" y="486624"/>
            <a:ext cx="96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思考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53395723-D45C-4963-AE24-5DBDEF6ADF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740740"/>
              </p:ext>
            </p:extLst>
          </p:nvPr>
        </p:nvGraphicFramePr>
        <p:xfrm>
          <a:off x="1187513" y="1233385"/>
          <a:ext cx="415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66" name="Equation" r:id="rId3" imgW="4152600" imgH="380880" progId="Equation.DSMT4">
                  <p:embed/>
                </p:oleObj>
              </mc:Choice>
              <mc:Fallback>
                <p:oleObj name="Equation" r:id="rId3" imgW="4152600" imgH="38088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86F84C81-20DC-49AC-829C-DAA256CE4F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513" y="1233385"/>
                        <a:ext cx="4152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0A437D3A-47A9-4614-B49C-1C82C2EFE2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179774"/>
              </p:ext>
            </p:extLst>
          </p:nvPr>
        </p:nvGraphicFramePr>
        <p:xfrm>
          <a:off x="1193863" y="1923044"/>
          <a:ext cx="2501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67" name="Equation" r:id="rId5" imgW="2501640" imgH="419040" progId="Equation.DSMT4">
                  <p:embed/>
                </p:oleObj>
              </mc:Choice>
              <mc:Fallback>
                <p:oleObj name="Equation" r:id="rId5" imgW="2501640" imgH="41904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4AF870A6-657D-4F1C-B653-E51DEDAC19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63" y="1923044"/>
                        <a:ext cx="2501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8FF2F850-13C4-4FF4-9463-93AEC3581044}"/>
              </a:ext>
            </a:extLst>
          </p:cNvPr>
          <p:cNvGrpSpPr/>
          <p:nvPr/>
        </p:nvGrpSpPr>
        <p:grpSpPr>
          <a:xfrm>
            <a:off x="1763577" y="483518"/>
            <a:ext cx="5616845" cy="462536"/>
            <a:chOff x="1283402" y="502447"/>
            <a:chExt cx="5616845" cy="462536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6460D3C-4BC2-4652-9DAB-D4F02DC7B559}"/>
                </a:ext>
              </a:extLst>
            </p:cNvPr>
            <p:cNvSpPr txBox="1"/>
            <p:nvPr/>
          </p:nvSpPr>
          <p:spPr>
            <a:xfrm>
              <a:off x="1283402" y="503318"/>
              <a:ext cx="32885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下列函数是方程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0A61D83D-0BDE-420D-B00B-12D1BA813C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4563293"/>
                </p:ext>
              </p:extLst>
            </p:nvPr>
          </p:nvGraphicFramePr>
          <p:xfrm>
            <a:off x="3641950" y="583294"/>
            <a:ext cx="1371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868" name="Equation" r:id="rId7" imgW="1371600" imgH="355320" progId="Equation.DSMT4">
                    <p:embed/>
                  </p:oleObj>
                </mc:Choice>
                <mc:Fallback>
                  <p:oleObj name="Equation" r:id="rId7" imgW="1371600" imgH="35532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A7480305-D0F9-453B-AB36-699597789E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1950" y="583294"/>
                          <a:ext cx="13716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545FB46-3395-44E9-8479-BA19F7318816}"/>
                </a:ext>
              </a:extLst>
            </p:cNvPr>
            <p:cNvSpPr txBox="1"/>
            <p:nvPr/>
          </p:nvSpPr>
          <p:spPr>
            <a:xfrm>
              <a:off x="5013550" y="502447"/>
              <a:ext cx="18866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的通解吗？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358EA28F-2DE2-4BB7-90D6-C72FBCBB2F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064850"/>
              </p:ext>
            </p:extLst>
          </p:nvPr>
        </p:nvGraphicFramePr>
        <p:xfrm>
          <a:off x="1187513" y="2689806"/>
          <a:ext cx="3441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69" name="Equation" r:id="rId9" imgW="3441600" imgH="380880" progId="Equation.DSMT4">
                  <p:embed/>
                </p:oleObj>
              </mc:Choice>
              <mc:Fallback>
                <p:oleObj name="Equation" r:id="rId9" imgW="3441600" imgH="38088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981D2D6B-DAFD-4DF8-89DD-BCE2806C6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513" y="2689806"/>
                        <a:ext cx="3441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36F009E-6350-4C3D-8516-BD9F48B21277}"/>
              </a:ext>
            </a:extLst>
          </p:cNvPr>
          <p:cNvSpPr txBox="1"/>
          <p:nvPr/>
        </p:nvSpPr>
        <p:spPr>
          <a:xfrm>
            <a:off x="1011700" y="3227477"/>
            <a:ext cx="96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答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5DB417-F2DA-433F-9C40-D370FCBD97F2}"/>
              </a:ext>
            </a:extLst>
          </p:cNvPr>
          <p:cNvSpPr txBox="1"/>
          <p:nvPr/>
        </p:nvSpPr>
        <p:spPr>
          <a:xfrm>
            <a:off x="1486942" y="3240772"/>
            <a:ext cx="6253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(1),(2)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不是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方程的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通解，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但是该方程的解；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A253FA-6F8A-4D27-99A7-6A7A4DFB8F40}"/>
              </a:ext>
            </a:extLst>
          </p:cNvPr>
          <p:cNvSpPr txBox="1"/>
          <p:nvPr/>
        </p:nvSpPr>
        <p:spPr>
          <a:xfrm>
            <a:off x="1533316" y="3848780"/>
            <a:ext cx="3474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是方程的通解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625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8CEF156-A9A8-469F-9732-2E376BF9B6C8}"/>
              </a:ext>
            </a:extLst>
          </p:cNvPr>
          <p:cNvGrpSpPr/>
          <p:nvPr/>
        </p:nvGrpSpPr>
        <p:grpSpPr>
          <a:xfrm>
            <a:off x="732295" y="2901140"/>
            <a:ext cx="2485455" cy="461665"/>
            <a:chOff x="839152" y="2995737"/>
            <a:chExt cx="2485455" cy="461665"/>
          </a:xfrm>
        </p:grpSpPr>
        <p:graphicFrame>
          <p:nvGraphicFramePr>
            <p:cNvPr id="3" name="Object 82">
              <a:extLst>
                <a:ext uri="{FF2B5EF4-FFF2-40B4-BE49-F238E27FC236}">
                  <a16:creationId xmlns:a16="http://schemas.microsoft.com/office/drawing/2014/main" id="{0EAD2277-B39E-4EEE-A94A-99F98B13A7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2228295"/>
                </p:ext>
              </p:extLst>
            </p:nvPr>
          </p:nvGraphicFramePr>
          <p:xfrm>
            <a:off x="1965707" y="2996382"/>
            <a:ext cx="1358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86" name="Equation" r:id="rId3" imgW="1358640" imgH="406080" progId="Equation.DSMT4">
                    <p:embed/>
                  </p:oleObj>
                </mc:Choice>
                <mc:Fallback>
                  <p:oleObj name="Equation" r:id="rId3" imgW="1358640" imgH="406080" progId="Equation.DSMT4">
                    <p:embed/>
                    <p:pic>
                      <p:nvPicPr>
                        <p:cNvPr id="4" name="Object 82">
                          <a:extLst>
                            <a:ext uri="{FF2B5EF4-FFF2-40B4-BE49-F238E27FC236}">
                              <a16:creationId xmlns:a16="http://schemas.microsoft.com/office/drawing/2014/main" id="{53FD5C22-595B-4614-ACA5-280D10865A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5707" y="2996382"/>
                          <a:ext cx="13589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84">
              <a:extLst>
                <a:ext uri="{FF2B5EF4-FFF2-40B4-BE49-F238E27FC236}">
                  <a16:creationId xmlns:a16="http://schemas.microsoft.com/office/drawing/2014/main" id="{93CFFEB2-75CA-453B-9FFE-B789240D2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152" y="2995737"/>
              <a:ext cx="1295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通解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59F4871-9A72-495C-AEE3-1365ECD5E350}"/>
              </a:ext>
            </a:extLst>
          </p:cNvPr>
          <p:cNvGrpSpPr/>
          <p:nvPr/>
        </p:nvGrpSpPr>
        <p:grpSpPr>
          <a:xfrm>
            <a:off x="4523732" y="2910980"/>
            <a:ext cx="3706043" cy="461665"/>
            <a:chOff x="4751769" y="3085555"/>
            <a:chExt cx="3706043" cy="461665"/>
          </a:xfrm>
        </p:grpSpPr>
        <p:graphicFrame>
          <p:nvGraphicFramePr>
            <p:cNvPr id="6" name="Object 83">
              <a:extLst>
                <a:ext uri="{FF2B5EF4-FFF2-40B4-BE49-F238E27FC236}">
                  <a16:creationId xmlns:a16="http://schemas.microsoft.com/office/drawing/2014/main" id="{D8C5DAAC-A505-405D-BA71-2A306BEE90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6026891"/>
                </p:ext>
              </p:extLst>
            </p:nvPr>
          </p:nvGraphicFramePr>
          <p:xfrm>
            <a:off x="5879712" y="3121125"/>
            <a:ext cx="25781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87" name="Equation" r:id="rId5" imgW="2577960" imgH="419040" progId="Equation.DSMT4">
                    <p:embed/>
                  </p:oleObj>
                </mc:Choice>
                <mc:Fallback>
                  <p:oleObj name="Equation" r:id="rId5" imgW="2577960" imgH="419040" progId="Equation.DSMT4">
                    <p:embed/>
                    <p:pic>
                      <p:nvPicPr>
                        <p:cNvPr id="5" name="Object 83">
                          <a:extLst>
                            <a:ext uri="{FF2B5EF4-FFF2-40B4-BE49-F238E27FC236}">
                              <a16:creationId xmlns:a16="http://schemas.microsoft.com/office/drawing/2014/main" id="{09C3E3FD-8B1B-45AD-8849-152E148FEE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9712" y="3121125"/>
                          <a:ext cx="25781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84">
              <a:extLst>
                <a:ext uri="{FF2B5EF4-FFF2-40B4-BE49-F238E27FC236}">
                  <a16:creationId xmlns:a16="http://schemas.microsoft.com/office/drawing/2014/main" id="{D22F3455-6026-41D0-B0F5-297421F86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1769" y="3085555"/>
              <a:ext cx="1295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通解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043A862-6307-4B30-9D0E-9534BA0B0060}"/>
              </a:ext>
            </a:extLst>
          </p:cNvPr>
          <p:cNvSpPr txBox="1"/>
          <p:nvPr/>
        </p:nvSpPr>
        <p:spPr>
          <a:xfrm>
            <a:off x="755576" y="555526"/>
            <a:ext cx="8031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 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微分方程通解中确定了任意常数的值的解称为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特解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9DB4D75-4BB7-4087-85C0-38D10D04DB49}"/>
              </a:ext>
            </a:extLst>
          </p:cNvPr>
          <p:cNvGrpSpPr/>
          <p:nvPr/>
        </p:nvGrpSpPr>
        <p:grpSpPr>
          <a:xfrm>
            <a:off x="662159" y="1175901"/>
            <a:ext cx="2455863" cy="1371600"/>
            <a:chOff x="767144" y="1270498"/>
            <a:chExt cx="2455863" cy="1371600"/>
          </a:xfrm>
        </p:grpSpPr>
        <p:sp>
          <p:nvSpPr>
            <p:cNvPr id="10" name="Text Box 78">
              <a:extLst>
                <a:ext uri="{FF2B5EF4-FFF2-40B4-BE49-F238E27FC236}">
                  <a16:creationId xmlns:a16="http://schemas.microsoft.com/office/drawing/2014/main" id="{8885CD80-75D2-4958-B0DE-0C22432B3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144" y="1774005"/>
              <a:ext cx="11144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引例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1 </a:t>
              </a:r>
            </a:p>
          </p:txBody>
        </p:sp>
        <p:graphicFrame>
          <p:nvGraphicFramePr>
            <p:cNvPr id="11" name="Object 6">
              <a:extLst>
                <a:ext uri="{FF2B5EF4-FFF2-40B4-BE49-F238E27FC236}">
                  <a16:creationId xmlns:a16="http://schemas.microsoft.com/office/drawing/2014/main" id="{2C0D6B10-6F43-404F-89AD-251D55AF4A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0549450"/>
                </p:ext>
              </p:extLst>
            </p:nvPr>
          </p:nvGraphicFramePr>
          <p:xfrm>
            <a:off x="1965707" y="1270498"/>
            <a:ext cx="1257300" cy="1371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88" name="Equation" r:id="rId7" imgW="1257120" imgH="1371600" progId="Equation.DSMT4">
                    <p:embed/>
                  </p:oleObj>
                </mc:Choice>
                <mc:Fallback>
                  <p:oleObj name="Equation" r:id="rId7" imgW="1257120" imgH="1371600" progId="Equation.DSMT4">
                    <p:embed/>
                    <p:pic>
                      <p:nvPicPr>
                        <p:cNvPr id="9" name="Object 6">
                          <a:extLst>
                            <a:ext uri="{FF2B5EF4-FFF2-40B4-BE49-F238E27FC236}">
                              <a16:creationId xmlns:a16="http://schemas.microsoft.com/office/drawing/2014/main" id="{C19A6BF3-3834-4FD2-AD5E-A594D28B4D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5707" y="1270498"/>
                          <a:ext cx="1257300" cy="1371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8FF69BE-56D1-4B1F-A0A9-7BDD05F29D54}"/>
              </a:ext>
            </a:extLst>
          </p:cNvPr>
          <p:cNvGrpSpPr/>
          <p:nvPr/>
        </p:nvGrpSpPr>
        <p:grpSpPr>
          <a:xfrm>
            <a:off x="755576" y="3685916"/>
            <a:ext cx="2408882" cy="461665"/>
            <a:chOff x="864925" y="3734570"/>
            <a:chExt cx="2408882" cy="461665"/>
          </a:xfrm>
        </p:grpSpPr>
        <p:graphicFrame>
          <p:nvGraphicFramePr>
            <p:cNvPr id="13" name="Object 89">
              <a:extLst>
                <a:ext uri="{FF2B5EF4-FFF2-40B4-BE49-F238E27FC236}">
                  <a16:creationId xmlns:a16="http://schemas.microsoft.com/office/drawing/2014/main" id="{9D44818D-67E0-48C6-BD1D-0D7908F0C5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9234133"/>
                </p:ext>
              </p:extLst>
            </p:nvPr>
          </p:nvGraphicFramePr>
          <p:xfrm>
            <a:off x="2016507" y="3734570"/>
            <a:ext cx="1257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89" name="Equation" r:id="rId9" imgW="1257120" imgH="406080" progId="Equation.DSMT4">
                    <p:embed/>
                  </p:oleObj>
                </mc:Choice>
                <mc:Fallback>
                  <p:oleObj name="Equation" r:id="rId9" imgW="1257120" imgH="406080" progId="Equation.DSMT4">
                    <p:embed/>
                    <p:pic>
                      <p:nvPicPr>
                        <p:cNvPr id="8" name="Object 89">
                          <a:extLst>
                            <a:ext uri="{FF2B5EF4-FFF2-40B4-BE49-F238E27FC236}">
                              <a16:creationId xmlns:a16="http://schemas.microsoft.com/office/drawing/2014/main" id="{48E003C7-3048-43CD-9F5E-478F5CE17F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507" y="3734570"/>
                          <a:ext cx="12573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84">
              <a:extLst>
                <a:ext uri="{FF2B5EF4-FFF2-40B4-BE49-F238E27FC236}">
                  <a16:creationId xmlns:a16="http://schemas.microsoft.com/office/drawing/2014/main" id="{D5BC4D1E-9142-4CDB-9BD1-17D98DB66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925" y="3734570"/>
              <a:ext cx="1295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特解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AC48698-FA7E-42B3-A0B5-100A76C26FF0}"/>
              </a:ext>
            </a:extLst>
          </p:cNvPr>
          <p:cNvGrpSpPr/>
          <p:nvPr/>
        </p:nvGrpSpPr>
        <p:grpSpPr>
          <a:xfrm>
            <a:off x="4550591" y="1182251"/>
            <a:ext cx="3948872" cy="1397000"/>
            <a:chOff x="4655576" y="1276848"/>
            <a:chExt cx="3948872" cy="1397000"/>
          </a:xfrm>
        </p:grpSpPr>
        <p:sp>
          <p:nvSpPr>
            <p:cNvPr id="16" name="Text Box 78">
              <a:extLst>
                <a:ext uri="{FF2B5EF4-FFF2-40B4-BE49-F238E27FC236}">
                  <a16:creationId xmlns:a16="http://schemas.microsoft.com/office/drawing/2014/main" id="{5555002D-99F9-4393-9230-3D37C3CBC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5576" y="1778521"/>
              <a:ext cx="11144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引例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2 </a:t>
              </a:r>
            </a:p>
          </p:txBody>
        </p:sp>
        <p:graphicFrame>
          <p:nvGraphicFramePr>
            <p:cNvPr id="17" name="Object 14">
              <a:extLst>
                <a:ext uri="{FF2B5EF4-FFF2-40B4-BE49-F238E27FC236}">
                  <a16:creationId xmlns:a16="http://schemas.microsoft.com/office/drawing/2014/main" id="{B63A4765-0E3F-4362-90B9-6B90731428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7379673"/>
                </p:ext>
              </p:extLst>
            </p:nvPr>
          </p:nvGraphicFramePr>
          <p:xfrm>
            <a:off x="5663688" y="1276848"/>
            <a:ext cx="1625600" cy="139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90" name="Equation" r:id="rId11" imgW="1625400" imgH="1396800" progId="Equation.DSMT4">
                    <p:embed/>
                  </p:oleObj>
                </mc:Choice>
                <mc:Fallback>
                  <p:oleObj name="Equation" r:id="rId11" imgW="1625400" imgH="1396800" progId="Equation.DSMT4">
                    <p:embed/>
                    <p:pic>
                      <p:nvPicPr>
                        <p:cNvPr id="12" name="Object 14">
                          <a:extLst>
                            <a:ext uri="{FF2B5EF4-FFF2-40B4-BE49-F238E27FC236}">
                              <a16:creationId xmlns:a16="http://schemas.microsoft.com/office/drawing/2014/main" id="{35626B66-C2D9-4B73-B9CC-82ECEEF70A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3688" y="1276848"/>
                          <a:ext cx="1625600" cy="139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6">
              <a:extLst>
                <a:ext uri="{FF2B5EF4-FFF2-40B4-BE49-F238E27FC236}">
                  <a16:creationId xmlns:a16="http://schemas.microsoft.com/office/drawing/2014/main" id="{B357C53A-2F2F-41DC-B891-86F40C3969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3246238"/>
                </p:ext>
              </p:extLst>
            </p:nvPr>
          </p:nvGraphicFramePr>
          <p:xfrm>
            <a:off x="7055048" y="2272854"/>
            <a:ext cx="154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91" name="Equation" r:id="rId13" imgW="1549080" imgH="380880" progId="Equation.DSMT4">
                    <p:embed/>
                  </p:oleObj>
                </mc:Choice>
                <mc:Fallback>
                  <p:oleObj name="Equation" r:id="rId13" imgW="1549080" imgH="380880" progId="Equation.DSMT4">
                    <p:embed/>
                    <p:pic>
                      <p:nvPicPr>
                        <p:cNvPr id="13" name="Object 16">
                          <a:extLst>
                            <a:ext uri="{FF2B5EF4-FFF2-40B4-BE49-F238E27FC236}">
                              <a16:creationId xmlns:a16="http://schemas.microsoft.com/office/drawing/2014/main" id="{1440B430-8676-41D4-A56B-B403794F54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55048" y="2272854"/>
                          <a:ext cx="154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6712A03-63C8-47C5-BF15-0D73586BAA9C}"/>
              </a:ext>
            </a:extLst>
          </p:cNvPr>
          <p:cNvGrpSpPr/>
          <p:nvPr/>
        </p:nvGrpSpPr>
        <p:grpSpPr>
          <a:xfrm>
            <a:off x="4525604" y="3720323"/>
            <a:ext cx="3140520" cy="461665"/>
            <a:chOff x="4771192" y="3838277"/>
            <a:chExt cx="3140520" cy="461665"/>
          </a:xfrm>
        </p:grpSpPr>
        <p:graphicFrame>
          <p:nvGraphicFramePr>
            <p:cNvPr id="20" name="Object 88">
              <a:extLst>
                <a:ext uri="{FF2B5EF4-FFF2-40B4-BE49-F238E27FC236}">
                  <a16:creationId xmlns:a16="http://schemas.microsoft.com/office/drawing/2014/main" id="{8CBC8F9C-5552-4B45-9E28-6B3AF37808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8691425"/>
                </p:ext>
              </p:extLst>
            </p:nvPr>
          </p:nvGraphicFramePr>
          <p:xfrm>
            <a:off x="5879712" y="3865909"/>
            <a:ext cx="2032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92" name="Equation" r:id="rId15" imgW="2031840" imgH="406080" progId="Equation.DSMT4">
                    <p:embed/>
                  </p:oleObj>
                </mc:Choice>
                <mc:Fallback>
                  <p:oleObj name="Equation" r:id="rId15" imgW="2031840" imgH="406080" progId="Equation.DSMT4">
                    <p:embed/>
                    <p:pic>
                      <p:nvPicPr>
                        <p:cNvPr id="7" name="Object 88">
                          <a:extLst>
                            <a:ext uri="{FF2B5EF4-FFF2-40B4-BE49-F238E27FC236}">
                              <a16:creationId xmlns:a16="http://schemas.microsoft.com/office/drawing/2014/main" id="{D3E1C6A7-D82E-4123-97FA-D1210ABA19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9712" y="3865909"/>
                          <a:ext cx="20320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84">
              <a:extLst>
                <a:ext uri="{FF2B5EF4-FFF2-40B4-BE49-F238E27FC236}">
                  <a16:creationId xmlns:a16="http://schemas.microsoft.com/office/drawing/2014/main" id="{4C58FA23-5459-4340-AEF1-DE087B241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1192" y="3838277"/>
              <a:ext cx="1295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特解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32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510372B6-7A5A-4E7D-AE3F-D9ED42976B4D}"/>
              </a:ext>
            </a:extLst>
          </p:cNvPr>
          <p:cNvSpPr txBox="1"/>
          <p:nvPr/>
        </p:nvSpPr>
        <p:spPr>
          <a:xfrm>
            <a:off x="1043608" y="411510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微分方程显式解和隐式解                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7B3AEE-AFE1-4A10-B21E-F251ED38D9FE}"/>
              </a:ext>
            </a:extLst>
          </p:cNvPr>
          <p:cNvSpPr txBox="1"/>
          <p:nvPr/>
        </p:nvSpPr>
        <p:spPr>
          <a:xfrm>
            <a:off x="415410" y="1903040"/>
            <a:ext cx="1528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是方程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D7C8CBF-AEAF-42D0-AA43-EC887C470113}"/>
              </a:ext>
            </a:extLst>
          </p:cNvPr>
          <p:cNvGrpSpPr/>
          <p:nvPr/>
        </p:nvGrpSpPr>
        <p:grpSpPr>
          <a:xfrm>
            <a:off x="1019448" y="1198474"/>
            <a:ext cx="7657008" cy="489340"/>
            <a:chOff x="871157" y="1257322"/>
            <a:chExt cx="7657008" cy="48934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AF51FB8-857A-42CF-8AFC-13FC80A49C7F}"/>
                </a:ext>
              </a:extLst>
            </p:cNvPr>
            <p:cNvSpPr txBox="1"/>
            <p:nvPr/>
          </p:nvSpPr>
          <p:spPr>
            <a:xfrm>
              <a:off x="871157" y="1267418"/>
              <a:ext cx="31780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定义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如果等式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EBED2318-8A3D-4790-B63C-4961A1C485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7645128"/>
                </p:ext>
              </p:extLst>
            </p:nvPr>
          </p:nvGraphicFramePr>
          <p:xfrm>
            <a:off x="3271755" y="1314862"/>
            <a:ext cx="1447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18" name="Equation" r:id="rId3" imgW="1447560" imgH="431640" progId="Equation.DSMT4">
                    <p:embed/>
                  </p:oleObj>
                </mc:Choice>
                <mc:Fallback>
                  <p:oleObj name="Equation" r:id="rId3" imgW="1447560" imgH="431640" progId="Equation.DSMT4">
                    <p:embed/>
                    <p:pic>
                      <p:nvPicPr>
                        <p:cNvPr id="6" name="Object 24">
                          <a:extLst>
                            <a:ext uri="{FF2B5EF4-FFF2-40B4-BE49-F238E27FC236}">
                              <a16:creationId xmlns:a16="http://schemas.microsoft.com/office/drawing/2014/main" id="{276B1D3D-E851-4E66-B89F-06AE959BF8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1755" y="1314862"/>
                          <a:ext cx="14478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867A8FC-DD02-47E3-AE19-44BFE7368613}"/>
                </a:ext>
              </a:extLst>
            </p:cNvPr>
            <p:cNvSpPr txBox="1"/>
            <p:nvPr/>
          </p:nvSpPr>
          <p:spPr>
            <a:xfrm>
              <a:off x="4707369" y="1257322"/>
              <a:ext cx="24122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确定的隐函数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0" name="Object 11">
              <a:extLst>
                <a:ext uri="{FF2B5EF4-FFF2-40B4-BE49-F238E27FC236}">
                  <a16:creationId xmlns:a16="http://schemas.microsoft.com/office/drawing/2014/main" id="{AFF5A851-0D71-47CB-B72E-CE2C1A12BA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6911168"/>
                </p:ext>
              </p:extLst>
            </p:nvPr>
          </p:nvGraphicFramePr>
          <p:xfrm>
            <a:off x="6750165" y="1335749"/>
            <a:ext cx="1778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19" name="Equation" r:id="rId5" imgW="1777680" imgH="342720" progId="Equation.DSMT4">
                    <p:embed/>
                  </p:oleObj>
                </mc:Choice>
                <mc:Fallback>
                  <p:oleObj name="Equation" r:id="rId5" imgW="1777680" imgH="342720" progId="Equation.DSMT4">
                    <p:embed/>
                    <p:pic>
                      <p:nvPicPr>
                        <p:cNvPr id="8" name="Object 11">
                          <a:extLst>
                            <a:ext uri="{FF2B5EF4-FFF2-40B4-BE49-F238E27FC236}">
                              <a16:creationId xmlns:a16="http://schemas.microsoft.com/office/drawing/2014/main" id="{CE29362E-E01B-4BD8-8EAC-A7D77B50E7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50165" y="1335749"/>
                          <a:ext cx="1778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AB1F73F1-8D65-4168-8518-3D1F24AA30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63698"/>
              </p:ext>
            </p:extLst>
          </p:nvPr>
        </p:nvGraphicFramePr>
        <p:xfrm>
          <a:off x="2937226" y="2364705"/>
          <a:ext cx="4330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20" name="Equation" r:id="rId7" imgW="4330440" imgH="888840" progId="Equation.DSMT4">
                  <p:embed/>
                </p:oleObj>
              </mc:Choice>
              <mc:Fallback>
                <p:oleObj name="Equation" r:id="rId7" imgW="4330440" imgH="88884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B9C0A101-C852-4B23-B3FF-376EDA1DD2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226" y="2364705"/>
                        <a:ext cx="4330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1973FC38-F495-420E-A885-1E4F0F3C602B}"/>
              </a:ext>
            </a:extLst>
          </p:cNvPr>
          <p:cNvGrpSpPr/>
          <p:nvPr/>
        </p:nvGrpSpPr>
        <p:grpSpPr>
          <a:xfrm>
            <a:off x="437892" y="3692990"/>
            <a:ext cx="7264984" cy="485016"/>
            <a:chOff x="-30796" y="3748979"/>
            <a:chExt cx="7264984" cy="485016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986AD68-6BB5-44AA-A417-66405C8E6878}"/>
                </a:ext>
              </a:extLst>
            </p:cNvPr>
            <p:cNvSpPr txBox="1"/>
            <p:nvPr/>
          </p:nvSpPr>
          <p:spPr>
            <a:xfrm>
              <a:off x="-30796" y="3748980"/>
              <a:ext cx="19797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的解，则称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7C0DA641-CAEB-4A69-9B3E-0A348E0F90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1745573"/>
                </p:ext>
              </p:extLst>
            </p:nvPr>
          </p:nvGraphicFramePr>
          <p:xfrm>
            <a:off x="1647400" y="3803782"/>
            <a:ext cx="1447800" cy="430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21" name="Equation" r:id="rId9" imgW="1447560" imgH="431640" progId="Equation.DSMT4">
                    <p:embed/>
                  </p:oleObj>
                </mc:Choice>
                <mc:Fallback>
                  <p:oleObj name="Equation" r:id="rId9" imgW="1447560" imgH="431640" progId="Equation.DSMT4">
                    <p:embed/>
                    <p:pic>
                      <p:nvPicPr>
                        <p:cNvPr id="12" name="Object 24">
                          <a:extLst>
                            <a:ext uri="{FF2B5EF4-FFF2-40B4-BE49-F238E27FC236}">
                              <a16:creationId xmlns:a16="http://schemas.microsoft.com/office/drawing/2014/main" id="{8687DBB9-B8B5-4F9A-873B-09F4F1B2E8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7400" y="3803782"/>
                          <a:ext cx="1447800" cy="430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8FD6FEB-1791-426C-AC8C-C57F9AE9FECB}"/>
                </a:ext>
              </a:extLst>
            </p:cNvPr>
            <p:cNvSpPr txBox="1"/>
            <p:nvPr/>
          </p:nvSpPr>
          <p:spPr>
            <a:xfrm>
              <a:off x="3054772" y="3748979"/>
              <a:ext cx="4179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是该方程的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隐式解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81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922FF544-B00B-4BA1-9775-6C119356FD4A}"/>
              </a:ext>
            </a:extLst>
          </p:cNvPr>
          <p:cNvSpPr txBox="1"/>
          <p:nvPr/>
        </p:nvSpPr>
        <p:spPr>
          <a:xfrm>
            <a:off x="827583" y="794196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5C10978-31FC-421B-BF4E-5C2DC5B6EB58}"/>
              </a:ext>
            </a:extLst>
          </p:cNvPr>
          <p:cNvGrpSpPr/>
          <p:nvPr/>
        </p:nvGrpSpPr>
        <p:grpSpPr>
          <a:xfrm>
            <a:off x="1331640" y="771550"/>
            <a:ext cx="6875708" cy="506958"/>
            <a:chOff x="1763689" y="483518"/>
            <a:chExt cx="6875708" cy="5069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6A8B4E3-990F-4C1B-89F9-C7A1C7E4454A}"/>
                </a:ext>
              </a:extLst>
            </p:cNvPr>
            <p:cNvSpPr txBox="1"/>
            <p:nvPr/>
          </p:nvSpPr>
          <p:spPr>
            <a:xfrm>
              <a:off x="1763689" y="483518"/>
              <a:ext cx="1728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marR="0" lvl="0" indent="-5143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lphaLcParenR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解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9191F07B-A191-46BC-A04C-2E296A50C1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6491643"/>
                </p:ext>
              </p:extLst>
            </p:nvPr>
          </p:nvGraphicFramePr>
          <p:xfrm>
            <a:off x="2770906" y="558676"/>
            <a:ext cx="2971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76" name="Equation" r:id="rId3" imgW="2971800" imgH="431640" progId="Equation.DSMT4">
                    <p:embed/>
                  </p:oleObj>
                </mc:Choice>
                <mc:Fallback>
                  <p:oleObj name="Equation" r:id="rId3" imgW="2971800" imgH="431640" progId="Equation.DSMT4">
                    <p:embed/>
                    <p:pic>
                      <p:nvPicPr>
                        <p:cNvPr id="5" name="Object 24">
                          <a:extLst>
                            <a:ext uri="{FF2B5EF4-FFF2-40B4-BE49-F238E27FC236}">
                              <a16:creationId xmlns:a16="http://schemas.microsoft.com/office/drawing/2014/main" id="{8ED75732-8DD4-4B65-871F-13B6996268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0906" y="558676"/>
                          <a:ext cx="29718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449343A-EAC8-495B-A96F-4C4EA5C5716E}"/>
                </a:ext>
              </a:extLst>
            </p:cNvPr>
            <p:cNvSpPr txBox="1"/>
            <p:nvPr/>
          </p:nvSpPr>
          <p:spPr>
            <a:xfrm>
              <a:off x="5680297" y="488969"/>
              <a:ext cx="2959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是该方程的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隐式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通解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940540C-52F7-4F2C-B006-C4876FCBD253}"/>
              </a:ext>
            </a:extLst>
          </p:cNvPr>
          <p:cNvGrpSpPr/>
          <p:nvPr/>
        </p:nvGrpSpPr>
        <p:grpSpPr>
          <a:xfrm>
            <a:off x="1294580" y="1721548"/>
            <a:ext cx="6712671" cy="461666"/>
            <a:chOff x="1763689" y="483517"/>
            <a:chExt cx="6712671" cy="461666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0A6D709-8945-409D-84F7-9245A3F6134E}"/>
                </a:ext>
              </a:extLst>
            </p:cNvPr>
            <p:cNvSpPr txBox="1"/>
            <p:nvPr/>
          </p:nvSpPr>
          <p:spPr>
            <a:xfrm>
              <a:off x="1763689" y="483518"/>
              <a:ext cx="1728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marR="0" lvl="0" indent="-5143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lphaLcParenR" startAt="2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解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67A36B9B-4C7B-40E1-9C10-2E552B84F0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4668689"/>
                </p:ext>
              </p:extLst>
            </p:nvPr>
          </p:nvGraphicFramePr>
          <p:xfrm>
            <a:off x="2804793" y="501731"/>
            <a:ext cx="26543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77" name="Equation" r:id="rId5" imgW="2654280" imgH="431640" progId="Equation.DSMT4">
                    <p:embed/>
                  </p:oleObj>
                </mc:Choice>
                <mc:Fallback>
                  <p:oleObj name="Equation" r:id="rId5" imgW="2654280" imgH="43164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9C50378A-E450-4AEE-B382-87580031EC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4793" y="501731"/>
                          <a:ext cx="26543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8EF1D28-5EE7-4B0A-A977-766F219D0B58}"/>
                </a:ext>
              </a:extLst>
            </p:cNvPr>
            <p:cNvSpPr txBox="1"/>
            <p:nvPr/>
          </p:nvSpPr>
          <p:spPr>
            <a:xfrm>
              <a:off x="5517260" y="483517"/>
              <a:ext cx="2959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是该方程的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显式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通解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36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B72AF3D-2513-494A-9AA1-7338EB59D4F8}"/>
              </a:ext>
            </a:extLst>
          </p:cNvPr>
          <p:cNvSpPr txBox="1"/>
          <p:nvPr/>
        </p:nvSpPr>
        <p:spPr>
          <a:xfrm>
            <a:off x="899592" y="411510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微分方程的初值问题</a:t>
            </a:r>
            <a:r>
              <a:rPr lang="zh-CN" altLang="en-US" sz="2400" b="1" dirty="0">
                <a:solidFill>
                  <a:srgbClr val="006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endParaRPr lang="zh-CN" altLang="en-US" sz="2400" b="1" dirty="0">
              <a:solidFill>
                <a:srgbClr val="0064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A7A4E7-C6BE-45DD-AE43-769167C6207E}"/>
              </a:ext>
            </a:extLst>
          </p:cNvPr>
          <p:cNvSpPr txBox="1"/>
          <p:nvPr/>
        </p:nvSpPr>
        <p:spPr>
          <a:xfrm>
            <a:off x="899592" y="1215106"/>
            <a:ext cx="7128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定解条件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初值条件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确定通解中任意常数的条件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5B7600-60C3-49AD-8C08-01249899E01A}"/>
              </a:ext>
            </a:extLst>
          </p:cNvPr>
          <p:cNvSpPr txBox="1"/>
          <p:nvPr/>
        </p:nvSpPr>
        <p:spPr>
          <a:xfrm>
            <a:off x="648978" y="2074030"/>
            <a:ext cx="2470306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定解条件的个数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E7E31ED-21E3-43D6-B45A-74103907C318}"/>
              </a:ext>
            </a:extLst>
          </p:cNvPr>
          <p:cNvGrpSpPr/>
          <p:nvPr/>
        </p:nvGrpSpPr>
        <p:grpSpPr>
          <a:xfrm>
            <a:off x="3578158" y="2261154"/>
            <a:ext cx="720080" cy="144016"/>
            <a:chOff x="3563888" y="2355726"/>
            <a:chExt cx="720080" cy="144016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FB1E18C-7B5F-41EA-B6E1-DF7252294687}"/>
                </a:ext>
              </a:extLst>
            </p:cNvPr>
            <p:cNvCxnSpPr>
              <a:cxnSpLocks/>
            </p:cNvCxnSpPr>
            <p:nvPr/>
          </p:nvCxnSpPr>
          <p:spPr>
            <a:xfrm>
              <a:off x="3563888" y="2355726"/>
              <a:ext cx="720080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6784531-909B-4980-A648-DFE783E45D42}"/>
                </a:ext>
              </a:extLst>
            </p:cNvPr>
            <p:cNvCxnSpPr>
              <a:cxnSpLocks/>
            </p:cNvCxnSpPr>
            <p:nvPr/>
          </p:nvCxnSpPr>
          <p:spPr>
            <a:xfrm>
              <a:off x="3563888" y="2499742"/>
              <a:ext cx="720080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F8B368F2-3640-4056-8ACB-F06DEC11F40E}"/>
              </a:ext>
            </a:extLst>
          </p:cNvPr>
          <p:cNvSpPr txBox="1"/>
          <p:nvPr/>
        </p:nvSpPr>
        <p:spPr>
          <a:xfrm>
            <a:off x="4644008" y="2083298"/>
            <a:ext cx="3384376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通解中任意常数的个数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EF4170-AC29-48F3-A734-284129EB8DF6}"/>
              </a:ext>
            </a:extLst>
          </p:cNvPr>
          <p:cNvSpPr txBox="1"/>
          <p:nvPr/>
        </p:nvSpPr>
        <p:spPr>
          <a:xfrm>
            <a:off x="2062201" y="3343918"/>
            <a:ext cx="1800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B0CA50-4B49-4E0F-A696-DCF26FA86A46}"/>
              </a:ext>
            </a:extLst>
          </p:cNvPr>
          <p:cNvSpPr txBox="1"/>
          <p:nvPr/>
        </p:nvSpPr>
        <p:spPr>
          <a:xfrm>
            <a:off x="4170420" y="3727666"/>
            <a:ext cx="2052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初值条件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       </a:t>
            </a:r>
            <a:endParaRPr lang="zh-CN" altLang="en-US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7C730C45-8412-4407-A2D7-F835AE7911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289479"/>
              </p:ext>
            </p:extLst>
          </p:nvPr>
        </p:nvGraphicFramePr>
        <p:xfrm>
          <a:off x="2760720" y="2988090"/>
          <a:ext cx="14097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6" name="Equation" r:id="rId3" imgW="1409400" imgH="1244520" progId="Equation.DSMT4">
                  <p:embed/>
                </p:oleObj>
              </mc:Choice>
              <mc:Fallback>
                <p:oleObj name="Equation" r:id="rId3" imgW="1409400" imgH="124452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AFF5B17B-58A1-44CF-B146-FB4EB77D6A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720" y="2988090"/>
                        <a:ext cx="1409700" cy="124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733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8" grpId="0" animBg="1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5BDDE7C7-6CE9-45E7-AF85-B9809749B1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247665"/>
              </p:ext>
            </p:extLst>
          </p:nvPr>
        </p:nvGraphicFramePr>
        <p:xfrm>
          <a:off x="2699792" y="936717"/>
          <a:ext cx="4940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54" name="Equation" r:id="rId3" imgW="4940280" imgH="507960" progId="Equation.DSMT4">
                  <p:embed/>
                </p:oleObj>
              </mc:Choice>
              <mc:Fallback>
                <p:oleObj name="Equation" r:id="rId3" imgW="4940280" imgH="507960" progId="Equation.DSMT4">
                  <p:embed/>
                  <p:pic>
                    <p:nvPicPr>
                      <p:cNvPr id="2" name="Object 24">
                        <a:extLst>
                          <a:ext uri="{FF2B5EF4-FFF2-40B4-BE49-F238E27FC236}">
                            <a16:creationId xmlns:a16="http://schemas.microsoft.com/office/drawing/2014/main" id="{0B99D47F-54E0-45F8-9192-6D05EAA981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936717"/>
                        <a:ext cx="4940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8F1AE495-6033-438A-B924-08453FB8F131}"/>
              </a:ext>
            </a:extLst>
          </p:cNvPr>
          <p:cNvSpPr txBox="1"/>
          <p:nvPr/>
        </p:nvSpPr>
        <p:spPr>
          <a:xfrm>
            <a:off x="467544" y="1499645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初值条件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D2C5904C-6615-47C9-A9AF-7C7CFA391C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548912"/>
              </p:ext>
            </p:extLst>
          </p:nvPr>
        </p:nvGraphicFramePr>
        <p:xfrm>
          <a:off x="1703958" y="2474299"/>
          <a:ext cx="588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55" name="Equation" r:id="rId5" imgW="5879880" imgH="419040" progId="Equation.DSMT4">
                  <p:embed/>
                </p:oleObj>
              </mc:Choice>
              <mc:Fallback>
                <p:oleObj name="Equation" r:id="rId5" imgW="5879880" imgH="41904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E241AFC8-16D0-4047-87A6-70162D5FB4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958" y="2474299"/>
                        <a:ext cx="5880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55F1EE8-A96E-4E40-A560-3ECC58283354}"/>
              </a:ext>
            </a:extLst>
          </p:cNvPr>
          <p:cNvSpPr txBox="1"/>
          <p:nvPr/>
        </p:nvSpPr>
        <p:spPr>
          <a:xfrm>
            <a:off x="467544" y="3122371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也可记为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5C6A3523-B583-4BB0-8023-B5A566C275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437514"/>
              </p:ext>
            </p:extLst>
          </p:nvPr>
        </p:nvGraphicFramePr>
        <p:xfrm>
          <a:off x="1675383" y="4054460"/>
          <a:ext cx="5753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56" name="Equation" r:id="rId7" imgW="5752800" imgH="571320" progId="Equation.DSMT4">
                  <p:embed/>
                </p:oleObj>
              </mc:Choice>
              <mc:Fallback>
                <p:oleObj name="Equation" r:id="rId7" imgW="5752800" imgH="57132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078100E5-CCA0-4A9E-B15F-4439A470C3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5383" y="4054460"/>
                        <a:ext cx="57531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3B99FA1-EB06-4E34-B325-9E2949ACC81E}"/>
              </a:ext>
            </a:extLst>
          </p:cNvPr>
          <p:cNvSpPr txBox="1"/>
          <p:nvPr/>
        </p:nvSpPr>
        <p:spPr>
          <a:xfrm>
            <a:off x="539552" y="339502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一般地，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044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DF168A-FFFE-47AA-B0FD-5F2F2A05F997}"/>
              </a:ext>
            </a:extLst>
          </p:cNvPr>
          <p:cNvSpPr txBox="1"/>
          <p:nvPr/>
        </p:nvSpPr>
        <p:spPr>
          <a:xfrm>
            <a:off x="323528" y="267494"/>
            <a:ext cx="8352928" cy="16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定义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求微分方程的满足初值条件的解的问题称为微分方程的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初值问题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微分方程满足初值条件的解称为该方程的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特解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538641-90C9-40EE-A32E-CC5B9914EEDA}"/>
              </a:ext>
            </a:extLst>
          </p:cNvPr>
          <p:cNvSpPr txBox="1"/>
          <p:nvPr/>
        </p:nvSpPr>
        <p:spPr>
          <a:xfrm>
            <a:off x="827584" y="1923742"/>
            <a:ext cx="3495057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阶方程的初值问题为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A3E39ADF-7DF5-4319-A6CC-3FD526F0FD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532052"/>
              </p:ext>
            </p:extLst>
          </p:nvPr>
        </p:nvGraphicFramePr>
        <p:xfrm>
          <a:off x="1615393" y="2819078"/>
          <a:ext cx="5435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14" name="Equation" r:id="rId3" imgW="5435280" imgH="965160" progId="Equation.DSMT4">
                  <p:embed/>
                </p:oleObj>
              </mc:Choice>
              <mc:Fallback>
                <p:oleObj name="Equation" r:id="rId3" imgW="5435280" imgH="96516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2A26AF52-AC62-43B1-A5BC-305A88C9E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5393" y="2819078"/>
                        <a:ext cx="5435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879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E5E11E-5BAC-43D4-AEDA-AF6E26073439}"/>
              </a:ext>
            </a:extLst>
          </p:cNvPr>
          <p:cNvSpPr txBox="1"/>
          <p:nvPr/>
        </p:nvSpPr>
        <p:spPr>
          <a:xfrm>
            <a:off x="755576" y="267494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微分方程解的几何意义                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29F31C-1185-4897-B6E5-F12150A6E521}"/>
              </a:ext>
            </a:extLst>
          </p:cNvPr>
          <p:cNvSpPr txBox="1"/>
          <p:nvPr/>
        </p:nvSpPr>
        <p:spPr>
          <a:xfrm>
            <a:off x="785547" y="885064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微分方程解的曲线称为微分方程的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积分曲线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2C76422-D18D-480A-BCEC-C71D3929BA76}"/>
              </a:ext>
            </a:extLst>
          </p:cNvPr>
          <p:cNvSpPr txBox="1"/>
          <p:nvPr/>
        </p:nvSpPr>
        <p:spPr>
          <a:xfrm>
            <a:off x="316570" y="1372339"/>
            <a:ext cx="8529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微分方程通解的曲线在几何上是一族积分曲线，称为微分方程的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积分曲线族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F75A84D-FE76-4011-B47C-E86FE76D1C76}"/>
              </a:ext>
            </a:extLst>
          </p:cNvPr>
          <p:cNvGrpSpPr/>
          <p:nvPr/>
        </p:nvGrpSpPr>
        <p:grpSpPr>
          <a:xfrm>
            <a:off x="5685014" y="2381805"/>
            <a:ext cx="2329442" cy="2023262"/>
            <a:chOff x="6313818" y="1040038"/>
            <a:chExt cx="2329442" cy="2023262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B051A17C-1003-4618-8606-7564FA86E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3818" y="2185874"/>
              <a:ext cx="2145514" cy="434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DF692C8E-952A-45D5-84C7-48D16B7608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8304" y="1078747"/>
              <a:ext cx="0" cy="1984553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graphicFrame>
          <p:nvGraphicFramePr>
            <p:cNvPr id="8" name="Object 11">
              <a:extLst>
                <a:ext uri="{FF2B5EF4-FFF2-40B4-BE49-F238E27FC236}">
                  <a16:creationId xmlns:a16="http://schemas.microsoft.com/office/drawing/2014/main" id="{82403D1A-DC26-4563-A5A1-7688625AC2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3687969"/>
                </p:ext>
              </p:extLst>
            </p:nvPr>
          </p:nvGraphicFramePr>
          <p:xfrm>
            <a:off x="8452760" y="218090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258" name="Equation" r:id="rId3" imgW="190440" imgH="203040" progId="Equation.DSMT4">
                    <p:embed/>
                  </p:oleObj>
                </mc:Choice>
                <mc:Fallback>
                  <p:oleObj name="Equation" r:id="rId3" imgW="190440" imgH="203040" progId="Equation.DSMT4">
                    <p:embed/>
                    <p:pic>
                      <p:nvPicPr>
                        <p:cNvPr id="8" name="Object 11">
                          <a:extLst>
                            <a:ext uri="{FF2B5EF4-FFF2-40B4-BE49-F238E27FC236}">
                              <a16:creationId xmlns:a16="http://schemas.microsoft.com/office/drawing/2014/main" id="{4BA381BD-15E9-4104-B26A-0724D539E6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52760" y="2180902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1">
              <a:extLst>
                <a:ext uri="{FF2B5EF4-FFF2-40B4-BE49-F238E27FC236}">
                  <a16:creationId xmlns:a16="http://schemas.microsoft.com/office/drawing/2014/main" id="{18CAF5BE-269E-4416-A6CF-CC1B80301F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5600872"/>
                </p:ext>
              </p:extLst>
            </p:nvPr>
          </p:nvGraphicFramePr>
          <p:xfrm>
            <a:off x="7391199" y="1040038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259" name="Equation" r:id="rId5" imgW="215640" imgH="266400" progId="Equation.DSMT4">
                    <p:embed/>
                  </p:oleObj>
                </mc:Choice>
                <mc:Fallback>
                  <p:oleObj name="Equation" r:id="rId5" imgW="215640" imgH="266400" progId="Equation.DSMT4">
                    <p:embed/>
                    <p:pic>
                      <p:nvPicPr>
                        <p:cNvPr id="9" name="Object 11">
                          <a:extLst>
                            <a:ext uri="{FF2B5EF4-FFF2-40B4-BE49-F238E27FC236}">
                              <a16:creationId xmlns:a16="http://schemas.microsoft.com/office/drawing/2014/main" id="{13231A85-A9C7-47DF-AA6D-AEA0807C08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1199" y="1040038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E2A45A0B-3601-4BB1-87C8-026FCB7009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2451078"/>
                </p:ext>
              </p:extLst>
            </p:nvPr>
          </p:nvGraphicFramePr>
          <p:xfrm>
            <a:off x="7065638" y="2271272"/>
            <a:ext cx="188912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260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10" name="Object 11">
                          <a:extLst>
                            <a:ext uri="{FF2B5EF4-FFF2-40B4-BE49-F238E27FC236}">
                              <a16:creationId xmlns:a16="http://schemas.microsoft.com/office/drawing/2014/main" id="{F0C0F50B-AA7A-4CCA-B975-E0894DDEB7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5638" y="2271272"/>
                          <a:ext cx="188912" cy="203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F206D458-C14C-463A-82AD-CCD250BE8B46}"/>
              </a:ext>
            </a:extLst>
          </p:cNvPr>
          <p:cNvSpPr txBox="1"/>
          <p:nvPr/>
        </p:nvSpPr>
        <p:spPr>
          <a:xfrm>
            <a:off x="298371" y="3125648"/>
            <a:ext cx="936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23D36FE-A444-48F8-B6D6-E62BF24E4DA0}"/>
              </a:ext>
            </a:extLst>
          </p:cNvPr>
          <p:cNvGrpSpPr/>
          <p:nvPr/>
        </p:nvGrpSpPr>
        <p:grpSpPr>
          <a:xfrm>
            <a:off x="897961" y="2693939"/>
            <a:ext cx="1204000" cy="1477960"/>
            <a:chOff x="962025" y="3163890"/>
            <a:chExt cx="1204000" cy="1477960"/>
          </a:xfrm>
        </p:grpSpPr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ADB739D9-1DFA-48EF-A1D9-6D91251E8D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7069613"/>
                </p:ext>
              </p:extLst>
            </p:nvPr>
          </p:nvGraphicFramePr>
          <p:xfrm>
            <a:off x="1099225" y="3163890"/>
            <a:ext cx="1066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261" name="Equation" r:id="rId9" imgW="1066680" imgH="736560" progId="Equation.DSMT4">
                    <p:embed/>
                  </p:oleObj>
                </mc:Choice>
                <mc:Fallback>
                  <p:oleObj name="Equation" r:id="rId9" imgW="1066680" imgH="736560" progId="Equation.DSMT4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07C0BE00-1FE1-4291-8514-D881D928A9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9225" y="3163890"/>
                          <a:ext cx="10668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41628C4A-7FAF-40DC-AF3C-1FDD166517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3580548"/>
                </p:ext>
              </p:extLst>
            </p:nvPr>
          </p:nvGraphicFramePr>
          <p:xfrm>
            <a:off x="1056252" y="4274921"/>
            <a:ext cx="1041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262" name="Equation" r:id="rId11" imgW="1041120" imgH="342720" progId="Equation.DSMT4">
                    <p:embed/>
                  </p:oleObj>
                </mc:Choice>
                <mc:Fallback>
                  <p:oleObj name="Equation" r:id="rId11" imgW="1041120" imgH="342720" progId="Equation.DSMT4">
                    <p:embed/>
                    <p:pic>
                      <p:nvPicPr>
                        <p:cNvPr id="14" name="Object 24">
                          <a:extLst>
                            <a:ext uri="{FF2B5EF4-FFF2-40B4-BE49-F238E27FC236}">
                              <a16:creationId xmlns:a16="http://schemas.microsoft.com/office/drawing/2014/main" id="{DA1009AB-B5F8-43FA-9A76-C332A427B8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252" y="4274921"/>
                          <a:ext cx="10414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D29A66B9-AEE7-4D11-8896-A893002B5E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0656215"/>
                </p:ext>
              </p:extLst>
            </p:nvPr>
          </p:nvGraphicFramePr>
          <p:xfrm>
            <a:off x="962025" y="3295650"/>
            <a:ext cx="330200" cy="1346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263" name="Equation" r:id="rId13" imgW="330120" imgH="1346040" progId="Equation.DSMT4">
                    <p:embed/>
                  </p:oleObj>
                </mc:Choice>
                <mc:Fallback>
                  <p:oleObj name="Equation" r:id="rId13" imgW="330120" imgH="1346040" progId="Equation.DSMT4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09CDE24A-6786-4763-81CD-C1D4B29A24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2025" y="3295650"/>
                          <a:ext cx="330200" cy="1346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AC65178-25A4-4037-AB14-A0FA51B994A4}"/>
              </a:ext>
            </a:extLst>
          </p:cNvPr>
          <p:cNvGrpSpPr/>
          <p:nvPr/>
        </p:nvGrpSpPr>
        <p:grpSpPr>
          <a:xfrm>
            <a:off x="3019459" y="3728381"/>
            <a:ext cx="2090704" cy="461665"/>
            <a:chOff x="3062586" y="4071455"/>
            <a:chExt cx="2090704" cy="461665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65DC741-E535-4441-9FDC-52D9EA1905BF}"/>
                </a:ext>
              </a:extLst>
            </p:cNvPr>
            <p:cNvSpPr txBox="1"/>
            <p:nvPr/>
          </p:nvSpPr>
          <p:spPr>
            <a:xfrm>
              <a:off x="3062586" y="4071455"/>
              <a:ext cx="104411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特解         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3CABEE01-3ACF-42BE-BA76-279E07A5C2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6735258"/>
                </p:ext>
              </p:extLst>
            </p:nvPr>
          </p:nvGraphicFramePr>
          <p:xfrm>
            <a:off x="3895990" y="4082956"/>
            <a:ext cx="1257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264" name="Equation" r:id="rId15" imgW="1257120" imgH="406080" progId="Equation.DSMT4">
                    <p:embed/>
                  </p:oleObj>
                </mc:Choice>
                <mc:Fallback>
                  <p:oleObj name="Equation" r:id="rId15" imgW="1257120" imgH="406080" progId="Equation.DSMT4">
                    <p:embed/>
                    <p:pic>
                      <p:nvPicPr>
                        <p:cNvPr id="18" name="Object 24">
                          <a:extLst>
                            <a:ext uri="{FF2B5EF4-FFF2-40B4-BE49-F238E27FC236}">
                              <a16:creationId xmlns:a16="http://schemas.microsoft.com/office/drawing/2014/main" id="{73A644D6-23A3-4B8E-AC82-EE84DE43F8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5990" y="4082956"/>
                          <a:ext cx="12573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50514A-68F7-4CDA-B689-F94A4B605B17}"/>
              </a:ext>
            </a:extLst>
          </p:cNvPr>
          <p:cNvGrpSpPr/>
          <p:nvPr/>
        </p:nvGrpSpPr>
        <p:grpSpPr>
          <a:xfrm>
            <a:off x="2998107" y="2853594"/>
            <a:ext cx="2162856" cy="461665"/>
            <a:chOff x="3115455" y="3443826"/>
            <a:chExt cx="2162856" cy="461665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89F3AED-35F3-4F89-B6A2-F36D49376C0B}"/>
                </a:ext>
              </a:extLst>
            </p:cNvPr>
            <p:cNvSpPr txBox="1"/>
            <p:nvPr/>
          </p:nvSpPr>
          <p:spPr>
            <a:xfrm>
              <a:off x="3115455" y="3443826"/>
              <a:ext cx="104411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通解         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FD61ED67-ACAC-4D62-B2D8-386D4DDE9F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4162319"/>
                </p:ext>
              </p:extLst>
            </p:nvPr>
          </p:nvGraphicFramePr>
          <p:xfrm>
            <a:off x="3919411" y="3452227"/>
            <a:ext cx="1358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265" name="Equation" r:id="rId17" imgW="1358640" imgH="406080" progId="Equation.DSMT4">
                    <p:embed/>
                  </p:oleObj>
                </mc:Choice>
                <mc:Fallback>
                  <p:oleObj name="Equation" r:id="rId17" imgW="1358640" imgH="406080" progId="Equation.DSMT4">
                    <p:embed/>
                    <p:pic>
                      <p:nvPicPr>
                        <p:cNvPr id="21" name="Object 24">
                          <a:extLst>
                            <a:ext uri="{FF2B5EF4-FFF2-40B4-BE49-F238E27FC236}">
                              <a16:creationId xmlns:a16="http://schemas.microsoft.com/office/drawing/2014/main" id="{EE73F6BC-E98E-42A0-A720-8BD2393DFD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9411" y="3452227"/>
                          <a:ext cx="13589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49E14128-9CDB-4F59-825E-D8D1AE15D7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250869"/>
              </p:ext>
            </p:extLst>
          </p:nvPr>
        </p:nvGraphicFramePr>
        <p:xfrm>
          <a:off x="6733255" y="2888917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66" name="Equation" r:id="rId19" imgW="596880" imgH="342720" progId="Equation.DSMT4">
                  <p:embed/>
                </p:oleObj>
              </mc:Choice>
              <mc:Fallback>
                <p:oleObj name="Equation" r:id="rId19" imgW="596880" imgH="342720" progId="Equation.DSMT4">
                  <p:embed/>
                  <p:pic>
                    <p:nvPicPr>
                      <p:cNvPr id="22" name="Object 11">
                        <a:extLst>
                          <a:ext uri="{FF2B5EF4-FFF2-40B4-BE49-F238E27FC236}">
                            <a16:creationId xmlns:a16="http://schemas.microsoft.com/office/drawing/2014/main" id="{3D8BD196-46FE-4412-B6C1-D2BF7C3263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3255" y="2888917"/>
                        <a:ext cx="596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61195E81-E771-4B48-8E8A-525263AB2810}"/>
              </a:ext>
            </a:extLst>
          </p:cNvPr>
          <p:cNvSpPr/>
          <p:nvPr/>
        </p:nvSpPr>
        <p:spPr>
          <a:xfrm>
            <a:off x="5598976" y="2792635"/>
            <a:ext cx="2159358" cy="549510"/>
          </a:xfrm>
          <a:custGeom>
            <a:avLst/>
            <a:gdLst>
              <a:gd name="connsiteX0" fmla="*/ 0 w 2159358"/>
              <a:gd name="connsiteY0" fmla="*/ 12879 h 549510"/>
              <a:gd name="connsiteX1" fmla="*/ 1086118 w 2159358"/>
              <a:gd name="connsiteY1" fmla="*/ 549498 h 549510"/>
              <a:gd name="connsiteX2" fmla="*/ 2159358 w 2159358"/>
              <a:gd name="connsiteY2" fmla="*/ 0 h 549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9358" h="549510">
                <a:moveTo>
                  <a:pt x="0" y="12879"/>
                </a:moveTo>
                <a:cubicBezTo>
                  <a:pt x="363112" y="282262"/>
                  <a:pt x="726225" y="551645"/>
                  <a:pt x="1086118" y="549498"/>
                </a:cubicBezTo>
                <a:cubicBezTo>
                  <a:pt x="1446011" y="547352"/>
                  <a:pt x="1802684" y="273676"/>
                  <a:pt x="2159358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8E51DD7B-F11D-4E4C-B5EE-2D3DE948FCD2}"/>
              </a:ext>
            </a:extLst>
          </p:cNvPr>
          <p:cNvSpPr/>
          <p:nvPr/>
        </p:nvSpPr>
        <p:spPr>
          <a:xfrm>
            <a:off x="5589844" y="3188975"/>
            <a:ext cx="2159358" cy="549510"/>
          </a:xfrm>
          <a:custGeom>
            <a:avLst/>
            <a:gdLst>
              <a:gd name="connsiteX0" fmla="*/ 0 w 2159358"/>
              <a:gd name="connsiteY0" fmla="*/ 12879 h 549510"/>
              <a:gd name="connsiteX1" fmla="*/ 1086118 w 2159358"/>
              <a:gd name="connsiteY1" fmla="*/ 549498 h 549510"/>
              <a:gd name="connsiteX2" fmla="*/ 2159358 w 2159358"/>
              <a:gd name="connsiteY2" fmla="*/ 0 h 549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9358" h="549510">
                <a:moveTo>
                  <a:pt x="0" y="12879"/>
                </a:moveTo>
                <a:cubicBezTo>
                  <a:pt x="363112" y="282262"/>
                  <a:pt x="726225" y="551645"/>
                  <a:pt x="1086118" y="549498"/>
                </a:cubicBezTo>
                <a:cubicBezTo>
                  <a:pt x="1446011" y="547352"/>
                  <a:pt x="1802684" y="273676"/>
                  <a:pt x="2159358" y="0"/>
                </a:cubicBezTo>
              </a:path>
            </a:pathLst>
          </a:cu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88089AF-9165-4AE8-8E97-734FBDCCB90A}"/>
              </a:ext>
            </a:extLst>
          </p:cNvPr>
          <p:cNvSpPr/>
          <p:nvPr/>
        </p:nvSpPr>
        <p:spPr>
          <a:xfrm>
            <a:off x="5589844" y="3373267"/>
            <a:ext cx="2159358" cy="549510"/>
          </a:xfrm>
          <a:custGeom>
            <a:avLst/>
            <a:gdLst>
              <a:gd name="connsiteX0" fmla="*/ 0 w 2159358"/>
              <a:gd name="connsiteY0" fmla="*/ 12879 h 549510"/>
              <a:gd name="connsiteX1" fmla="*/ 1086118 w 2159358"/>
              <a:gd name="connsiteY1" fmla="*/ 549498 h 549510"/>
              <a:gd name="connsiteX2" fmla="*/ 2159358 w 2159358"/>
              <a:gd name="connsiteY2" fmla="*/ 0 h 549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9358" h="549510">
                <a:moveTo>
                  <a:pt x="0" y="12879"/>
                </a:moveTo>
                <a:cubicBezTo>
                  <a:pt x="363112" y="282262"/>
                  <a:pt x="726225" y="551645"/>
                  <a:pt x="1086118" y="549498"/>
                </a:cubicBezTo>
                <a:cubicBezTo>
                  <a:pt x="1446011" y="547352"/>
                  <a:pt x="1802684" y="273676"/>
                  <a:pt x="2159358" y="0"/>
                </a:cubicBezTo>
              </a:path>
            </a:pathLst>
          </a:cu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8941C048-517B-4835-BEC9-5C3302C7DBA7}"/>
              </a:ext>
            </a:extLst>
          </p:cNvPr>
          <p:cNvSpPr/>
          <p:nvPr/>
        </p:nvSpPr>
        <p:spPr>
          <a:xfrm>
            <a:off x="5598976" y="2995939"/>
            <a:ext cx="2159358" cy="549510"/>
          </a:xfrm>
          <a:custGeom>
            <a:avLst/>
            <a:gdLst>
              <a:gd name="connsiteX0" fmla="*/ 0 w 2159358"/>
              <a:gd name="connsiteY0" fmla="*/ 12879 h 549510"/>
              <a:gd name="connsiteX1" fmla="*/ 1086118 w 2159358"/>
              <a:gd name="connsiteY1" fmla="*/ 549498 h 549510"/>
              <a:gd name="connsiteX2" fmla="*/ 2159358 w 2159358"/>
              <a:gd name="connsiteY2" fmla="*/ 0 h 549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9358" h="549510">
                <a:moveTo>
                  <a:pt x="0" y="12879"/>
                </a:moveTo>
                <a:cubicBezTo>
                  <a:pt x="363112" y="282262"/>
                  <a:pt x="726225" y="551645"/>
                  <a:pt x="1086118" y="549498"/>
                </a:cubicBezTo>
                <a:cubicBezTo>
                  <a:pt x="1446011" y="547352"/>
                  <a:pt x="1802684" y="273676"/>
                  <a:pt x="2159358" y="0"/>
                </a:cubicBezTo>
              </a:path>
            </a:pathLst>
          </a:cu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576E5B4-B981-4AC8-AFA1-2BED3B803D11}"/>
              </a:ext>
            </a:extLst>
          </p:cNvPr>
          <p:cNvSpPr/>
          <p:nvPr/>
        </p:nvSpPr>
        <p:spPr>
          <a:xfrm>
            <a:off x="7086186" y="3190816"/>
            <a:ext cx="72000" cy="70177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E1A2FAF1-1634-476D-A523-00D6483FE1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937891"/>
              </p:ext>
            </p:extLst>
          </p:nvPr>
        </p:nvGraphicFramePr>
        <p:xfrm>
          <a:off x="7758420" y="2972359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67" name="Equation" r:id="rId21" imgW="1091880" imgH="342720" progId="Equation.DSMT4">
                  <p:embed/>
                </p:oleObj>
              </mc:Choice>
              <mc:Fallback>
                <p:oleObj name="Equation" r:id="rId21" imgW="1091880" imgH="34272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25574B38-E546-4BB7-A498-99BC85E189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8420" y="2972359"/>
                        <a:ext cx="1092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8BFBED68-D5D9-48C5-B7DF-C61D0B01E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372775"/>
              </p:ext>
            </p:extLst>
          </p:nvPr>
        </p:nvGraphicFramePr>
        <p:xfrm>
          <a:off x="7807325" y="2427020"/>
          <a:ext cx="99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68" name="Equation" r:id="rId23" imgW="990360" imgH="342720" progId="Equation.DSMT4">
                  <p:embed/>
                </p:oleObj>
              </mc:Choice>
              <mc:Fallback>
                <p:oleObj name="Equation" r:id="rId23" imgW="990360" imgH="34272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11BAA888-98E4-495D-BB2B-91F454C5D1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7325" y="2427020"/>
                        <a:ext cx="990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257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A980F91-24C3-43CA-B702-346309FE85F7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339502"/>
            <a:ext cx="2667000" cy="60483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验证函数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CC57FD4-4B86-483A-A9E4-191618BD1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1903" y="356617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是微分方程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84B62817-5C68-4BBB-83A3-93C39669E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748618"/>
              </p:ext>
            </p:extLst>
          </p:nvPr>
        </p:nvGraphicFramePr>
        <p:xfrm>
          <a:off x="2819698" y="424432"/>
          <a:ext cx="285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10" name="Equation" r:id="rId3" imgW="2857320" imgH="380880" progId="Equation.DSMT4">
                  <p:embed/>
                </p:oleObj>
              </mc:Choice>
              <mc:Fallback>
                <p:oleObj name="Equation" r:id="rId3" imgW="2857320" imgH="38088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18B4A444-2EE9-47A2-BD86-8A381996DB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698" y="424432"/>
                        <a:ext cx="285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EDC4E406-EE8B-4DA6-84B5-905FCBB66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087091"/>
              </p:ext>
            </p:extLst>
          </p:nvPr>
        </p:nvGraphicFramePr>
        <p:xfrm>
          <a:off x="235920" y="985882"/>
          <a:ext cx="16684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11" name="Equation" r:id="rId5" imgW="1765080" imgH="406080" progId="Equation.DSMT4">
                  <p:embed/>
                </p:oleObj>
              </mc:Choice>
              <mc:Fallback>
                <p:oleObj name="Equation" r:id="rId5" imgW="1765080" imgH="4060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50CDEAA1-E077-4C12-985A-5D7CBC54D5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20" y="985882"/>
                        <a:ext cx="16684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51903245-313D-48E7-80B9-835FA9A79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684" y="887163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的解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D47FCAED-70B3-42CF-9A01-F4F6485DE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891254"/>
              </p:ext>
            </p:extLst>
          </p:nvPr>
        </p:nvGraphicFramePr>
        <p:xfrm>
          <a:off x="5334348" y="881160"/>
          <a:ext cx="125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12" name="Equation" r:id="rId7" imgW="1257120" imgH="507960" progId="Equation.DSMT4">
                  <p:embed/>
                </p:oleObj>
              </mc:Choice>
              <mc:Fallback>
                <p:oleObj name="Equation" r:id="rId7" imgW="1257120" imgH="50796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B034D3E7-5ADF-4A79-8CA1-A78D8ED645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348" y="881160"/>
                        <a:ext cx="1257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1D0B3774-45FE-40BC-9ADE-82FA970549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045588"/>
              </p:ext>
            </p:extLst>
          </p:nvPr>
        </p:nvGraphicFramePr>
        <p:xfrm>
          <a:off x="6644184" y="978295"/>
          <a:ext cx="12763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13" name="Equation" r:id="rId9" imgW="1346040" imgH="380880" progId="Equation.DSMT4">
                  <p:embed/>
                </p:oleObj>
              </mc:Choice>
              <mc:Fallback>
                <p:oleObj name="Equation" r:id="rId9" imgW="1346040" imgH="38088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411B7A78-351F-412B-9622-D5824E1448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4184" y="978295"/>
                        <a:ext cx="127635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>
            <a:extLst>
              <a:ext uri="{FF2B5EF4-FFF2-40B4-BE49-F238E27FC236}">
                <a16:creationId xmlns:a16="http://schemas.microsoft.com/office/drawing/2014/main" id="{AD79ADB8-3835-4FE5-AF6B-4921DF5F6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582" y="1503386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08F9AB08-0844-4853-8DC3-8E332B323A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657853"/>
              </p:ext>
            </p:extLst>
          </p:nvPr>
        </p:nvGraphicFramePr>
        <p:xfrm>
          <a:off x="1439878" y="1573555"/>
          <a:ext cx="60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14" name="Equation" r:id="rId11" imgW="609480" imgH="355320" progId="Equation.DSMT4">
                  <p:embed/>
                </p:oleObj>
              </mc:Choice>
              <mc:Fallback>
                <p:oleObj name="Equation" r:id="rId11" imgW="609480" imgH="355320" progId="Equation.DSMT4">
                  <p:embed/>
                  <p:pic>
                    <p:nvPicPr>
                      <p:cNvPr id="11" name="Object 13">
                        <a:extLst>
                          <a:ext uri="{FF2B5EF4-FFF2-40B4-BE49-F238E27FC236}">
                            <a16:creationId xmlns:a16="http://schemas.microsoft.com/office/drawing/2014/main" id="{AB0F4BC1-0C9E-4D93-8503-D61743BAA9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78" y="1573555"/>
                        <a:ext cx="609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0D57C87A-ED43-4C7B-B602-41F103D9DA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639602"/>
              </p:ext>
            </p:extLst>
          </p:nvPr>
        </p:nvGraphicFramePr>
        <p:xfrm>
          <a:off x="3927036" y="1524668"/>
          <a:ext cx="1485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15" name="Equation" r:id="rId13" imgW="1485720" imgH="419040" progId="Equation.DSMT4">
                  <p:embed/>
                </p:oleObj>
              </mc:Choice>
              <mc:Fallback>
                <p:oleObj name="Equation" r:id="rId13" imgW="1485720" imgH="419040" progId="Equation.DSMT4">
                  <p:embed/>
                  <p:pic>
                    <p:nvPicPr>
                      <p:cNvPr id="12" name="Object 14">
                        <a:extLst>
                          <a:ext uri="{FF2B5EF4-FFF2-40B4-BE49-F238E27FC236}">
                            <a16:creationId xmlns:a16="http://schemas.microsoft.com/office/drawing/2014/main" id="{C8868830-DF78-4270-BBCD-9840CB6A13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036" y="1524668"/>
                        <a:ext cx="1485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>
            <a:extLst>
              <a:ext uri="{FF2B5EF4-FFF2-40B4-BE49-F238E27FC236}">
                <a16:creationId xmlns:a16="http://schemas.microsoft.com/office/drawing/2014/main" id="{9DF7A9E4-C0E1-45F1-BF19-471BEA4E1B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132761"/>
              </p:ext>
            </p:extLst>
          </p:nvPr>
        </p:nvGraphicFramePr>
        <p:xfrm>
          <a:off x="2140853" y="2084441"/>
          <a:ext cx="328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16" name="Equation" r:id="rId15" imgW="3288960" imgH="419040" progId="Equation.DSMT4">
                  <p:embed/>
                </p:oleObj>
              </mc:Choice>
              <mc:Fallback>
                <p:oleObj name="Equation" r:id="rId15" imgW="3288960" imgH="419040" progId="Equation.DSMT4">
                  <p:embed/>
                  <p:pic>
                    <p:nvPicPr>
                      <p:cNvPr id="13" name="Object 15">
                        <a:extLst>
                          <a:ext uri="{FF2B5EF4-FFF2-40B4-BE49-F238E27FC236}">
                            <a16:creationId xmlns:a16="http://schemas.microsoft.com/office/drawing/2014/main" id="{B868A7AC-D4BC-4165-B0A2-5F30A6B0FC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853" y="2084441"/>
                        <a:ext cx="3289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>
            <a:extLst>
              <a:ext uri="{FF2B5EF4-FFF2-40B4-BE49-F238E27FC236}">
                <a16:creationId xmlns:a16="http://schemas.microsoft.com/office/drawing/2014/main" id="{01B7D813-D1A5-4CCD-A483-7CD7539921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367421"/>
              </p:ext>
            </p:extLst>
          </p:nvPr>
        </p:nvGraphicFramePr>
        <p:xfrm>
          <a:off x="5430153" y="2056538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17" name="Equation" r:id="rId17" imgW="952200" imgH="393480" progId="Equation.DSMT4">
                  <p:embed/>
                </p:oleObj>
              </mc:Choice>
              <mc:Fallback>
                <p:oleObj name="Equation" r:id="rId17" imgW="952200" imgH="393480" progId="Equation.DSMT4">
                  <p:embed/>
                  <p:pic>
                    <p:nvPicPr>
                      <p:cNvPr id="14" name="Object 16">
                        <a:extLst>
                          <a:ext uri="{FF2B5EF4-FFF2-40B4-BE49-F238E27FC236}">
                            <a16:creationId xmlns:a16="http://schemas.microsoft.com/office/drawing/2014/main" id="{5A543C58-8654-47B5-A203-7AB610566D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0153" y="2056538"/>
                        <a:ext cx="952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7">
            <a:extLst>
              <a:ext uri="{FF2B5EF4-FFF2-40B4-BE49-F238E27FC236}">
                <a16:creationId xmlns:a16="http://schemas.microsoft.com/office/drawing/2014/main" id="{7C06B78A-A11E-4895-8B07-1634368F7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692" y="2583506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这说明</a:t>
            </a:r>
          </a:p>
        </p:txBody>
      </p:sp>
      <p:graphicFrame>
        <p:nvGraphicFramePr>
          <p:cNvPr id="15" name="Object 18">
            <a:extLst>
              <a:ext uri="{FF2B5EF4-FFF2-40B4-BE49-F238E27FC236}">
                <a16:creationId xmlns:a16="http://schemas.microsoft.com/office/drawing/2014/main" id="{3A15A857-25D7-4BDD-AC19-9CF8429FE2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68312"/>
              </p:ext>
            </p:extLst>
          </p:nvPr>
        </p:nvGraphicFramePr>
        <p:xfrm>
          <a:off x="1910197" y="2668934"/>
          <a:ext cx="2781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18" name="Equation" r:id="rId19" imgW="2781000" imgH="380880" progId="Equation.DSMT4">
                  <p:embed/>
                </p:oleObj>
              </mc:Choice>
              <mc:Fallback>
                <p:oleObj name="Equation" r:id="rId19" imgW="2781000" imgH="380880" progId="Equation.DSMT4">
                  <p:embed/>
                  <p:pic>
                    <p:nvPicPr>
                      <p:cNvPr id="16" name="Object 18">
                        <a:extLst>
                          <a:ext uri="{FF2B5EF4-FFF2-40B4-BE49-F238E27FC236}">
                            <a16:creationId xmlns:a16="http://schemas.microsoft.com/office/drawing/2014/main" id="{2E7D913C-7ADC-4B16-8EFB-7CB251360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0197" y="2668934"/>
                        <a:ext cx="2781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9">
            <a:extLst>
              <a:ext uri="{FF2B5EF4-FFF2-40B4-BE49-F238E27FC236}">
                <a16:creationId xmlns:a16="http://schemas.microsoft.com/office/drawing/2014/main" id="{F02F4742-F90A-414B-9954-CC862A010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5081" y="2583506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是方程的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4086B7BF-9198-443A-8E77-BA6F4C92A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5" y="2611409"/>
            <a:ext cx="22985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是两个独立的</a:t>
            </a:r>
            <a:endParaRPr kumimoji="1"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" name="Object 21">
            <a:extLst>
              <a:ext uri="{FF2B5EF4-FFF2-40B4-BE49-F238E27FC236}">
                <a16:creationId xmlns:a16="http://schemas.microsoft.com/office/drawing/2014/main" id="{C2E9C9B9-B494-49EC-94C6-0B8ABD9BAB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210115"/>
              </p:ext>
            </p:extLst>
          </p:nvPr>
        </p:nvGraphicFramePr>
        <p:xfrm>
          <a:off x="6315430" y="2654129"/>
          <a:ext cx="747712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19" name="Equation" r:id="rId21" imgW="749160" imgH="380880" progId="Equation.DSMT4">
                  <p:embed/>
                </p:oleObj>
              </mc:Choice>
              <mc:Fallback>
                <p:oleObj name="Equation" r:id="rId21" imgW="749160" imgH="380880" progId="Equation.DSMT4">
                  <p:embed/>
                  <p:pic>
                    <p:nvPicPr>
                      <p:cNvPr id="19" name="Object 21">
                        <a:extLst>
                          <a:ext uri="{FF2B5EF4-FFF2-40B4-BE49-F238E27FC236}">
                            <a16:creationId xmlns:a16="http://schemas.microsoft.com/office/drawing/2014/main" id="{EC8562D5-0EF6-40D3-8357-3415E62114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5430" y="2654129"/>
                        <a:ext cx="747712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A157073B-D6EF-41B1-BB52-587D849F89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065751"/>
              </p:ext>
            </p:extLst>
          </p:nvPr>
        </p:nvGraphicFramePr>
        <p:xfrm>
          <a:off x="5629300" y="405382"/>
          <a:ext cx="185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20" name="Equation" r:id="rId23" imgW="1854000" imgH="393480" progId="Equation.DSMT4">
                  <p:embed/>
                </p:oleObj>
              </mc:Choice>
              <mc:Fallback>
                <p:oleObj name="Equation" r:id="rId23" imgW="1854000" imgH="393480" progId="Equation.DSMT4">
                  <p:embed/>
                  <p:pic>
                    <p:nvPicPr>
                      <p:cNvPr id="20" name="Object 23">
                        <a:extLst>
                          <a:ext uri="{FF2B5EF4-FFF2-40B4-BE49-F238E27FC236}">
                            <a16:creationId xmlns:a16="http://schemas.microsoft.com/office/drawing/2014/main" id="{632FD7B7-8E20-4852-B73A-A87A15A0C8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300" y="405382"/>
                        <a:ext cx="1854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4">
            <a:extLst>
              <a:ext uri="{FF2B5EF4-FFF2-40B4-BE49-F238E27FC236}">
                <a16:creationId xmlns:a16="http://schemas.microsoft.com/office/drawing/2014/main" id="{16C4138F-F4ED-4E8D-B8B7-94AB2FA089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741913"/>
              </p:ext>
            </p:extLst>
          </p:nvPr>
        </p:nvGraphicFramePr>
        <p:xfrm>
          <a:off x="2161084" y="1524668"/>
          <a:ext cx="1727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421" name="Equation" r:id="rId25" imgW="1726920" imgH="419040" progId="Equation.DSMT4">
                  <p:embed/>
                </p:oleObj>
              </mc:Choice>
              <mc:Fallback>
                <p:oleObj name="Equation" r:id="rId25" imgW="1726920" imgH="419040" progId="Equation.DSMT4">
                  <p:embed/>
                  <p:pic>
                    <p:nvPicPr>
                      <p:cNvPr id="21" name="Object 34">
                        <a:extLst>
                          <a:ext uri="{FF2B5EF4-FFF2-40B4-BE49-F238E27FC236}">
                            <a16:creationId xmlns:a16="http://schemas.microsoft.com/office/drawing/2014/main" id="{572CBD79-31F1-4F53-A9A5-CD32F5A081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1084" y="1524668"/>
                        <a:ext cx="1727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263A2C88-96AA-47F5-8863-06806209B327}"/>
              </a:ext>
            </a:extLst>
          </p:cNvPr>
          <p:cNvGrpSpPr/>
          <p:nvPr/>
        </p:nvGrpSpPr>
        <p:grpSpPr>
          <a:xfrm>
            <a:off x="821241" y="3818184"/>
            <a:ext cx="4591695" cy="461665"/>
            <a:chOff x="689769" y="4022452"/>
            <a:chExt cx="4591695" cy="461665"/>
          </a:xfrm>
        </p:grpSpPr>
        <p:sp>
          <p:nvSpPr>
            <p:cNvPr id="22" name="Text Box 42">
              <a:extLst>
                <a:ext uri="{FF2B5EF4-FFF2-40B4-BE49-F238E27FC236}">
                  <a16:creationId xmlns:a16="http://schemas.microsoft.com/office/drawing/2014/main" id="{8C98FA06-2E8A-4BDE-8808-BFE8AFF2E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769" y="4022452"/>
              <a:ext cx="34210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利用初始条件易得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23" name="Object 43">
              <a:extLst>
                <a:ext uri="{FF2B5EF4-FFF2-40B4-BE49-F238E27FC236}">
                  <a16:creationId xmlns:a16="http://schemas.microsoft.com/office/drawing/2014/main" id="{8BA536AF-B874-42DC-8BD8-066EF4DBE0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1845" y="4081996"/>
            <a:ext cx="927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422" name="Equation" r:id="rId27" imgW="927000" imgH="380880" progId="Equation.DSMT4">
                    <p:embed/>
                  </p:oleObj>
                </mc:Choice>
                <mc:Fallback>
                  <p:oleObj name="Equation" r:id="rId27" imgW="927000" imgH="380880" progId="Equation.DSMT4">
                    <p:embed/>
                    <p:pic>
                      <p:nvPicPr>
                        <p:cNvPr id="24" name="Object 43">
                          <a:extLst>
                            <a:ext uri="{FF2B5EF4-FFF2-40B4-BE49-F238E27FC236}">
                              <a16:creationId xmlns:a16="http://schemas.microsoft.com/office/drawing/2014/main" id="{160034B7-E79D-424E-96AE-AC68F6DD3C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845" y="4081996"/>
                          <a:ext cx="9271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46">
              <a:extLst>
                <a:ext uri="{FF2B5EF4-FFF2-40B4-BE49-F238E27FC236}">
                  <a16:creationId xmlns:a16="http://schemas.microsoft.com/office/drawing/2014/main" id="{D3809941-0560-4752-A40E-7B93D60883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1664" y="4103117"/>
            <a:ext cx="939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423" name="Equation" r:id="rId29" imgW="939600" imgH="380880" progId="Equation.DSMT4">
                    <p:embed/>
                  </p:oleObj>
                </mc:Choice>
                <mc:Fallback>
                  <p:oleObj name="Equation" r:id="rId29" imgW="939600" imgH="380880" progId="Equation.DSMT4">
                    <p:embed/>
                    <p:pic>
                      <p:nvPicPr>
                        <p:cNvPr id="26" name="Object 46">
                          <a:extLst>
                            <a:ext uri="{FF2B5EF4-FFF2-40B4-BE49-F238E27FC236}">
                              <a16:creationId xmlns:a16="http://schemas.microsoft.com/office/drawing/2014/main" id="{2F44005D-CB24-479F-9D39-95E4BDD115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1664" y="4103117"/>
                          <a:ext cx="9398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47">
            <a:extLst>
              <a:ext uri="{FF2B5EF4-FFF2-40B4-BE49-F238E27FC236}">
                <a16:creationId xmlns:a16="http://schemas.microsoft.com/office/drawing/2014/main" id="{EF7D2675-6111-422E-9CBC-A45B36E31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556" y="3182541"/>
            <a:ext cx="28151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故它是方程的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6" name="Text Box 48">
            <a:extLst>
              <a:ext uri="{FF2B5EF4-FFF2-40B4-BE49-F238E27FC236}">
                <a16:creationId xmlns:a16="http://schemas.microsoft.com/office/drawing/2014/main" id="{9B1505A7-2312-4E09-B086-21FD698DA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540" y="887163"/>
            <a:ext cx="28151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并求满足初始条件 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EEE422-2A01-43AA-8DFD-3E2D5011DEA8}"/>
              </a:ext>
            </a:extLst>
          </p:cNvPr>
          <p:cNvSpPr/>
          <p:nvPr/>
        </p:nvSpPr>
        <p:spPr>
          <a:xfrm>
            <a:off x="226454" y="3189832"/>
            <a:ext cx="15776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任意常数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5E2357C-9B32-4E49-A231-898C73C03447}"/>
              </a:ext>
            </a:extLst>
          </p:cNvPr>
          <p:cNvGrpSpPr/>
          <p:nvPr/>
        </p:nvGrpSpPr>
        <p:grpSpPr>
          <a:xfrm>
            <a:off x="5427372" y="3829156"/>
            <a:ext cx="3498304" cy="461665"/>
            <a:chOff x="5295900" y="4033424"/>
            <a:chExt cx="3498304" cy="461665"/>
          </a:xfrm>
        </p:grpSpPr>
        <p:sp>
          <p:nvSpPr>
            <p:cNvPr id="29" name="Text Box 44">
              <a:extLst>
                <a:ext uri="{FF2B5EF4-FFF2-40B4-BE49-F238E27FC236}">
                  <a16:creationId xmlns:a16="http://schemas.microsoft.com/office/drawing/2014/main" id="{36F3CF05-3D30-48C4-9403-315CE2E85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5900" y="4033424"/>
              <a:ext cx="2590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故所求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特解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为</a:t>
              </a:r>
            </a:p>
          </p:txBody>
        </p:sp>
        <p:graphicFrame>
          <p:nvGraphicFramePr>
            <p:cNvPr id="30" name="Object 45">
              <a:extLst>
                <a:ext uri="{FF2B5EF4-FFF2-40B4-BE49-F238E27FC236}">
                  <a16:creationId xmlns:a16="http://schemas.microsoft.com/office/drawing/2014/main" id="{222D76F3-79BE-49CA-9810-41AF02EE55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08304" y="4110590"/>
            <a:ext cx="1485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424" name="Equation" r:id="rId31" imgW="1485720" imgH="342720" progId="Equation.DSMT4">
                    <p:embed/>
                  </p:oleObj>
                </mc:Choice>
                <mc:Fallback>
                  <p:oleObj name="Equation" r:id="rId31" imgW="1485720" imgH="342720" progId="Equation.DSMT4">
                    <p:embed/>
                    <p:pic>
                      <p:nvPicPr>
                        <p:cNvPr id="30" name="Object 45">
                          <a:extLst>
                            <a:ext uri="{FF2B5EF4-FFF2-40B4-BE49-F238E27FC236}">
                              <a16:creationId xmlns:a16="http://schemas.microsoft.com/office/drawing/2014/main" id="{B89042DB-9DF1-4851-BF95-55EBDF3F64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8304" y="4110590"/>
                          <a:ext cx="1485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8515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6" grpId="0"/>
      <p:bldP spid="17" grpId="0"/>
      <p:bldP spid="25" grpId="0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BEB45F2D-C3FA-40CF-8AA0-0B46BF893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8728" y="863972"/>
            <a:ext cx="365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求所满足的微分方程 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D7C370F-77DD-41A0-BD17-E868E365CDBF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339502"/>
            <a:ext cx="8382000" cy="60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已知曲线上点</a:t>
            </a:r>
            <a:r>
              <a:rPr lang="zh-CN" altLang="en-US" sz="2400" b="1" i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处的法线与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轴交点为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且线段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16F260A-F461-4E9B-8463-617CBB9CBD4C}"/>
              </a:ext>
            </a:extLst>
          </p:cNvPr>
          <p:cNvGrpSpPr/>
          <p:nvPr/>
        </p:nvGrpSpPr>
        <p:grpSpPr>
          <a:xfrm>
            <a:off x="6319168" y="2330400"/>
            <a:ext cx="2518793" cy="2362200"/>
            <a:chOff x="6516216" y="2338388"/>
            <a:chExt cx="2518793" cy="2362200"/>
          </a:xfrm>
        </p:grpSpPr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D9AE83A1-509F-4CC6-ABBB-DBB43ABBF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12756" y="2725741"/>
              <a:ext cx="2071688" cy="1169988"/>
            </a:xfrm>
            <a:prstGeom prst="line">
              <a:avLst/>
            </a:prstGeom>
            <a:noFill/>
            <a:ln w="12700">
              <a:solidFill>
                <a:srgbClr val="0064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0E856575-3894-42C9-9565-8CA21583B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6216" y="3895729"/>
              <a:ext cx="228600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3BCABC39-416F-4176-B7D8-33D36035F7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24328" y="2338388"/>
              <a:ext cx="0" cy="23622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Arc 10">
              <a:extLst>
                <a:ext uri="{FF2B5EF4-FFF2-40B4-BE49-F238E27FC236}">
                  <a16:creationId xmlns:a16="http://schemas.microsoft.com/office/drawing/2014/main" id="{F10DF976-BD42-4A29-BC1B-3BE1291B9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859" y="2743200"/>
              <a:ext cx="641350" cy="9144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C674FB93-1FF8-4D49-B3F1-EB2982DD7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2009" y="2590800"/>
              <a:ext cx="609600" cy="9906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0" name="Object 12">
              <a:extLst>
                <a:ext uri="{FF2B5EF4-FFF2-40B4-BE49-F238E27FC236}">
                  <a16:creationId xmlns:a16="http://schemas.microsoft.com/office/drawing/2014/main" id="{3F69600B-6631-4666-93E2-279BFE6F13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6930897"/>
                </p:ext>
              </p:extLst>
            </p:nvPr>
          </p:nvGraphicFramePr>
          <p:xfrm>
            <a:off x="8273009" y="2983407"/>
            <a:ext cx="7620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0" name="Equation" r:id="rId3" imgW="761760" imgH="304560" progId="Equation.DSMT4">
                    <p:embed/>
                  </p:oleObj>
                </mc:Choice>
                <mc:Fallback>
                  <p:oleObj name="Equation" r:id="rId3" imgW="761760" imgH="304560" progId="Equation.DSMT4">
                    <p:embed/>
                    <p:pic>
                      <p:nvPicPr>
                        <p:cNvPr id="10" name="Object 12">
                          <a:extLst>
                            <a:ext uri="{FF2B5EF4-FFF2-40B4-BE49-F238E27FC236}">
                              <a16:creationId xmlns:a16="http://schemas.microsoft.com/office/drawing/2014/main" id="{BD4805B4-1775-482A-91B3-3FC80999E7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3009" y="2983407"/>
                          <a:ext cx="76200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3">
              <a:extLst>
                <a:ext uri="{FF2B5EF4-FFF2-40B4-BE49-F238E27FC236}">
                  <a16:creationId xmlns:a16="http://schemas.microsoft.com/office/drawing/2014/main" id="{4040D11D-1211-4A81-92D8-E32F46D370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39472" y="3924300"/>
            <a:ext cx="2286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1" name="Equation" r:id="rId5" imgW="228600" imgH="291960" progId="Equation.DSMT4">
                    <p:embed/>
                  </p:oleObj>
                </mc:Choice>
                <mc:Fallback>
                  <p:oleObj name="Equation" r:id="rId5" imgW="228600" imgH="291960" progId="Equation.DSMT4">
                    <p:embed/>
                    <p:pic>
                      <p:nvPicPr>
                        <p:cNvPr id="11" name="Object 13">
                          <a:extLst>
                            <a:ext uri="{FF2B5EF4-FFF2-40B4-BE49-F238E27FC236}">
                              <a16:creationId xmlns:a16="http://schemas.microsoft.com/office/drawing/2014/main" id="{2DBC6E93-8ACF-46B6-A940-B3D4A89816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39472" y="3924300"/>
                          <a:ext cx="228600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4">
              <a:extLst>
                <a:ext uri="{FF2B5EF4-FFF2-40B4-BE49-F238E27FC236}">
                  <a16:creationId xmlns:a16="http://schemas.microsoft.com/office/drawing/2014/main" id="{D8C402EA-9AF4-4FEA-90A5-9910117BA7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55559" y="381476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2" name="Equation" r:id="rId7" imgW="177480" imgH="190440" progId="Equation.DSMT4">
                    <p:embed/>
                  </p:oleObj>
                </mc:Choice>
                <mc:Fallback>
                  <p:oleObj name="Equation" r:id="rId7" imgW="177480" imgH="190440" progId="Equation.DSMT4">
                    <p:embed/>
                    <p:pic>
                      <p:nvPicPr>
                        <p:cNvPr id="12" name="Object 14">
                          <a:extLst>
                            <a:ext uri="{FF2B5EF4-FFF2-40B4-BE49-F238E27FC236}">
                              <a16:creationId xmlns:a16="http://schemas.microsoft.com/office/drawing/2014/main" id="{63D39E51-CB3B-49C8-9C95-D1F83591AA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55559" y="3814763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5">
              <a:extLst>
                <a:ext uri="{FF2B5EF4-FFF2-40B4-BE49-F238E27FC236}">
                  <a16:creationId xmlns:a16="http://schemas.microsoft.com/office/drawing/2014/main" id="{F790B89C-00F1-4D89-B123-C32D0D3597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71297" y="2338388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3" name="Equation" r:id="rId9" imgW="190440" imgH="241200" progId="Equation.DSMT4">
                    <p:embed/>
                  </p:oleObj>
                </mc:Choice>
                <mc:Fallback>
                  <p:oleObj name="Equation" r:id="rId9" imgW="190440" imgH="241200" progId="Equation.DSMT4">
                    <p:embed/>
                    <p:pic>
                      <p:nvPicPr>
                        <p:cNvPr id="13" name="Object 15">
                          <a:extLst>
                            <a:ext uri="{FF2B5EF4-FFF2-40B4-BE49-F238E27FC236}">
                              <a16:creationId xmlns:a16="http://schemas.microsoft.com/office/drawing/2014/main" id="{9507B9BE-D0DD-46AD-A05C-247E72E134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1297" y="2338388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6">
              <a:extLst>
                <a:ext uri="{FF2B5EF4-FFF2-40B4-BE49-F238E27FC236}">
                  <a16:creationId xmlns:a16="http://schemas.microsoft.com/office/drawing/2014/main" id="{09D09E2D-1293-45EE-B252-9D7C5B2AA7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25259" y="3879850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4" name="Equation" r:id="rId11" imgW="228600" imgH="241200" progId="Equation.DSMT4">
                    <p:embed/>
                  </p:oleObj>
                </mc:Choice>
                <mc:Fallback>
                  <p:oleObj name="Equation" r:id="rId11" imgW="228600" imgH="241200" progId="Equation.DSMT4">
                    <p:embed/>
                    <p:pic>
                      <p:nvPicPr>
                        <p:cNvPr id="14" name="Object 16">
                          <a:extLst>
                            <a:ext uri="{FF2B5EF4-FFF2-40B4-BE49-F238E27FC236}">
                              <a16:creationId xmlns:a16="http://schemas.microsoft.com/office/drawing/2014/main" id="{CAECD032-6420-4580-99AA-368F86FD06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5259" y="3879850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" name="Group 17">
              <a:extLst>
                <a:ext uri="{FF2B5EF4-FFF2-40B4-BE49-F238E27FC236}">
                  <a16:creationId xmlns:a16="http://schemas.microsoft.com/office/drawing/2014/main" id="{103C4C40-7C28-40F8-AA07-079063866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87271" y="3048002"/>
              <a:ext cx="177800" cy="1057276"/>
              <a:chOff x="5115" y="1680"/>
              <a:chExt cx="112" cy="666"/>
            </a:xfrm>
          </p:grpSpPr>
          <p:sp>
            <p:nvSpPr>
              <p:cNvPr id="16" name="Line 18">
                <a:extLst>
                  <a:ext uri="{FF2B5EF4-FFF2-40B4-BE49-F238E27FC236}">
                    <a16:creationId xmlns:a16="http://schemas.microsoft.com/office/drawing/2014/main" id="{3EF13974-9254-4B00-B691-5497D2DD6E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1680"/>
                <a:ext cx="0" cy="528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7" name="Object 19">
                <a:extLst>
                  <a:ext uri="{FF2B5EF4-FFF2-40B4-BE49-F238E27FC236}">
                    <a16:creationId xmlns:a16="http://schemas.microsoft.com/office/drawing/2014/main" id="{4D440CAE-C98E-41C5-AF3E-54FB110CD97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15" y="2226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375" name="Equation" r:id="rId13" imgW="177480" imgH="190440" progId="Equation.DSMT4">
                      <p:embed/>
                    </p:oleObj>
                  </mc:Choice>
                  <mc:Fallback>
                    <p:oleObj name="Equation" r:id="rId13" imgW="177480" imgH="190440" progId="Equation.DSMT4">
                      <p:embed/>
                      <p:pic>
                        <p:nvPicPr>
                          <p:cNvPr id="17" name="Object 19">
                            <a:extLst>
                              <a:ext uri="{FF2B5EF4-FFF2-40B4-BE49-F238E27FC236}">
                                <a16:creationId xmlns:a16="http://schemas.microsoft.com/office/drawing/2014/main" id="{2E512C04-7121-470D-A826-812CA963CFB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15" y="2226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" name="Text Box 24">
            <a:extLst>
              <a:ext uri="{FF2B5EF4-FFF2-40B4-BE49-F238E27FC236}">
                <a16:creationId xmlns:a16="http://schemas.microsoft.com/office/drawing/2014/main" id="{08D711CA-56FB-4A95-9064-21E63DFC1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78" y="3053231"/>
            <a:ext cx="502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0 ,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  <a:r>
              <a:rPr kumimoji="1" lang="zh-CN" altLang="en-US" sz="2400" b="1" i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点的横坐标</a:t>
            </a:r>
          </a:p>
        </p:txBody>
      </p:sp>
      <p:graphicFrame>
        <p:nvGraphicFramePr>
          <p:cNvPr id="19" name="Object 25">
            <a:extLst>
              <a:ext uri="{FF2B5EF4-FFF2-40B4-BE49-F238E27FC236}">
                <a16:creationId xmlns:a16="http://schemas.microsoft.com/office/drawing/2014/main" id="{18C1B04B-8FAB-42BC-B052-4ECB661620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016817"/>
              </p:ext>
            </p:extLst>
          </p:nvPr>
        </p:nvGraphicFramePr>
        <p:xfrm>
          <a:off x="4272064" y="3152819"/>
          <a:ext cx="1524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76" name="Equation" r:id="rId15" imgW="1523880" imgH="355320" progId="Equation.DSMT4">
                  <p:embed/>
                </p:oleObj>
              </mc:Choice>
              <mc:Fallback>
                <p:oleObj name="Equation" r:id="rId15" imgW="1523880" imgH="355320" progId="Equation.DSMT4">
                  <p:embed/>
                  <p:pic>
                    <p:nvPicPr>
                      <p:cNvPr id="23" name="Object 25">
                        <a:extLst>
                          <a:ext uri="{FF2B5EF4-FFF2-40B4-BE49-F238E27FC236}">
                            <a16:creationId xmlns:a16="http://schemas.microsoft.com/office/drawing/2014/main" id="{C73C51C6-04FE-4B88-97F0-B1CAD60FB5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2064" y="3152819"/>
                        <a:ext cx="1524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6">
            <a:extLst>
              <a:ext uri="{FF2B5EF4-FFF2-40B4-BE49-F238E27FC236}">
                <a16:creationId xmlns:a16="http://schemas.microsoft.com/office/drawing/2014/main" id="{663BDEE5-E50E-4BB0-868D-97086EF6EF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566172"/>
              </p:ext>
            </p:extLst>
          </p:nvPr>
        </p:nvGraphicFramePr>
        <p:xfrm>
          <a:off x="2754986" y="3654476"/>
          <a:ext cx="16113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77" name="Equation" r:id="rId17" imgW="1612800" imgH="355320" progId="Equation.DSMT4">
                  <p:embed/>
                </p:oleObj>
              </mc:Choice>
              <mc:Fallback>
                <p:oleObj name="Equation" r:id="rId17" imgW="1612800" imgH="355320" progId="Equation.DSMT4">
                  <p:embed/>
                  <p:pic>
                    <p:nvPicPr>
                      <p:cNvPr id="24" name="Object 26">
                        <a:extLst>
                          <a:ext uri="{FF2B5EF4-FFF2-40B4-BE49-F238E27FC236}">
                            <a16:creationId xmlns:a16="http://schemas.microsoft.com/office/drawing/2014/main" id="{6B80D333-E5EA-4DFE-AB83-7E3274EF28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986" y="3654476"/>
                        <a:ext cx="161131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7">
            <a:extLst>
              <a:ext uri="{FF2B5EF4-FFF2-40B4-BE49-F238E27FC236}">
                <a16:creationId xmlns:a16="http://schemas.microsoft.com/office/drawing/2014/main" id="{929F5F2C-A8BE-4547-AB97-CA73E9F58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585" y="4357606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22" name="Object 28">
            <a:extLst>
              <a:ext uri="{FF2B5EF4-FFF2-40B4-BE49-F238E27FC236}">
                <a16:creationId xmlns:a16="http://schemas.microsoft.com/office/drawing/2014/main" id="{FA6B373A-F0EE-461D-80A2-9DE960F3B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200184"/>
              </p:ext>
            </p:extLst>
          </p:nvPr>
        </p:nvGraphicFramePr>
        <p:xfrm>
          <a:off x="2701193" y="4450116"/>
          <a:ext cx="1549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78" name="Equation" r:id="rId19" imgW="1549080" imgH="355320" progId="Equation.DSMT4">
                  <p:embed/>
                </p:oleObj>
              </mc:Choice>
              <mc:Fallback>
                <p:oleObj name="Equation" r:id="rId19" imgW="1549080" imgH="355320" progId="Equation.DSMT4">
                  <p:embed/>
                  <p:pic>
                    <p:nvPicPr>
                      <p:cNvPr id="26" name="Object 28">
                        <a:extLst>
                          <a:ext uri="{FF2B5EF4-FFF2-40B4-BE49-F238E27FC236}">
                            <a16:creationId xmlns:a16="http://schemas.microsoft.com/office/drawing/2014/main" id="{B0F3D55E-3A79-4227-8942-90CD5B4FE1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193" y="4450116"/>
                        <a:ext cx="1549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38">
            <a:extLst>
              <a:ext uri="{FF2B5EF4-FFF2-40B4-BE49-F238E27FC236}">
                <a16:creationId xmlns:a16="http://schemas.microsoft.com/office/drawing/2014/main" id="{0E9B4FC7-85B8-498D-8F38-54203D262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668" y="1485092"/>
            <a:ext cx="518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处的法线方程为</a:t>
            </a:r>
          </a:p>
        </p:txBody>
      </p:sp>
      <p:sp>
        <p:nvSpPr>
          <p:cNvPr id="24" name="Text Box 41">
            <a:extLst>
              <a:ext uri="{FF2B5EF4-FFF2-40B4-BE49-F238E27FC236}">
                <a16:creationId xmlns:a16="http://schemas.microsoft.com/office/drawing/2014/main" id="{05642EDC-15B8-46F0-A87E-FA7530A58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7" y="897012"/>
            <a:ext cx="23535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PQ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被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轴平分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25" name="Text Box 2">
            <a:extLst>
              <a:ext uri="{FF2B5EF4-FFF2-40B4-BE49-F238E27FC236}">
                <a16:creationId xmlns:a16="http://schemas.microsoft.com/office/drawing/2014/main" id="{60E33FA4-D593-46E8-9AF1-1B7947277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929" y="3607214"/>
            <a:ext cx="22356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又由已知条件，</a:t>
            </a:r>
            <a:endParaRPr kumimoji="1"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E4248B7-7B84-4290-87B9-397B0F6FB25B}"/>
              </a:ext>
            </a:extLst>
          </p:cNvPr>
          <p:cNvGrpSpPr/>
          <p:nvPr/>
        </p:nvGrpSpPr>
        <p:grpSpPr>
          <a:xfrm>
            <a:off x="2086006" y="2089446"/>
            <a:ext cx="2530078" cy="787400"/>
            <a:chOff x="2071069" y="1989043"/>
            <a:chExt cx="2530078" cy="787400"/>
          </a:xfrm>
        </p:grpSpPr>
        <p:graphicFrame>
          <p:nvGraphicFramePr>
            <p:cNvPr id="27" name="Object 22">
              <a:extLst>
                <a:ext uri="{FF2B5EF4-FFF2-40B4-BE49-F238E27FC236}">
                  <a16:creationId xmlns:a16="http://schemas.microsoft.com/office/drawing/2014/main" id="{2054AD33-3E01-403F-B6F5-4EAB2FBFFF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5507795"/>
                </p:ext>
              </p:extLst>
            </p:nvPr>
          </p:nvGraphicFramePr>
          <p:xfrm>
            <a:off x="3048000" y="1989043"/>
            <a:ext cx="5334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9" name="Equation" r:id="rId21" imgW="533160" imgH="787320" progId="Equation.DSMT4">
                    <p:embed/>
                  </p:oleObj>
                </mc:Choice>
                <mc:Fallback>
                  <p:oleObj name="Equation" r:id="rId21" imgW="533160" imgH="787320" progId="Equation.DSMT4">
                    <p:embed/>
                    <p:pic>
                      <p:nvPicPr>
                        <p:cNvPr id="20" name="Object 22">
                          <a:extLst>
                            <a:ext uri="{FF2B5EF4-FFF2-40B4-BE49-F238E27FC236}">
                              <a16:creationId xmlns:a16="http://schemas.microsoft.com/office/drawing/2014/main" id="{5EA5EDDF-3AAC-469C-AB5B-304EFD7A40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1989043"/>
                          <a:ext cx="533400" cy="787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7AC5C071-4529-43CE-8C79-072BF4B9CC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4414839"/>
                </p:ext>
              </p:extLst>
            </p:nvPr>
          </p:nvGraphicFramePr>
          <p:xfrm>
            <a:off x="2071069" y="2197579"/>
            <a:ext cx="914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80" name="Equation" r:id="rId23" imgW="914400" imgH="342720" progId="Equation.DSMT4">
                    <p:embed/>
                  </p:oleObj>
                </mc:Choice>
                <mc:Fallback>
                  <p:oleObj name="Equation" r:id="rId23" imgW="91440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B52F546E-B479-44B3-9B2E-37790CCD9B3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071069" y="2197579"/>
                          <a:ext cx="914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76CF6199-6EEE-450B-9630-E23A7F048D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3412277"/>
                </p:ext>
              </p:extLst>
            </p:nvPr>
          </p:nvGraphicFramePr>
          <p:xfrm>
            <a:off x="3610547" y="2219577"/>
            <a:ext cx="990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81" name="Equation" r:id="rId25" imgW="990360" imgH="342720" progId="Equation.DSMT4">
                    <p:embed/>
                  </p:oleObj>
                </mc:Choice>
                <mc:Fallback>
                  <p:oleObj name="Equation" r:id="rId25" imgW="990360" imgH="3427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164010BB-909E-433C-910F-8F13EE0BDBB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610547" y="2219577"/>
                          <a:ext cx="990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5AF7777-01C4-4698-81E2-C57FB3CE253E}"/>
              </a:ext>
            </a:extLst>
          </p:cNvPr>
          <p:cNvGrpSpPr/>
          <p:nvPr/>
        </p:nvGrpSpPr>
        <p:grpSpPr>
          <a:xfrm>
            <a:off x="552730" y="1467097"/>
            <a:ext cx="5766438" cy="461665"/>
            <a:chOff x="749778" y="1492423"/>
            <a:chExt cx="5766438" cy="461665"/>
          </a:xfrm>
        </p:grpSpPr>
        <p:sp>
          <p:nvSpPr>
            <p:cNvPr id="31" name="Text Box 20">
              <a:extLst>
                <a:ext uri="{FF2B5EF4-FFF2-40B4-BE49-F238E27FC236}">
                  <a16:creationId xmlns:a16="http://schemas.microsoft.com/office/drawing/2014/main" id="{0F47F415-31E1-424F-8A81-9EB54B213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778" y="1492423"/>
              <a:ext cx="57664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解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如图所示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设曲线为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466B3F96-968A-4011-A814-716B9AADA3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0305620"/>
                </p:ext>
              </p:extLst>
            </p:nvPr>
          </p:nvGraphicFramePr>
          <p:xfrm>
            <a:off x="4139952" y="1572967"/>
            <a:ext cx="1181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82" name="Equation" r:id="rId27" imgW="1180800" imgH="342720" progId="Equation.DSMT4">
                    <p:embed/>
                  </p:oleObj>
                </mc:Choice>
                <mc:Fallback>
                  <p:oleObj name="Equation" r:id="rId27" imgW="1180800" imgH="34272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8493A714-6FCB-44AE-B1B4-A2FB3810C82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139952" y="1572967"/>
                          <a:ext cx="1181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2270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3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">
            <a:extLst>
              <a:ext uri="{FF2B5EF4-FFF2-40B4-BE49-F238E27FC236}">
                <a16:creationId xmlns:a16="http://schemas.microsoft.com/office/drawing/2014/main" id="{3A90D38B-AC6E-4DD3-AAA3-0AD12FEBD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95486"/>
            <a:ext cx="2743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内容总结</a:t>
            </a:r>
            <a:endParaRPr kumimoji="1" lang="en-US" altLang="zh-CN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9748FF62-EF7F-465D-9F98-DCC40298A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3074" y="1319809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常微分方程</a:t>
            </a:r>
            <a:endParaRPr kumimoji="1" lang="zh-CN" altLang="en-US" sz="2400" b="1" dirty="0">
              <a:solidFill>
                <a:srgbClr val="C0504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A71EEBB0-4EF0-4BE7-81F9-BFC9874EE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290" y="1812231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偏微分方程</a:t>
            </a:r>
            <a:endParaRPr kumimoji="1" lang="zh-CN" altLang="en-US" sz="2400" b="1" dirty="0">
              <a:solidFill>
                <a:srgbClr val="C0504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6BFA3187-D011-4BAB-BE1D-D6410038F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793" y="934348"/>
            <a:ext cx="693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含未知函数及其导数的方程叫做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微分方程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6F1C87BA-DB17-4BD6-B99B-9106B05A0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993" y="2263949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方程中所含未知函数导数的最高阶数叫做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微分方程的阶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kumimoji="1" lang="zh-CN" altLang="en-US" sz="2400" b="1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Object 23">
            <a:extLst>
              <a:ext uri="{FF2B5EF4-FFF2-40B4-BE49-F238E27FC236}">
                <a16:creationId xmlns:a16="http://schemas.microsoft.com/office/drawing/2014/main" id="{93319FB5-8042-419B-904C-EA512DDBEA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98272"/>
              </p:ext>
            </p:extLst>
          </p:nvPr>
        </p:nvGraphicFramePr>
        <p:xfrm>
          <a:off x="2460201" y="3514477"/>
          <a:ext cx="273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42" name="Equation" r:id="rId3" imgW="2730240" imgH="406080" progId="Equation.DSMT4">
                  <p:embed/>
                </p:oleObj>
              </mc:Choice>
              <mc:Fallback>
                <p:oleObj name="Equation" r:id="rId3" imgW="2730240" imgH="406080" progId="Equation.DSMT4">
                  <p:embed/>
                  <p:pic>
                    <p:nvPicPr>
                      <p:cNvPr id="7" name="Object 23">
                        <a:extLst>
                          <a:ext uri="{FF2B5EF4-FFF2-40B4-BE49-F238E27FC236}">
                            <a16:creationId xmlns:a16="http://schemas.microsoft.com/office/drawing/2014/main" id="{0DA99380-DFDE-4C1D-9E00-DB3EACA7E1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201" y="3514477"/>
                        <a:ext cx="2730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5">
            <a:extLst>
              <a:ext uri="{FF2B5EF4-FFF2-40B4-BE49-F238E27FC236}">
                <a16:creationId xmlns:a16="http://schemas.microsoft.com/office/drawing/2014/main" id="{0FEA43FF-525A-48F4-B710-4116D113F0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221581"/>
              </p:ext>
            </p:extLst>
          </p:nvPr>
        </p:nvGraphicFramePr>
        <p:xfrm>
          <a:off x="2331266" y="4078313"/>
          <a:ext cx="3184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43" name="Equation" r:id="rId5" imgW="3187440" imgH="406080" progId="Equation.DSMT4">
                  <p:embed/>
                </p:oleObj>
              </mc:Choice>
              <mc:Fallback>
                <p:oleObj name="Equation" r:id="rId5" imgW="3187440" imgH="406080" progId="Equation.DSMT4">
                  <p:embed/>
                  <p:pic>
                    <p:nvPicPr>
                      <p:cNvPr id="8" name="Object 25">
                        <a:extLst>
                          <a:ext uri="{FF2B5EF4-FFF2-40B4-BE49-F238E27FC236}">
                            <a16:creationId xmlns:a16="http://schemas.microsoft.com/office/drawing/2014/main" id="{E09D9025-0349-4652-A4BC-8DD4175992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1266" y="4078313"/>
                        <a:ext cx="31845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8">
            <a:extLst>
              <a:ext uri="{FF2B5EF4-FFF2-40B4-BE49-F238E27FC236}">
                <a16:creationId xmlns:a16="http://schemas.microsoft.com/office/drawing/2014/main" id="{09D89C7B-F69A-4482-8612-070F4ECAA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8553" y="4035748"/>
            <a:ext cx="335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显式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微分方程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).</a:t>
            </a:r>
          </a:p>
        </p:txBody>
      </p:sp>
      <p:sp>
        <p:nvSpPr>
          <p:cNvPr id="10" name="Rectangle 31">
            <a:extLst>
              <a:ext uri="{FF2B5EF4-FFF2-40B4-BE49-F238E27FC236}">
                <a16:creationId xmlns:a16="http://schemas.microsoft.com/office/drawing/2014/main" id="{FB8896F4-E9D3-479C-AE1B-97444A6794BC}"/>
              </a:ext>
            </a:extLst>
          </p:cNvPr>
          <p:cNvSpPr txBox="1">
            <a:spLocks noChangeArrowheads="1"/>
          </p:cNvSpPr>
          <p:nvPr/>
        </p:nvSpPr>
        <p:spPr>
          <a:xfrm>
            <a:off x="-127826" y="943162"/>
            <a:ext cx="44196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概念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B5E37461-BF5F-4FE4-8E1E-C92772B93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341" y="2937694"/>
            <a:ext cx="563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一般地 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en-US" altLang="zh-CN" sz="2400" b="1" i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阶常微分方程的形式是</a:t>
            </a:r>
          </a:p>
        </p:txBody>
      </p:sp>
      <p:sp>
        <p:nvSpPr>
          <p:cNvPr id="12" name="AutoShape 40">
            <a:extLst>
              <a:ext uri="{FF2B5EF4-FFF2-40B4-BE49-F238E27FC236}">
                <a16:creationId xmlns:a16="http://schemas.microsoft.com/office/drawing/2014/main" id="{F48FC501-9885-4CBC-AF50-8628E51BDD5C}"/>
              </a:ext>
            </a:extLst>
          </p:cNvPr>
          <p:cNvSpPr>
            <a:spLocks/>
          </p:cNvSpPr>
          <p:nvPr/>
        </p:nvSpPr>
        <p:spPr bwMode="auto">
          <a:xfrm>
            <a:off x="3110674" y="1534121"/>
            <a:ext cx="172616" cy="603126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 Box 43">
            <a:extLst>
              <a:ext uri="{FF2B5EF4-FFF2-40B4-BE49-F238E27FC236}">
                <a16:creationId xmlns:a16="http://schemas.microsoft.com/office/drawing/2014/main" id="{88FB1BE2-0E5A-4FEA-9DDD-38B3E7FE0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0399" y="1654771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分类</a:t>
            </a:r>
          </a:p>
        </p:txBody>
      </p:sp>
      <p:sp>
        <p:nvSpPr>
          <p:cNvPr id="14" name="Text Box 44">
            <a:extLst>
              <a:ext uri="{FF2B5EF4-FFF2-40B4-BE49-F238E27FC236}">
                <a16:creationId xmlns:a16="http://schemas.microsoft.com/office/drawing/2014/main" id="{43799BA1-5799-4C5F-81CB-BD4647A80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90" y="4013870"/>
            <a:ext cx="6492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</a:p>
        </p:txBody>
      </p:sp>
      <p:sp>
        <p:nvSpPr>
          <p:cNvPr id="15" name="Text Box 28">
            <a:extLst>
              <a:ext uri="{FF2B5EF4-FFF2-40B4-BE49-F238E27FC236}">
                <a16:creationId xmlns:a16="http://schemas.microsoft.com/office/drawing/2014/main" id="{755E15FF-A648-4043-A42E-5C2CDE0AD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607" y="3552205"/>
            <a:ext cx="335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微分方程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08140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>
            <a:extLst>
              <a:ext uri="{FF2B5EF4-FFF2-40B4-BE49-F238E27FC236}">
                <a16:creationId xmlns:a16="http://schemas.microsoft.com/office/drawing/2014/main" id="{706E46D3-2D45-4A10-A6D7-D94AD7592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69592"/>
            <a:ext cx="487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使方程成为恒等式的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9F89FDFC-6DC4-4E08-BCD2-2A6A0A48C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946151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204DB907-64E1-49F8-982E-A615ADF80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984" y="946151"/>
            <a:ext cx="78455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解中所含独立的任意常数的个数与方程的阶数相同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kumimoji="1"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Object 23">
            <a:extLst>
              <a:ext uri="{FF2B5EF4-FFF2-40B4-BE49-F238E27FC236}">
                <a16:creationId xmlns:a16="http://schemas.microsoft.com/office/drawing/2014/main" id="{7B0E8EBF-58E4-465A-A015-4BACEE7A5A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083698"/>
              </p:ext>
            </p:extLst>
          </p:nvPr>
        </p:nvGraphicFramePr>
        <p:xfrm>
          <a:off x="1043608" y="3858617"/>
          <a:ext cx="54943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4" name="Equation" r:id="rId3" imgW="5499000" imgH="419040" progId="Equation.DSMT4">
                  <p:embed/>
                </p:oleObj>
              </mc:Choice>
              <mc:Fallback>
                <p:oleObj name="Equation" r:id="rId3" imgW="5499000" imgH="419040" progId="Equation.DSMT4">
                  <p:embed/>
                  <p:pic>
                    <p:nvPicPr>
                      <p:cNvPr id="5" name="Object 23">
                        <a:extLst>
                          <a:ext uri="{FF2B5EF4-FFF2-40B4-BE49-F238E27FC236}">
                            <a16:creationId xmlns:a16="http://schemas.microsoft.com/office/drawing/2014/main" id="{77F48082-8D7A-4946-86EB-1E9D9FD484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858617"/>
                        <a:ext cx="54943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4">
            <a:extLst>
              <a:ext uri="{FF2B5EF4-FFF2-40B4-BE49-F238E27FC236}">
                <a16:creationId xmlns:a16="http://schemas.microsoft.com/office/drawing/2014/main" id="{87B0D922-C884-4818-ADAF-FA8C3B810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376488"/>
            <a:ext cx="510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确定通解中任意常数的条件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id="{154765BF-C2C0-4D04-8D6B-80C288926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205311"/>
            <a:ext cx="586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b="1" i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阶方程的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初始条件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或初值条件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</a:p>
        </p:txBody>
      </p:sp>
      <p:sp>
        <p:nvSpPr>
          <p:cNvPr id="8" name="Text Box 32">
            <a:extLst>
              <a:ext uri="{FF2B5EF4-FFF2-40B4-BE49-F238E27FC236}">
                <a16:creationId xmlns:a16="http://schemas.microsoft.com/office/drawing/2014/main" id="{B68F82E4-6FCA-4DB4-8726-433ED634A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1616076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特解</a:t>
            </a:r>
          </a:p>
        </p:txBody>
      </p:sp>
      <p:sp>
        <p:nvSpPr>
          <p:cNvPr id="9" name="Text Box 91">
            <a:extLst>
              <a:ext uri="{FF2B5EF4-FFF2-40B4-BE49-F238E27FC236}">
                <a16:creationId xmlns:a16="http://schemas.microsoft.com/office/drawing/2014/main" id="{B89F2714-5FFC-47C7-A777-0FC3AB119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370385"/>
            <a:ext cx="21964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微分方程的解 </a:t>
            </a:r>
          </a:p>
        </p:txBody>
      </p:sp>
      <p:sp>
        <p:nvSpPr>
          <p:cNvPr id="10" name="Text Box 92">
            <a:extLst>
              <a:ext uri="{FF2B5EF4-FFF2-40B4-BE49-F238E27FC236}">
                <a16:creationId xmlns:a16="http://schemas.microsoft.com/office/drawing/2014/main" id="{581827EE-2D44-4C4C-A300-5AE7E6171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744" y="1615283"/>
            <a:ext cx="31261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不含任意常数的解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</a:p>
        </p:txBody>
      </p:sp>
      <p:sp>
        <p:nvSpPr>
          <p:cNvPr id="11" name="Text Box 93">
            <a:extLst>
              <a:ext uri="{FF2B5EF4-FFF2-40B4-BE49-F238E27FC236}">
                <a16:creationId xmlns:a16="http://schemas.microsoft.com/office/drawing/2014/main" id="{524FB530-AF93-491B-A764-C6FB55BFA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398713"/>
            <a:ext cx="15776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定解条件 </a:t>
            </a:r>
          </a:p>
        </p:txBody>
      </p:sp>
      <p:sp>
        <p:nvSpPr>
          <p:cNvPr id="12" name="Text Box 95">
            <a:extLst>
              <a:ext uri="{FF2B5EF4-FFF2-40B4-BE49-F238E27FC236}">
                <a16:creationId xmlns:a16="http://schemas.microsoft.com/office/drawing/2014/main" id="{D648C608-2BC4-47BC-8BB9-A9BF107DB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1615283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其图形称为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积分曲线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2155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CE05CA0B-D7C6-4973-B3B9-BA4C20EA3394}"/>
              </a:ext>
            </a:extLst>
          </p:cNvPr>
          <p:cNvSpPr txBox="1">
            <a:spLocks/>
          </p:cNvSpPr>
          <p:nvPr/>
        </p:nvSpPr>
        <p:spPr>
          <a:xfrm>
            <a:off x="1475656" y="2100824"/>
            <a:ext cx="6408712" cy="523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第二节  可分离变量的微分方程</a:t>
            </a:r>
          </a:p>
        </p:txBody>
      </p:sp>
    </p:spTree>
    <p:extLst>
      <p:ext uri="{BB962C8B-B14F-4D97-AF65-F5344CB8AC3E}">
        <p14:creationId xmlns:p14="http://schemas.microsoft.com/office/powerpoint/2010/main" val="3633094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8417235D-70BB-4EF7-BF40-4C268227B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098565"/>
              </p:ext>
            </p:extLst>
          </p:nvPr>
        </p:nvGraphicFramePr>
        <p:xfrm>
          <a:off x="3017602" y="787551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50" name="Equation" r:id="rId3" imgW="1688760" imgH="736560" progId="Equation.DSMT4">
                  <p:embed/>
                </p:oleObj>
              </mc:Choice>
              <mc:Fallback>
                <p:oleObj name="Equation" r:id="rId3" imgW="1688760" imgH="73656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67124FDD-186E-4BEF-8E66-2982259C2C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602" y="787551"/>
                        <a:ext cx="1689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C8FE418-6315-4217-BBB5-D03431C0A923}"/>
              </a:ext>
            </a:extLst>
          </p:cNvPr>
          <p:cNvSpPr txBox="1"/>
          <p:nvPr/>
        </p:nvSpPr>
        <p:spPr>
          <a:xfrm>
            <a:off x="539552" y="267494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一阶微分方程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F07DF1-BA55-430B-B8ED-C15C4C77D43B}"/>
              </a:ext>
            </a:extLst>
          </p:cNvPr>
          <p:cNvSpPr txBox="1"/>
          <p:nvPr/>
        </p:nvSpPr>
        <p:spPr>
          <a:xfrm>
            <a:off x="611560" y="1707654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或</a:t>
            </a: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0AE9041E-F3F2-4ED2-87D9-6F9F3E512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15457"/>
              </p:ext>
            </p:extLst>
          </p:nvPr>
        </p:nvGraphicFramePr>
        <p:xfrm>
          <a:off x="3100388" y="2012826"/>
          <a:ext cx="271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51" name="Equation" r:id="rId5" imgW="2717640" imgH="342720" progId="Equation.DSMT4">
                  <p:embed/>
                </p:oleObj>
              </mc:Choice>
              <mc:Fallback>
                <p:oleObj name="Equation" r:id="rId5" imgW="2717640" imgH="34272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A2174E9A-778E-4A34-AAEF-A6A8719812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2012826"/>
                        <a:ext cx="2717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9B479D0-26D6-450F-8AFA-B4C46EC5DC73}"/>
              </a:ext>
            </a:extLst>
          </p:cNvPr>
          <p:cNvSpPr txBox="1"/>
          <p:nvPr/>
        </p:nvSpPr>
        <p:spPr>
          <a:xfrm>
            <a:off x="636960" y="2933063"/>
            <a:ext cx="550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注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22E342F-F726-4646-B6E4-0EA8949B9C82}"/>
              </a:ext>
            </a:extLst>
          </p:cNvPr>
          <p:cNvGrpSpPr/>
          <p:nvPr/>
        </p:nvGrpSpPr>
        <p:grpSpPr>
          <a:xfrm>
            <a:off x="1190824" y="2933062"/>
            <a:ext cx="3245792" cy="461665"/>
            <a:chOff x="1187624" y="3363837"/>
            <a:chExt cx="3245792" cy="46166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1301B8C-1210-4AD2-AB51-E7B8E3A729E2}"/>
                </a:ext>
              </a:extLst>
            </p:cNvPr>
            <p:cNvSpPr txBox="1"/>
            <p:nvPr/>
          </p:nvSpPr>
          <p:spPr>
            <a:xfrm>
              <a:off x="1187624" y="3363837"/>
              <a:ext cx="5506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</a:t>
              </a: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C8D9F723-B8EB-43F2-A2F7-A80D49AB97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9848863"/>
                </p:ext>
              </p:extLst>
            </p:nvPr>
          </p:nvGraphicFramePr>
          <p:xfrm>
            <a:off x="1926394" y="3482602"/>
            <a:ext cx="1371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52" name="Equation" r:id="rId7" imgW="1371600" imgH="342720" progId="Equation.DSMT4">
                    <p:embed/>
                  </p:oleObj>
                </mc:Choice>
                <mc:Fallback>
                  <p:oleObj name="Equation" r:id="rId7" imgW="1371600" imgH="342720" progId="Equation.DSMT4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9B22384E-0469-4044-85A1-2DE29C45F8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6394" y="3482602"/>
                          <a:ext cx="1371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0D8837A-1893-4817-B4D7-D0AFE51CCA01}"/>
                </a:ext>
              </a:extLst>
            </p:cNvPr>
            <p:cNvSpPr txBox="1"/>
            <p:nvPr/>
          </p:nvSpPr>
          <p:spPr>
            <a:xfrm>
              <a:off x="3284488" y="3363837"/>
              <a:ext cx="11489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时，有</a:t>
              </a:r>
            </a:p>
          </p:txBody>
        </p:sp>
      </p:grp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484AC6DE-0A0E-4F4E-8FBE-F9A162F0E0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141363"/>
              </p:ext>
            </p:extLst>
          </p:nvPr>
        </p:nvGraphicFramePr>
        <p:xfrm>
          <a:off x="4381748" y="2787774"/>
          <a:ext cx="1917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53" name="Equation" r:id="rId9" imgW="1917360" imgH="787320" progId="Equation.DSMT4">
                  <p:embed/>
                </p:oleObj>
              </mc:Choice>
              <mc:Fallback>
                <p:oleObj name="Equation" r:id="rId9" imgW="1917360" imgH="78732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54E73B84-36BC-495E-82FD-3E2D386889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748" y="2787774"/>
                        <a:ext cx="19177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7FD807B5-DA74-418C-83BC-EAB3E310AFA1}"/>
              </a:ext>
            </a:extLst>
          </p:cNvPr>
          <p:cNvGrpSpPr/>
          <p:nvPr/>
        </p:nvGrpSpPr>
        <p:grpSpPr>
          <a:xfrm>
            <a:off x="1221036" y="3869401"/>
            <a:ext cx="3245792" cy="461665"/>
            <a:chOff x="1187624" y="3363837"/>
            <a:chExt cx="3245792" cy="46166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E6F2854-E525-4CFE-A09C-97E8C37D8EC1}"/>
                </a:ext>
              </a:extLst>
            </p:cNvPr>
            <p:cNvSpPr txBox="1"/>
            <p:nvPr/>
          </p:nvSpPr>
          <p:spPr>
            <a:xfrm>
              <a:off x="1187624" y="3363837"/>
              <a:ext cx="5506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</a:t>
              </a:r>
            </a:p>
          </p:txBody>
        </p: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06A0B4B0-1091-4CAE-927A-9ADFF182A2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4687817"/>
                </p:ext>
              </p:extLst>
            </p:nvPr>
          </p:nvGraphicFramePr>
          <p:xfrm>
            <a:off x="1933501" y="3481839"/>
            <a:ext cx="1358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54" name="Equation" r:id="rId11" imgW="1358640" imgH="342720" progId="Equation.DSMT4">
                    <p:embed/>
                  </p:oleObj>
                </mc:Choice>
                <mc:Fallback>
                  <p:oleObj name="Equation" r:id="rId11" imgW="1358640" imgH="34272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0309FDE7-B58B-4730-99DA-70D78EB010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3501" y="3481839"/>
                          <a:ext cx="1358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9F7581F-21A2-41CA-B57C-6875222CDEC5}"/>
                </a:ext>
              </a:extLst>
            </p:cNvPr>
            <p:cNvSpPr txBox="1"/>
            <p:nvPr/>
          </p:nvSpPr>
          <p:spPr>
            <a:xfrm>
              <a:off x="3284488" y="3363837"/>
              <a:ext cx="11489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时，有</a:t>
              </a:r>
            </a:p>
          </p:txBody>
        </p:sp>
      </p:grp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0BC4C49B-70D9-4725-BEB1-855D25AB4D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485728"/>
              </p:ext>
            </p:extLst>
          </p:nvPr>
        </p:nvGraphicFramePr>
        <p:xfrm>
          <a:off x="4424363" y="3723878"/>
          <a:ext cx="189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55" name="Equation" r:id="rId13" imgW="1892160" imgH="787320" progId="Equation.DSMT4">
                  <p:embed/>
                </p:oleObj>
              </mc:Choice>
              <mc:Fallback>
                <p:oleObj name="Equation" r:id="rId13" imgW="1892160" imgH="78732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03C8A6B3-4218-4DE7-A4EA-F577864850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3" y="3723878"/>
                        <a:ext cx="18923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99164BB0-CCDA-41D5-878A-0FCF52653380}"/>
              </a:ext>
            </a:extLst>
          </p:cNvPr>
          <p:cNvSpPr txBox="1"/>
          <p:nvPr/>
        </p:nvSpPr>
        <p:spPr>
          <a:xfrm>
            <a:off x="4805549" y="947379"/>
            <a:ext cx="1129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或</a:t>
            </a: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1C926FCD-5CEF-44C9-B3F8-B749E5EDDF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866463"/>
              </p:ext>
            </p:extLst>
          </p:nvPr>
        </p:nvGraphicFramePr>
        <p:xfrm>
          <a:off x="5580112" y="1023522"/>
          <a:ext cx="1790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56" name="Equation" r:id="rId15" imgW="1790640" imgH="355320" progId="Equation.DSMT4">
                  <p:embed/>
                </p:oleObj>
              </mc:Choice>
              <mc:Fallback>
                <p:oleObj name="Equation" r:id="rId15" imgW="1790640" imgH="35532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C54D62AF-13AE-4DAF-9C2A-E9E435708A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1023522"/>
                        <a:ext cx="17907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766B91FA-DA56-47E2-86D3-FBA95B621F8B}"/>
              </a:ext>
            </a:extLst>
          </p:cNvPr>
          <p:cNvSpPr txBox="1"/>
          <p:nvPr/>
        </p:nvSpPr>
        <p:spPr>
          <a:xfrm>
            <a:off x="5755382" y="1938486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（对称式）</a:t>
            </a:r>
          </a:p>
        </p:txBody>
      </p:sp>
    </p:spTree>
    <p:extLst>
      <p:ext uri="{BB962C8B-B14F-4D97-AF65-F5344CB8AC3E}">
        <p14:creationId xmlns:p14="http://schemas.microsoft.com/office/powerpoint/2010/main" val="184304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7" grpId="0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774834-C75A-4D63-9268-44B8BE1E1B17}"/>
              </a:ext>
            </a:extLst>
          </p:cNvPr>
          <p:cNvSpPr txBox="1"/>
          <p:nvPr/>
        </p:nvSpPr>
        <p:spPr>
          <a:xfrm>
            <a:off x="727878" y="62532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如</a:t>
            </a: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E4F0C431-A82F-43DD-B27A-436899C5D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197223"/>
              </p:ext>
            </p:extLst>
          </p:nvPr>
        </p:nvGraphicFramePr>
        <p:xfrm>
          <a:off x="1331640" y="555526"/>
          <a:ext cx="1066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46" name="Equation" r:id="rId3" imgW="1066680" imgH="736560" progId="Equation.DSMT4">
                  <p:embed/>
                </p:oleObj>
              </mc:Choice>
              <mc:Fallback>
                <p:oleObj name="Equation" r:id="rId3" imgW="1066680" imgH="7365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3A848F31-28D4-47B9-8D0E-2DC4E3B003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55526"/>
                        <a:ext cx="1066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93D99C6-F623-45BA-ACEE-BE47AEE6553F}"/>
              </a:ext>
            </a:extLst>
          </p:cNvPr>
          <p:cNvSpPr txBox="1"/>
          <p:nvPr/>
        </p:nvSpPr>
        <p:spPr>
          <a:xfrm>
            <a:off x="2473077" y="645525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其对称式为</a:t>
            </a: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2DC12DDC-79F0-4C06-B553-B75C716088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19833"/>
              </p:ext>
            </p:extLst>
          </p:nvPr>
        </p:nvGraphicFramePr>
        <p:xfrm>
          <a:off x="4094178" y="746251"/>
          <a:ext cx="130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47" name="Equation" r:id="rId5" imgW="1307880" imgH="342720" progId="Equation.DSMT4">
                  <p:embed/>
                </p:oleObj>
              </mc:Choice>
              <mc:Fallback>
                <p:oleObj name="Equation" r:id="rId5" imgW="1307880" imgH="3427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F2C3FA4D-4DC7-4CDA-B549-DBED38726B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178" y="746251"/>
                        <a:ext cx="1308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486CDBC-BCCF-4D4B-9074-B1F19FB42EBA}"/>
              </a:ext>
            </a:extLst>
          </p:cNvPr>
          <p:cNvSpPr txBox="1"/>
          <p:nvPr/>
        </p:nvSpPr>
        <p:spPr>
          <a:xfrm>
            <a:off x="5347239" y="625322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两边积分得方程通解为</a:t>
            </a: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60F94642-E147-4E80-A457-16D23CB40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664570"/>
              </p:ext>
            </p:extLst>
          </p:nvPr>
        </p:nvGraphicFramePr>
        <p:xfrm>
          <a:off x="3170539" y="1447900"/>
          <a:ext cx="241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48" name="Equation" r:id="rId7" imgW="2412720" imgH="507960" progId="Equation.DSMT4">
                  <p:embed/>
                </p:oleObj>
              </mc:Choice>
              <mc:Fallback>
                <p:oleObj name="Equation" r:id="rId7" imgW="2412720" imgH="50796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219842F1-DD30-41B4-8162-C31DC16A69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539" y="1447900"/>
                        <a:ext cx="2413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C65D655-F8DE-409A-B744-0AD73264C932}"/>
              </a:ext>
            </a:extLst>
          </p:cNvPr>
          <p:cNvSpPr txBox="1"/>
          <p:nvPr/>
        </p:nvSpPr>
        <p:spPr>
          <a:xfrm>
            <a:off x="733497" y="2280942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思考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63BFFA-EE5C-470C-BDE5-059A7FF75F11}"/>
              </a:ext>
            </a:extLst>
          </p:cNvPr>
          <p:cNvSpPr txBox="1"/>
          <p:nvPr/>
        </p:nvSpPr>
        <p:spPr>
          <a:xfrm>
            <a:off x="1461508" y="2180857"/>
            <a:ext cx="7056784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是否所有的一阶方程都可以这样求解？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4F9ACC-601E-4E97-9E70-E96B29875254}"/>
              </a:ext>
            </a:extLst>
          </p:cNvPr>
          <p:cNvSpPr txBox="1"/>
          <p:nvPr/>
        </p:nvSpPr>
        <p:spPr>
          <a:xfrm>
            <a:off x="6862108" y="2280941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否</a:t>
            </a:r>
          </a:p>
        </p:txBody>
      </p:sp>
    </p:spTree>
    <p:extLst>
      <p:ext uri="{BB962C8B-B14F-4D97-AF65-F5344CB8AC3E}">
        <p14:creationId xmlns:p14="http://schemas.microsoft.com/office/powerpoint/2010/main" val="388349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  <p:bldP spid="9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ED284C-081F-4F91-BF67-537DE41BD5FC}"/>
              </a:ext>
            </a:extLst>
          </p:cNvPr>
          <p:cNvSpPr txBox="1"/>
          <p:nvPr/>
        </p:nvSpPr>
        <p:spPr>
          <a:xfrm>
            <a:off x="971600" y="130756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  微分方程的分离变量法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62CCEF-5EB2-40DB-833E-B4DDCE234534}"/>
              </a:ext>
            </a:extLst>
          </p:cNvPr>
          <p:cNvSpPr txBox="1"/>
          <p:nvPr/>
        </p:nvSpPr>
        <p:spPr>
          <a:xfrm>
            <a:off x="971600" y="826246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1.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可分离变量的微分方程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54D7BE-5D1F-45DF-B050-D32B8EF8969A}"/>
              </a:ext>
            </a:extLst>
          </p:cNvPr>
          <p:cNvSpPr txBox="1"/>
          <p:nvPr/>
        </p:nvSpPr>
        <p:spPr>
          <a:xfrm>
            <a:off x="899592" y="14601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形如</a:t>
            </a: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9554DF8B-05C8-49CA-910B-7672922A65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282316"/>
              </p:ext>
            </p:extLst>
          </p:nvPr>
        </p:nvGraphicFramePr>
        <p:xfrm>
          <a:off x="2555776" y="1890256"/>
          <a:ext cx="2514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73" name="Equation" r:id="rId3" imgW="2514600" imgH="342720" progId="Equation.DSMT4">
                  <p:embed/>
                </p:oleObj>
              </mc:Choice>
              <mc:Fallback>
                <p:oleObj name="Equation" r:id="rId3" imgW="2514600" imgH="34272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2B1C0115-5A57-49A2-B91B-305DDAC6C7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890256"/>
                        <a:ext cx="2514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34B6C3F3-B7AF-4EDA-B137-D5495E71E373}"/>
              </a:ext>
            </a:extLst>
          </p:cNvPr>
          <p:cNvGrpSpPr/>
          <p:nvPr/>
        </p:nvGrpSpPr>
        <p:grpSpPr>
          <a:xfrm>
            <a:off x="215516" y="2491151"/>
            <a:ext cx="8712968" cy="1130246"/>
            <a:chOff x="229868" y="2192180"/>
            <a:chExt cx="8712968" cy="1130246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1728E0A-5D0A-472E-909D-0BB3E1570D9A}"/>
                </a:ext>
              </a:extLst>
            </p:cNvPr>
            <p:cNvSpPr txBox="1"/>
            <p:nvPr/>
          </p:nvSpPr>
          <p:spPr>
            <a:xfrm>
              <a:off x="229868" y="2192180"/>
              <a:ext cx="8712968" cy="113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的方程称为可分离变量的微分方程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,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其中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宋体"/>
                </a:rPr>
                <a:t>          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分别是关于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宋体"/>
                </a:rPr>
                <a:t>x,  y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的连续函数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6E341962-B9DF-4941-BC60-692813CC1C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1550240"/>
                </p:ext>
              </p:extLst>
            </p:nvPr>
          </p:nvGraphicFramePr>
          <p:xfrm>
            <a:off x="5738480" y="2404675"/>
            <a:ext cx="1308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174" name="Equation" r:id="rId5" imgW="1307880" imgH="342720" progId="Equation.DSMT4">
                    <p:embed/>
                  </p:oleObj>
                </mc:Choice>
                <mc:Fallback>
                  <p:oleObj name="Equation" r:id="rId5" imgW="1307880" imgH="34272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7FFCE0CC-C433-4973-B4EC-BFE6C735B6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8480" y="2404675"/>
                          <a:ext cx="1308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F4161128-E603-49CA-8CAC-897A079F40AD}"/>
              </a:ext>
            </a:extLst>
          </p:cNvPr>
          <p:cNvSpPr txBox="1"/>
          <p:nvPr/>
        </p:nvSpPr>
        <p:spPr>
          <a:xfrm>
            <a:off x="827584" y="3794488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常见形式为</a:t>
            </a: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F3D939C7-D4E2-4074-A668-C3265966B5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877837"/>
              </p:ext>
            </p:extLst>
          </p:nvPr>
        </p:nvGraphicFramePr>
        <p:xfrm>
          <a:off x="2915816" y="3621397"/>
          <a:ext cx="377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75" name="Equation" r:id="rId7" imgW="3771720" imgH="736560" progId="Equation.DSMT4">
                  <p:embed/>
                </p:oleObj>
              </mc:Choice>
              <mc:Fallback>
                <p:oleObj name="Equation" r:id="rId7" imgW="3771720" imgH="73656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8558F3AE-9AB2-4FCB-8522-53F2FA26F3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621397"/>
                        <a:ext cx="3771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324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6B3DABDD-1FC2-42E8-A5DF-D16F88BBC9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709411"/>
              </p:ext>
            </p:extLst>
          </p:nvPr>
        </p:nvGraphicFramePr>
        <p:xfrm>
          <a:off x="3563888" y="123478"/>
          <a:ext cx="377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63" name="Equation" r:id="rId3" imgW="3771720" imgH="736560" progId="Equation.DSMT4">
                  <p:embed/>
                </p:oleObj>
              </mc:Choice>
              <mc:Fallback>
                <p:oleObj name="Equation" r:id="rId3" imgW="3771720" imgH="736560" progId="Equation.DSMT4">
                  <p:embed/>
                  <p:pic>
                    <p:nvPicPr>
                      <p:cNvPr id="2" name="Object 24">
                        <a:extLst>
                          <a:ext uri="{FF2B5EF4-FFF2-40B4-BE49-F238E27FC236}">
                            <a16:creationId xmlns:a16="http://schemas.microsoft.com/office/drawing/2014/main" id="{F9005DEC-C1BA-46B0-8AE5-23B0AD5F8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123478"/>
                        <a:ext cx="3771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A016EAEC-F9CD-4C3A-AA6F-58CAEB2F7F22}"/>
              </a:ext>
            </a:extLst>
          </p:cNvPr>
          <p:cNvGrpSpPr/>
          <p:nvPr/>
        </p:nvGrpSpPr>
        <p:grpSpPr>
          <a:xfrm>
            <a:off x="945938" y="967483"/>
            <a:ext cx="4906612" cy="461666"/>
            <a:chOff x="1958608" y="1222050"/>
            <a:chExt cx="4906612" cy="46166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00285A5-E0C1-4EF7-BBBB-6773DD8812FC}"/>
                </a:ext>
              </a:extLst>
            </p:cNvPr>
            <p:cNvSpPr txBox="1"/>
            <p:nvPr/>
          </p:nvSpPr>
          <p:spPr>
            <a:xfrm>
              <a:off x="1958608" y="1222050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如果</a:t>
              </a: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F26A4045-3BE1-4BF2-AACC-BB343D566E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9024269"/>
                </p:ext>
              </p:extLst>
            </p:nvPr>
          </p:nvGraphicFramePr>
          <p:xfrm>
            <a:off x="2821516" y="1300606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264" name="Equation" r:id="rId5" imgW="1143000" imgH="342720" progId="Equation.DSMT4">
                    <p:embed/>
                  </p:oleObj>
                </mc:Choice>
                <mc:Fallback>
                  <p:oleObj name="Equation" r:id="rId5" imgW="1143000" imgH="342720" progId="Equation.DSMT4">
                    <p:embed/>
                    <p:pic>
                      <p:nvPicPr>
                        <p:cNvPr id="5" name="Object 24">
                          <a:extLst>
                            <a:ext uri="{FF2B5EF4-FFF2-40B4-BE49-F238E27FC236}">
                              <a16:creationId xmlns:a16="http://schemas.microsoft.com/office/drawing/2014/main" id="{470D7C00-3A0C-4121-A8A1-70A66B2C84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1516" y="1300606"/>
                          <a:ext cx="1143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4EF4D57-8B14-4A83-8DE1-978F8ED371CA}"/>
                </a:ext>
              </a:extLst>
            </p:cNvPr>
            <p:cNvSpPr txBox="1"/>
            <p:nvPr/>
          </p:nvSpPr>
          <p:spPr>
            <a:xfrm>
              <a:off x="4006970" y="1222051"/>
              <a:ext cx="2858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则方程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可变形为</a:t>
              </a:r>
            </a:p>
          </p:txBody>
        </p:sp>
      </p:grp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FD615622-78CC-4A9D-87ED-6CC59532E1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520632"/>
              </p:ext>
            </p:extLst>
          </p:nvPr>
        </p:nvGraphicFramePr>
        <p:xfrm>
          <a:off x="3538488" y="1463680"/>
          <a:ext cx="3797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65" name="Equation" r:id="rId7" imgW="3797280" imgH="787320" progId="Equation.DSMT4">
                  <p:embed/>
                </p:oleObj>
              </mc:Choice>
              <mc:Fallback>
                <p:oleObj name="Equation" r:id="rId7" imgW="3797280" imgH="78732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97D95A1D-AE6F-4392-B2BC-F973231F3E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8488" y="1463680"/>
                        <a:ext cx="37973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9CA5D1B-9875-45F1-A40A-654E8473D892}"/>
              </a:ext>
            </a:extLst>
          </p:cNvPr>
          <p:cNvSpPr txBox="1"/>
          <p:nvPr/>
        </p:nvSpPr>
        <p:spPr>
          <a:xfrm>
            <a:off x="945938" y="2411417"/>
            <a:ext cx="3035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(2)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式两端积分得到</a:t>
            </a: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EFF852D3-2A96-4F17-B4BA-7EBE6D9413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252166"/>
              </p:ext>
            </p:extLst>
          </p:nvPr>
        </p:nvGraphicFramePr>
        <p:xfrm>
          <a:off x="3570238" y="3000082"/>
          <a:ext cx="3759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66" name="Equation" r:id="rId9" imgW="3759120" imgH="787320" progId="Equation.DSMT4">
                  <p:embed/>
                </p:oleObj>
              </mc:Choice>
              <mc:Fallback>
                <p:oleObj name="Equation" r:id="rId9" imgW="3759120" imgH="7873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6E937E1D-FC7B-4E59-8BDC-E153DFCD13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38" y="3000082"/>
                        <a:ext cx="3759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6997B8B-ABE3-47D0-97C7-C2555587D8F9}"/>
              </a:ext>
            </a:extLst>
          </p:cNvPr>
          <p:cNvSpPr txBox="1"/>
          <p:nvPr/>
        </p:nvSpPr>
        <p:spPr>
          <a:xfrm>
            <a:off x="1006762" y="4011910"/>
            <a:ext cx="908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若记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90D61FB5-7F74-44FF-8A13-5A903063A2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50301"/>
              </p:ext>
            </p:extLst>
          </p:nvPr>
        </p:nvGraphicFramePr>
        <p:xfrm>
          <a:off x="2230898" y="3859277"/>
          <a:ext cx="3721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67" name="Equation" r:id="rId11" imgW="3720960" imgH="787320" progId="Equation.DSMT4">
                  <p:embed/>
                </p:oleObj>
              </mc:Choice>
              <mc:Fallback>
                <p:oleObj name="Equation" r:id="rId11" imgW="3720960" imgH="78732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A4E5E6B4-AFCC-496C-A731-6CC53C447A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898" y="3859277"/>
                        <a:ext cx="3721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312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EBDCBB-9C1A-4689-9093-A98B4F3144CD}"/>
              </a:ext>
            </a:extLst>
          </p:cNvPr>
          <p:cNvSpPr txBox="1"/>
          <p:nvPr/>
        </p:nvSpPr>
        <p:spPr>
          <a:xfrm>
            <a:off x="2492736" y="1038725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分别是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2D2D7469-2705-498C-BFDD-B5A74BC0ED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578824"/>
              </p:ext>
            </p:extLst>
          </p:nvPr>
        </p:nvGraphicFramePr>
        <p:xfrm>
          <a:off x="3626608" y="875857"/>
          <a:ext cx="1384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28" name="Equation" r:id="rId3" imgW="1384200" imgH="787320" progId="Equation.DSMT4">
                  <p:embed/>
                </p:oleObj>
              </mc:Choice>
              <mc:Fallback>
                <p:oleObj name="Equation" r:id="rId3" imgW="1384200" imgH="78732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3430ECB4-FB08-4DD5-AF26-E5DFC6BF1D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6608" y="875857"/>
                        <a:ext cx="13843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E164F64-9382-437C-8D11-2269FEF051FA}"/>
              </a:ext>
            </a:extLst>
          </p:cNvPr>
          <p:cNvSpPr txBox="1"/>
          <p:nvPr/>
        </p:nvSpPr>
        <p:spPr>
          <a:xfrm>
            <a:off x="5005923" y="1058614"/>
            <a:ext cx="2382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的一个原函数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4A771EB6-599E-4048-8B68-691496A300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285806"/>
              </p:ext>
            </p:extLst>
          </p:nvPr>
        </p:nvGraphicFramePr>
        <p:xfrm>
          <a:off x="2555776" y="339502"/>
          <a:ext cx="335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29" name="Equation" r:id="rId5" imgW="3352680" imgH="342720" progId="Equation.DSMT4">
                  <p:embed/>
                </p:oleObj>
              </mc:Choice>
              <mc:Fallback>
                <p:oleObj name="Equation" r:id="rId5" imgW="3352680" imgH="34272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B7F63613-F79C-44DD-8BFA-4A7B6E6BB4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39502"/>
                        <a:ext cx="33528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61C3972-EF91-4D5E-A1E6-23E126EA0944}"/>
              </a:ext>
            </a:extLst>
          </p:cNvPr>
          <p:cNvSpPr txBox="1"/>
          <p:nvPr/>
        </p:nvSpPr>
        <p:spPr>
          <a:xfrm>
            <a:off x="5768225" y="1643720"/>
            <a:ext cx="3240360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反之，对任意的常数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4DBC68-B02B-45E1-97F4-6D60BCBDC7F8}"/>
              </a:ext>
            </a:extLst>
          </p:cNvPr>
          <p:cNvSpPr txBox="1"/>
          <p:nvPr/>
        </p:nvSpPr>
        <p:spPr>
          <a:xfrm>
            <a:off x="6559103" y="270658"/>
            <a:ext cx="1719377" cy="461665"/>
          </a:xfrm>
          <a:prstGeom prst="rect">
            <a:avLst/>
          </a:prstGeom>
          <a:solidFill>
            <a:srgbClr val="FFFF00">
              <a:alpha val="93000"/>
            </a:srgbClr>
          </a:solidFill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隐式通解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88AADA-035B-437E-ABD5-BA67A2548681}"/>
              </a:ext>
            </a:extLst>
          </p:cNvPr>
          <p:cNvSpPr txBox="1"/>
          <p:nvPr/>
        </p:nvSpPr>
        <p:spPr>
          <a:xfrm>
            <a:off x="1002840" y="261775"/>
            <a:ext cx="925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则有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99F53E38-DC51-465E-BFD2-A23B89263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102987"/>
              </p:ext>
            </p:extLst>
          </p:nvPr>
        </p:nvGraphicFramePr>
        <p:xfrm>
          <a:off x="1177725" y="1150071"/>
          <a:ext cx="1358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30" name="Equation" r:id="rId7" imgW="1358640" imgH="342720" progId="Equation.DSMT4">
                  <p:embed/>
                </p:oleObj>
              </mc:Choice>
              <mc:Fallback>
                <p:oleObj name="Equation" r:id="rId7" imgW="1358640" imgH="34272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ECDAEF41-BF65-4173-88D5-FD034BEAEB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725" y="1150071"/>
                        <a:ext cx="1358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B4F8E6DF-3C32-47B2-8EE4-2ED810DAEEBB}"/>
              </a:ext>
            </a:extLst>
          </p:cNvPr>
          <p:cNvSpPr txBox="1"/>
          <p:nvPr/>
        </p:nvSpPr>
        <p:spPr>
          <a:xfrm>
            <a:off x="440587" y="1033533"/>
            <a:ext cx="925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其中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60283A-4EB5-40BC-9BCD-55E157B6AFA7}"/>
              </a:ext>
            </a:extLst>
          </p:cNvPr>
          <p:cNvSpPr txBox="1"/>
          <p:nvPr/>
        </p:nvSpPr>
        <p:spPr>
          <a:xfrm>
            <a:off x="985403" y="1758303"/>
            <a:ext cx="4961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因此，方程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(1)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解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满足关系式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(4).</a:t>
            </a:r>
            <a:endParaRPr lang="zh-CN" altLang="en-US" sz="2400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76861A7-43FC-4F85-80A0-D84F297C46F4}"/>
              </a:ext>
            </a:extLst>
          </p:cNvPr>
          <p:cNvGrpSpPr/>
          <p:nvPr/>
        </p:nvGrpSpPr>
        <p:grpSpPr>
          <a:xfrm>
            <a:off x="282761" y="2305856"/>
            <a:ext cx="8784976" cy="576248"/>
            <a:chOff x="179512" y="2494349"/>
            <a:chExt cx="8784976" cy="57624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182D873-13CE-4BA5-A62D-7C31F3EE641F}"/>
                </a:ext>
              </a:extLst>
            </p:cNvPr>
            <p:cNvSpPr txBox="1"/>
            <p:nvPr/>
          </p:nvSpPr>
          <p:spPr>
            <a:xfrm>
              <a:off x="179512" y="2494349"/>
              <a:ext cx="8784976" cy="576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如果   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  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是式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(4)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确定的隐函数，则对式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(4)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两边端微分，可知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5D05AE53-FD2A-46F1-80D9-86E3DA1A83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2314933"/>
                </p:ext>
              </p:extLst>
            </p:nvPr>
          </p:nvGraphicFramePr>
          <p:xfrm>
            <a:off x="899591" y="2682644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31" name="Equation" r:id="rId9" imgW="1066680" imgH="342720" progId="Equation.DSMT4">
                    <p:embed/>
                  </p:oleObj>
                </mc:Choice>
                <mc:Fallback>
                  <p:oleObj name="Equation" r:id="rId9" imgW="1066680" imgH="342720" progId="Equation.DSMT4">
                    <p:embed/>
                    <p:pic>
                      <p:nvPicPr>
                        <p:cNvPr id="24" name="Object 24">
                          <a:extLst>
                            <a:ext uri="{FF2B5EF4-FFF2-40B4-BE49-F238E27FC236}">
                              <a16:creationId xmlns:a16="http://schemas.microsoft.com/office/drawing/2014/main" id="{4836540E-E93E-41D0-92C2-C183094D7D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1" y="2682644"/>
                          <a:ext cx="10668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8211B59-95D9-46F5-8737-9D1EC2C7C680}"/>
              </a:ext>
            </a:extLst>
          </p:cNvPr>
          <p:cNvGrpSpPr/>
          <p:nvPr/>
        </p:nvGrpSpPr>
        <p:grpSpPr>
          <a:xfrm>
            <a:off x="370171" y="3021462"/>
            <a:ext cx="3963313" cy="576248"/>
            <a:chOff x="248647" y="3228946"/>
            <a:chExt cx="3963313" cy="576248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857E506-EAA1-4B80-9E8D-E21EBBF8F7A2}"/>
                </a:ext>
              </a:extLst>
            </p:cNvPr>
            <p:cNvSpPr txBox="1"/>
            <p:nvPr/>
          </p:nvSpPr>
          <p:spPr>
            <a:xfrm>
              <a:off x="1234778" y="3228946"/>
              <a:ext cx="2977182" cy="576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也是方程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的解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88A70325-79B5-41BB-8D79-F9C4FD2FA8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7587923"/>
                </p:ext>
              </p:extLst>
            </p:nvPr>
          </p:nvGraphicFramePr>
          <p:xfrm>
            <a:off x="248647" y="3415467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32" name="Equation" r:id="rId11" imgW="1066680" imgH="342720" progId="Equation.DSMT4">
                    <p:embed/>
                  </p:oleObj>
                </mc:Choice>
                <mc:Fallback>
                  <p:oleObj name="Equation" r:id="rId11" imgW="1066680" imgH="342720" progId="Equation.DSMT4">
                    <p:embed/>
                    <p:pic>
                      <p:nvPicPr>
                        <p:cNvPr id="25" name="Object 24">
                          <a:extLst>
                            <a:ext uri="{FF2B5EF4-FFF2-40B4-BE49-F238E27FC236}">
                              <a16:creationId xmlns:a16="http://schemas.microsoft.com/office/drawing/2014/main" id="{F0AB1482-8888-4810-815B-65450C3E7B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647" y="3415467"/>
                          <a:ext cx="10668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C0E585D-A6B0-4EA4-BCE8-124187365809}"/>
              </a:ext>
            </a:extLst>
          </p:cNvPr>
          <p:cNvGrpSpPr/>
          <p:nvPr/>
        </p:nvGrpSpPr>
        <p:grpSpPr>
          <a:xfrm>
            <a:off x="985403" y="3771869"/>
            <a:ext cx="3719538" cy="464303"/>
            <a:chOff x="467544" y="713124"/>
            <a:chExt cx="3719538" cy="464303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8FD506F-2BF9-4266-BD3C-07145EFEF5AE}"/>
                </a:ext>
              </a:extLst>
            </p:cNvPr>
            <p:cNvGrpSpPr/>
            <p:nvPr/>
          </p:nvGrpSpPr>
          <p:grpSpPr>
            <a:xfrm>
              <a:off x="467544" y="715762"/>
              <a:ext cx="3719538" cy="461665"/>
              <a:chOff x="1979712" y="1237765"/>
              <a:chExt cx="3719538" cy="461665"/>
            </a:xfrm>
          </p:grpSpPr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4503B40-B218-4022-A44D-80BFB24845F4}"/>
                  </a:ext>
                </a:extLst>
              </p:cNvPr>
              <p:cNvSpPr txBox="1"/>
              <p:nvPr/>
            </p:nvSpPr>
            <p:spPr>
              <a:xfrm>
                <a:off x="1979712" y="1237765"/>
                <a:ext cx="20162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宋体"/>
                    <a:ea typeface="宋体"/>
                  </a:rPr>
                  <a:t>如果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/>
                    <a:ea typeface="宋体"/>
                  </a:rPr>
                  <a:t>存在 </a:t>
                </a:r>
              </a:p>
            </p:txBody>
          </p:sp>
          <p:graphicFrame>
            <p:nvGraphicFramePr>
              <p:cNvPr id="23" name="Object 24">
                <a:extLst>
                  <a:ext uri="{FF2B5EF4-FFF2-40B4-BE49-F238E27FC236}">
                    <a16:creationId xmlns:a16="http://schemas.microsoft.com/office/drawing/2014/main" id="{EB1E83B2-7F11-462C-A181-22CA9E5CBD8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36815147"/>
                  </p:ext>
                </p:extLst>
              </p:nvPr>
            </p:nvGraphicFramePr>
            <p:xfrm>
              <a:off x="4441950" y="1306143"/>
              <a:ext cx="12573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433" name="Equation" r:id="rId12" imgW="1257120" imgH="380880" progId="Equation.DSMT4">
                      <p:embed/>
                    </p:oleObj>
                  </mc:Choice>
                  <mc:Fallback>
                    <p:oleObj name="Equation" r:id="rId12" imgW="1257120" imgH="380880" progId="Equation.DSMT4">
                      <p:embed/>
                      <p:pic>
                        <p:nvPicPr>
                          <p:cNvPr id="31" name="Object 24">
                            <a:extLst>
                              <a:ext uri="{FF2B5EF4-FFF2-40B4-BE49-F238E27FC236}">
                                <a16:creationId xmlns:a16="http://schemas.microsoft.com/office/drawing/2014/main" id="{1D3B03FA-269F-4B87-9830-B4E4ABAA13B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1950" y="1306143"/>
                            <a:ext cx="1257300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52B480B6-7FBA-4A78-AC1B-DB2ED88E0C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4830591"/>
                </p:ext>
              </p:extLst>
            </p:nvPr>
          </p:nvGraphicFramePr>
          <p:xfrm>
            <a:off x="1851696" y="775144"/>
            <a:ext cx="292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34" name="Equation" r:id="rId14" imgW="291960" imgH="380880" progId="Equation.DSMT4">
                    <p:embed/>
                  </p:oleObj>
                </mc:Choice>
                <mc:Fallback>
                  <p:oleObj name="Equation" r:id="rId14" imgW="291960" imgH="380880" progId="Equation.DSMT4">
                    <p:embed/>
                    <p:pic>
                      <p:nvPicPr>
                        <p:cNvPr id="28" name="Object 24">
                          <a:extLst>
                            <a:ext uri="{FF2B5EF4-FFF2-40B4-BE49-F238E27FC236}">
                              <a16:creationId xmlns:a16="http://schemas.microsoft.com/office/drawing/2014/main" id="{8380590F-2312-4427-AA44-457D111257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1696" y="775144"/>
                          <a:ext cx="2921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12BB649-5166-41FE-8C2D-A9BBF0A51D73}"/>
                </a:ext>
              </a:extLst>
            </p:cNvPr>
            <p:cNvSpPr txBox="1"/>
            <p:nvPr/>
          </p:nvSpPr>
          <p:spPr>
            <a:xfrm>
              <a:off x="2122058" y="713124"/>
              <a:ext cx="10101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使得 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9F3A43-B4F4-468C-8041-970BE9FC24F0}"/>
              </a:ext>
            </a:extLst>
          </p:cNvPr>
          <p:cNvGrpSpPr/>
          <p:nvPr/>
        </p:nvGrpSpPr>
        <p:grpSpPr>
          <a:xfrm>
            <a:off x="4684854" y="3752819"/>
            <a:ext cx="3328038" cy="480715"/>
            <a:chOff x="4542369" y="715761"/>
            <a:chExt cx="3328038" cy="480715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DA047F1-3038-4FC0-9066-47AA2869B555}"/>
                </a:ext>
              </a:extLst>
            </p:cNvPr>
            <p:cNvSpPr txBox="1"/>
            <p:nvPr/>
          </p:nvSpPr>
          <p:spPr>
            <a:xfrm>
              <a:off x="4542369" y="715761"/>
              <a:ext cx="10101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则 </a:t>
              </a:r>
            </a:p>
          </p:txBody>
        </p:sp>
        <p:graphicFrame>
          <p:nvGraphicFramePr>
            <p:cNvPr id="26" name="Object 24">
              <a:extLst>
                <a:ext uri="{FF2B5EF4-FFF2-40B4-BE49-F238E27FC236}">
                  <a16:creationId xmlns:a16="http://schemas.microsoft.com/office/drawing/2014/main" id="{57791E19-10B0-4149-AE9E-6FC295612C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8315515"/>
                </p:ext>
              </p:extLst>
            </p:nvPr>
          </p:nvGraphicFramePr>
          <p:xfrm>
            <a:off x="5047442" y="756915"/>
            <a:ext cx="774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35" name="Equation" r:id="rId16" imgW="774360" imgH="380880" progId="Equation.DSMT4">
                    <p:embed/>
                  </p:oleObj>
                </mc:Choice>
                <mc:Fallback>
                  <p:oleObj name="Equation" r:id="rId16" imgW="774360" imgH="380880" progId="Equation.DSMT4">
                    <p:embed/>
                    <p:pic>
                      <p:nvPicPr>
                        <p:cNvPr id="34" name="Object 24">
                          <a:extLst>
                            <a:ext uri="{FF2B5EF4-FFF2-40B4-BE49-F238E27FC236}">
                              <a16:creationId xmlns:a16="http://schemas.microsoft.com/office/drawing/2014/main" id="{6DBD8BEF-2D84-4624-907C-C271E296B0A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7442" y="756915"/>
                          <a:ext cx="7747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CFDDF27-B7C9-4162-9D9D-7EAE3AC63030}"/>
                </a:ext>
              </a:extLst>
            </p:cNvPr>
            <p:cNvSpPr txBox="1"/>
            <p:nvPr/>
          </p:nvSpPr>
          <p:spPr>
            <a:xfrm>
              <a:off x="5838266" y="734811"/>
              <a:ext cx="2032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满足方程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宋体"/>
                </a:rPr>
                <a:t>(1),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 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7D5C259-51B4-4970-99C6-79F13A7E3820}"/>
              </a:ext>
            </a:extLst>
          </p:cNvPr>
          <p:cNvGrpSpPr/>
          <p:nvPr/>
        </p:nvGrpSpPr>
        <p:grpSpPr>
          <a:xfrm>
            <a:off x="346964" y="4327658"/>
            <a:ext cx="3163329" cy="461665"/>
            <a:chOff x="5308041" y="715760"/>
            <a:chExt cx="3163329" cy="461665"/>
          </a:xfrm>
        </p:grpSpPr>
        <p:graphicFrame>
          <p:nvGraphicFramePr>
            <p:cNvPr id="29" name="Object 24">
              <a:extLst>
                <a:ext uri="{FF2B5EF4-FFF2-40B4-BE49-F238E27FC236}">
                  <a16:creationId xmlns:a16="http://schemas.microsoft.com/office/drawing/2014/main" id="{7B0EC444-F4B7-4AF6-8D13-4A02693D1E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2055118"/>
                </p:ext>
              </p:extLst>
            </p:nvPr>
          </p:nvGraphicFramePr>
          <p:xfrm>
            <a:off x="5308041" y="756093"/>
            <a:ext cx="774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36" name="Equation" r:id="rId18" imgW="774360" imgH="380880" progId="Equation.DSMT4">
                    <p:embed/>
                  </p:oleObj>
                </mc:Choice>
                <mc:Fallback>
                  <p:oleObj name="Equation" r:id="rId18" imgW="774360" imgH="380880" progId="Equation.DSMT4">
                    <p:embed/>
                    <p:pic>
                      <p:nvPicPr>
                        <p:cNvPr id="39" name="Object 24">
                          <a:extLst>
                            <a:ext uri="{FF2B5EF4-FFF2-40B4-BE49-F238E27FC236}">
                              <a16:creationId xmlns:a16="http://schemas.microsoft.com/office/drawing/2014/main" id="{43A9BC2B-40DF-4F3D-825B-3DF8859251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8041" y="756093"/>
                          <a:ext cx="7747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86F7A77-BCF9-451B-98D1-9F03F482AFC7}"/>
                </a:ext>
              </a:extLst>
            </p:cNvPr>
            <p:cNvSpPr txBox="1"/>
            <p:nvPr/>
          </p:nvSpPr>
          <p:spPr>
            <a:xfrm>
              <a:off x="6077186" y="715760"/>
              <a:ext cx="2394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是方程的一个解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 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0DE45337-0BA7-4DE7-BD14-072B163F32C1}"/>
              </a:ext>
            </a:extLst>
          </p:cNvPr>
          <p:cNvSpPr txBox="1"/>
          <p:nvPr/>
        </p:nvSpPr>
        <p:spPr>
          <a:xfrm>
            <a:off x="7699585" y="3771869"/>
            <a:ext cx="1010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从而 </a:t>
            </a:r>
          </a:p>
        </p:txBody>
      </p:sp>
    </p:spTree>
    <p:extLst>
      <p:ext uri="{BB962C8B-B14F-4D97-AF65-F5344CB8AC3E}">
        <p14:creationId xmlns:p14="http://schemas.microsoft.com/office/powerpoint/2010/main" val="75327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 animBg="1"/>
      <p:bldP spid="8" grpId="0"/>
      <p:bldP spid="10" grpId="0"/>
      <p:bldP spid="11" grpId="0"/>
      <p:bldP spid="3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10D140-36E8-4FC3-BBF5-ABFE995708EB}"/>
              </a:ext>
            </a:extLst>
          </p:cNvPr>
          <p:cNvSpPr txBox="1"/>
          <p:nvPr/>
        </p:nvSpPr>
        <p:spPr>
          <a:xfrm>
            <a:off x="899592" y="33950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可分离变量微分方程的求解步骤：</a:t>
            </a: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FB810CF7-82A1-4132-8C5B-FCC1B7118A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239055"/>
              </p:ext>
            </p:extLst>
          </p:nvPr>
        </p:nvGraphicFramePr>
        <p:xfrm>
          <a:off x="3391179" y="801167"/>
          <a:ext cx="193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4" name="Equation" r:id="rId3" imgW="1930320" imgH="736560" progId="Equation.DSMT4">
                  <p:embed/>
                </p:oleObj>
              </mc:Choice>
              <mc:Fallback>
                <p:oleObj name="Equation" r:id="rId3" imgW="1930320" imgH="7365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F2CF3C32-E8D3-496A-9D12-AF54B32C15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1179" y="801167"/>
                        <a:ext cx="1930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6863EDCE-077D-4F65-835F-97D8AEC31D1D}"/>
              </a:ext>
            </a:extLst>
          </p:cNvPr>
          <p:cNvSpPr txBox="1"/>
          <p:nvPr/>
        </p:nvSpPr>
        <p:spPr>
          <a:xfrm>
            <a:off x="758404" y="1776193"/>
            <a:ext cx="206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分离变量</a:t>
            </a: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38C9B2B0-644F-428B-903F-6C859E72D1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530321"/>
              </p:ext>
            </p:extLst>
          </p:nvPr>
        </p:nvGraphicFramePr>
        <p:xfrm>
          <a:off x="3281290" y="1564158"/>
          <a:ext cx="226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5" name="Equation" r:id="rId5" imgW="2260440" imgH="787320" progId="Equation.DSMT4">
                  <p:embed/>
                </p:oleObj>
              </mc:Choice>
              <mc:Fallback>
                <p:oleObj name="Equation" r:id="rId5" imgW="2260440" imgH="7873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53C8C61F-C0B2-4796-8524-58935D73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290" y="1564158"/>
                        <a:ext cx="22606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C6A6D64-53E1-43AC-9C55-CC1C295CC5B8}"/>
              </a:ext>
            </a:extLst>
          </p:cNvPr>
          <p:cNvSpPr txBox="1"/>
          <p:nvPr/>
        </p:nvSpPr>
        <p:spPr>
          <a:xfrm>
            <a:off x="758404" y="2694039"/>
            <a:ext cx="2277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 startAt="2"/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两边积分</a:t>
            </a: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C6CBC05F-34ED-4370-B481-50588220C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758492"/>
              </p:ext>
            </p:extLst>
          </p:nvPr>
        </p:nvGraphicFramePr>
        <p:xfrm>
          <a:off x="3281290" y="2531172"/>
          <a:ext cx="2603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6" name="Equation" r:id="rId7" imgW="2603160" imgH="787320" progId="Equation.DSMT4">
                  <p:embed/>
                </p:oleObj>
              </mc:Choice>
              <mc:Fallback>
                <p:oleObj name="Equation" r:id="rId7" imgW="2603160" imgH="78732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DC7B3346-41E0-4719-8B98-C7CF9C5330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290" y="2531172"/>
                        <a:ext cx="2603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A653EC2-A292-4E7A-A81F-0170E6EF5A1A}"/>
              </a:ext>
            </a:extLst>
          </p:cNvPr>
          <p:cNvSpPr txBox="1"/>
          <p:nvPr/>
        </p:nvSpPr>
        <p:spPr>
          <a:xfrm>
            <a:off x="688634" y="3684517"/>
            <a:ext cx="2453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 startAt="3"/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得隐式通解</a:t>
            </a: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C8C77093-0733-4B67-9868-818955928A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210300"/>
              </p:ext>
            </p:extLst>
          </p:nvPr>
        </p:nvGraphicFramePr>
        <p:xfrm>
          <a:off x="3276879" y="3803282"/>
          <a:ext cx="204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7" name="Equation" r:id="rId9" imgW="2044440" imgH="342720" progId="Equation.DSMT4">
                  <p:embed/>
                </p:oleObj>
              </mc:Choice>
              <mc:Fallback>
                <p:oleObj name="Equation" r:id="rId9" imgW="2044440" imgH="3427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3B1A35DF-980C-4F6D-9BAD-A1256FA2DD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879" y="3803282"/>
                        <a:ext cx="2044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5CC213B1-373B-4CD1-8E04-9BE8196F7DAD}"/>
              </a:ext>
            </a:extLst>
          </p:cNvPr>
          <p:cNvSpPr txBox="1"/>
          <p:nvPr/>
        </p:nvSpPr>
        <p:spPr>
          <a:xfrm>
            <a:off x="5321579" y="3684517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其中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为任意常数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宋体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4363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600A16-C567-4B01-8827-59424301C501}"/>
              </a:ext>
            </a:extLst>
          </p:cNvPr>
          <p:cNvSpPr txBox="1"/>
          <p:nvPr/>
        </p:nvSpPr>
        <p:spPr>
          <a:xfrm>
            <a:off x="755576" y="195486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求微分方程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D0F14DC0-D506-493D-A3BD-4BBAC0590F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52659"/>
              </p:ext>
            </p:extLst>
          </p:nvPr>
        </p:nvGraphicFramePr>
        <p:xfrm>
          <a:off x="3084357" y="106791"/>
          <a:ext cx="1270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33" name="Equation" r:id="rId3" imgW="1269720" imgH="736560" progId="Equation.DSMT4">
                  <p:embed/>
                </p:oleObj>
              </mc:Choice>
              <mc:Fallback>
                <p:oleObj name="Equation" r:id="rId3" imgW="1269720" imgH="73656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C46F55CB-751E-47D6-BDCA-276FF18BAE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357" y="106791"/>
                        <a:ext cx="1270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E24E13BE-A95A-4308-BE55-C518DF0DD57B}"/>
              </a:ext>
            </a:extLst>
          </p:cNvPr>
          <p:cNvSpPr txBox="1"/>
          <p:nvPr/>
        </p:nvSpPr>
        <p:spPr>
          <a:xfrm>
            <a:off x="4369507" y="195486"/>
            <a:ext cx="2277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的通解表达式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.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2D716C-0C02-4336-9080-C914C5C1616E}"/>
              </a:ext>
            </a:extLst>
          </p:cNvPr>
          <p:cNvSpPr txBox="1"/>
          <p:nvPr/>
        </p:nvSpPr>
        <p:spPr>
          <a:xfrm>
            <a:off x="728826" y="912912"/>
            <a:ext cx="72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8DF256B-936C-409C-8743-FCDE697AC0DA}"/>
              </a:ext>
            </a:extLst>
          </p:cNvPr>
          <p:cNvGrpSpPr/>
          <p:nvPr/>
        </p:nvGrpSpPr>
        <p:grpSpPr>
          <a:xfrm>
            <a:off x="1304889" y="908707"/>
            <a:ext cx="3985670" cy="482090"/>
            <a:chOff x="1979712" y="1217340"/>
            <a:chExt cx="3985670" cy="48209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DCFB0EE-75AC-4A2F-988B-D7CB586A259B}"/>
                </a:ext>
              </a:extLst>
            </p:cNvPr>
            <p:cNvSpPr txBox="1"/>
            <p:nvPr/>
          </p:nvSpPr>
          <p:spPr>
            <a:xfrm>
              <a:off x="1979712" y="1237765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当</a:t>
              </a: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47E7FD07-90B5-4D9F-960C-ABD0C4F3FE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2225252"/>
                </p:ext>
              </p:extLst>
            </p:nvPr>
          </p:nvGraphicFramePr>
          <p:xfrm>
            <a:off x="2434032" y="1312224"/>
            <a:ext cx="673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34" name="Equation" r:id="rId5" imgW="672840" imgH="342720" progId="Equation.DSMT4">
                    <p:embed/>
                  </p:oleObj>
                </mc:Choice>
                <mc:Fallback>
                  <p:oleObj name="Equation" r:id="rId5" imgW="672840" imgH="342720" progId="Equation.DSMT4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AEF1F9E2-91B7-47F7-93DB-1D597AF24B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4032" y="1312224"/>
                          <a:ext cx="673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C06A6BF-45AA-4B44-85D7-CF0329147911}"/>
                </a:ext>
              </a:extLst>
            </p:cNvPr>
            <p:cNvSpPr txBox="1"/>
            <p:nvPr/>
          </p:nvSpPr>
          <p:spPr>
            <a:xfrm>
              <a:off x="3107132" y="1217340"/>
              <a:ext cx="2858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时，分离变量得，</a:t>
              </a:r>
            </a:p>
          </p:txBody>
        </p:sp>
      </p:grp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2EDFC459-BC8F-45EF-8CE1-7678D92C9F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250954"/>
              </p:ext>
            </p:extLst>
          </p:nvPr>
        </p:nvGraphicFramePr>
        <p:xfrm>
          <a:off x="4951839" y="781341"/>
          <a:ext cx="1663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35" name="Equation" r:id="rId7" imgW="1663560" imgH="787320" progId="Equation.DSMT4">
                  <p:embed/>
                </p:oleObj>
              </mc:Choice>
              <mc:Fallback>
                <p:oleObj name="Equation" r:id="rId7" imgW="1663560" imgH="7873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80201AF6-F686-4935-9191-18D46C670A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839" y="781341"/>
                        <a:ext cx="16637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42DB33AB-23F3-464E-8AD3-4759128D5790}"/>
              </a:ext>
            </a:extLst>
          </p:cNvPr>
          <p:cNvSpPr txBox="1"/>
          <p:nvPr/>
        </p:nvSpPr>
        <p:spPr>
          <a:xfrm>
            <a:off x="163667" y="1676781"/>
            <a:ext cx="2858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等式两边积分，</a:t>
            </a: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36D7E06B-C177-4947-8818-A0B3012FFA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347675"/>
              </p:ext>
            </p:extLst>
          </p:nvPr>
        </p:nvGraphicFramePr>
        <p:xfrm>
          <a:off x="2688774" y="1499803"/>
          <a:ext cx="2006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36" name="Equation" r:id="rId9" imgW="2006280" imgH="787320" progId="Equation.DSMT4">
                  <p:embed/>
                </p:oleObj>
              </mc:Choice>
              <mc:Fallback>
                <p:oleObj name="Equation" r:id="rId9" imgW="2006280" imgH="78732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26737CA4-EB2F-4B15-A9C0-4DA721EEC2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774" y="1499803"/>
                        <a:ext cx="20066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8301EF4F-20F2-4832-94C9-D8CF48C1D75A}"/>
              </a:ext>
            </a:extLst>
          </p:cNvPr>
          <p:cNvGrpSpPr/>
          <p:nvPr/>
        </p:nvGrpSpPr>
        <p:grpSpPr>
          <a:xfrm>
            <a:off x="223964" y="2430151"/>
            <a:ext cx="2572764" cy="461665"/>
            <a:chOff x="872605" y="2862851"/>
            <a:chExt cx="2572764" cy="46166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99C9CA6-4BA1-4C38-B658-AAAD4A61B700}"/>
                </a:ext>
              </a:extLst>
            </p:cNvPr>
            <p:cNvSpPr txBox="1"/>
            <p:nvPr/>
          </p:nvSpPr>
          <p:spPr>
            <a:xfrm>
              <a:off x="872605" y="2862851"/>
              <a:ext cx="747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得</a:t>
              </a:r>
            </a:p>
          </p:txBody>
        </p:sp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2ADACA24-FDEA-4457-8179-6685E18B14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9213601"/>
                </p:ext>
              </p:extLst>
            </p:nvPr>
          </p:nvGraphicFramePr>
          <p:xfrm>
            <a:off x="1578469" y="2898360"/>
            <a:ext cx="18669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37" name="Equation" r:id="rId11" imgW="1866600" imgH="419040" progId="Equation.DSMT4">
                    <p:embed/>
                  </p:oleObj>
                </mc:Choice>
                <mc:Fallback>
                  <p:oleObj name="Equation" r:id="rId11" imgW="1866600" imgH="419040" progId="Equation.DSMT4">
                    <p:embed/>
                    <p:pic>
                      <p:nvPicPr>
                        <p:cNvPr id="14" name="Object 24">
                          <a:extLst>
                            <a:ext uri="{FF2B5EF4-FFF2-40B4-BE49-F238E27FC236}">
                              <a16:creationId xmlns:a16="http://schemas.microsoft.com/office/drawing/2014/main" id="{8972F799-AA85-428C-B6F4-D525A65C5C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469" y="2898360"/>
                          <a:ext cx="186690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73775DE-BB8D-4553-9724-09B066282AEE}"/>
              </a:ext>
            </a:extLst>
          </p:cNvPr>
          <p:cNvSpPr txBox="1"/>
          <p:nvPr/>
        </p:nvSpPr>
        <p:spPr>
          <a:xfrm>
            <a:off x="3019703" y="2430152"/>
            <a:ext cx="74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即</a:t>
            </a: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4333C095-B7A8-4A68-8A18-C9E7C74A3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465504"/>
              </p:ext>
            </p:extLst>
          </p:nvPr>
        </p:nvGraphicFramePr>
        <p:xfrm>
          <a:off x="2001675" y="3181116"/>
          <a:ext cx="1295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38" name="Equation" r:id="rId13" imgW="1295280" imgH="444240" progId="Equation.DSMT4">
                  <p:embed/>
                </p:oleObj>
              </mc:Choice>
              <mc:Fallback>
                <p:oleObj name="Equation" r:id="rId13" imgW="1295280" imgH="44424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68DA3371-9709-4628-80A1-75CD49EB37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675" y="3181116"/>
                        <a:ext cx="12954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A639F661-97E7-453B-88F3-A9EF866FAB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050871"/>
              </p:ext>
            </p:extLst>
          </p:nvPr>
        </p:nvGraphicFramePr>
        <p:xfrm>
          <a:off x="3341257" y="3213161"/>
          <a:ext cx="109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39" name="Equation" r:id="rId15" imgW="1091880" imgH="380880" progId="Equation.DSMT4">
                  <p:embed/>
                </p:oleObj>
              </mc:Choice>
              <mc:Fallback>
                <p:oleObj name="Equation" r:id="rId15" imgW="1091880" imgH="38088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28A016EC-A308-4081-A308-14D706DF2A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257" y="3213161"/>
                        <a:ext cx="1092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6825035E-ED81-4E36-9D94-EE3E17DCB899}"/>
              </a:ext>
            </a:extLst>
          </p:cNvPr>
          <p:cNvSpPr txBox="1"/>
          <p:nvPr/>
        </p:nvSpPr>
        <p:spPr>
          <a:xfrm>
            <a:off x="215246" y="3793162"/>
            <a:ext cx="2870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得通解表达式为</a:t>
            </a:r>
          </a:p>
        </p:txBody>
      </p: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9DBDF108-3E3C-40A4-BB82-6026D02BEA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996889"/>
              </p:ext>
            </p:extLst>
          </p:nvPr>
        </p:nvGraphicFramePr>
        <p:xfrm>
          <a:off x="2689498" y="3765144"/>
          <a:ext cx="1028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40" name="Equation" r:id="rId17" imgW="1028520" imgH="444240" progId="Equation.DSMT4">
                  <p:embed/>
                </p:oleObj>
              </mc:Choice>
              <mc:Fallback>
                <p:oleObj name="Equation" r:id="rId17" imgW="1028520" imgH="44424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9694436B-4EEB-4BF7-9328-FFDA935BC0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498" y="3765144"/>
                        <a:ext cx="10287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1B2E39AA-C7A9-49BD-B639-C3ACEB5140F8}"/>
              </a:ext>
            </a:extLst>
          </p:cNvPr>
          <p:cNvSpPr txBox="1"/>
          <p:nvPr/>
        </p:nvSpPr>
        <p:spPr>
          <a:xfrm>
            <a:off x="3739807" y="3783053"/>
            <a:ext cx="2870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其中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为任意常数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3F850D3-3688-4C5A-A6D2-3825198AF46E}"/>
              </a:ext>
            </a:extLst>
          </p:cNvPr>
          <p:cNvGrpSpPr/>
          <p:nvPr/>
        </p:nvGrpSpPr>
        <p:grpSpPr>
          <a:xfrm>
            <a:off x="4446141" y="3177086"/>
            <a:ext cx="1802729" cy="461665"/>
            <a:chOff x="5867400" y="3373415"/>
            <a:chExt cx="1802729" cy="461665"/>
          </a:xfrm>
        </p:grpSpPr>
        <p:graphicFrame>
          <p:nvGraphicFramePr>
            <p:cNvPr id="23" name="Object 24">
              <a:extLst>
                <a:ext uri="{FF2B5EF4-FFF2-40B4-BE49-F238E27FC236}">
                  <a16:creationId xmlns:a16="http://schemas.microsoft.com/office/drawing/2014/main" id="{1B3D47A2-F7A4-4A81-BF2A-4E1B4782CE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4797356"/>
                </p:ext>
              </p:extLst>
            </p:nvPr>
          </p:nvGraphicFramePr>
          <p:xfrm>
            <a:off x="6412829" y="3412461"/>
            <a:ext cx="1257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41" name="Equation" r:id="rId19" imgW="1257120" imgH="406080" progId="Equation.DSMT4">
                    <p:embed/>
                  </p:oleObj>
                </mc:Choice>
                <mc:Fallback>
                  <p:oleObj name="Equation" r:id="rId19" imgW="1257120" imgH="406080" progId="Equation.DSMT4">
                    <p:embed/>
                    <p:pic>
                      <p:nvPicPr>
                        <p:cNvPr id="23" name="Object 24">
                          <a:extLst>
                            <a:ext uri="{FF2B5EF4-FFF2-40B4-BE49-F238E27FC236}">
                              <a16:creationId xmlns:a16="http://schemas.microsoft.com/office/drawing/2014/main" id="{A32451F6-E94F-4434-9915-3BF8E3514D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2829" y="3412461"/>
                          <a:ext cx="12573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590AB76-1259-4CD2-A3CE-C8D953E9E541}"/>
                </a:ext>
              </a:extLst>
            </p:cNvPr>
            <p:cNvSpPr txBox="1"/>
            <p:nvPr/>
          </p:nvSpPr>
          <p:spPr>
            <a:xfrm>
              <a:off x="5867400" y="3373415"/>
              <a:ext cx="747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(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记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6BA4050-CE45-4EFD-80F9-6518BF2DBE11}"/>
              </a:ext>
            </a:extLst>
          </p:cNvPr>
          <p:cNvGrpSpPr/>
          <p:nvPr/>
        </p:nvGrpSpPr>
        <p:grpSpPr>
          <a:xfrm>
            <a:off x="6646698" y="340870"/>
            <a:ext cx="2314199" cy="2840246"/>
            <a:chOff x="6726706" y="844323"/>
            <a:chExt cx="2314199" cy="2840246"/>
          </a:xfrm>
        </p:grpSpPr>
        <p:sp>
          <p:nvSpPr>
            <p:cNvPr id="26" name="卷形: 水平 25">
              <a:extLst>
                <a:ext uri="{FF2B5EF4-FFF2-40B4-BE49-F238E27FC236}">
                  <a16:creationId xmlns:a16="http://schemas.microsoft.com/office/drawing/2014/main" id="{0CF4FDF1-C056-4C81-A9D3-B257373A4E7C}"/>
                </a:ext>
              </a:extLst>
            </p:cNvPr>
            <p:cNvSpPr/>
            <p:nvPr/>
          </p:nvSpPr>
          <p:spPr>
            <a:xfrm>
              <a:off x="6726706" y="844323"/>
              <a:ext cx="2314199" cy="2840246"/>
            </a:xfrm>
            <a:prstGeom prst="horizontalScroll">
              <a:avLst/>
            </a:prstGeom>
            <a:solidFill>
              <a:srgbClr val="FFFF00">
                <a:alpha val="70000"/>
              </a:srgbClr>
            </a:solidFill>
            <a:ln w="9525" cap="flat" cmpd="sng" algn="ctr">
              <a:solidFill>
                <a:srgbClr val="FFC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C0442D0-473E-4A49-A1FA-B321016EDBC7}"/>
                </a:ext>
              </a:extLst>
            </p:cNvPr>
            <p:cNvSpPr txBox="1"/>
            <p:nvPr/>
          </p:nvSpPr>
          <p:spPr>
            <a:xfrm>
              <a:off x="6919521" y="1079538"/>
              <a:ext cx="2088232" cy="235667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可分离变量微分方程的求解过程中每一步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不一定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是同解变形，因此可能增或减解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59909FEF-A58B-4864-AAEB-DCE853CE3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39038"/>
              </p:ext>
            </p:extLst>
          </p:nvPr>
        </p:nvGraphicFramePr>
        <p:xfrm>
          <a:off x="3575051" y="2400325"/>
          <a:ext cx="1346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42" name="Equation" r:id="rId21" imgW="1346040" imgH="444240" progId="Equation.DSMT4">
                  <p:embed/>
                </p:oleObj>
              </mc:Choice>
              <mc:Fallback>
                <p:oleObj name="Equation" r:id="rId21" imgW="1346040" imgH="44424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5FCDE158-0E52-494D-AB07-40401531D1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2400325"/>
                        <a:ext cx="13462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865E0AEF-6924-44FE-9D85-91B8A1F3D1FE}"/>
              </a:ext>
            </a:extLst>
          </p:cNvPr>
          <p:cNvSpPr txBox="1"/>
          <p:nvPr/>
        </p:nvSpPr>
        <p:spPr>
          <a:xfrm>
            <a:off x="301292" y="3170143"/>
            <a:ext cx="1128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从而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C203E7E-AECB-4D33-8ECE-E8EB537B1BFA}"/>
              </a:ext>
            </a:extLst>
          </p:cNvPr>
          <p:cNvGrpSpPr/>
          <p:nvPr/>
        </p:nvGrpSpPr>
        <p:grpSpPr>
          <a:xfrm>
            <a:off x="510037" y="4388206"/>
            <a:ext cx="8022403" cy="461665"/>
            <a:chOff x="696547" y="4492610"/>
            <a:chExt cx="8123925" cy="461665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41DFD8D-53A2-4138-9E15-79DBC8DAB484}"/>
                </a:ext>
              </a:extLst>
            </p:cNvPr>
            <p:cNvSpPr txBox="1"/>
            <p:nvPr/>
          </p:nvSpPr>
          <p:spPr>
            <a:xfrm>
              <a:off x="696547" y="4492610"/>
              <a:ext cx="81239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显然      也为方程的一个解，包含在通解中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1DC854EF-988D-4573-8F82-65FD832DA3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8254723"/>
                </p:ext>
              </p:extLst>
            </p:nvPr>
          </p:nvGraphicFramePr>
          <p:xfrm>
            <a:off x="1509017" y="4611375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43" name="Equation" r:id="rId23" imgW="660240" imgH="342720" progId="Equation.DSMT4">
                    <p:embed/>
                  </p:oleObj>
                </mc:Choice>
                <mc:Fallback>
                  <p:oleObj name="Equation" r:id="rId23" imgW="660240" imgH="342720" progId="Equation.DSMT4">
                    <p:embed/>
                    <p:pic>
                      <p:nvPicPr>
                        <p:cNvPr id="32" name="Object 24">
                          <a:extLst>
                            <a:ext uri="{FF2B5EF4-FFF2-40B4-BE49-F238E27FC236}">
                              <a16:creationId xmlns:a16="http://schemas.microsoft.com/office/drawing/2014/main" id="{BAD5EEB9-24A3-49C0-B326-0166803278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9017" y="4611375"/>
                          <a:ext cx="660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5932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6" grpId="0"/>
      <p:bldP spid="19" grpId="0"/>
      <p:bldP spid="21" grpId="0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43C60AE-8D18-48BC-A26B-94E705E8047E}"/>
              </a:ext>
            </a:extLst>
          </p:cNvPr>
          <p:cNvSpPr txBox="1">
            <a:spLocks noChangeArrowheads="1"/>
          </p:cNvSpPr>
          <p:nvPr/>
        </p:nvSpPr>
        <p:spPr>
          <a:xfrm>
            <a:off x="946603" y="384050"/>
            <a:ext cx="2743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/>
                <a:ea typeface="宋体"/>
              </a:rPr>
              <a:t>2  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解初值问题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A1706FEF-BB09-4836-A426-083ABFA97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372" y="1275170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分离变量得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C3CE4713-0591-401A-B5A3-37690F75C2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602721"/>
              </p:ext>
            </p:extLst>
          </p:nvPr>
        </p:nvGraphicFramePr>
        <p:xfrm>
          <a:off x="3387712" y="1122365"/>
          <a:ext cx="2044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49" name="Equation" r:id="rId3" imgW="2044440" imgH="787320" progId="Equation.DSMT4">
                  <p:embed/>
                </p:oleObj>
              </mc:Choice>
              <mc:Fallback>
                <p:oleObj name="Equation" r:id="rId3" imgW="2044440" imgH="7873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10621DDD-D3E8-430C-BB52-3FACCB0A1F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712" y="1122365"/>
                        <a:ext cx="2044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AE6F2E29-B5AD-44D1-9585-33F37DF01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49" y="2224601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两边积分得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B172D4A0-5DBB-4E85-BB9E-1239BA10C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0003" y="3087272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即</a:t>
            </a: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9A95253C-934B-4842-A492-80364D2ACC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44422"/>
              </p:ext>
            </p:extLst>
          </p:nvPr>
        </p:nvGraphicFramePr>
        <p:xfrm>
          <a:off x="3306471" y="3037401"/>
          <a:ext cx="1676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50" name="Equation" r:id="rId5" imgW="1676160" imgH="495000" progId="Equation.DSMT4">
                  <p:embed/>
                </p:oleObj>
              </mc:Choice>
              <mc:Fallback>
                <p:oleObj name="Equation" r:id="rId5" imgW="1676160" imgH="49500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A4D182C4-3597-4AD7-B2F1-548F4B23E8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471" y="3037401"/>
                        <a:ext cx="1676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>
            <a:extLst>
              <a:ext uri="{FF2B5EF4-FFF2-40B4-BE49-F238E27FC236}">
                <a16:creationId xmlns:a16="http://schemas.microsoft.com/office/drawing/2014/main" id="{5BA887FF-F812-46F0-A01F-2678B08FB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372" y="3969891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由初始条件得 </a:t>
            </a:r>
            <a:r>
              <a:rPr lang="en-US" altLang="zh-CN" sz="2400" i="1" dirty="0">
                <a:solidFill>
                  <a:prstClr val="black"/>
                </a:solidFill>
                <a:latin typeface="Times New Roman"/>
                <a:ea typeface="宋体"/>
              </a:rPr>
              <a:t>C</a:t>
            </a: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 = 1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,</a:t>
            </a:r>
          </a:p>
        </p:txBody>
      </p:sp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ABBB60F4-41CA-4F2D-8AE2-5DE5F5481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700520"/>
              </p:ext>
            </p:extLst>
          </p:nvPr>
        </p:nvGraphicFramePr>
        <p:xfrm>
          <a:off x="6438881" y="3912535"/>
          <a:ext cx="1638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51" name="Equation" r:id="rId7" imgW="1638000" imgH="495000" progId="Equation.DSMT4">
                  <p:embed/>
                </p:oleObj>
              </mc:Choice>
              <mc:Fallback>
                <p:oleObj name="Equation" r:id="rId7" imgW="1638000" imgH="495000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FD8CE499-74D2-4A70-93F0-6CBF330F65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881" y="3912535"/>
                        <a:ext cx="1638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2">
            <a:extLst>
              <a:ext uri="{FF2B5EF4-FFF2-40B4-BE49-F238E27FC236}">
                <a16:creationId xmlns:a16="http://schemas.microsoft.com/office/drawing/2014/main" id="{9770F7D1-2395-4A8D-AECD-F4DC0630F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89" y="3058799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( </a:t>
            </a:r>
            <a:r>
              <a:rPr lang="en-US" altLang="zh-CN" sz="2400" i="1" dirty="0">
                <a:solidFill>
                  <a:prstClr val="black"/>
                </a:solidFill>
                <a:latin typeface="Times New Roman"/>
                <a:ea typeface="宋体"/>
              </a:rPr>
              <a:t>C</a:t>
            </a: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为任意常数 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).</a:t>
            </a: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0A8DDAB3-8FFF-498F-89DE-C3E4D9103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665" y="3969891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故所求特解为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3EEC569-4C74-4155-AC8C-F4198DE2D3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274775"/>
              </p:ext>
            </p:extLst>
          </p:nvPr>
        </p:nvGraphicFramePr>
        <p:xfrm>
          <a:off x="3419872" y="195486"/>
          <a:ext cx="2921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52" name="Equation" r:id="rId9" imgW="2920680" imgH="914400" progId="Equation.DSMT4">
                  <p:embed/>
                </p:oleObj>
              </mc:Choice>
              <mc:Fallback>
                <p:oleObj name="Equation" r:id="rId9" imgW="2920680" imgH="9144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1FC120E5-D9E5-4BB2-8E22-F3B978BCAF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19872" y="195486"/>
                        <a:ext cx="2921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83802AD5-660C-4B44-9C62-A8B0D309B2A3}"/>
              </a:ext>
            </a:extLst>
          </p:cNvPr>
          <p:cNvSpPr/>
          <p:nvPr/>
        </p:nvSpPr>
        <p:spPr>
          <a:xfrm>
            <a:off x="981603" y="126727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/>
                <a:ea typeface="宋体"/>
              </a:rPr>
              <a:t>解</a:t>
            </a:r>
            <a:endParaRPr lang="zh-CN" altLang="en-US" sz="2400" dirty="0">
              <a:solidFill>
                <a:prstClr val="black"/>
              </a:solidFill>
              <a:latin typeface="Times New Roman"/>
              <a:ea typeface="宋体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DA2D187-ACD9-4ECB-9E8A-A93627CF99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788207"/>
              </p:ext>
            </p:extLst>
          </p:nvPr>
        </p:nvGraphicFramePr>
        <p:xfrm>
          <a:off x="3322800" y="2034751"/>
          <a:ext cx="3289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53" name="Equation" r:id="rId11" imgW="3288960" imgH="812520" progId="Equation.DSMT4">
                  <p:embed/>
                </p:oleObj>
              </mc:Choice>
              <mc:Fallback>
                <p:oleObj name="Equation" r:id="rId11" imgW="3288960" imgH="8125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F931B41-68B5-4911-B158-0B82729F5C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22800" y="2034751"/>
                        <a:ext cx="3289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898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  <p:bldP spid="10" grpId="0"/>
      <p:bldP spid="11" grpId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6C441D-4282-4DF5-850F-82E8B7A2CE42}"/>
              </a:ext>
            </a:extLst>
          </p:cNvPr>
          <p:cNvSpPr/>
          <p:nvPr/>
        </p:nvSpPr>
        <p:spPr>
          <a:xfrm>
            <a:off x="755576" y="33095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/>
                <a:ea typeface="宋体"/>
              </a:rPr>
              <a:t>或</a:t>
            </a:r>
            <a:endParaRPr lang="zh-CN" altLang="en-US" sz="2400" dirty="0">
              <a:solidFill>
                <a:prstClr val="black"/>
              </a:solidFill>
              <a:latin typeface="Times New Roman"/>
              <a:ea typeface="宋体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DD9861E-549F-4153-BFD7-23B43CECD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339502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分离变量得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CF880517-E0A4-4438-9B21-D606CCC01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558330"/>
              </p:ext>
            </p:extLst>
          </p:nvPr>
        </p:nvGraphicFramePr>
        <p:xfrm>
          <a:off x="3482166" y="178521"/>
          <a:ext cx="2044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35" name="Equation" r:id="rId3" imgW="2044440" imgH="787320" progId="Equation.DSMT4">
                  <p:embed/>
                </p:oleObj>
              </mc:Choice>
              <mc:Fallback>
                <p:oleObj name="Equation" r:id="rId3" imgW="2044440" imgH="78732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D4787719-6224-443C-9A20-2E8D5B5985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166" y="178521"/>
                        <a:ext cx="2044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21E24FF3-CAE9-4A5B-9A8C-A5A4811EB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722" y="1090775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两边积分得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C6FAB95-A08C-44CE-AA4F-0429FF657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591022"/>
              </p:ext>
            </p:extLst>
          </p:nvPr>
        </p:nvGraphicFramePr>
        <p:xfrm>
          <a:off x="3482166" y="965921"/>
          <a:ext cx="2832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36" name="Equation" r:id="rId5" imgW="2831760" imgH="812520" progId="Equation.DSMT4">
                  <p:embed/>
                </p:oleObj>
              </mc:Choice>
              <mc:Fallback>
                <p:oleObj name="Equation" r:id="rId5" imgW="2831760" imgH="8125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C15ABF7-37B2-488F-B424-3008617D50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82166" y="965921"/>
                        <a:ext cx="2832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>
            <a:extLst>
              <a:ext uri="{FF2B5EF4-FFF2-40B4-BE49-F238E27FC236}">
                <a16:creationId xmlns:a16="http://schemas.microsoft.com/office/drawing/2014/main" id="{777B74A1-C8CC-4E12-8D4C-CF0BB1E4E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722" y="2045452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即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AA5ED80-C32E-458B-85D2-00574CF37C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408416"/>
              </p:ext>
            </p:extLst>
          </p:nvPr>
        </p:nvGraphicFramePr>
        <p:xfrm>
          <a:off x="3449638" y="1956820"/>
          <a:ext cx="233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37" name="Equation" r:id="rId7" imgW="2336760" imgH="482400" progId="Equation.DSMT4">
                  <p:embed/>
                </p:oleObj>
              </mc:Choice>
              <mc:Fallback>
                <p:oleObj name="Equation" r:id="rId7" imgW="233676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08F8856-914A-4857-8E25-81AAA5931A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49638" y="1956820"/>
                        <a:ext cx="2336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>
            <a:extLst>
              <a:ext uri="{FF2B5EF4-FFF2-40B4-BE49-F238E27FC236}">
                <a16:creationId xmlns:a16="http://schemas.microsoft.com/office/drawing/2014/main" id="{CE6A8CFF-2580-4960-A6C8-CC73AC1E6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722" y="2702529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即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C4C28E7-16F8-49A2-8BC0-AF59B46773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503525"/>
              </p:ext>
            </p:extLst>
          </p:nvPr>
        </p:nvGraphicFramePr>
        <p:xfrm>
          <a:off x="3463116" y="2669213"/>
          <a:ext cx="208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38" name="Equation" r:id="rId9" imgW="2082600" imgH="469800" progId="Equation.DSMT4">
                  <p:embed/>
                </p:oleObj>
              </mc:Choice>
              <mc:Fallback>
                <p:oleObj name="Equation" r:id="rId9" imgW="2082600" imgH="469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DD00D9C-26A0-47C9-B928-7F36268EF0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63116" y="2669213"/>
                        <a:ext cx="20828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>
            <a:extLst>
              <a:ext uri="{FF2B5EF4-FFF2-40B4-BE49-F238E27FC236}">
                <a16:creationId xmlns:a16="http://schemas.microsoft.com/office/drawing/2014/main" id="{F719227F-C2AA-4115-836C-AAB75F212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722" y="3377322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即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CE8219F-43E0-4362-B34C-C217AFF2C6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3063"/>
              </p:ext>
            </p:extLst>
          </p:nvPr>
        </p:nvGraphicFramePr>
        <p:xfrm>
          <a:off x="3449638" y="3357949"/>
          <a:ext cx="2006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39" name="Equation" r:id="rId11" imgW="2006280" imgH="469800" progId="Equation.DSMT4">
                  <p:embed/>
                </p:oleObj>
              </mc:Choice>
              <mc:Fallback>
                <p:oleObj name="Equation" r:id="rId11" imgW="2006280" imgH="4698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66635B8-D49D-4320-BF7E-F33F019A45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49638" y="3357949"/>
                        <a:ext cx="20066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8">
            <a:extLst>
              <a:ext uri="{FF2B5EF4-FFF2-40B4-BE49-F238E27FC236}">
                <a16:creationId xmlns:a16="http://schemas.microsoft.com/office/drawing/2014/main" id="{BB95517C-386D-4C54-BCEC-D4F22721B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722" y="4140229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即</a:t>
            </a:r>
          </a:p>
        </p:txBody>
      </p:sp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F3D0D2A5-B2FC-4617-BD15-863111CB75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174091"/>
              </p:ext>
            </p:extLst>
          </p:nvPr>
        </p:nvGraphicFramePr>
        <p:xfrm>
          <a:off x="3443425" y="4123411"/>
          <a:ext cx="1676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40" name="Equation" r:id="rId13" imgW="1676160" imgH="495000" progId="Equation.DSMT4">
                  <p:embed/>
                </p:oleObj>
              </mc:Choice>
              <mc:Fallback>
                <p:oleObj name="Equation" r:id="rId13" imgW="1676160" imgH="495000" progId="Equation.DSMT4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EB70F52C-0C01-414C-A892-6945F58E31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425" y="4123411"/>
                        <a:ext cx="1676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D256079-FF33-4B54-9432-A931924381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527814"/>
              </p:ext>
            </p:extLst>
          </p:nvPr>
        </p:nvGraphicFramePr>
        <p:xfrm>
          <a:off x="5456238" y="4160705"/>
          <a:ext cx="1346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41" name="Equation" r:id="rId15" imgW="1346040" imgH="406080" progId="Equation.DSMT4">
                  <p:embed/>
                </p:oleObj>
              </mc:Choice>
              <mc:Fallback>
                <p:oleObj name="Equation" r:id="rId15" imgW="1346040" imgH="4060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8E12E2D-AE06-44DA-A3D9-A61D36ABC2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56238" y="4160705"/>
                        <a:ext cx="1346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353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  <p:bldP spid="9" grpId="0"/>
      <p:bldP spid="11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AE5A74F5-2DC5-4755-898C-0BFA03ABED90}"/>
              </a:ext>
            </a:extLst>
          </p:cNvPr>
          <p:cNvSpPr txBox="1"/>
          <p:nvPr/>
        </p:nvSpPr>
        <p:spPr>
          <a:xfrm>
            <a:off x="637098" y="255476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3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求微分方程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2C3642C8-9F16-45B7-8B97-33DA90FC36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691066"/>
              </p:ext>
            </p:extLst>
          </p:nvPr>
        </p:nvGraphicFramePr>
        <p:xfrm>
          <a:off x="2987824" y="339502"/>
          <a:ext cx="361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9" name="Equation" r:id="rId3" imgW="3619440" imgH="342720" progId="Equation.DSMT4">
                  <p:embed/>
                </p:oleObj>
              </mc:Choice>
              <mc:Fallback>
                <p:oleObj name="Equation" r:id="rId3" imgW="3619440" imgH="34272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C46F55CB-751E-47D6-BDCA-276FF18BAE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39502"/>
                        <a:ext cx="3619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BA7FB323-A4E6-47DA-B084-393ACBC56D08}"/>
              </a:ext>
            </a:extLst>
          </p:cNvPr>
          <p:cNvSpPr txBox="1"/>
          <p:nvPr/>
        </p:nvSpPr>
        <p:spPr>
          <a:xfrm>
            <a:off x="6607324" y="228306"/>
            <a:ext cx="2277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的通解表达式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.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E61932-8496-4358-B3A4-545F73910BF8}"/>
              </a:ext>
            </a:extLst>
          </p:cNvPr>
          <p:cNvSpPr txBox="1"/>
          <p:nvPr/>
        </p:nvSpPr>
        <p:spPr>
          <a:xfrm>
            <a:off x="649972" y="993774"/>
            <a:ext cx="72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C08F1C4-788B-4C2F-8BC1-574DD7F34CC1}"/>
              </a:ext>
            </a:extLst>
          </p:cNvPr>
          <p:cNvSpPr txBox="1"/>
          <p:nvPr/>
        </p:nvSpPr>
        <p:spPr>
          <a:xfrm>
            <a:off x="637098" y="1748042"/>
            <a:ext cx="2858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分离变量得</a:t>
            </a:r>
          </a:p>
        </p:txBody>
      </p:sp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B3638CDD-8358-4D06-87D6-FCECA0203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979226"/>
              </p:ext>
            </p:extLst>
          </p:nvPr>
        </p:nvGraphicFramePr>
        <p:xfrm>
          <a:off x="4186325" y="1511182"/>
          <a:ext cx="1866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0" name="Equation" r:id="rId5" imgW="1866600" imgH="787320" progId="Equation.DSMT4">
                  <p:embed/>
                </p:oleObj>
              </mc:Choice>
              <mc:Fallback>
                <p:oleObj name="Equation" r:id="rId5" imgW="1866600" imgH="7873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80201AF6-F686-4935-9191-18D46C670A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6325" y="1511182"/>
                        <a:ext cx="18669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76C99F3D-50CA-4ECD-AFB0-933054CF092D}"/>
              </a:ext>
            </a:extLst>
          </p:cNvPr>
          <p:cNvSpPr txBox="1"/>
          <p:nvPr/>
        </p:nvSpPr>
        <p:spPr>
          <a:xfrm>
            <a:off x="649972" y="2596315"/>
            <a:ext cx="2858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上式两边积分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6460AF8-47FE-4E9B-B30D-A5637DB6BE53}"/>
              </a:ext>
            </a:extLst>
          </p:cNvPr>
          <p:cNvGrpSpPr/>
          <p:nvPr/>
        </p:nvGrpSpPr>
        <p:grpSpPr>
          <a:xfrm>
            <a:off x="656040" y="3404351"/>
            <a:ext cx="6312680" cy="481623"/>
            <a:chOff x="302104" y="2892763"/>
            <a:chExt cx="6312680" cy="481623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2A430A9-6D28-4DEA-A3DC-C1D7E782B67C}"/>
                </a:ext>
              </a:extLst>
            </p:cNvPr>
            <p:cNvSpPr txBox="1"/>
            <p:nvPr/>
          </p:nvSpPr>
          <p:spPr>
            <a:xfrm>
              <a:off x="302104" y="2892763"/>
              <a:ext cx="747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得</a:t>
              </a:r>
            </a:p>
          </p:txBody>
        </p:sp>
        <p:graphicFrame>
          <p:nvGraphicFramePr>
            <p:cNvPr id="30" name="Object 24">
              <a:extLst>
                <a:ext uri="{FF2B5EF4-FFF2-40B4-BE49-F238E27FC236}">
                  <a16:creationId xmlns:a16="http://schemas.microsoft.com/office/drawing/2014/main" id="{48E13A78-5A31-415E-A2C8-862D49F6E1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3878785"/>
                </p:ext>
              </p:extLst>
            </p:nvPr>
          </p:nvGraphicFramePr>
          <p:xfrm>
            <a:off x="3528684" y="2955286"/>
            <a:ext cx="30861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61" name="Equation" r:id="rId7" imgW="3085920" imgH="419040" progId="Equation.DSMT4">
                    <p:embed/>
                  </p:oleObj>
                </mc:Choice>
                <mc:Fallback>
                  <p:oleObj name="Equation" r:id="rId7" imgW="3085920" imgH="419040" progId="Equation.DSMT4">
                    <p:embed/>
                    <p:pic>
                      <p:nvPicPr>
                        <p:cNvPr id="14" name="Object 24">
                          <a:extLst>
                            <a:ext uri="{FF2B5EF4-FFF2-40B4-BE49-F238E27FC236}">
                              <a16:creationId xmlns:a16="http://schemas.microsoft.com/office/drawing/2014/main" id="{8972F799-AA85-428C-B6F4-D525A65C5C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8684" y="2955286"/>
                          <a:ext cx="308610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8254B705-BA7B-4C6E-BAA0-208FC24BD7D1}"/>
              </a:ext>
            </a:extLst>
          </p:cNvPr>
          <p:cNvSpPr txBox="1"/>
          <p:nvPr/>
        </p:nvSpPr>
        <p:spPr>
          <a:xfrm>
            <a:off x="623472" y="4088099"/>
            <a:ext cx="2870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从而通解表达式为</a:t>
            </a:r>
          </a:p>
        </p:txBody>
      </p:sp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A1489ACF-45D5-4CD4-82F4-F10B6ECFE6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24549"/>
              </p:ext>
            </p:extLst>
          </p:nvPr>
        </p:nvGraphicFramePr>
        <p:xfrm>
          <a:off x="3257647" y="4143364"/>
          <a:ext cx="209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2" name="Equation" r:id="rId9" imgW="2095200" imgH="406080" progId="Equation.DSMT4">
                  <p:embed/>
                </p:oleObj>
              </mc:Choice>
              <mc:Fallback>
                <p:oleObj name="Equation" r:id="rId9" imgW="2095200" imgH="40608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9694436B-4EEB-4BF7-9328-FFDA935BC0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647" y="4143364"/>
                        <a:ext cx="2095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4">
            <a:extLst>
              <a:ext uri="{FF2B5EF4-FFF2-40B4-BE49-F238E27FC236}">
                <a16:creationId xmlns:a16="http://schemas.microsoft.com/office/drawing/2014/main" id="{1C7079F4-1EF0-4C4F-AA19-43EFD4782B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999137"/>
              </p:ext>
            </p:extLst>
          </p:nvPr>
        </p:nvGraphicFramePr>
        <p:xfrm>
          <a:off x="3993870" y="2526281"/>
          <a:ext cx="2184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3" name="Equation" r:id="rId11" imgW="2184120" imgH="787320" progId="Equation.DSMT4">
                  <p:embed/>
                </p:oleObj>
              </mc:Choice>
              <mc:Fallback>
                <p:oleObj name="Equation" r:id="rId11" imgW="2184120" imgH="78732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672036C1-E675-4AAE-9A2B-5D12E9FC9A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3870" y="2526281"/>
                        <a:ext cx="2184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ADF1EC1F-C025-4DB1-8FB6-58D6DF695AA8}"/>
              </a:ext>
            </a:extLst>
          </p:cNvPr>
          <p:cNvSpPr txBox="1"/>
          <p:nvPr/>
        </p:nvSpPr>
        <p:spPr>
          <a:xfrm>
            <a:off x="1239381" y="983695"/>
            <a:ext cx="201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方程可化为</a:t>
            </a:r>
          </a:p>
        </p:txBody>
      </p:sp>
      <p:graphicFrame>
        <p:nvGraphicFramePr>
          <p:cNvPr id="35" name="Object 24">
            <a:extLst>
              <a:ext uri="{FF2B5EF4-FFF2-40B4-BE49-F238E27FC236}">
                <a16:creationId xmlns:a16="http://schemas.microsoft.com/office/drawing/2014/main" id="{0554A482-3A86-4BD3-A60B-D671A893AD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09747"/>
              </p:ext>
            </p:extLst>
          </p:nvPr>
        </p:nvGraphicFramePr>
        <p:xfrm>
          <a:off x="3589425" y="1018321"/>
          <a:ext cx="306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4" name="Equation" r:id="rId13" imgW="3060360" imgH="406080" progId="Equation.DSMT4">
                  <p:embed/>
                </p:oleObj>
              </mc:Choice>
              <mc:Fallback>
                <p:oleObj name="Equation" r:id="rId13" imgW="3060360" imgH="40608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36934DCE-4AAB-4D3C-B987-2F273902AD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9425" y="1018321"/>
                        <a:ext cx="3060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37F915E1-F7C6-4036-808D-D2B48F3DD2BC}"/>
              </a:ext>
            </a:extLst>
          </p:cNvPr>
          <p:cNvGrpSpPr/>
          <p:nvPr/>
        </p:nvGrpSpPr>
        <p:grpSpPr>
          <a:xfrm>
            <a:off x="5355763" y="4097386"/>
            <a:ext cx="3456384" cy="461665"/>
            <a:chOff x="5796137" y="4410936"/>
            <a:chExt cx="3456384" cy="461665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A30B3385-5CB2-435D-9E3C-AE7FBD9554A9}"/>
                </a:ext>
              </a:extLst>
            </p:cNvPr>
            <p:cNvSpPr txBox="1"/>
            <p:nvPr/>
          </p:nvSpPr>
          <p:spPr>
            <a:xfrm>
              <a:off x="5796137" y="4410936"/>
              <a:ext cx="34563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其中   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为任意常数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)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38" name="Object 24">
              <a:extLst>
                <a:ext uri="{FF2B5EF4-FFF2-40B4-BE49-F238E27FC236}">
                  <a16:creationId xmlns:a16="http://schemas.microsoft.com/office/drawing/2014/main" id="{4A2996AD-8399-4DD6-9D3F-0C1199378D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1214485"/>
                </p:ext>
              </p:extLst>
            </p:nvPr>
          </p:nvGraphicFramePr>
          <p:xfrm>
            <a:off x="6648029" y="4456914"/>
            <a:ext cx="87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65" name="Equation" r:id="rId15" imgW="876240" imgH="342720" progId="Equation.DSMT4">
                    <p:embed/>
                  </p:oleObj>
                </mc:Choice>
                <mc:Fallback>
                  <p:oleObj name="Equation" r:id="rId15" imgW="876240" imgH="342720" progId="Equation.DSMT4">
                    <p:embed/>
                    <p:pic>
                      <p:nvPicPr>
                        <p:cNvPr id="18" name="Object 24">
                          <a:extLst>
                            <a:ext uri="{FF2B5EF4-FFF2-40B4-BE49-F238E27FC236}">
                              <a16:creationId xmlns:a16="http://schemas.microsoft.com/office/drawing/2014/main" id="{71264EA5-CB1B-47ED-9DFA-753982C111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8029" y="4456914"/>
                          <a:ext cx="876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0354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7" grpId="0"/>
      <p:bldP spid="31" grpId="0"/>
      <p:bldP spid="3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78E0763-219A-4853-8967-2FFAFA2C657E}"/>
              </a:ext>
            </a:extLst>
          </p:cNvPr>
          <p:cNvSpPr txBox="1">
            <a:spLocks noChangeArrowheads="1"/>
          </p:cNvSpPr>
          <p:nvPr/>
        </p:nvSpPr>
        <p:spPr>
          <a:xfrm>
            <a:off x="970012" y="376602"/>
            <a:ext cx="612068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/>
                <a:ea typeface="宋体"/>
              </a:rPr>
              <a:t>4  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求微分方程               的通解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.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8B9E846D-28C6-4EC9-B3CE-5391E6779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90" y="999585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令 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948EC6BD-904C-4A3C-AC8A-BB1F015864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539865"/>
              </p:ext>
            </p:extLst>
          </p:nvPr>
        </p:nvGraphicFramePr>
        <p:xfrm>
          <a:off x="2118389" y="1098042"/>
          <a:ext cx="153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90" name="Equation" r:id="rId3" imgW="1536480" imgH="342720" progId="Equation.DSMT4">
                  <p:embed/>
                </p:oleObj>
              </mc:Choice>
              <mc:Fallback>
                <p:oleObj name="Equation" r:id="rId3" imgW="1536480" imgH="3427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F2160538-48FE-466C-8E79-5F5E5EE4F2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389" y="1098042"/>
                        <a:ext cx="1536700" cy="3429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66B1906E-2031-4F3C-A81F-953972679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814" y="1015676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则</a:t>
            </a: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3F5DEF2D-685B-45CD-9375-F579DCE757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483061"/>
              </p:ext>
            </p:extLst>
          </p:nvPr>
        </p:nvGraphicFramePr>
        <p:xfrm>
          <a:off x="4372639" y="1103011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91" name="Equation" r:id="rId5" imgW="1244520" imgH="355320" progId="Equation.DSMT4">
                  <p:embed/>
                </p:oleObj>
              </mc:Choice>
              <mc:Fallback>
                <p:oleObj name="Equation" r:id="rId5" imgW="1244520" imgH="35532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02E4BB89-A2A1-4EDF-AC7A-ED9A344B8F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2639" y="1103011"/>
                        <a:ext cx="1244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>
            <a:extLst>
              <a:ext uri="{FF2B5EF4-FFF2-40B4-BE49-F238E27FC236}">
                <a16:creationId xmlns:a16="http://schemas.microsoft.com/office/drawing/2014/main" id="{517981FA-267D-493A-8480-3BDEDC59F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159" y="1829419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故有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9CC3C587-7813-426C-A586-BD8A314348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016415"/>
              </p:ext>
            </p:extLst>
          </p:nvPr>
        </p:nvGraphicFramePr>
        <p:xfrm>
          <a:off x="2740196" y="1870075"/>
          <a:ext cx="168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92" name="Equation" r:id="rId7" imgW="1688760" imgH="393480" progId="Equation.DSMT4">
                  <p:embed/>
                </p:oleObj>
              </mc:Choice>
              <mc:Fallback>
                <p:oleObj name="Equation" r:id="rId7" imgW="1688760" imgH="39348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B33BFE5D-E4D3-4BD9-8482-6B90C33480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196" y="1870075"/>
                        <a:ext cx="168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>
            <a:extLst>
              <a:ext uri="{FF2B5EF4-FFF2-40B4-BE49-F238E27FC236}">
                <a16:creationId xmlns:a16="http://schemas.microsoft.com/office/drawing/2014/main" id="{DF2C390E-2985-4B66-9869-D440863EB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459" y="2514234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即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3E835A65-F724-420B-ACC8-1D59EFF23B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596753"/>
              </p:ext>
            </p:extLst>
          </p:nvPr>
        </p:nvGraphicFramePr>
        <p:xfrm>
          <a:off x="2740196" y="2514234"/>
          <a:ext cx="176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93" name="Equation" r:id="rId9" imgW="1765080" imgH="406080" progId="Equation.DSMT4">
                  <p:embed/>
                </p:oleObj>
              </mc:Choice>
              <mc:Fallback>
                <p:oleObj name="Equation" r:id="rId9" imgW="1765080" imgH="406080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7476AD06-1673-4F9C-9415-8EB2E52CAC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196" y="2514234"/>
                        <a:ext cx="1765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18048E59-796A-4866-8331-D0F7068B91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454840"/>
              </p:ext>
            </p:extLst>
          </p:nvPr>
        </p:nvGraphicFramePr>
        <p:xfrm>
          <a:off x="2828795" y="3335647"/>
          <a:ext cx="1638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94" name="Equation" r:id="rId11" imgW="1638000" imgH="330120" progId="Equation.DSMT4">
                  <p:embed/>
                </p:oleObj>
              </mc:Choice>
              <mc:Fallback>
                <p:oleObj name="Equation" r:id="rId11" imgW="1638000" imgH="330120" progId="Equation.DSMT4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C847587F-A93D-4364-87A9-CB6AFA4B3A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795" y="3335647"/>
                        <a:ext cx="1638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>
            <a:extLst>
              <a:ext uri="{FF2B5EF4-FFF2-40B4-BE49-F238E27FC236}">
                <a16:creationId xmlns:a16="http://schemas.microsoft.com/office/drawing/2014/main" id="{33500A7B-A990-4BE5-B8E4-078B17F44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445" y="3198963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解得</a:t>
            </a:r>
          </a:p>
        </p:txBody>
      </p:sp>
      <p:graphicFrame>
        <p:nvGraphicFramePr>
          <p:cNvPr id="13" name="Object 14">
            <a:extLst>
              <a:ext uri="{FF2B5EF4-FFF2-40B4-BE49-F238E27FC236}">
                <a16:creationId xmlns:a16="http://schemas.microsoft.com/office/drawing/2014/main" id="{CA9BE63A-5336-456E-8633-476F574B3C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181714"/>
              </p:ext>
            </p:extLst>
          </p:nvPr>
        </p:nvGraphicFramePr>
        <p:xfrm>
          <a:off x="2828795" y="4124276"/>
          <a:ext cx="2540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95" name="Equation" r:id="rId13" imgW="2539800" imgH="342720" progId="Equation.DSMT4">
                  <p:embed/>
                </p:oleObj>
              </mc:Choice>
              <mc:Fallback>
                <p:oleObj name="Equation" r:id="rId13" imgW="2539800" imgH="342720" progId="Equation.DSMT4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3EF6C7C2-AAC3-40FC-B6FE-220D719EFF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795" y="4124276"/>
                        <a:ext cx="2540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5">
            <a:extLst>
              <a:ext uri="{FF2B5EF4-FFF2-40B4-BE49-F238E27FC236}">
                <a16:creationId xmlns:a16="http://schemas.microsoft.com/office/drawing/2014/main" id="{5C7D9DB6-A727-441C-9FCB-38E734893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7800" y="4044388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(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/>
                <a:ea typeface="宋体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Times New Roman"/>
                <a:ea typeface="宋体"/>
              </a:rPr>
              <a:t>C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为任意常数 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).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95C7C229-E526-4D7C-83E2-86F1363C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177" y="4027763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所求通解为</a:t>
            </a:r>
            <a:endParaRPr lang="en-US" altLang="zh-CN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B7AE83-2B9B-4AC4-89CE-18632C019BC0}"/>
              </a:ext>
            </a:extLst>
          </p:cNvPr>
          <p:cNvSpPr/>
          <p:nvPr/>
        </p:nvSpPr>
        <p:spPr>
          <a:xfrm>
            <a:off x="1044279" y="102166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解</a:t>
            </a:r>
            <a:endParaRPr lang="zh-CN" altLang="en-US" sz="2400" dirty="0">
              <a:solidFill>
                <a:prstClr val="black"/>
              </a:solidFill>
              <a:latin typeface="Times New Roman"/>
              <a:ea typeface="宋体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D6E0CF8-5A39-4EF5-8500-8F1D44CA5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885517"/>
              </p:ext>
            </p:extLst>
          </p:nvPr>
        </p:nvGraphicFramePr>
        <p:xfrm>
          <a:off x="3397250" y="411510"/>
          <a:ext cx="2349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96" name="Equation" r:id="rId15" imgW="2349360" imgH="406080" progId="Equation.DSMT4">
                  <p:embed/>
                </p:oleObj>
              </mc:Choice>
              <mc:Fallback>
                <p:oleObj name="Equation" r:id="rId15" imgW="2349360" imgH="4060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6BED889-D380-43C4-80D4-4DC97CBE8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97250" y="411510"/>
                        <a:ext cx="2349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8">
            <a:extLst>
              <a:ext uri="{FF2B5EF4-FFF2-40B4-BE49-F238E27FC236}">
                <a16:creationId xmlns:a16="http://schemas.microsoft.com/office/drawing/2014/main" id="{70E52882-1979-4E95-91AB-64C07DA7D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873" y="1431640"/>
            <a:ext cx="1294086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变量代换</a:t>
            </a:r>
          </a:p>
        </p:txBody>
      </p:sp>
    </p:spTree>
    <p:extLst>
      <p:ext uri="{BB962C8B-B14F-4D97-AF65-F5344CB8AC3E}">
        <p14:creationId xmlns:p14="http://schemas.microsoft.com/office/powerpoint/2010/main" val="13787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7" grpId="0" autoUpdateAnimBg="0"/>
      <p:bldP spid="9" grpId="0" autoUpdateAnimBg="0"/>
      <p:bldP spid="12" grpId="0" autoUpdateAnimBg="0"/>
      <p:bldP spid="14" grpId="0" autoUpdateAnimBg="0"/>
      <p:bldP spid="15" grpId="0" autoUpdateAnimBg="0"/>
      <p:bldP spid="18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31CD988-71B6-46B3-B4BC-EF84A9326A99}"/>
              </a:ext>
            </a:extLst>
          </p:cNvPr>
          <p:cNvSpPr txBox="1">
            <a:spLocks noChangeArrowheads="1"/>
          </p:cNvSpPr>
          <p:nvPr/>
        </p:nvSpPr>
        <p:spPr>
          <a:xfrm>
            <a:off x="362985" y="246977"/>
            <a:ext cx="1219200" cy="60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/>
                <a:ea typeface="宋体"/>
              </a:rPr>
              <a:t>5</a:t>
            </a:r>
            <a:endParaRPr lang="en-US" altLang="zh-CN" sz="2400" dirty="0">
              <a:solidFill>
                <a:srgbClr val="0064FF"/>
              </a:solidFill>
              <a:latin typeface="宋体"/>
              <a:ea typeface="宋体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4D54BFAD-3E90-466A-BB08-54455048D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089888"/>
              </p:ext>
            </p:extLst>
          </p:nvPr>
        </p:nvGraphicFramePr>
        <p:xfrm>
          <a:off x="1115616" y="123478"/>
          <a:ext cx="3276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42" name="Equation" r:id="rId3" imgW="3276360" imgH="799920" progId="Equation.DSMT4">
                  <p:embed/>
                </p:oleObj>
              </mc:Choice>
              <mc:Fallback>
                <p:oleObj name="Equation" r:id="rId3" imgW="3276360" imgH="79992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334ACAEE-127C-43BA-B76C-B3AA3753A9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23478"/>
                        <a:ext cx="3276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7F11E3A3-42EC-4577-BB4E-EB26C4D77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529" y="985869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分离变量</a:t>
            </a:r>
            <a:endParaRPr lang="zh-CN" altLang="en-US" sz="2400" b="1" dirty="0">
              <a:solidFill>
                <a:srgbClr val="1F497D"/>
              </a:solidFill>
              <a:latin typeface="Times New Roman"/>
              <a:ea typeface="宋体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36EDFB1-0F05-4736-9C22-104E33FAF8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242558"/>
              </p:ext>
            </p:extLst>
          </p:nvPr>
        </p:nvGraphicFramePr>
        <p:xfrm>
          <a:off x="2822591" y="989563"/>
          <a:ext cx="166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43" name="Equation" r:id="rId5" imgW="1663560" imgH="406080" progId="Equation.DSMT4">
                  <p:embed/>
                </p:oleObj>
              </mc:Choice>
              <mc:Fallback>
                <p:oleObj name="Equation" r:id="rId5" imgW="1663560" imgH="4060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165FB006-286A-404F-96B2-C47F1B08C5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91" y="989563"/>
                        <a:ext cx="1663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BAA8247E-1EC0-4C57-A52C-18EC5B7AD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8018179"/>
              </p:ext>
            </p:extLst>
          </p:nvPr>
        </p:nvGraphicFramePr>
        <p:xfrm>
          <a:off x="2665016" y="1552911"/>
          <a:ext cx="1714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44" name="Equation" r:id="rId7" imgW="1714320" imgH="393480" progId="Equation.DSMT4">
                  <p:embed/>
                </p:oleObj>
              </mc:Choice>
              <mc:Fallback>
                <p:oleObj name="Equation" r:id="rId7" imgW="1714320" imgH="39348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9438289F-2CF8-4964-B059-B2C0905D12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016" y="1552911"/>
                        <a:ext cx="1714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22C5EBA8-FC77-4CC5-8B13-808A01507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31" y="2057393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即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F98ECDA6-9916-4053-AC71-E968D999A3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305836"/>
              </p:ext>
            </p:extLst>
          </p:nvPr>
        </p:nvGraphicFramePr>
        <p:xfrm>
          <a:off x="2634073" y="2103559"/>
          <a:ext cx="209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45" name="Equation" r:id="rId9" imgW="2095200" imgH="406080" progId="Equation.DSMT4">
                  <p:embed/>
                </p:oleObj>
              </mc:Choice>
              <mc:Fallback>
                <p:oleObj name="Equation" r:id="rId9" imgW="2095200" imgH="40608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0178A010-3188-4886-AC6E-4A56CCB26D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4073" y="2103559"/>
                        <a:ext cx="209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602E9624-0D37-46A4-8A69-88F795FCC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873" y="2065756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仿宋_GB2312" pitchFamily="49" charset="-122"/>
              </a:rPr>
              <a:t>( </a:t>
            </a:r>
            <a:r>
              <a:rPr lang="en-US" altLang="zh-CN" sz="2400" i="1" dirty="0">
                <a:solidFill>
                  <a:prstClr val="black"/>
                </a:solidFill>
                <a:latin typeface="Times New Roman"/>
                <a:ea typeface="仿宋_GB2312" pitchFamily="49" charset="-122"/>
              </a:rPr>
              <a:t>C</a:t>
            </a: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仿宋_GB2312" pitchFamily="49" charset="-122"/>
              </a:rPr>
              <a:t> &lt; 0</a:t>
            </a:r>
            <a:r>
              <a:rPr lang="en-US" altLang="zh-CN" sz="2400" dirty="0">
                <a:solidFill>
                  <a:srgbClr val="1F497D"/>
                </a:solidFill>
                <a:latin typeface="Times New Roman"/>
                <a:ea typeface="仿宋_GB2312" pitchFamily="49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仿宋_GB2312" pitchFamily="49" charset="-122"/>
              </a:rPr>
              <a:t> ).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C344F1FA-2C4B-402C-813C-9DB01BA98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58" y="2682204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解法</a:t>
            </a:r>
            <a:r>
              <a:rPr lang="en-US" altLang="zh-CN" sz="2400" b="1" dirty="0">
                <a:solidFill>
                  <a:srgbClr val="0064FF"/>
                </a:solidFill>
                <a:latin typeface="宋体"/>
                <a:ea typeface="宋体"/>
              </a:rPr>
              <a:t>2</a:t>
            </a:r>
            <a:endParaRPr lang="en-US" altLang="zh-CN" sz="2400" dirty="0">
              <a:solidFill>
                <a:srgbClr val="0064FF"/>
              </a:solidFill>
              <a:latin typeface="宋体"/>
              <a:ea typeface="宋体"/>
            </a:endParaRPr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956ABC64-3F8E-416A-A2AC-5572F2D967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920144"/>
              </p:ext>
            </p:extLst>
          </p:nvPr>
        </p:nvGraphicFramePr>
        <p:xfrm>
          <a:off x="1297263" y="2736506"/>
          <a:ext cx="1511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46" name="Equation" r:id="rId11" imgW="1511280" imgH="380880" progId="Equation.DSMT4">
                  <p:embed/>
                </p:oleObj>
              </mc:Choice>
              <mc:Fallback>
                <p:oleObj name="Equation" r:id="rId11" imgW="1511280" imgH="380880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D213108B-9BD8-4927-BD5E-1A1501AA42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263" y="2736506"/>
                        <a:ext cx="1511300" cy="381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9BBBE683-A675-4DE5-AF90-D17D0F2D5E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978628"/>
              </p:ext>
            </p:extLst>
          </p:nvPr>
        </p:nvGraphicFramePr>
        <p:xfrm>
          <a:off x="2977858" y="2719005"/>
          <a:ext cx="160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47" name="Equation" r:id="rId13" imgW="1600200" imgH="380880" progId="Equation.DSMT4">
                  <p:embed/>
                </p:oleObj>
              </mc:Choice>
              <mc:Fallback>
                <p:oleObj name="Equation" r:id="rId13" imgW="1600200" imgH="380880" progId="Equation.DSMT4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8EABB366-5443-4125-9E9C-0DB021F702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7858" y="2719005"/>
                        <a:ext cx="1600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A9464012-3EC3-4BC6-B9D3-09EB3CACE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54" y="2676992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故有</a:t>
            </a:r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168EDFE7-78D8-489D-B148-34EB0CE6B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24455"/>
              </p:ext>
            </p:extLst>
          </p:nvPr>
        </p:nvGraphicFramePr>
        <p:xfrm>
          <a:off x="5323224" y="2527421"/>
          <a:ext cx="1409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48" name="Equation" r:id="rId15" imgW="1409400" imgH="736560" progId="Equation.DSMT4">
                  <p:embed/>
                </p:oleObj>
              </mc:Choice>
              <mc:Fallback>
                <p:oleObj name="Equation" r:id="rId15" imgW="1409400" imgH="736560" progId="Equation.DSMT4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325437B8-1D88-4A99-B535-FB3E8C5749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3224" y="2527421"/>
                        <a:ext cx="1409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>
            <a:extLst>
              <a:ext uri="{FF2B5EF4-FFF2-40B4-BE49-F238E27FC236}">
                <a16:creationId xmlns:a16="http://schemas.microsoft.com/office/drawing/2014/main" id="{37EA203A-6D7B-4508-B5C5-2C9AAB06D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966" y="3405308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积分</a:t>
            </a:r>
          </a:p>
        </p:txBody>
      </p:sp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627B8466-70DD-4E8D-9851-8A70BFB1B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999870"/>
              </p:ext>
            </p:extLst>
          </p:nvPr>
        </p:nvGraphicFramePr>
        <p:xfrm>
          <a:off x="1604566" y="3201517"/>
          <a:ext cx="1917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49" name="Equation" r:id="rId17" imgW="1917360" imgH="736560" progId="Equation.DSMT4">
                  <p:embed/>
                </p:oleObj>
              </mc:Choice>
              <mc:Fallback>
                <p:oleObj name="Equation" r:id="rId17" imgW="1917360" imgH="736560" progId="Equation.DSMT4">
                  <p:embed/>
                  <p:pic>
                    <p:nvPicPr>
                      <p:cNvPr id="16" name="Object 16">
                        <a:extLst>
                          <a:ext uri="{FF2B5EF4-FFF2-40B4-BE49-F238E27FC236}">
                            <a16:creationId xmlns:a16="http://schemas.microsoft.com/office/drawing/2014/main" id="{214BB9DE-1D9E-47F4-9A04-0EC213CA18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566" y="3201517"/>
                        <a:ext cx="1917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7F12523A-A817-49A1-8DF7-43C5ED4919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126770"/>
              </p:ext>
            </p:extLst>
          </p:nvPr>
        </p:nvGraphicFramePr>
        <p:xfrm>
          <a:off x="3858123" y="3314821"/>
          <a:ext cx="2603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50" name="Equation" r:id="rId19" imgW="2603160" imgH="406080" progId="Equation.DSMT4">
                  <p:embed/>
                </p:oleObj>
              </mc:Choice>
              <mc:Fallback>
                <p:oleObj name="Equation" r:id="rId19" imgW="2603160" imgH="406080" progId="Equation.DSMT4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2DE44058-128B-470B-AA6B-4E0CAD29BA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8123" y="3314821"/>
                        <a:ext cx="2603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>
            <a:extLst>
              <a:ext uri="{FF2B5EF4-FFF2-40B4-BE49-F238E27FC236}">
                <a16:creationId xmlns:a16="http://schemas.microsoft.com/office/drawing/2014/main" id="{671FB440-E854-4D58-BD34-17A5D0560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776" y="4097390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( </a:t>
            </a:r>
            <a:r>
              <a:rPr lang="en-US" altLang="zh-CN" sz="2400" i="1" dirty="0">
                <a:solidFill>
                  <a:prstClr val="black"/>
                </a:solidFill>
                <a:latin typeface="Times New Roman"/>
                <a:ea typeface="宋体"/>
              </a:rPr>
              <a:t>C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为任意常数 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).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683179D8-3169-4FB5-8550-AD5B2432D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31" y="4176662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所求通解</a:t>
            </a:r>
            <a:endParaRPr lang="en-US" altLang="zh-CN" sz="2400" b="1" dirty="0">
              <a:solidFill>
                <a:prstClr val="black"/>
              </a:solidFill>
              <a:latin typeface="Times New Roman"/>
              <a:ea typeface="宋体"/>
            </a:endParaRPr>
          </a:p>
        </p:txBody>
      </p:sp>
      <p:graphicFrame>
        <p:nvGraphicFramePr>
          <p:cNvPr id="20" name="Object 20">
            <a:extLst>
              <a:ext uri="{FF2B5EF4-FFF2-40B4-BE49-F238E27FC236}">
                <a16:creationId xmlns:a16="http://schemas.microsoft.com/office/drawing/2014/main" id="{4F222F09-1DD6-4BDF-AF92-3C01AD308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633670"/>
              </p:ext>
            </p:extLst>
          </p:nvPr>
        </p:nvGraphicFramePr>
        <p:xfrm>
          <a:off x="2299431" y="4152655"/>
          <a:ext cx="236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51" name="Equation" r:id="rId21" imgW="2361960" imgH="406080" progId="Equation.DSMT4">
                  <p:embed/>
                </p:oleObj>
              </mc:Choice>
              <mc:Fallback>
                <p:oleObj name="Equation" r:id="rId21" imgW="2361960" imgH="406080" progId="Equation.DSMT4">
                  <p:embed/>
                  <p:pic>
                    <p:nvPicPr>
                      <p:cNvPr id="20" name="Object 20">
                        <a:extLst>
                          <a:ext uri="{FF2B5EF4-FFF2-40B4-BE49-F238E27FC236}">
                            <a16:creationId xmlns:a16="http://schemas.microsoft.com/office/drawing/2014/main" id="{B149D2B6-E8CE-405E-B706-4FADF8DA8E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9431" y="4152655"/>
                        <a:ext cx="236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>
            <a:extLst>
              <a:ext uri="{FF2B5EF4-FFF2-40B4-BE49-F238E27FC236}">
                <a16:creationId xmlns:a16="http://schemas.microsoft.com/office/drawing/2014/main" id="{A7089D31-CADF-451B-B8DC-6DB43F6C9C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812360"/>
              </p:ext>
            </p:extLst>
          </p:nvPr>
        </p:nvGraphicFramePr>
        <p:xfrm>
          <a:off x="6701520" y="3091095"/>
          <a:ext cx="2082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52" name="Equation" r:id="rId23" imgW="2082600" imgH="774360" progId="Equation.DSMT4">
                  <p:embed/>
                </p:oleObj>
              </mc:Choice>
              <mc:Fallback>
                <p:oleObj name="Equation" r:id="rId23" imgW="2082600" imgH="774360" progId="Equation.DSMT4">
                  <p:embed/>
                  <p:pic>
                    <p:nvPicPr>
                      <p:cNvPr id="22" name="Object 22">
                        <a:extLst>
                          <a:ext uri="{FF2B5EF4-FFF2-40B4-BE49-F238E27FC236}">
                            <a16:creationId xmlns:a16="http://schemas.microsoft.com/office/drawing/2014/main" id="{8AA62998-6701-4DC5-9302-66AB6AA3A0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1520" y="3091095"/>
                        <a:ext cx="2082800" cy="774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3">
            <a:extLst>
              <a:ext uri="{FF2B5EF4-FFF2-40B4-BE49-F238E27FC236}">
                <a16:creationId xmlns:a16="http://schemas.microsoft.com/office/drawing/2014/main" id="{8D5C91F6-30E5-4D9D-8834-1546B3D8C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541" y="1390771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solidFill>
                <a:prstClr val="black"/>
              </a:solidFill>
              <a:latin typeface="Times New Roman"/>
              <a:ea typeface="宋体"/>
            </a:endParaRP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6475D14B-C4F0-4575-B674-74FBB54B3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13" y="1467966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积分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AE6E65-8D29-4602-B6C0-F3F08BE3F0FC}"/>
              </a:ext>
            </a:extLst>
          </p:cNvPr>
          <p:cNvSpPr/>
          <p:nvPr/>
        </p:nvSpPr>
        <p:spPr>
          <a:xfrm>
            <a:off x="338913" y="968848"/>
            <a:ext cx="1111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/>
                <a:ea typeface="宋体"/>
              </a:rPr>
              <a:t>解法 </a:t>
            </a:r>
            <a:r>
              <a:rPr lang="en-US" altLang="zh-CN" sz="2400" b="1" dirty="0">
                <a:solidFill>
                  <a:srgbClr val="0064FF"/>
                </a:solidFill>
                <a:latin typeface="Times New Roman"/>
                <a:ea typeface="宋体"/>
              </a:rPr>
              <a:t>1 </a:t>
            </a:r>
            <a:endParaRPr lang="zh-CN" altLang="en-US" sz="2400" dirty="0">
              <a:solidFill>
                <a:srgbClr val="0064FF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43516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 autoUpdateAnimBg="0"/>
      <p:bldP spid="9" grpId="0" autoUpdateAnimBg="0"/>
      <p:bldP spid="10" grpId="0" autoUpdateAnimBg="0"/>
      <p:bldP spid="13" grpId="0" autoUpdateAnimBg="0"/>
      <p:bldP spid="15" grpId="0" autoUpdateAnimBg="0"/>
      <p:bldP spid="18" grpId="0" autoUpdateAnimBg="0"/>
      <p:bldP spid="19" grpId="0" autoUpdateAnimBg="0"/>
      <p:bldP spid="23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24">
            <a:extLst>
              <a:ext uri="{FF2B5EF4-FFF2-40B4-BE49-F238E27FC236}">
                <a16:creationId xmlns:a16="http://schemas.microsoft.com/office/drawing/2014/main" id="{0C193AE2-04BE-434F-9C2E-68440C756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591" y="703060"/>
            <a:ext cx="396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已知</a:t>
            </a:r>
            <a:r>
              <a:rPr lang="zh-CN" altLang="en-US" sz="2400" b="1" i="1" dirty="0">
                <a:solidFill>
                  <a:prstClr val="black"/>
                </a:solidFill>
                <a:latin typeface="宋体"/>
                <a:ea typeface="宋体"/>
              </a:rPr>
              <a:t>     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时铀的含量为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F3ED193-AB4F-4B86-899A-608E548F453F}"/>
              </a:ext>
            </a:extLst>
          </p:cNvPr>
          <p:cNvSpPr txBox="1">
            <a:spLocks noChangeArrowheads="1"/>
          </p:cNvSpPr>
          <p:nvPr/>
        </p:nvSpPr>
        <p:spPr>
          <a:xfrm>
            <a:off x="721210" y="130770"/>
            <a:ext cx="10668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/>
                <a:ea typeface="宋体"/>
              </a:rPr>
              <a:t>6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A00198B-47B9-459F-8E91-58EE78AD3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1" y="685592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  成正比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,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F55F4386-2E53-4563-8D07-83E6F25E68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127512"/>
              </p:ext>
            </p:extLst>
          </p:nvPr>
        </p:nvGraphicFramePr>
        <p:xfrm>
          <a:off x="4897232" y="751062"/>
          <a:ext cx="520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44" name="Equation" r:id="rId3" imgW="520560" imgH="380880" progId="Equation.DSMT4">
                  <p:embed/>
                </p:oleObj>
              </mc:Choice>
              <mc:Fallback>
                <p:oleObj name="Equation" r:id="rId3" imgW="520560" imgH="38088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B9B3EFD4-835B-4CBD-8AF9-D50A64CAE9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232" y="751062"/>
                        <a:ext cx="520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64A91900-7D7E-4AA3-B4EE-4138FD84B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810" y="629989"/>
            <a:ext cx="36282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求在衰变过程中铀含量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E2F6D3E8-720D-4C1B-83A5-DC5F17E37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1" y="1177122"/>
            <a:ext cx="39113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    随时间   的变化规律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. 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08944FA7-AC75-4A5F-9BA1-0F23559F5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570" y="1927422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解</a:t>
            </a:r>
            <a:r>
              <a:rPr lang="en-US" altLang="zh-CN" sz="2400" b="1" dirty="0">
                <a:solidFill>
                  <a:srgbClr val="1F497D"/>
                </a:solidFill>
                <a:latin typeface="宋体"/>
                <a:ea typeface="宋体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根据题意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, 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有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EC2C07DD-3215-4CFF-BD10-B5D29A4CA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6765" y="2351140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初始条件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)</a:t>
            </a: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C25ACAE8-D600-44F3-9E82-F16544E6A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17" y="3074996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对方程分离变量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, </a:t>
            </a:r>
          </a:p>
        </p:txBody>
      </p:sp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BDD41B92-F5BF-455B-97FD-BD6F986DAD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557262"/>
              </p:ext>
            </p:extLst>
          </p:nvPr>
        </p:nvGraphicFramePr>
        <p:xfrm>
          <a:off x="4472473" y="2960816"/>
          <a:ext cx="546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45" name="Equation" r:id="rId5" imgW="545760" imgH="723600" progId="Equation.DSMT4">
                  <p:embed/>
                </p:oleObj>
              </mc:Choice>
              <mc:Fallback>
                <p:oleObj name="Equation" r:id="rId5" imgW="545760" imgH="723600" progId="Equation.DSMT4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F9C6F2EE-9108-480C-B6D3-B2356417DF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2473" y="2960816"/>
                        <a:ext cx="546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04F674E8-AA29-4A0B-A039-32DCE609BF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699159"/>
              </p:ext>
            </p:extLst>
          </p:nvPr>
        </p:nvGraphicFramePr>
        <p:xfrm>
          <a:off x="6430391" y="3144629"/>
          <a:ext cx="266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46" name="Equation" r:id="rId7" imgW="2666880" imgH="380880" progId="Equation.DSMT4">
                  <p:embed/>
                </p:oleObj>
              </mc:Choice>
              <mc:Fallback>
                <p:oleObj name="Equation" r:id="rId7" imgW="2666880" imgH="380880" progId="Equation.DSMT4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47AD0ED3-2E57-4B94-A406-29D31646E17F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391" y="3144629"/>
                        <a:ext cx="2667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55BE4C26-9AC5-41AE-AD1A-6339FAD3E87E}"/>
              </a:ext>
            </a:extLst>
          </p:cNvPr>
          <p:cNvGrpSpPr/>
          <p:nvPr/>
        </p:nvGrpSpPr>
        <p:grpSpPr>
          <a:xfrm>
            <a:off x="553570" y="3722617"/>
            <a:ext cx="1899920" cy="461665"/>
            <a:chOff x="556260" y="3870463"/>
            <a:chExt cx="1899920" cy="461665"/>
          </a:xfrm>
        </p:grpSpPr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43375976-F3E1-4D62-A925-C1C6A1817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" y="3870463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即</a:t>
              </a:r>
            </a:p>
          </p:txBody>
        </p:sp>
        <p:graphicFrame>
          <p:nvGraphicFramePr>
            <p:cNvPr id="14" name="Object 15">
              <a:extLst>
                <a:ext uri="{FF2B5EF4-FFF2-40B4-BE49-F238E27FC236}">
                  <a16:creationId xmlns:a16="http://schemas.microsoft.com/office/drawing/2014/main" id="{2F5AA767-0E26-426E-B8DC-731E3EA548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6841146"/>
                </p:ext>
              </p:extLst>
            </p:nvPr>
          </p:nvGraphicFramePr>
          <p:xfrm>
            <a:off x="1021080" y="3903663"/>
            <a:ext cx="1435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947" name="Equation" r:id="rId9" imgW="1434960" imgH="406080" progId="Equation.DSMT4">
                    <p:embed/>
                  </p:oleObj>
                </mc:Choice>
                <mc:Fallback>
                  <p:oleObj name="Equation" r:id="rId9" imgW="1434960" imgH="406080" progId="Equation.DSMT4">
                    <p:embed/>
                    <p:pic>
                      <p:nvPicPr>
                        <p:cNvPr id="15" name="Object 15">
                          <a:extLst>
                            <a:ext uri="{FF2B5EF4-FFF2-40B4-BE49-F238E27FC236}">
                              <a16:creationId xmlns:a16="http://schemas.microsoft.com/office/drawing/2014/main" id="{73491660-3C72-459C-BCE9-96A46D1402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1080" y="3903663"/>
                          <a:ext cx="14351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16">
            <a:extLst>
              <a:ext uri="{FF2B5EF4-FFF2-40B4-BE49-F238E27FC236}">
                <a16:creationId xmlns:a16="http://schemas.microsoft.com/office/drawing/2014/main" id="{5EE860C1-B2C3-4304-9290-979121253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210" y="3725831"/>
            <a:ext cx="312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利用初始条件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, 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得</a:t>
            </a:r>
          </a:p>
        </p:txBody>
      </p:sp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2B061CEB-595F-46E4-BEA1-170A38841E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45556"/>
              </p:ext>
            </p:extLst>
          </p:nvPr>
        </p:nvGraphicFramePr>
        <p:xfrm>
          <a:off x="5260665" y="3793255"/>
          <a:ext cx="102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48" name="Equation" r:id="rId11" imgW="1028520" imgH="380880" progId="Equation.DSMT4">
                  <p:embed/>
                </p:oleObj>
              </mc:Choice>
              <mc:Fallback>
                <p:oleObj name="Equation" r:id="rId11" imgW="1028520" imgH="380880" progId="Equation.DSMT4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135B4EF1-BB04-49B1-9ADE-E96D9531AB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665" y="3793255"/>
                        <a:ext cx="1028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8">
            <a:extLst>
              <a:ext uri="{FF2B5EF4-FFF2-40B4-BE49-F238E27FC236}">
                <a16:creationId xmlns:a16="http://schemas.microsoft.com/office/drawing/2014/main" id="{0ED127E4-CFB4-431F-912E-0056CE07F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86" y="4280769"/>
            <a:ext cx="396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故所求铀的变化规律为</a:t>
            </a:r>
          </a:p>
        </p:txBody>
      </p:sp>
      <p:graphicFrame>
        <p:nvGraphicFramePr>
          <p:cNvPr id="18" name="Object 19">
            <a:extLst>
              <a:ext uri="{FF2B5EF4-FFF2-40B4-BE49-F238E27FC236}">
                <a16:creationId xmlns:a16="http://schemas.microsoft.com/office/drawing/2014/main" id="{3995A21D-D977-49CE-A045-6493DB8C33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824095"/>
              </p:ext>
            </p:extLst>
          </p:nvPr>
        </p:nvGraphicFramePr>
        <p:xfrm>
          <a:off x="3890596" y="4323334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49" name="Equation" r:id="rId13" imgW="1676160" imgH="419040" progId="Equation.DSMT4">
                  <p:embed/>
                </p:oleObj>
              </mc:Choice>
              <mc:Fallback>
                <p:oleObj name="Equation" r:id="rId13" imgW="1676160" imgH="419040" progId="Equation.DSMT4">
                  <p:embed/>
                  <p:pic>
                    <p:nvPicPr>
                      <p:cNvPr id="19" name="Object 19">
                        <a:extLst>
                          <a:ext uri="{FF2B5EF4-FFF2-40B4-BE49-F238E27FC236}">
                            <a16:creationId xmlns:a16="http://schemas.microsoft.com/office/drawing/2014/main" id="{98FF1CD9-0C57-480D-8C7B-825CD0936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596" y="4323334"/>
                        <a:ext cx="1676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">
            <a:extLst>
              <a:ext uri="{FF2B5EF4-FFF2-40B4-BE49-F238E27FC236}">
                <a16:creationId xmlns:a16="http://schemas.microsoft.com/office/drawing/2014/main" id="{65B9DF15-E4DB-4244-8EFF-FDE0179732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277509"/>
              </p:ext>
            </p:extLst>
          </p:nvPr>
        </p:nvGraphicFramePr>
        <p:xfrm>
          <a:off x="4283560" y="3083531"/>
          <a:ext cx="342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50" name="Equation" r:id="rId15" imgW="342720" imgH="507960" progId="Equation.DSMT4">
                  <p:embed/>
                </p:oleObj>
              </mc:Choice>
              <mc:Fallback>
                <p:oleObj name="Equation" r:id="rId15" imgW="342720" imgH="507960" progId="Equation.DSMT4">
                  <p:embed/>
                  <p:pic>
                    <p:nvPicPr>
                      <p:cNvPr id="20" name="Object 20">
                        <a:extLst>
                          <a:ext uri="{FF2B5EF4-FFF2-40B4-BE49-F238E27FC236}">
                            <a16:creationId xmlns:a16="http://schemas.microsoft.com/office/drawing/2014/main" id="{88C94070-4895-4719-9D79-5BA3CB8341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560" y="3083531"/>
                        <a:ext cx="342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1">
            <a:extLst>
              <a:ext uri="{FF2B5EF4-FFF2-40B4-BE49-F238E27FC236}">
                <a16:creationId xmlns:a16="http://schemas.microsoft.com/office/drawing/2014/main" id="{4F9B4D7A-455C-4207-A3F2-EEAB36597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720" y="3066063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然后积分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:</a:t>
            </a:r>
          </a:p>
        </p:txBody>
      </p:sp>
      <p:graphicFrame>
        <p:nvGraphicFramePr>
          <p:cNvPr id="21" name="Object 22">
            <a:extLst>
              <a:ext uri="{FF2B5EF4-FFF2-40B4-BE49-F238E27FC236}">
                <a16:creationId xmlns:a16="http://schemas.microsoft.com/office/drawing/2014/main" id="{B666CE83-9760-476E-8F60-ECDF06721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105314"/>
              </p:ext>
            </p:extLst>
          </p:nvPr>
        </p:nvGraphicFramePr>
        <p:xfrm>
          <a:off x="5018573" y="3163679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51" name="Equation" r:id="rId17" imgW="1447560" imgH="342720" progId="Equation.DSMT4">
                  <p:embed/>
                </p:oleObj>
              </mc:Choice>
              <mc:Fallback>
                <p:oleObj name="Equation" r:id="rId17" imgW="1447560" imgH="342720" progId="Equation.DSMT4">
                  <p:embed/>
                  <p:pic>
                    <p:nvPicPr>
                      <p:cNvPr id="22" name="Object 22">
                        <a:extLst>
                          <a:ext uri="{FF2B5EF4-FFF2-40B4-BE49-F238E27FC236}">
                            <a16:creationId xmlns:a16="http://schemas.microsoft.com/office/drawing/2014/main" id="{95AE0BC8-0FDB-4901-8FE9-8792044E3A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573" y="3163679"/>
                        <a:ext cx="1447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3">
            <a:extLst>
              <a:ext uri="{FF2B5EF4-FFF2-40B4-BE49-F238E27FC236}">
                <a16:creationId xmlns:a16="http://schemas.microsoft.com/office/drawing/2014/main" id="{FB2A7360-8B1B-4C87-9A24-A19960BF92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352070"/>
              </p:ext>
            </p:extLst>
          </p:nvPr>
        </p:nvGraphicFramePr>
        <p:xfrm>
          <a:off x="5260665" y="3054617"/>
          <a:ext cx="342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52" name="Equation" r:id="rId19" imgW="342720" imgH="507960" progId="Equation.DSMT4">
                  <p:embed/>
                </p:oleObj>
              </mc:Choice>
              <mc:Fallback>
                <p:oleObj name="Equation" r:id="rId19" imgW="342720" imgH="507960" progId="Equation.DSMT4">
                  <p:embed/>
                  <p:pic>
                    <p:nvPicPr>
                      <p:cNvPr id="23" name="Object 23">
                        <a:extLst>
                          <a:ext uri="{FF2B5EF4-FFF2-40B4-BE49-F238E27FC236}">
                            <a16:creationId xmlns:a16="http://schemas.microsoft.com/office/drawing/2014/main" id="{1916E454-A351-4CE2-8A80-1EA2009517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665" y="3054617"/>
                        <a:ext cx="342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5">
            <a:extLst>
              <a:ext uri="{FF2B5EF4-FFF2-40B4-BE49-F238E27FC236}">
                <a16:creationId xmlns:a16="http://schemas.microsoft.com/office/drawing/2014/main" id="{D9651031-10BA-45C6-8CAE-75F7097E5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910" y="75992"/>
            <a:ext cx="7543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prstClr val="black"/>
                </a:solidFill>
                <a:latin typeface="宋体"/>
                <a:ea typeface="宋体"/>
              </a:rPr>
              <a:t>已知放射性元素铀的衰变速度与当时未衰变原子的含量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D2252923-115C-4B28-A7AC-B19CEF4EF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601142"/>
              </p:ext>
            </p:extLst>
          </p:nvPr>
        </p:nvGraphicFramePr>
        <p:xfrm>
          <a:off x="88753" y="793990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53" name="Equation" r:id="rId21" imgW="342720" imgH="266400" progId="Equation.DSMT4">
                  <p:embed/>
                </p:oleObj>
              </mc:Choice>
              <mc:Fallback>
                <p:oleObj name="Equation" r:id="rId21" imgW="342720" imgH="26640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4F40E7EF-D7E8-417F-8A4A-13C32673A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8753" y="793990"/>
                        <a:ext cx="342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9EB5DBD-9128-4E0A-8D70-D3903444A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617984"/>
              </p:ext>
            </p:extLst>
          </p:nvPr>
        </p:nvGraphicFramePr>
        <p:xfrm>
          <a:off x="2323339" y="794192"/>
          <a:ext cx="584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54" name="Equation" r:id="rId23" imgW="583920" imgH="279360" progId="Equation.DSMT4">
                  <p:embed/>
                </p:oleObj>
              </mc:Choice>
              <mc:Fallback>
                <p:oleObj name="Equation" r:id="rId23" imgW="583920" imgH="27936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7ECBF20F-C5C6-4589-A742-682AC0FCC5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323339" y="794192"/>
                        <a:ext cx="584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2772FA5-B990-43C3-B99E-B8D0867EFB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123456"/>
              </p:ext>
            </p:extLst>
          </p:nvPr>
        </p:nvGraphicFramePr>
        <p:xfrm>
          <a:off x="80051" y="1256526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55" name="Equation" r:id="rId25" imgW="660240" imgH="342720" progId="Equation.DSMT4">
                  <p:embed/>
                </p:oleObj>
              </mc:Choice>
              <mc:Fallback>
                <p:oleObj name="Equation" r:id="rId25" imgW="660240" imgH="34272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3B0D24D1-4E83-4644-8D2F-43C800F9B2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0051" y="1256526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8A79CAE5-4B09-45B4-ACCB-56CC2E11EE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408096"/>
              </p:ext>
            </p:extLst>
          </p:nvPr>
        </p:nvGraphicFramePr>
        <p:xfrm>
          <a:off x="1860466" y="1301080"/>
          <a:ext cx="127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56" name="Equation" r:id="rId27" imgW="126720" imgH="241200" progId="Equation.DSMT4">
                  <p:embed/>
                </p:oleObj>
              </mc:Choice>
              <mc:Fallback>
                <p:oleObj name="Equation" r:id="rId27" imgW="126720" imgH="24120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CFB3CAF5-836E-4BE6-B3C5-C932C7E92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860466" y="1301080"/>
                        <a:ext cx="127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0532C1C6-0B2F-4959-890B-419774AAE4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784730"/>
              </p:ext>
            </p:extLst>
          </p:nvPr>
        </p:nvGraphicFramePr>
        <p:xfrm>
          <a:off x="3020969" y="1542207"/>
          <a:ext cx="2819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957" name="Equation" r:id="rId29" imgW="2819160" imgH="1371600" progId="Equation.DSMT4">
                  <p:embed/>
                </p:oleObj>
              </mc:Choice>
              <mc:Fallback>
                <p:oleObj name="Equation" r:id="rId29" imgW="2819160" imgH="1371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5B64A8EE-D056-464A-8E58-FBB9C6236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020969" y="1542207"/>
                        <a:ext cx="281940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2664B151-5802-48FC-A67D-26A8EF72E14F}"/>
              </a:ext>
            </a:extLst>
          </p:cNvPr>
          <p:cNvGrpSpPr/>
          <p:nvPr/>
        </p:nvGrpSpPr>
        <p:grpSpPr>
          <a:xfrm>
            <a:off x="6671162" y="1093130"/>
            <a:ext cx="2144713" cy="1914524"/>
            <a:chOff x="6673852" y="1240976"/>
            <a:chExt cx="2144713" cy="1914524"/>
          </a:xfrm>
        </p:grpSpPr>
        <p:grpSp>
          <p:nvGrpSpPr>
            <p:cNvPr id="31" name="Group 28">
              <a:extLst>
                <a:ext uri="{FF2B5EF4-FFF2-40B4-BE49-F238E27FC236}">
                  <a16:creationId xmlns:a16="http://schemas.microsoft.com/office/drawing/2014/main" id="{D30853D8-7BDA-4B44-9889-7A1CD0F35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73852" y="1240976"/>
              <a:ext cx="2144713" cy="1914524"/>
              <a:chOff x="4217" y="2561"/>
              <a:chExt cx="1351" cy="1206"/>
            </a:xfrm>
          </p:grpSpPr>
          <p:sp>
            <p:nvSpPr>
              <p:cNvPr id="33" name="Line 29">
                <a:extLst>
                  <a:ext uri="{FF2B5EF4-FFF2-40B4-BE49-F238E27FC236}">
                    <a16:creationId xmlns:a16="http://schemas.microsoft.com/office/drawing/2014/main" id="{12E31470-FDA8-4DE7-8166-801C294934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627"/>
                <a:ext cx="1104" cy="0"/>
              </a:xfrm>
              <a:prstGeom prst="line">
                <a:avLst/>
              </a:prstGeom>
              <a:noFill/>
              <a:ln w="19050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endParaRPr>
              </a:p>
            </p:txBody>
          </p:sp>
          <p:sp>
            <p:nvSpPr>
              <p:cNvPr id="34" name="Line 30">
                <a:extLst>
                  <a:ext uri="{FF2B5EF4-FFF2-40B4-BE49-F238E27FC236}">
                    <a16:creationId xmlns:a16="http://schemas.microsoft.com/office/drawing/2014/main" id="{035440E8-D05C-406E-97C1-79AA23655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64" y="2715"/>
                <a:ext cx="0" cy="912"/>
              </a:xfrm>
              <a:prstGeom prst="line">
                <a:avLst/>
              </a:prstGeom>
              <a:noFill/>
              <a:ln w="19050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endParaRPr>
              </a:p>
            </p:txBody>
          </p:sp>
          <p:graphicFrame>
            <p:nvGraphicFramePr>
              <p:cNvPr id="35" name="Object 31">
                <a:extLst>
                  <a:ext uri="{FF2B5EF4-FFF2-40B4-BE49-F238E27FC236}">
                    <a16:creationId xmlns:a16="http://schemas.microsoft.com/office/drawing/2014/main" id="{51034B4D-9B42-4660-A4A2-3A1E246F4B1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27" y="2561"/>
              <a:ext cx="19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58" name="Equation" r:id="rId31" imgW="304560" imgH="228600" progId="Equation.DSMT4">
                      <p:embed/>
                    </p:oleObj>
                  </mc:Choice>
                  <mc:Fallback>
                    <p:oleObj name="Equation" r:id="rId31" imgW="304560" imgH="228600" progId="Equation.DSMT4">
                      <p:embed/>
                      <p:pic>
                        <p:nvPicPr>
                          <p:cNvPr id="32" name="Object 31">
                            <a:extLst>
                              <a:ext uri="{FF2B5EF4-FFF2-40B4-BE49-F238E27FC236}">
                                <a16:creationId xmlns:a16="http://schemas.microsoft.com/office/drawing/2014/main" id="{033316B2-E7F4-4053-AC23-50861BB4E7E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7" y="2561"/>
                            <a:ext cx="19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Object 32">
                <a:extLst>
                  <a:ext uri="{FF2B5EF4-FFF2-40B4-BE49-F238E27FC236}">
                    <a16:creationId xmlns:a16="http://schemas.microsoft.com/office/drawing/2014/main" id="{760E6124-34E9-4968-80FC-A2AE3344BE4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17" y="2914"/>
              <a:ext cx="22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59" name="Equation" r:id="rId33" imgW="355320" imgH="330120" progId="Equation.DSMT4">
                      <p:embed/>
                    </p:oleObj>
                  </mc:Choice>
                  <mc:Fallback>
                    <p:oleObj name="Equation" r:id="rId33" imgW="355320" imgH="330120" progId="Equation.DSMT4">
                      <p:embed/>
                      <p:pic>
                        <p:nvPicPr>
                          <p:cNvPr id="33" name="Object 32">
                            <a:extLst>
                              <a:ext uri="{FF2B5EF4-FFF2-40B4-BE49-F238E27FC236}">
                                <a16:creationId xmlns:a16="http://schemas.microsoft.com/office/drawing/2014/main" id="{FF54A4E7-09B1-4641-974B-DBC7F96981D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17" y="2914"/>
                            <a:ext cx="22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33">
                <a:extLst>
                  <a:ext uri="{FF2B5EF4-FFF2-40B4-BE49-F238E27FC236}">
                    <a16:creationId xmlns:a16="http://schemas.microsoft.com/office/drawing/2014/main" id="{B68830DC-E3DA-44C6-A5F3-05DE44B4E3B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55" y="3631"/>
              <a:ext cx="72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60" name="Equation" r:id="rId35" imgW="114120" imgH="215640" progId="Equation.DSMT4">
                      <p:embed/>
                    </p:oleObj>
                  </mc:Choice>
                  <mc:Fallback>
                    <p:oleObj name="Equation" r:id="rId35" imgW="114120" imgH="215640" progId="Equation.DSMT4">
                      <p:embed/>
                      <p:pic>
                        <p:nvPicPr>
                          <p:cNvPr id="34" name="Object 33">
                            <a:extLst>
                              <a:ext uri="{FF2B5EF4-FFF2-40B4-BE49-F238E27FC236}">
                                <a16:creationId xmlns:a16="http://schemas.microsoft.com/office/drawing/2014/main" id="{A36D03D9-F3F6-4B3D-B982-93F7E19557A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5" y="3631"/>
                            <a:ext cx="72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Freeform 34">
                <a:extLst>
                  <a:ext uri="{FF2B5EF4-FFF2-40B4-BE49-F238E27FC236}">
                    <a16:creationId xmlns:a16="http://schemas.microsoft.com/office/drawing/2014/main" id="{0BA8656D-014C-4BDF-B1F2-AC40857EE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3003"/>
                <a:ext cx="912" cy="576"/>
              </a:xfrm>
              <a:custGeom>
                <a:avLst/>
                <a:gdLst>
                  <a:gd name="T0" fmla="*/ 0 w 912"/>
                  <a:gd name="T1" fmla="*/ 0 h 576"/>
                  <a:gd name="T2" fmla="*/ 288 w 912"/>
                  <a:gd name="T3" fmla="*/ 384 h 576"/>
                  <a:gd name="T4" fmla="*/ 912 w 912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2" h="576">
                    <a:moveTo>
                      <a:pt x="0" y="0"/>
                    </a:moveTo>
                    <a:cubicBezTo>
                      <a:pt x="68" y="144"/>
                      <a:pt x="136" y="288"/>
                      <a:pt x="288" y="384"/>
                    </a:cubicBezTo>
                    <a:cubicBezTo>
                      <a:pt x="440" y="480"/>
                      <a:pt x="676" y="528"/>
                      <a:pt x="912" y="576"/>
                    </a:cubicBez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endParaRPr>
              </a:p>
            </p:txBody>
          </p:sp>
        </p:grp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8EC4F33B-7563-4A08-9697-1E36F39CA3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5960311"/>
                </p:ext>
              </p:extLst>
            </p:nvPr>
          </p:nvGraphicFramePr>
          <p:xfrm>
            <a:off x="6711424" y="2794596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961" name="Equation" r:id="rId37" imgW="228600" imgH="241200" progId="Equation.DSMT4">
                    <p:embed/>
                  </p:oleObj>
                </mc:Choice>
                <mc:Fallback>
                  <p:oleObj name="Equation" r:id="rId37" imgW="228600" imgH="24120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8A819067-1F57-4DE7-9DCC-C7EC5F5F6D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6711424" y="2794596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4453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5" grpId="0"/>
      <p:bldP spid="17" grpId="0"/>
      <p:bldP spid="2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EEC1AA-595D-4416-9102-563A79F1D5F5}"/>
              </a:ext>
            </a:extLst>
          </p:cNvPr>
          <p:cNvSpPr txBox="1"/>
          <p:nvPr/>
        </p:nvSpPr>
        <p:spPr>
          <a:xfrm>
            <a:off x="179512" y="0"/>
            <a:ext cx="5688632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   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7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设降落伞从跳伞塔下落后，所受空气阻力与速度成正比，并设降落伞离开跳伞塔时速度为零，求降落伞下落速度与时间的函数关系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EE8E4C2-1CEA-474D-9FBD-CEB5F8EF2E59}"/>
              </a:ext>
            </a:extLst>
          </p:cNvPr>
          <p:cNvGrpSpPr/>
          <p:nvPr/>
        </p:nvGrpSpPr>
        <p:grpSpPr>
          <a:xfrm>
            <a:off x="5838088" y="46360"/>
            <a:ext cx="3140066" cy="1995686"/>
            <a:chOff x="5750926" y="987574"/>
            <a:chExt cx="3140066" cy="199568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88BC52E-17E9-4F7F-9063-0EACADF5C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0926" y="987574"/>
              <a:ext cx="3140066" cy="1995686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2F7EE4A-1CCE-4194-9342-20598B164D69}"/>
                </a:ext>
              </a:extLst>
            </p:cNvPr>
            <p:cNvSpPr/>
            <p:nvPr/>
          </p:nvSpPr>
          <p:spPr>
            <a:xfrm>
              <a:off x="7137490" y="2427734"/>
              <a:ext cx="432048" cy="288032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364AB43-009F-4168-A15D-4329B9D5F152}"/>
              </a:ext>
            </a:extLst>
          </p:cNvPr>
          <p:cNvCxnSpPr/>
          <p:nvPr/>
        </p:nvCxnSpPr>
        <p:spPr>
          <a:xfrm>
            <a:off x="149456" y="3730003"/>
            <a:ext cx="8639472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AC7E162-23CB-4A49-8E5B-45A14514A611}"/>
              </a:ext>
            </a:extLst>
          </p:cNvPr>
          <p:cNvSpPr txBox="1"/>
          <p:nvPr/>
        </p:nvSpPr>
        <p:spPr>
          <a:xfrm>
            <a:off x="132738" y="3730003"/>
            <a:ext cx="880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提示：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FE03C5-696B-4F07-AB47-A2BAD7C10EA8}"/>
              </a:ext>
            </a:extLst>
          </p:cNvPr>
          <p:cNvSpPr txBox="1"/>
          <p:nvPr/>
        </p:nvSpPr>
        <p:spPr>
          <a:xfrm>
            <a:off x="770880" y="2378946"/>
            <a:ext cx="72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AF357DB-8D5F-4580-93EA-518FBF69224D}"/>
              </a:ext>
            </a:extLst>
          </p:cNvPr>
          <p:cNvGrpSpPr/>
          <p:nvPr/>
        </p:nvGrpSpPr>
        <p:grpSpPr>
          <a:xfrm>
            <a:off x="1270257" y="2398153"/>
            <a:ext cx="3447030" cy="461665"/>
            <a:chOff x="1340995" y="2660854"/>
            <a:chExt cx="3447030" cy="46166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50BDD24-A791-44AF-A399-DAEA53647C20}"/>
                </a:ext>
              </a:extLst>
            </p:cNvPr>
            <p:cNvSpPr txBox="1"/>
            <p:nvPr/>
          </p:nvSpPr>
          <p:spPr>
            <a:xfrm>
              <a:off x="1340995" y="2660854"/>
              <a:ext cx="3014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  <a:cs typeface="+mn-cs"/>
                </a:rPr>
                <a:t>设降落伞下降速度为</a:t>
              </a:r>
            </a:p>
          </p:txBody>
        </p: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2D9E4E0F-14A8-4250-9192-2A4ADB8DC75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229225" y="2752289"/>
            <a:ext cx="558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554" name="Equation" r:id="rId4" imgW="558720" imgH="342720" progId="Equation.DSMT4">
                    <p:embed/>
                  </p:oleObj>
                </mc:Choice>
                <mc:Fallback>
                  <p:oleObj name="Equation" r:id="rId4" imgW="558720" imgH="342720" progId="Equation.DSMT4">
                    <p:embed/>
                    <p:pic>
                      <p:nvPicPr>
                        <p:cNvPr id="11" name="Object 24">
                          <a:extLst>
                            <a:ext uri="{FF2B5EF4-FFF2-40B4-BE49-F238E27FC236}">
                              <a16:creationId xmlns:a16="http://schemas.microsoft.com/office/drawing/2014/main" id="{2D9E4E0F-14A8-4250-9192-2A4ADB8DC7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9225" y="2752289"/>
                          <a:ext cx="5588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034B37BD-B3DE-4AB6-8F6D-A9B8F0F59999}"/>
              </a:ext>
            </a:extLst>
          </p:cNvPr>
          <p:cNvSpPr txBox="1"/>
          <p:nvPr/>
        </p:nvSpPr>
        <p:spPr>
          <a:xfrm>
            <a:off x="1279423" y="3072865"/>
            <a:ext cx="301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根据题意得初值问题：</a:t>
            </a: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A92132B6-8782-4E41-8C21-D202DAF84FA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853733" y="2398153"/>
          <a:ext cx="21082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555" name="Equation" r:id="rId6" imgW="2108160" imgH="1244520" progId="Equation.DSMT4">
                  <p:embed/>
                </p:oleObj>
              </mc:Choice>
              <mc:Fallback>
                <p:oleObj name="Equation" r:id="rId6" imgW="2108160" imgH="124452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A92132B6-8782-4E41-8C21-D202DAF84F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3733" y="2398153"/>
                        <a:ext cx="2108200" cy="124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6B6C8CC3-1FE0-439D-B9DA-E73C27949C4D}"/>
              </a:ext>
            </a:extLst>
          </p:cNvPr>
          <p:cNvSpPr txBox="1"/>
          <p:nvPr/>
        </p:nvSpPr>
        <p:spPr>
          <a:xfrm>
            <a:off x="1157568" y="3710796"/>
            <a:ext cx="301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降落伞所受力为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642650A-F3F4-4D2E-8FAC-FFC8912687A7}"/>
              </a:ext>
            </a:extLst>
          </p:cNvPr>
          <p:cNvCxnSpPr/>
          <p:nvPr/>
        </p:nvCxnSpPr>
        <p:spPr>
          <a:xfrm>
            <a:off x="7440676" y="1486520"/>
            <a:ext cx="0" cy="750139"/>
          </a:xfrm>
          <a:prstGeom prst="straightConnector1">
            <a:avLst/>
          </a:prstGeom>
          <a:noFill/>
          <a:ln w="9525" cap="flat" cmpd="sng" algn="ctr">
            <a:solidFill>
              <a:srgbClr val="0064FF"/>
            </a:solidFill>
            <a:prstDash val="solid"/>
            <a:tailEnd type="triangle"/>
          </a:ln>
          <a:effectLst/>
        </p:spPr>
      </p:cxn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773C3DE4-7E30-4F08-AC35-66F77C33E4E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05650" y="2091824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556" name="Equation" r:id="rId8" imgW="965160" imgH="342720" progId="Equation.DSMT4">
                  <p:embed/>
                </p:oleObj>
              </mc:Choice>
              <mc:Fallback>
                <p:oleObj name="Equation" r:id="rId8" imgW="965160" imgH="34272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773C3DE4-7E30-4F08-AC35-66F77C33E4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650" y="2091824"/>
                        <a:ext cx="965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389ABEF-127B-4966-BC7C-15F421FE027B}"/>
              </a:ext>
            </a:extLst>
          </p:cNvPr>
          <p:cNvCxnSpPr/>
          <p:nvPr/>
        </p:nvCxnSpPr>
        <p:spPr>
          <a:xfrm flipV="1">
            <a:off x="7440676" y="910455"/>
            <a:ext cx="0" cy="576065"/>
          </a:xfrm>
          <a:prstGeom prst="straightConnector1">
            <a:avLst/>
          </a:prstGeom>
          <a:noFill/>
          <a:ln w="9525" cap="flat" cmpd="sng" algn="ctr">
            <a:solidFill>
              <a:srgbClr val="0064FF"/>
            </a:solidFill>
            <a:prstDash val="solid"/>
            <a:tailEnd type="triangle"/>
          </a:ln>
          <a:effectLst/>
        </p:spPr>
      </p:cxn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D127E02F-4ADD-4A22-ABAC-DB803A40D74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87786" y="854743"/>
          <a:ext cx="825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557" name="Equation" r:id="rId10" imgW="825480" imgH="279360" progId="Equation.DSMT4">
                  <p:embed/>
                </p:oleObj>
              </mc:Choice>
              <mc:Fallback>
                <p:oleObj name="Equation" r:id="rId10" imgW="825480" imgH="27936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D127E02F-4ADD-4A22-ABAC-DB803A40D7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7786" y="854743"/>
                        <a:ext cx="8255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B341B650-5427-40D3-A66A-D71783B23A1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21864" y="3817379"/>
          <a:ext cx="151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558" name="Equation" r:id="rId12" imgW="1511280" imgH="342720" progId="Equation.DSMT4">
                  <p:embed/>
                </p:oleObj>
              </mc:Choice>
              <mc:Fallback>
                <p:oleObj name="Equation" r:id="rId12" imgW="1511280" imgH="34272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B341B650-5427-40D3-A66A-D71783B23A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864" y="3817379"/>
                        <a:ext cx="1511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3FCE9380-20C1-490A-AF39-186327C54341}"/>
              </a:ext>
            </a:extLst>
          </p:cNvPr>
          <p:cNvSpPr txBox="1"/>
          <p:nvPr/>
        </p:nvSpPr>
        <p:spPr>
          <a:xfrm>
            <a:off x="5455868" y="3723253"/>
            <a:ext cx="301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k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为比例系数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)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/>
              <a:ea typeface="宋体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2EE45F-3133-4AA2-88DE-B07C226050EC}"/>
              </a:ext>
            </a:extLst>
          </p:cNvPr>
          <p:cNvSpPr txBox="1"/>
          <p:nvPr/>
        </p:nvSpPr>
        <p:spPr>
          <a:xfrm>
            <a:off x="1157568" y="4297735"/>
            <a:ext cx="301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牛顿第二运动定律</a:t>
            </a:r>
          </a:p>
        </p:txBody>
      </p: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6C459976-6361-4977-B031-6E5DC526F8D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21864" y="4404714"/>
          <a:ext cx="952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559" name="Equation" r:id="rId14" imgW="952200" imgH="279360" progId="Equation.DSMT4">
                  <p:embed/>
                </p:oleObj>
              </mc:Choice>
              <mc:Fallback>
                <p:oleObj name="Equation" r:id="rId14" imgW="952200" imgH="27936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6C459976-6361-4977-B031-6E5DC526F8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864" y="4404714"/>
                        <a:ext cx="9525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911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4" grpId="0"/>
      <p:bldP spid="20" grpId="0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921E547-2B74-412E-BBCD-57E964911035}"/>
              </a:ext>
            </a:extLst>
          </p:cNvPr>
          <p:cNvSpPr txBox="1"/>
          <p:nvPr/>
        </p:nvSpPr>
        <p:spPr>
          <a:xfrm>
            <a:off x="251520" y="123478"/>
            <a:ext cx="5040560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   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7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设降落伞从跳伞塔下落后，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所受空气阻力与速度成正比，并设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降落伞离开跳伞塔时速度为零，求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降落伞下落速度与时间的函数关系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.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CEFA39-FB56-4387-BA02-3F45BC677F19}"/>
              </a:ext>
            </a:extLst>
          </p:cNvPr>
          <p:cNvSpPr txBox="1"/>
          <p:nvPr/>
        </p:nvSpPr>
        <p:spPr>
          <a:xfrm>
            <a:off x="899592" y="2356313"/>
            <a:ext cx="72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D88E19C-0FC7-4935-88CA-A34122632051}"/>
              </a:ext>
            </a:extLst>
          </p:cNvPr>
          <p:cNvGrpSpPr/>
          <p:nvPr/>
        </p:nvGrpSpPr>
        <p:grpSpPr>
          <a:xfrm>
            <a:off x="1331640" y="2367386"/>
            <a:ext cx="3433492" cy="461665"/>
            <a:chOff x="1340995" y="2660854"/>
            <a:chExt cx="3433492" cy="46166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A1BCD98-D960-445B-BA8D-2A71A924C21A}"/>
                </a:ext>
              </a:extLst>
            </p:cNvPr>
            <p:cNvSpPr txBox="1"/>
            <p:nvPr/>
          </p:nvSpPr>
          <p:spPr>
            <a:xfrm>
              <a:off x="1340995" y="2660854"/>
              <a:ext cx="3014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设降落伞下降速度为</a:t>
              </a:r>
            </a:p>
          </p:txBody>
        </p:sp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B7A1305C-1D7B-4BC3-B479-8B859AE23D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6169018"/>
                </p:ext>
              </p:extLst>
            </p:nvPr>
          </p:nvGraphicFramePr>
          <p:xfrm>
            <a:off x="4215687" y="2744273"/>
            <a:ext cx="558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706" name="Equation" r:id="rId3" imgW="558720" imgH="342720" progId="Equation.DSMT4">
                    <p:embed/>
                  </p:oleObj>
                </mc:Choice>
                <mc:Fallback>
                  <p:oleObj name="Equation" r:id="rId3" imgW="558720" imgH="342720" progId="Equation.DSMT4">
                    <p:embed/>
                    <p:pic>
                      <p:nvPicPr>
                        <p:cNvPr id="41" name="Object 24">
                          <a:extLst>
                            <a:ext uri="{FF2B5EF4-FFF2-40B4-BE49-F238E27FC236}">
                              <a16:creationId xmlns:a16="http://schemas.microsoft.com/office/drawing/2014/main" id="{6194D661-18E8-4682-A27E-3A661A8934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5687" y="2744273"/>
                          <a:ext cx="5588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2CC023A-34BE-49F1-9F7D-5D5FE127666B}"/>
              </a:ext>
            </a:extLst>
          </p:cNvPr>
          <p:cNvSpPr txBox="1"/>
          <p:nvPr/>
        </p:nvSpPr>
        <p:spPr>
          <a:xfrm>
            <a:off x="198892" y="3256315"/>
            <a:ext cx="151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初值问题：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A0CB925C-341F-49C2-B3E6-BF886B412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525763"/>
              </p:ext>
            </p:extLst>
          </p:nvPr>
        </p:nvGraphicFramePr>
        <p:xfrm>
          <a:off x="1743721" y="2910579"/>
          <a:ext cx="21082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07" name="Equation" r:id="rId5" imgW="2108160" imgH="1244520" progId="Equation.DSMT4">
                  <p:embed/>
                </p:oleObj>
              </mc:Choice>
              <mc:Fallback>
                <p:oleObj name="Equation" r:id="rId5" imgW="2108160" imgH="1244520" progId="Equation.DSMT4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B51C4C5A-3E2D-4A0C-BD8D-9DA4C2CCB9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721" y="2910579"/>
                        <a:ext cx="2108200" cy="124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33740A3-D63F-4D07-BE26-A1E684924B3E}"/>
              </a:ext>
            </a:extLst>
          </p:cNvPr>
          <p:cNvCxnSpPr/>
          <p:nvPr/>
        </p:nvCxnSpPr>
        <p:spPr>
          <a:xfrm>
            <a:off x="5196042" y="283239"/>
            <a:ext cx="0" cy="4392488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E695221-FFBF-4F50-BA53-7F87057BCF65}"/>
              </a:ext>
            </a:extLst>
          </p:cNvPr>
          <p:cNvSpPr txBox="1"/>
          <p:nvPr/>
        </p:nvSpPr>
        <p:spPr>
          <a:xfrm>
            <a:off x="172695" y="4224591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方程分离变量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700DA4-75CF-4C52-8E38-EF1F908CC4A9}"/>
              </a:ext>
            </a:extLst>
          </p:cNvPr>
          <p:cNvSpPr txBox="1"/>
          <p:nvPr/>
        </p:nvSpPr>
        <p:spPr>
          <a:xfrm>
            <a:off x="2002046" y="4214062"/>
            <a:ext cx="1156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并积分</a:t>
            </a: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82440D62-567A-40ED-A404-06D8087838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441451"/>
              </p:ext>
            </p:extLst>
          </p:nvPr>
        </p:nvGraphicFramePr>
        <p:xfrm>
          <a:off x="6331135" y="163864"/>
          <a:ext cx="1625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08" name="Equation" r:id="rId7" imgW="1625400" imgH="787320" progId="Equation.DSMT4">
                  <p:embed/>
                </p:oleObj>
              </mc:Choice>
              <mc:Fallback>
                <p:oleObj name="Equation" r:id="rId7" imgW="1625400" imgH="78732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80C9E215-D55A-43BD-9E0E-E3C27DBD62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1135" y="163864"/>
                        <a:ext cx="16256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04409F10-DDF6-4E62-AF65-5B7F059FF0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817764"/>
              </p:ext>
            </p:extLst>
          </p:nvPr>
        </p:nvGraphicFramePr>
        <p:xfrm>
          <a:off x="6235700" y="164219"/>
          <a:ext cx="2044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09" name="Equation" r:id="rId9" imgW="2044440" imgH="787320" progId="Equation.DSMT4">
                  <p:embed/>
                </p:oleObj>
              </mc:Choice>
              <mc:Fallback>
                <p:oleObj name="Equation" r:id="rId9" imgW="2044440" imgH="78732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3D714C4F-8E9F-4608-9826-09EEB0C199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164219"/>
                        <a:ext cx="2044700" cy="787400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8FF7CC3D-E8ED-447F-AB26-8E487C13F691}"/>
              </a:ext>
            </a:extLst>
          </p:cNvPr>
          <p:cNvSpPr txBox="1"/>
          <p:nvPr/>
        </p:nvSpPr>
        <p:spPr>
          <a:xfrm>
            <a:off x="7735399" y="944263"/>
            <a:ext cx="504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得</a:t>
            </a:r>
          </a:p>
        </p:txBody>
      </p: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052B1B28-5DD9-4D01-BBC0-153E7BF6C8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177318"/>
              </p:ext>
            </p:extLst>
          </p:nvPr>
        </p:nvGraphicFramePr>
        <p:xfrm>
          <a:off x="5495925" y="1473907"/>
          <a:ext cx="307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10" name="Equation" r:id="rId11" imgW="3073320" imgH="736560" progId="Equation.DSMT4">
                  <p:embed/>
                </p:oleObj>
              </mc:Choice>
              <mc:Fallback>
                <p:oleObj name="Equation" r:id="rId11" imgW="3073320" imgH="73656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34ECE730-F0CF-415D-A5D8-E9A7A7D88C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5925" y="1473907"/>
                        <a:ext cx="30734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7E4022ED-3F91-48C3-8B9B-E15EADB2ABD5}"/>
              </a:ext>
            </a:extLst>
          </p:cNvPr>
          <p:cNvSpPr txBox="1"/>
          <p:nvPr/>
        </p:nvSpPr>
        <p:spPr>
          <a:xfrm>
            <a:off x="5196899" y="2447621"/>
            <a:ext cx="504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即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2AD058-2727-48B9-93E0-97BA0AD86925}"/>
              </a:ext>
            </a:extLst>
          </p:cNvPr>
          <p:cNvSpPr txBox="1"/>
          <p:nvPr/>
        </p:nvSpPr>
        <p:spPr>
          <a:xfrm>
            <a:off x="5198248" y="969648"/>
            <a:ext cx="1282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考虑到</a:t>
            </a: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3E01AB73-2163-46FE-9EDA-B1A63FAEDD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622344"/>
              </p:ext>
            </p:extLst>
          </p:nvPr>
        </p:nvGraphicFramePr>
        <p:xfrm>
          <a:off x="6283775" y="1042984"/>
          <a:ext cx="1498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11" name="Equation" r:id="rId13" imgW="1498320" imgH="342720" progId="Equation.DSMT4">
                  <p:embed/>
                </p:oleObj>
              </mc:Choice>
              <mc:Fallback>
                <p:oleObj name="Equation" r:id="rId13" imgW="1498320" imgH="342720" progId="Equation.DSMT4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F76E4C6F-5DDA-4AA4-BD93-C44BE549B6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775" y="1042984"/>
                        <a:ext cx="14986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9F3078C1-C1BE-490E-92E3-2D5471D771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664741"/>
              </p:ext>
            </p:extLst>
          </p:nvPr>
        </p:nvGraphicFramePr>
        <p:xfrm>
          <a:off x="5573713" y="2254957"/>
          <a:ext cx="3492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12" name="Equation" r:id="rId15" imgW="3492360" imgH="787320" progId="Equation.DSMT4">
                  <p:embed/>
                </p:oleObj>
              </mc:Choice>
              <mc:Fallback>
                <p:oleObj name="Equation" r:id="rId15" imgW="3492360" imgH="787320" progId="Equation.DSMT4">
                  <p:embed/>
                  <p:pic>
                    <p:nvPicPr>
                      <p:cNvPr id="49" name="Object 24">
                        <a:extLst>
                          <a:ext uri="{FF2B5EF4-FFF2-40B4-BE49-F238E27FC236}">
                            <a16:creationId xmlns:a16="http://schemas.microsoft.com/office/drawing/2014/main" id="{BE248A1B-90CA-4F28-8A26-5529550C3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13" y="2254957"/>
                        <a:ext cx="3492500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6EEFD93C-02D3-47DA-B922-8166FD7C62EA}"/>
              </a:ext>
            </a:extLst>
          </p:cNvPr>
          <p:cNvGrpSpPr/>
          <p:nvPr/>
        </p:nvGrpSpPr>
        <p:grpSpPr>
          <a:xfrm>
            <a:off x="5196042" y="3277904"/>
            <a:ext cx="1491275" cy="461665"/>
            <a:chOff x="5329519" y="3570534"/>
            <a:chExt cx="1491275" cy="461665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9857ABF-0F2B-4365-85F0-1B51F1C8C9DC}"/>
                </a:ext>
              </a:extLst>
            </p:cNvPr>
            <p:cNvSpPr txBox="1"/>
            <p:nvPr/>
          </p:nvSpPr>
          <p:spPr>
            <a:xfrm>
              <a:off x="5329519" y="3570534"/>
              <a:ext cx="5040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由</a:t>
              </a:r>
            </a:p>
          </p:txBody>
        </p:sp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4621A060-AEDC-4F40-8AFA-A6D6AF7352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0193747"/>
                </p:ext>
              </p:extLst>
            </p:nvPr>
          </p:nvGraphicFramePr>
          <p:xfrm>
            <a:off x="5753994" y="3667711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713" name="Equation" r:id="rId17" imgW="1066680" imgH="342720" progId="Equation.DSMT4">
                    <p:embed/>
                  </p:oleObj>
                </mc:Choice>
                <mc:Fallback>
                  <p:oleObj name="Equation" r:id="rId17" imgW="1066680" imgH="342720" progId="Equation.DSMT4">
                    <p:embed/>
                    <p:pic>
                      <p:nvPicPr>
                        <p:cNvPr id="57" name="Object 24">
                          <a:extLst>
                            <a:ext uri="{FF2B5EF4-FFF2-40B4-BE49-F238E27FC236}">
                              <a16:creationId xmlns:a16="http://schemas.microsoft.com/office/drawing/2014/main" id="{C084425D-BFC3-44A8-8E25-6C3F6673AA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3994" y="3667711"/>
                          <a:ext cx="10668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04AA772D-0C08-4917-8645-A074A024CF86}"/>
              </a:ext>
            </a:extLst>
          </p:cNvPr>
          <p:cNvSpPr txBox="1"/>
          <p:nvPr/>
        </p:nvSpPr>
        <p:spPr>
          <a:xfrm>
            <a:off x="6659089" y="3277904"/>
            <a:ext cx="504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得</a:t>
            </a:r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5CCCED83-760D-4AD1-A7C0-5DDFB3811B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65171"/>
              </p:ext>
            </p:extLst>
          </p:nvPr>
        </p:nvGraphicFramePr>
        <p:xfrm>
          <a:off x="7081349" y="3151727"/>
          <a:ext cx="130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14" name="Equation" r:id="rId19" imgW="1307880" imgH="736560" progId="Equation.DSMT4">
                  <p:embed/>
                </p:oleObj>
              </mc:Choice>
              <mc:Fallback>
                <p:oleObj name="Equation" r:id="rId19" imgW="1307880" imgH="736560" progId="Equation.DSMT4">
                  <p:embed/>
                  <p:pic>
                    <p:nvPicPr>
                      <p:cNvPr id="59" name="Object 24">
                        <a:extLst>
                          <a:ext uri="{FF2B5EF4-FFF2-40B4-BE49-F238E27FC236}">
                            <a16:creationId xmlns:a16="http://schemas.microsoft.com/office/drawing/2014/main" id="{5D9FA386-C837-4949-BEC2-95D9F6ABC3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1349" y="3151727"/>
                        <a:ext cx="13081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2502C40F-882B-4BAA-AECD-10DF0597DD25}"/>
              </a:ext>
            </a:extLst>
          </p:cNvPr>
          <p:cNvSpPr txBox="1"/>
          <p:nvPr/>
        </p:nvSpPr>
        <p:spPr>
          <a:xfrm>
            <a:off x="5197962" y="4051195"/>
            <a:ext cx="826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于是</a:t>
            </a:r>
          </a:p>
        </p:txBody>
      </p:sp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DDDDAEE0-1A99-43B2-B014-A9785954A3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276068"/>
              </p:ext>
            </p:extLst>
          </p:nvPr>
        </p:nvGraphicFramePr>
        <p:xfrm>
          <a:off x="5960527" y="3888327"/>
          <a:ext cx="2082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15" name="Equation" r:id="rId21" imgW="2082600" imgH="787320" progId="Equation.DSMT4">
                  <p:embed/>
                </p:oleObj>
              </mc:Choice>
              <mc:Fallback>
                <p:oleObj name="Equation" r:id="rId21" imgW="2082600" imgH="787320" progId="Equation.DSMT4">
                  <p:embed/>
                  <p:pic>
                    <p:nvPicPr>
                      <p:cNvPr id="61" name="Object 24">
                        <a:extLst>
                          <a:ext uri="{FF2B5EF4-FFF2-40B4-BE49-F238E27FC236}">
                            <a16:creationId xmlns:a16="http://schemas.microsoft.com/office/drawing/2014/main" id="{E8DC274D-229A-49E3-A66C-31B8BFA1C3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0527" y="3888327"/>
                        <a:ext cx="2082800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99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6" grpId="0"/>
      <p:bldP spid="17" grpId="0"/>
      <p:bldP spid="23" grpId="0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5BF1E218-23D0-43B5-A944-24763F5A5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584" y="904081"/>
            <a:ext cx="69867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/>
            <a:r>
              <a:rPr lang="en-US" altLang="zh-CN" b="1" dirty="0">
                <a:solidFill>
                  <a:prstClr val="black"/>
                </a:solidFill>
                <a:latin typeface="Times New Roman"/>
                <a:ea typeface="宋体"/>
              </a:rPr>
              <a:t>1.</a:t>
            </a:r>
            <a:r>
              <a:rPr lang="zh-CN" altLang="en-US" b="1" dirty="0">
                <a:solidFill>
                  <a:prstClr val="black"/>
                </a:solidFill>
                <a:latin typeface="Times New Roman"/>
                <a:ea typeface="宋体"/>
              </a:rPr>
              <a:t>找出事物的共性及可贯穿于全过程的规律列方程</a:t>
            </a:r>
            <a:r>
              <a:rPr lang="en-US" altLang="zh-CN" b="1" dirty="0">
                <a:solidFill>
                  <a:prstClr val="black"/>
                </a:solidFill>
                <a:latin typeface="Times New Roman"/>
                <a:ea typeface="宋体"/>
              </a:rPr>
              <a:t>.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D36B6339-DCDB-4895-BAEB-419F0F218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422728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常用的方法</a:t>
            </a:r>
            <a:r>
              <a:rPr lang="en-US" altLang="zh-CN" sz="2400" b="1" dirty="0">
                <a:solidFill>
                  <a:srgbClr val="0064FF"/>
                </a:solidFill>
                <a:latin typeface="宋体"/>
                <a:ea typeface="宋体"/>
              </a:rPr>
              <a:t>:</a:t>
            </a:r>
            <a:endParaRPr lang="en-US" altLang="zh-CN" sz="2400" dirty="0">
              <a:solidFill>
                <a:srgbClr val="0064FF"/>
              </a:solidFill>
              <a:latin typeface="宋体"/>
              <a:ea typeface="宋体"/>
            </a:endParaRP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DA4E42FB-E70B-41D8-A34A-283003FC5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75" y="1941375"/>
            <a:ext cx="39604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根据几何关系列方程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;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24B50A16-7594-4FF0-A672-982DF2F5D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75" y="2529513"/>
            <a:ext cx="4108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(2)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根据物理规律列方程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  <a:ea typeface="宋体"/>
              </a:rPr>
              <a:t>;</a:t>
            </a:r>
            <a:endParaRPr lang="zh-CN" altLang="en-US" sz="2400" b="1" dirty="0">
              <a:solidFill>
                <a:srgbClr val="C0504D"/>
              </a:solidFill>
              <a:latin typeface="宋体"/>
              <a:ea typeface="宋体"/>
            </a:endParaRP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202FD48A-2695-4B73-A382-3C1F16580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3084950"/>
            <a:ext cx="5556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(3)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根据微量分析平衡关系列方程</a:t>
            </a:r>
            <a:endParaRPr lang="zh-CN" altLang="en-US" sz="2400" b="1" dirty="0">
              <a:solidFill>
                <a:srgbClr val="C0504D"/>
              </a:solidFill>
              <a:latin typeface="Times New Roman"/>
              <a:ea typeface="宋体"/>
            </a:endParaRP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2A981FF9-23E2-4DA3-B213-5C091F617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584" y="3612933"/>
            <a:ext cx="7637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2 .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利用反映事物个性的特殊状态确定定解条件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.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00D332C8-D86F-46DC-B8F6-B1516A77A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584" y="4188562"/>
            <a:ext cx="609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3.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求通解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,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并根据定解条件确定特解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. 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B667869F-A639-495B-BC11-B6657FF08F15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267494"/>
            <a:ext cx="5791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解微分方程应用题的方法和步骤</a:t>
            </a:r>
          </a:p>
        </p:txBody>
      </p:sp>
    </p:spTree>
    <p:extLst>
      <p:ext uri="{BB962C8B-B14F-4D97-AF65-F5344CB8AC3E}">
        <p14:creationId xmlns:p14="http://schemas.microsoft.com/office/powerpoint/2010/main" val="256928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3E50E4FB-EDCB-4CBC-84BB-ED787024A7F4}"/>
              </a:ext>
            </a:extLst>
          </p:cNvPr>
          <p:cNvSpPr txBox="1">
            <a:spLocks/>
          </p:cNvSpPr>
          <p:nvPr/>
        </p:nvSpPr>
        <p:spPr>
          <a:xfrm>
            <a:off x="827584" y="1914525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第三节  齐次方程</a:t>
            </a:r>
          </a:p>
        </p:txBody>
      </p:sp>
    </p:spTree>
    <p:extLst>
      <p:ext uri="{BB962C8B-B14F-4D97-AF65-F5344CB8AC3E}">
        <p14:creationId xmlns:p14="http://schemas.microsoft.com/office/powerpoint/2010/main" val="30649656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6D3203F-1E34-4382-9A69-9ED0CC66B977}"/>
              </a:ext>
            </a:extLst>
          </p:cNvPr>
          <p:cNvSpPr txBox="1"/>
          <p:nvPr/>
        </p:nvSpPr>
        <p:spPr>
          <a:xfrm>
            <a:off x="755576" y="267494"/>
            <a:ext cx="6063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可化为分离变量的方程（齐次方程）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EEE145AE-EEF5-4105-A443-F514DD66C6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035452"/>
              </p:ext>
            </p:extLst>
          </p:nvPr>
        </p:nvGraphicFramePr>
        <p:xfrm>
          <a:off x="3227664" y="825788"/>
          <a:ext cx="2667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60" name="Equation" r:id="rId3" imgW="2666880" imgH="812520" progId="Equation.DSMT4">
                  <p:embed/>
                </p:oleObj>
              </mc:Choice>
              <mc:Fallback>
                <p:oleObj name="Equation" r:id="rId3" imgW="2666880" imgH="81252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BFEC2791-44AF-4679-813E-CF630FC7F7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664" y="825788"/>
                        <a:ext cx="26670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0C491EC-1468-48EA-8DA5-52D3EA8DCEEF}"/>
              </a:ext>
            </a:extLst>
          </p:cNvPr>
          <p:cNvSpPr txBox="1"/>
          <p:nvPr/>
        </p:nvSpPr>
        <p:spPr>
          <a:xfrm>
            <a:off x="927049" y="975919"/>
            <a:ext cx="131075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形如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511A9A-2A0D-40FE-B759-57C59667144F}"/>
              </a:ext>
            </a:extLst>
          </p:cNvPr>
          <p:cNvSpPr txBox="1"/>
          <p:nvPr/>
        </p:nvSpPr>
        <p:spPr>
          <a:xfrm>
            <a:off x="474852" y="1901641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的方程，称为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齐次方程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A5DCCED-E4EC-4C70-B235-D21DD76AC062}"/>
              </a:ext>
            </a:extLst>
          </p:cNvPr>
          <p:cNvGrpSpPr/>
          <p:nvPr/>
        </p:nvGrpSpPr>
        <p:grpSpPr>
          <a:xfrm>
            <a:off x="4604381" y="1910081"/>
            <a:ext cx="3071270" cy="461665"/>
            <a:chOff x="4525066" y="2393218"/>
            <a:chExt cx="3071270" cy="461665"/>
          </a:xfrm>
        </p:grpSpPr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0DDD2D09-E914-4E54-8C5B-D8B33164A5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8771413"/>
                </p:ext>
              </p:extLst>
            </p:nvPr>
          </p:nvGraphicFramePr>
          <p:xfrm>
            <a:off x="4525066" y="2437811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561" name="Equation" r:id="rId5" imgW="596880" imgH="342720" progId="Equation.DSMT4">
                    <p:embed/>
                  </p:oleObj>
                </mc:Choice>
                <mc:Fallback>
                  <p:oleObj name="Equation" r:id="rId5" imgW="596880" imgH="342720" progId="Equation.DSMT4">
                    <p:embed/>
                    <p:pic>
                      <p:nvPicPr>
                        <p:cNvPr id="32" name="Object 24">
                          <a:extLst>
                            <a:ext uri="{FF2B5EF4-FFF2-40B4-BE49-F238E27FC236}">
                              <a16:creationId xmlns:a16="http://schemas.microsoft.com/office/drawing/2014/main" id="{990D220C-35A1-46E1-8E84-1903696ABC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5066" y="2437811"/>
                          <a:ext cx="596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B1A733D-DEB6-42E8-9ED1-84D5D09163CB}"/>
                </a:ext>
              </a:extLst>
            </p:cNvPr>
            <p:cNvSpPr txBox="1"/>
            <p:nvPr/>
          </p:nvSpPr>
          <p:spPr>
            <a:xfrm>
              <a:off x="5076056" y="2393218"/>
              <a:ext cx="4262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是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3F897DD2-9B4C-4CB2-B108-4871B2514C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05427" y="252245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562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38" name="Object 24">
                          <a:extLst>
                            <a:ext uri="{FF2B5EF4-FFF2-40B4-BE49-F238E27FC236}">
                              <a16:creationId xmlns:a16="http://schemas.microsoft.com/office/drawing/2014/main" id="{8AAB8BEA-85B9-465E-81BE-73C91CD4B7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5427" y="252245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68945DB-B719-4020-A2D1-87294860887D}"/>
                </a:ext>
              </a:extLst>
            </p:cNvPr>
            <p:cNvSpPr txBox="1"/>
            <p:nvPr/>
          </p:nvSpPr>
          <p:spPr>
            <a:xfrm>
              <a:off x="5620425" y="2393218"/>
              <a:ext cx="1975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的连续函数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D0739AB8-2B69-466A-B156-EF3F576B526C}"/>
              </a:ext>
            </a:extLst>
          </p:cNvPr>
          <p:cNvSpPr txBox="1"/>
          <p:nvPr/>
        </p:nvSpPr>
        <p:spPr>
          <a:xfrm>
            <a:off x="852765" y="2597820"/>
            <a:ext cx="518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注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048E60-0EA8-4869-BA66-32F081C3AFA3}"/>
              </a:ext>
            </a:extLst>
          </p:cNvPr>
          <p:cNvSpPr txBox="1"/>
          <p:nvPr/>
        </p:nvSpPr>
        <p:spPr>
          <a:xfrm>
            <a:off x="1371436" y="2593773"/>
            <a:ext cx="4278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  <a:cs typeface="Times New Roman" panose="02020603050405020304" pitchFamily="18" charset="0"/>
              </a:rPr>
              <a:t>对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于一阶方程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E0B2A5E7-E3BC-4405-A426-70B834E9AA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996439"/>
              </p:ext>
            </p:extLst>
          </p:nvPr>
        </p:nvGraphicFramePr>
        <p:xfrm>
          <a:off x="3133214" y="3277466"/>
          <a:ext cx="2679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63" name="Equation" r:id="rId9" imgW="2679480" imgH="736560" progId="Equation.DSMT4">
                  <p:embed/>
                </p:oleObj>
              </mc:Choice>
              <mc:Fallback>
                <p:oleObj name="Equation" r:id="rId9" imgW="2679480" imgH="736560" progId="Equation.DSMT4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6A9DE902-52C7-49E7-BD63-2AAA7D8D67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214" y="3277466"/>
                        <a:ext cx="2679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12362798-7652-444F-BDA3-CA72030D3BA9}"/>
              </a:ext>
            </a:extLst>
          </p:cNvPr>
          <p:cNvGrpSpPr/>
          <p:nvPr/>
        </p:nvGrpSpPr>
        <p:grpSpPr>
          <a:xfrm>
            <a:off x="516810" y="4163505"/>
            <a:ext cx="8095765" cy="469361"/>
            <a:chOff x="293479" y="4371950"/>
            <a:chExt cx="8095765" cy="469361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851D266-9D6C-4812-80A2-F8B540DB4DFF}"/>
                </a:ext>
              </a:extLst>
            </p:cNvPr>
            <p:cNvSpPr txBox="1"/>
            <p:nvPr/>
          </p:nvSpPr>
          <p:spPr>
            <a:xfrm>
              <a:off x="293479" y="4371950"/>
              <a:ext cx="17582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若二元函数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3F6DD7FE-44A2-475B-A4DE-1916E3E8A5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3185557"/>
                </p:ext>
              </p:extLst>
            </p:nvPr>
          </p:nvGraphicFramePr>
          <p:xfrm>
            <a:off x="1939930" y="4469246"/>
            <a:ext cx="901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564" name="Equation" r:id="rId11" imgW="901440" imgH="342720" progId="Equation.DSMT4">
                    <p:embed/>
                  </p:oleObj>
                </mc:Choice>
                <mc:Fallback>
                  <p:oleObj name="Equation" r:id="rId11" imgW="901440" imgH="342720" progId="Equation.DSMT4">
                    <p:embed/>
                    <p:pic>
                      <p:nvPicPr>
                        <p:cNvPr id="44" name="Object 24">
                          <a:extLst>
                            <a:ext uri="{FF2B5EF4-FFF2-40B4-BE49-F238E27FC236}">
                              <a16:creationId xmlns:a16="http://schemas.microsoft.com/office/drawing/2014/main" id="{D8F6CD4F-9886-4D31-9AD4-2E989ED2B3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9930" y="4469246"/>
                          <a:ext cx="901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15B1FC3-98B4-42A8-8818-26457AB26B60}"/>
                </a:ext>
              </a:extLst>
            </p:cNvPr>
            <p:cNvSpPr txBox="1"/>
            <p:nvPr/>
          </p:nvSpPr>
          <p:spPr>
            <a:xfrm>
              <a:off x="2789923" y="4379646"/>
              <a:ext cx="5599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是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零次齐次函数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，则方程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(2)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是齐次方程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0F1F3A45-FF1A-4BFB-9F96-1275DEE92AE3}"/>
              </a:ext>
            </a:extLst>
          </p:cNvPr>
          <p:cNvSpPr txBox="1"/>
          <p:nvPr/>
        </p:nvSpPr>
        <p:spPr>
          <a:xfrm>
            <a:off x="3787219" y="1892790"/>
            <a:ext cx="864096" cy="478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其中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69143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2" grpId="0"/>
      <p:bldP spid="1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5C259889-0EFA-43EE-837C-E2E6464B31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410156"/>
              </p:ext>
            </p:extLst>
          </p:nvPr>
        </p:nvGraphicFramePr>
        <p:xfrm>
          <a:off x="3059832" y="987574"/>
          <a:ext cx="247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824" name="Equation" r:id="rId3" imgW="2476440" imgH="406080" progId="Equation.DSMT4">
                  <p:embed/>
                </p:oleObj>
              </mc:Choice>
              <mc:Fallback>
                <p:oleObj name="Equation" r:id="rId3" imgW="2476440" imgH="406080" progId="Equation.DSMT4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6A9DE902-52C7-49E7-BD63-2AAA7D8D67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987574"/>
                        <a:ext cx="2476500" cy="4064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DC44A0C2-93BA-471A-A819-6949407CA2C9}"/>
              </a:ext>
            </a:extLst>
          </p:cNvPr>
          <p:cNvGrpSpPr/>
          <p:nvPr/>
        </p:nvGrpSpPr>
        <p:grpSpPr>
          <a:xfrm>
            <a:off x="952415" y="281786"/>
            <a:ext cx="3423225" cy="461665"/>
            <a:chOff x="1047968" y="397552"/>
            <a:chExt cx="3423225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1458190-D61D-4AE2-B14F-470325A4EF90}"/>
                </a:ext>
              </a:extLst>
            </p:cNvPr>
            <p:cNvSpPr txBox="1"/>
            <p:nvPr/>
          </p:nvSpPr>
          <p:spPr>
            <a:xfrm>
              <a:off x="1047968" y="397552"/>
              <a:ext cx="28920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marR="0" lvl="0" indent="-4572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lphaLcPeriod" startAt="2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对于二元函数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5A1A4B30-6D62-4F8C-BBFF-85ECD5E18F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217165"/>
                </p:ext>
              </p:extLst>
            </p:nvPr>
          </p:nvGraphicFramePr>
          <p:xfrm>
            <a:off x="3493293" y="477210"/>
            <a:ext cx="977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25" name="Equation" r:id="rId5" imgW="977760" imgH="342720" progId="Equation.DSMT4">
                    <p:embed/>
                  </p:oleObj>
                </mc:Choice>
                <mc:Fallback>
                  <p:oleObj name="Equation" r:id="rId5" imgW="977760" imgH="342720" progId="Equation.DSMT4">
                    <p:embed/>
                    <p:pic>
                      <p:nvPicPr>
                        <p:cNvPr id="44" name="Object 24">
                          <a:extLst>
                            <a:ext uri="{FF2B5EF4-FFF2-40B4-BE49-F238E27FC236}">
                              <a16:creationId xmlns:a16="http://schemas.microsoft.com/office/drawing/2014/main" id="{D8F6CD4F-9886-4D31-9AD4-2E989ED2B3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3293" y="477210"/>
                          <a:ext cx="977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67EFDB9B-4897-47BB-AF1D-12459BC3A099}"/>
              </a:ext>
            </a:extLst>
          </p:cNvPr>
          <p:cNvGrpSpPr/>
          <p:nvPr/>
        </p:nvGrpSpPr>
        <p:grpSpPr>
          <a:xfrm>
            <a:off x="4338580" y="280593"/>
            <a:ext cx="4608512" cy="481297"/>
            <a:chOff x="4399552" y="391113"/>
            <a:chExt cx="4608512" cy="481297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155B74C-CE2B-4162-A041-14E94E820464}"/>
                </a:ext>
              </a:extLst>
            </p:cNvPr>
            <p:cNvSpPr txBox="1"/>
            <p:nvPr/>
          </p:nvSpPr>
          <p:spPr>
            <a:xfrm>
              <a:off x="4399552" y="410745"/>
              <a:ext cx="17582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若存在常数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B40975E-547A-4EE1-B7DC-566F06258D90}"/>
                </a:ext>
              </a:extLst>
            </p:cNvPr>
            <p:cNvSpPr txBox="1"/>
            <p:nvPr/>
          </p:nvSpPr>
          <p:spPr>
            <a:xfrm>
              <a:off x="6217876" y="391113"/>
              <a:ext cx="18540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对任意实数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6FE7511F-3A40-4B4B-AB74-F90B6B7DE3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0205248"/>
                </p:ext>
              </p:extLst>
            </p:nvPr>
          </p:nvGraphicFramePr>
          <p:xfrm>
            <a:off x="6064393" y="485445"/>
            <a:ext cx="266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26" name="Equation" r:id="rId7" imgW="266400" imgH="330120" progId="Equation.DSMT4">
                    <p:embed/>
                  </p:oleObj>
                </mc:Choice>
                <mc:Fallback>
                  <p:oleObj name="Equation" r:id="rId7" imgW="266400" imgH="330120" progId="Equation.DSMT4">
                    <p:embed/>
                    <p:pic>
                      <p:nvPicPr>
                        <p:cNvPr id="17" name="Object 24">
                          <a:extLst>
                            <a:ext uri="{FF2B5EF4-FFF2-40B4-BE49-F238E27FC236}">
                              <a16:creationId xmlns:a16="http://schemas.microsoft.com/office/drawing/2014/main" id="{B86BED78-61B2-4787-BD02-EC035379E7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64393" y="485445"/>
                          <a:ext cx="2667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45D82E07-6493-4FCA-B941-6999F9C6ED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0896805"/>
                </p:ext>
              </p:extLst>
            </p:nvPr>
          </p:nvGraphicFramePr>
          <p:xfrm>
            <a:off x="7927404" y="501294"/>
            <a:ext cx="127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27" name="Equation" r:id="rId9" imgW="126720" imgH="241200" progId="Equation.DSMT4">
                    <p:embed/>
                  </p:oleObj>
                </mc:Choice>
                <mc:Fallback>
                  <p:oleObj name="Equation" r:id="rId9" imgW="126720" imgH="241200" progId="Equation.DSMT4">
                    <p:embed/>
                    <p:pic>
                      <p:nvPicPr>
                        <p:cNvPr id="18" name="Object 24">
                          <a:extLst>
                            <a:ext uri="{FF2B5EF4-FFF2-40B4-BE49-F238E27FC236}">
                              <a16:creationId xmlns:a16="http://schemas.microsoft.com/office/drawing/2014/main" id="{DABE7574-3EFA-4299-A09D-F51F8FA566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7404" y="501294"/>
                          <a:ext cx="1270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48EAF47-BF45-4EDB-B86C-68F96AF16E61}"/>
                </a:ext>
              </a:extLst>
            </p:cNvPr>
            <p:cNvSpPr txBox="1"/>
            <p:nvPr/>
          </p:nvSpPr>
          <p:spPr>
            <a:xfrm>
              <a:off x="8034117" y="391113"/>
              <a:ext cx="9739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满足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CC3DA9C-DAFF-441A-A530-893DFFD5DFE7}"/>
              </a:ext>
            </a:extLst>
          </p:cNvPr>
          <p:cNvGrpSpPr/>
          <p:nvPr/>
        </p:nvGrpSpPr>
        <p:grpSpPr>
          <a:xfrm>
            <a:off x="204713" y="1618226"/>
            <a:ext cx="5707388" cy="461665"/>
            <a:chOff x="204713" y="1923678"/>
            <a:chExt cx="5707388" cy="46166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94EBBB6-C250-4574-903B-13E3E5AD9ABE}"/>
                </a:ext>
              </a:extLst>
            </p:cNvPr>
            <p:cNvGrpSpPr/>
            <p:nvPr/>
          </p:nvGrpSpPr>
          <p:grpSpPr>
            <a:xfrm>
              <a:off x="204713" y="1932290"/>
              <a:ext cx="2892462" cy="401254"/>
              <a:chOff x="899593" y="420119"/>
              <a:chExt cx="2839561" cy="461665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A0C0905-7647-4B34-90B5-23F2278440FD}"/>
                  </a:ext>
                </a:extLst>
              </p:cNvPr>
              <p:cNvSpPr txBox="1"/>
              <p:nvPr/>
            </p:nvSpPr>
            <p:spPr>
              <a:xfrm>
                <a:off x="899593" y="420119"/>
                <a:ext cx="21295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/>
                    <a:cs typeface="Times New Roman" panose="02020603050405020304" pitchFamily="18" charset="0"/>
                  </a:rPr>
                  <a:t>则称二元函数       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endParaRPr>
              </a:p>
            </p:txBody>
          </p:sp>
          <p:graphicFrame>
            <p:nvGraphicFramePr>
              <p:cNvPr id="18" name="Object 24">
                <a:extLst>
                  <a:ext uri="{FF2B5EF4-FFF2-40B4-BE49-F238E27FC236}">
                    <a16:creationId xmlns:a16="http://schemas.microsoft.com/office/drawing/2014/main" id="{2875B641-D15E-4200-9C2F-EB2B885934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1585310"/>
                  </p:ext>
                </p:extLst>
              </p:nvPr>
            </p:nvGraphicFramePr>
            <p:xfrm>
              <a:off x="2854201" y="479501"/>
              <a:ext cx="884953" cy="394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4828" name="Equation" r:id="rId11" imgW="901440" imgH="342720" progId="Equation.DSMT4">
                      <p:embed/>
                    </p:oleObj>
                  </mc:Choice>
                  <mc:Fallback>
                    <p:oleObj name="Equation" r:id="rId11" imgW="901440" imgH="342720" progId="Equation.DSMT4">
                      <p:embed/>
                      <p:pic>
                        <p:nvPicPr>
                          <p:cNvPr id="24" name="Object 24">
                            <a:extLst>
                              <a:ext uri="{FF2B5EF4-FFF2-40B4-BE49-F238E27FC236}">
                                <a16:creationId xmlns:a16="http://schemas.microsoft.com/office/drawing/2014/main" id="{2EEBC4CF-3200-48A8-8F94-C23E75C4E3E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54201" y="479501"/>
                            <a:ext cx="884953" cy="39431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CCF1B45-3C8A-4786-876B-77D2892AE73B}"/>
                </a:ext>
              </a:extLst>
            </p:cNvPr>
            <p:cNvSpPr txBox="1"/>
            <p:nvPr/>
          </p:nvSpPr>
          <p:spPr>
            <a:xfrm>
              <a:off x="3059832" y="1923678"/>
              <a:ext cx="4958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为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F879D8D6-954D-4829-BA44-2D4ABFD210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5241016"/>
                </p:ext>
              </p:extLst>
            </p:nvPr>
          </p:nvGraphicFramePr>
          <p:xfrm>
            <a:off x="3504864" y="2014808"/>
            <a:ext cx="203040" cy="279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29" name="Equation" r:id="rId13" imgW="203040" imgH="279360" progId="Equation.DSMT4">
                    <p:embed/>
                  </p:oleObj>
                </mc:Choice>
                <mc:Fallback>
                  <p:oleObj name="Equation" r:id="rId13" imgW="203040" imgH="279360" progId="Equation.DSMT4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0C4A64BA-B7DE-4CF1-8B13-091F54CD1D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864" y="2014808"/>
                          <a:ext cx="203040" cy="27936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5DC0F9A-A330-4649-B5F0-0374DB7B27E9}"/>
                </a:ext>
              </a:extLst>
            </p:cNvPr>
            <p:cNvSpPr txBox="1"/>
            <p:nvPr/>
          </p:nvSpPr>
          <p:spPr>
            <a:xfrm>
              <a:off x="3635896" y="1923678"/>
              <a:ext cx="2276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次齐次函数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A0932FBC-29BE-4A06-A26A-B720C7E644D6}"/>
              </a:ext>
            </a:extLst>
          </p:cNvPr>
          <p:cNvSpPr txBox="1"/>
          <p:nvPr/>
        </p:nvSpPr>
        <p:spPr>
          <a:xfrm>
            <a:off x="818381" y="2376656"/>
            <a:ext cx="518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如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C17DB5D3-06C0-470E-AB08-7609CE8803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353611"/>
              </p:ext>
            </p:extLst>
          </p:nvPr>
        </p:nvGraphicFramePr>
        <p:xfrm>
          <a:off x="1361457" y="2225203"/>
          <a:ext cx="2222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830" name="Equation" r:id="rId15" imgW="2222280" imgH="787320" progId="Equation.DSMT4">
                  <p:embed/>
                </p:oleObj>
              </mc:Choice>
              <mc:Fallback>
                <p:oleObj name="Equation" r:id="rId15" imgW="2222280" imgH="78732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C778F6CE-1C5D-40B5-A3FC-400B6286C1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1457" y="2225203"/>
                        <a:ext cx="2222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FC5BFD07-10AD-4098-AE13-984851CCF2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697536"/>
              </p:ext>
            </p:extLst>
          </p:nvPr>
        </p:nvGraphicFramePr>
        <p:xfrm>
          <a:off x="3680318" y="2498809"/>
          <a:ext cx="342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831" name="Equation" r:id="rId17" imgW="342720" imgH="279360" progId="Equation.DSMT4">
                  <p:embed/>
                </p:oleObj>
              </mc:Choice>
              <mc:Fallback>
                <p:oleObj name="Equation" r:id="rId17" imgW="342720" imgH="279360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9EDF3633-B796-4C7C-B34C-69FF61A4CD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0318" y="2498809"/>
                        <a:ext cx="342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740F3FA6-6B8B-42DA-BD26-BCBB40F2F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779845"/>
              </p:ext>
            </p:extLst>
          </p:nvPr>
        </p:nvGraphicFramePr>
        <p:xfrm>
          <a:off x="4480807" y="2187103"/>
          <a:ext cx="2641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832" name="Equation" r:id="rId19" imgW="2641320" imgH="825480" progId="Equation.DSMT4">
                  <p:embed/>
                </p:oleObj>
              </mc:Choice>
              <mc:Fallback>
                <p:oleObj name="Equation" r:id="rId19" imgW="2641320" imgH="82548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29298A79-0EBB-4833-9DE4-729428701A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0807" y="2187103"/>
                        <a:ext cx="26416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50BB2E20-A751-45E5-809D-A76F6D57095E}"/>
              </a:ext>
            </a:extLst>
          </p:cNvPr>
          <p:cNvSpPr txBox="1"/>
          <p:nvPr/>
        </p:nvSpPr>
        <p:spPr>
          <a:xfrm>
            <a:off x="4023218" y="2388070"/>
            <a:ext cx="486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有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74553987-53E8-4799-9709-D5D8EECCB7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034867"/>
              </p:ext>
            </p:extLst>
          </p:nvPr>
        </p:nvGraphicFramePr>
        <p:xfrm>
          <a:off x="7050970" y="2225546"/>
          <a:ext cx="1536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833" name="Equation" r:id="rId21" imgW="1536480" imgH="787320" progId="Equation.DSMT4">
                  <p:embed/>
                </p:oleObj>
              </mc:Choice>
              <mc:Fallback>
                <p:oleObj name="Equation" r:id="rId21" imgW="1536480" imgH="787320" progId="Equation.DSMT4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6EDCADE7-CAFB-4A2E-B4B1-150BBBBB95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970" y="2225546"/>
                        <a:ext cx="15367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0382AB59-17B1-481F-B40E-9750574EA799}"/>
              </a:ext>
            </a:extLst>
          </p:cNvPr>
          <p:cNvGrpSpPr/>
          <p:nvPr/>
        </p:nvGrpSpPr>
        <p:grpSpPr>
          <a:xfrm>
            <a:off x="183011" y="3172329"/>
            <a:ext cx="3953144" cy="479125"/>
            <a:chOff x="792047" y="3460777"/>
            <a:chExt cx="3953144" cy="479125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EB82519-584D-4D01-A762-46E56846473F}"/>
                </a:ext>
              </a:extLst>
            </p:cNvPr>
            <p:cNvSpPr txBox="1"/>
            <p:nvPr/>
          </p:nvSpPr>
          <p:spPr>
            <a:xfrm>
              <a:off x="792047" y="3478237"/>
              <a:ext cx="8991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所以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27" name="Object 24">
              <a:extLst>
                <a:ext uri="{FF2B5EF4-FFF2-40B4-BE49-F238E27FC236}">
                  <a16:creationId xmlns:a16="http://schemas.microsoft.com/office/drawing/2014/main" id="{D11F05BC-C208-4E5D-BC8C-35DCBF9852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3967921"/>
                </p:ext>
              </p:extLst>
            </p:nvPr>
          </p:nvGraphicFramePr>
          <p:xfrm>
            <a:off x="1519643" y="3535158"/>
            <a:ext cx="901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34" name="Equation" r:id="rId23" imgW="901440" imgH="342720" progId="Equation.DSMT4">
                    <p:embed/>
                  </p:oleObj>
                </mc:Choice>
                <mc:Fallback>
                  <p:oleObj name="Equation" r:id="rId23" imgW="901440" imgH="342720" progId="Equation.DSMT4">
                    <p:embed/>
                    <p:pic>
                      <p:nvPicPr>
                        <p:cNvPr id="47" name="Object 24">
                          <a:extLst>
                            <a:ext uri="{FF2B5EF4-FFF2-40B4-BE49-F238E27FC236}">
                              <a16:creationId xmlns:a16="http://schemas.microsoft.com/office/drawing/2014/main" id="{FD6F5DAF-DDF6-4571-8722-70B0607A49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643" y="3535158"/>
                          <a:ext cx="901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151F097-0369-45C5-BFB8-84035BC96096}"/>
                </a:ext>
              </a:extLst>
            </p:cNvPr>
            <p:cNvSpPr txBox="1"/>
            <p:nvPr/>
          </p:nvSpPr>
          <p:spPr>
            <a:xfrm>
              <a:off x="2344470" y="3460777"/>
              <a:ext cx="24007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为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零次齐次函数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9E960B7-5D83-46B1-9C68-F32128FED4EA}"/>
              </a:ext>
            </a:extLst>
          </p:cNvPr>
          <p:cNvGrpSpPr/>
          <p:nvPr/>
        </p:nvGrpSpPr>
        <p:grpSpPr>
          <a:xfrm>
            <a:off x="997083" y="3943467"/>
            <a:ext cx="2121400" cy="461665"/>
            <a:chOff x="290360" y="4083918"/>
            <a:chExt cx="2121400" cy="461665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D1E8F79-5198-4D9C-B2C7-388137F7C580}"/>
                </a:ext>
              </a:extLst>
            </p:cNvPr>
            <p:cNvSpPr txBox="1"/>
            <p:nvPr/>
          </p:nvSpPr>
          <p:spPr>
            <a:xfrm>
              <a:off x="290360" y="4083918"/>
              <a:ext cx="5186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当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1" name="Object 24">
              <a:extLst>
                <a:ext uri="{FF2B5EF4-FFF2-40B4-BE49-F238E27FC236}">
                  <a16:creationId xmlns:a16="http://schemas.microsoft.com/office/drawing/2014/main" id="{6A6F222B-B0BA-4E50-BB8F-7847BC1DD8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0132145"/>
                </p:ext>
              </p:extLst>
            </p:nvPr>
          </p:nvGraphicFramePr>
          <p:xfrm>
            <a:off x="760895" y="4200673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835" name="Equation" r:id="rId25" imgW="647640" imgH="279360" progId="Equation.DSMT4">
                    <p:embed/>
                  </p:oleObj>
                </mc:Choice>
                <mc:Fallback>
                  <p:oleObj name="Equation" r:id="rId25" imgW="647640" imgH="279360" progId="Equation.DSMT4">
                    <p:embed/>
                    <p:pic>
                      <p:nvPicPr>
                        <p:cNvPr id="50" name="Object 24">
                          <a:extLst>
                            <a:ext uri="{FF2B5EF4-FFF2-40B4-BE49-F238E27FC236}">
                              <a16:creationId xmlns:a16="http://schemas.microsoft.com/office/drawing/2014/main" id="{97D239D2-8040-4815-9F25-A3DAA7FBF8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0895" y="4200673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7125985-C9C6-4972-A30F-9CB6D93F6D23}"/>
                </a:ext>
              </a:extLst>
            </p:cNvPr>
            <p:cNvSpPr txBox="1"/>
            <p:nvPr/>
          </p:nvSpPr>
          <p:spPr>
            <a:xfrm>
              <a:off x="1408595" y="4083918"/>
              <a:ext cx="10031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时，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33" name="Object 24">
            <a:extLst>
              <a:ext uri="{FF2B5EF4-FFF2-40B4-BE49-F238E27FC236}">
                <a16:creationId xmlns:a16="http://schemas.microsoft.com/office/drawing/2014/main" id="{1A51D771-2979-4918-A0B1-241236E34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278929"/>
              </p:ext>
            </p:extLst>
          </p:nvPr>
        </p:nvGraphicFramePr>
        <p:xfrm>
          <a:off x="3059832" y="3431521"/>
          <a:ext cx="22606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836" name="Equation" r:id="rId27" imgW="2260440" imgH="1447560" progId="Equation.DSMT4">
                  <p:embed/>
                </p:oleObj>
              </mc:Choice>
              <mc:Fallback>
                <p:oleObj name="Equation" r:id="rId27" imgW="2260440" imgH="1447560" progId="Equation.DSMT4">
                  <p:embed/>
                  <p:pic>
                    <p:nvPicPr>
                      <p:cNvPr id="52" name="Object 24">
                        <a:extLst>
                          <a:ext uri="{FF2B5EF4-FFF2-40B4-BE49-F238E27FC236}">
                            <a16:creationId xmlns:a16="http://schemas.microsoft.com/office/drawing/2014/main" id="{2BAAE41D-E37E-42FF-94C0-271ADF871E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3431521"/>
                        <a:ext cx="226060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775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8895FD-6775-4E8A-BD71-63BC1E85768F}"/>
              </a:ext>
            </a:extLst>
          </p:cNvPr>
          <p:cNvSpPr txBox="1"/>
          <p:nvPr/>
        </p:nvSpPr>
        <p:spPr>
          <a:xfrm>
            <a:off x="955983" y="437739"/>
            <a:ext cx="303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齐次方程的解法：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BAADE90C-9AE1-44A3-ADF1-9F928D7283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548783"/>
              </p:ext>
            </p:extLst>
          </p:nvPr>
        </p:nvGraphicFramePr>
        <p:xfrm>
          <a:off x="3419872" y="267494"/>
          <a:ext cx="2667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608" name="Equation" r:id="rId3" imgW="2666880" imgH="812520" progId="Equation.DSMT4">
                  <p:embed/>
                </p:oleObj>
              </mc:Choice>
              <mc:Fallback>
                <p:oleObj name="Equation" r:id="rId3" imgW="2666880" imgH="81252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BFEC2791-44AF-4679-813E-CF630FC7F7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267494"/>
                        <a:ext cx="26670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38381D9-5836-454F-A7E1-887D115EB268}"/>
              </a:ext>
            </a:extLst>
          </p:cNvPr>
          <p:cNvSpPr txBox="1"/>
          <p:nvPr/>
        </p:nvSpPr>
        <p:spPr>
          <a:xfrm>
            <a:off x="900234" y="1307428"/>
            <a:ext cx="1526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令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E1033B2E-A962-4A99-91BA-090454139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696189"/>
              </p:ext>
            </p:extLst>
          </p:nvPr>
        </p:nvGraphicFramePr>
        <p:xfrm>
          <a:off x="3204875" y="2008387"/>
          <a:ext cx="2882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609" name="Equation" r:id="rId5" imgW="2882880" imgH="736560" progId="Equation.DSMT4">
                  <p:embed/>
                </p:oleObj>
              </mc:Choice>
              <mc:Fallback>
                <p:oleObj name="Equation" r:id="rId5" imgW="2882880" imgH="736560" progId="Equation.DSMT4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6A9DE902-52C7-49E7-BD63-2AAA7D8D67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4875" y="2008387"/>
                        <a:ext cx="2882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2601E3F1-FA0A-42BF-BA74-8F6E9189D0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791429"/>
              </p:ext>
            </p:extLst>
          </p:nvPr>
        </p:nvGraphicFramePr>
        <p:xfrm>
          <a:off x="1747904" y="1165582"/>
          <a:ext cx="723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610" name="Equation" r:id="rId7" imgW="723600" imgH="736560" progId="Equation.DSMT4">
                  <p:embed/>
                </p:oleObj>
              </mc:Choice>
              <mc:Fallback>
                <p:oleObj name="Equation" r:id="rId7" imgW="723600" imgH="736560" progId="Equation.DSMT4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E0046307-E2D5-498A-8ACB-1C5FD623F2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904" y="1165582"/>
                        <a:ext cx="723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FDC88471-782F-4590-904C-BB6A4098E34B}"/>
              </a:ext>
            </a:extLst>
          </p:cNvPr>
          <p:cNvGrpSpPr/>
          <p:nvPr/>
        </p:nvGrpSpPr>
        <p:grpSpPr>
          <a:xfrm>
            <a:off x="2709421" y="1328542"/>
            <a:ext cx="1327979" cy="461665"/>
            <a:chOff x="1601140" y="1608989"/>
            <a:chExt cx="1327979" cy="46166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43BE3B8-FD86-417E-9173-712DD9507675}"/>
                </a:ext>
              </a:extLst>
            </p:cNvPr>
            <p:cNvSpPr txBox="1"/>
            <p:nvPr/>
          </p:nvSpPr>
          <p:spPr>
            <a:xfrm>
              <a:off x="1601140" y="1608989"/>
              <a:ext cx="4262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即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49B21CC6-D9F1-44DF-92C1-C2BCCA0925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8546547"/>
                </p:ext>
              </p:extLst>
            </p:nvPr>
          </p:nvGraphicFramePr>
          <p:xfrm>
            <a:off x="2027419" y="1718254"/>
            <a:ext cx="9017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611" name="Equation" r:id="rId9" imgW="901440" imgH="266400" progId="Equation.DSMT4">
                    <p:embed/>
                  </p:oleObj>
                </mc:Choice>
                <mc:Fallback>
                  <p:oleObj name="Equation" r:id="rId9" imgW="901440" imgH="266400" progId="Equation.DSMT4">
                    <p:embed/>
                    <p:pic>
                      <p:nvPicPr>
                        <p:cNvPr id="48" name="Object 24">
                          <a:extLst>
                            <a:ext uri="{FF2B5EF4-FFF2-40B4-BE49-F238E27FC236}">
                              <a16:creationId xmlns:a16="http://schemas.microsoft.com/office/drawing/2014/main" id="{89E0C10C-7C61-45C0-828D-C59C13490D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7419" y="1718254"/>
                          <a:ext cx="9017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F2414F31-DA50-49F5-BE04-3CC931AADB9E}"/>
              </a:ext>
            </a:extLst>
          </p:cNvPr>
          <p:cNvSpPr txBox="1"/>
          <p:nvPr/>
        </p:nvSpPr>
        <p:spPr>
          <a:xfrm>
            <a:off x="846204" y="2126632"/>
            <a:ext cx="90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则有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C2418A-EFEF-4324-B06F-622315F8E6E7}"/>
              </a:ext>
            </a:extLst>
          </p:cNvPr>
          <p:cNvSpPr txBox="1"/>
          <p:nvPr/>
        </p:nvSpPr>
        <p:spPr>
          <a:xfrm>
            <a:off x="873540" y="2865849"/>
            <a:ext cx="303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(2)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代入方程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(1)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得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B6AB14FB-0F8C-42A9-B48F-E02D63FF03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734414"/>
              </p:ext>
            </p:extLst>
          </p:nvPr>
        </p:nvGraphicFramePr>
        <p:xfrm>
          <a:off x="3204875" y="3448377"/>
          <a:ext cx="295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612" name="Equation" r:id="rId11" imgW="2958840" imgH="736560" progId="Equation.DSMT4">
                  <p:embed/>
                </p:oleObj>
              </mc:Choice>
              <mc:Fallback>
                <p:oleObj name="Equation" r:id="rId11" imgW="2958840" imgH="736560" progId="Equation.DSMT4">
                  <p:embed/>
                  <p:pic>
                    <p:nvPicPr>
                      <p:cNvPr id="51" name="Object 24">
                        <a:extLst>
                          <a:ext uri="{FF2B5EF4-FFF2-40B4-BE49-F238E27FC236}">
                            <a16:creationId xmlns:a16="http://schemas.microsoft.com/office/drawing/2014/main" id="{2E9EDBD6-01A6-4F7F-B418-DF28F1A00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4875" y="3448377"/>
                        <a:ext cx="2959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42D0C82C-7403-4F89-B34B-0A65A5A7639A}"/>
              </a:ext>
            </a:extLst>
          </p:cNvPr>
          <p:cNvSpPr txBox="1"/>
          <p:nvPr/>
        </p:nvSpPr>
        <p:spPr>
          <a:xfrm>
            <a:off x="2900199" y="4184977"/>
            <a:ext cx="303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可分离变量的方程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083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3BA0BB9B-C3F0-4313-AB41-A3D1F49EBD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545917"/>
              </p:ext>
            </p:extLst>
          </p:nvPr>
        </p:nvGraphicFramePr>
        <p:xfrm>
          <a:off x="2771800" y="267494"/>
          <a:ext cx="289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2" name="Equation" r:id="rId3" imgW="2895480" imgH="736560" progId="Equation.DSMT4">
                  <p:embed/>
                </p:oleObj>
              </mc:Choice>
              <mc:Fallback>
                <p:oleObj name="Equation" r:id="rId3" imgW="2895480" imgH="736560" progId="Equation.DSMT4">
                  <p:embed/>
                  <p:pic>
                    <p:nvPicPr>
                      <p:cNvPr id="51" name="Object 24">
                        <a:extLst>
                          <a:ext uri="{FF2B5EF4-FFF2-40B4-BE49-F238E27FC236}">
                            <a16:creationId xmlns:a16="http://schemas.microsoft.com/office/drawing/2014/main" id="{2E9EDBD6-01A6-4F7F-B418-DF28F1A00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67494"/>
                        <a:ext cx="2895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4004575-5808-4540-95F3-860969593FCC}"/>
              </a:ext>
            </a:extLst>
          </p:cNvPr>
          <p:cNvSpPr txBox="1"/>
          <p:nvPr/>
        </p:nvSpPr>
        <p:spPr>
          <a:xfrm>
            <a:off x="5875215" y="376394"/>
            <a:ext cx="303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可分离变量的方程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4EDE85-E458-4CEC-94FC-7ABC000AF564}"/>
              </a:ext>
            </a:extLst>
          </p:cNvPr>
          <p:cNvSpPr txBox="1"/>
          <p:nvPr/>
        </p:nvSpPr>
        <p:spPr>
          <a:xfrm>
            <a:off x="382361" y="999396"/>
            <a:ext cx="1443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分离变量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716D18-6BF5-4FCD-849D-3EB7C49DA014}"/>
              </a:ext>
            </a:extLst>
          </p:cNvPr>
          <p:cNvSpPr txBox="1"/>
          <p:nvPr/>
        </p:nvSpPr>
        <p:spPr>
          <a:xfrm>
            <a:off x="411170" y="2654208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记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50F0D62C-AADA-42FF-AFA6-E410B079CE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291916"/>
              </p:ext>
            </p:extLst>
          </p:nvPr>
        </p:nvGraphicFramePr>
        <p:xfrm>
          <a:off x="885339" y="2549943"/>
          <a:ext cx="2222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3" name="Equation" r:id="rId5" imgW="2222280" imgH="787320" progId="Equation.DSMT4">
                  <p:embed/>
                </p:oleObj>
              </mc:Choice>
              <mc:Fallback>
                <p:oleObj name="Equation" r:id="rId5" imgW="2222280" imgH="78732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232E9E1B-FB18-4967-9885-57BAB28BDA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339" y="2549943"/>
                        <a:ext cx="2222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F364E3E-4074-4F35-A781-FAC0CDA665FE}"/>
              </a:ext>
            </a:extLst>
          </p:cNvPr>
          <p:cNvSpPr txBox="1"/>
          <p:nvPr/>
        </p:nvSpPr>
        <p:spPr>
          <a:xfrm>
            <a:off x="3160979" y="2654208"/>
            <a:ext cx="303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得方程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(3)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的通解为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6EB888C5-5409-4546-A2B7-6D7CD58B84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96823"/>
              </p:ext>
            </p:extLst>
          </p:nvPr>
        </p:nvGraphicFramePr>
        <p:xfrm>
          <a:off x="5886601" y="2728797"/>
          <a:ext cx="212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4" name="Equation" r:id="rId7" imgW="2120760" imgH="342720" progId="Equation.DSMT4">
                  <p:embed/>
                </p:oleObj>
              </mc:Choice>
              <mc:Fallback>
                <p:oleObj name="Equation" r:id="rId7" imgW="2120760" imgH="34272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D1FB2831-F36C-4FB4-8CEA-9C3B24F828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601" y="2728797"/>
                        <a:ext cx="2120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517EAE17-E125-4E2B-811B-F0B265E7876D}"/>
              </a:ext>
            </a:extLst>
          </p:cNvPr>
          <p:cNvGrpSpPr/>
          <p:nvPr/>
        </p:nvGrpSpPr>
        <p:grpSpPr>
          <a:xfrm>
            <a:off x="402607" y="3444975"/>
            <a:ext cx="1423734" cy="736600"/>
            <a:chOff x="497588" y="3426787"/>
            <a:chExt cx="1423734" cy="73660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9DDC32C-E01D-4EBD-BA85-F51DAD219A54}"/>
                </a:ext>
              </a:extLst>
            </p:cNvPr>
            <p:cNvSpPr txBox="1"/>
            <p:nvPr/>
          </p:nvSpPr>
          <p:spPr>
            <a:xfrm>
              <a:off x="497588" y="3573313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将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51AAED41-9B6F-49E0-855A-50983B0FD6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1136622"/>
                </p:ext>
              </p:extLst>
            </p:nvPr>
          </p:nvGraphicFramePr>
          <p:xfrm>
            <a:off x="1197422" y="3426787"/>
            <a:ext cx="723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95" name="Equation" r:id="rId9" imgW="723600" imgH="736560" progId="Equation.DSMT4">
                    <p:embed/>
                  </p:oleObj>
                </mc:Choice>
                <mc:Fallback>
                  <p:oleObj name="Equation" r:id="rId9" imgW="723600" imgH="736560" progId="Equation.DSMT4">
                    <p:embed/>
                    <p:pic>
                      <p:nvPicPr>
                        <p:cNvPr id="22" name="Object 24">
                          <a:extLst>
                            <a:ext uri="{FF2B5EF4-FFF2-40B4-BE49-F238E27FC236}">
                              <a16:creationId xmlns:a16="http://schemas.microsoft.com/office/drawing/2014/main" id="{C6389A5B-0901-44CE-8446-B5AD235603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7422" y="3426787"/>
                          <a:ext cx="7239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93C5099-BBB3-46E7-B8D0-0EA0807BD9E9}"/>
              </a:ext>
            </a:extLst>
          </p:cNvPr>
          <p:cNvSpPr txBox="1"/>
          <p:nvPr/>
        </p:nvSpPr>
        <p:spPr>
          <a:xfrm>
            <a:off x="1996589" y="3582443"/>
            <a:ext cx="4407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代回上式得原方程的通解为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9466AA91-30E4-4FC0-855D-506EC55F6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914898"/>
              </p:ext>
            </p:extLst>
          </p:nvPr>
        </p:nvGraphicFramePr>
        <p:xfrm>
          <a:off x="5879033" y="3422176"/>
          <a:ext cx="218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6" name="Equation" r:id="rId11" imgW="2184120" imgH="736560" progId="Equation.DSMT4">
                  <p:embed/>
                </p:oleObj>
              </mc:Choice>
              <mc:Fallback>
                <p:oleObj name="Equation" r:id="rId11" imgW="2184120" imgH="73656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1B74BD1C-C199-4E1A-8789-4DE45C020C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033" y="3422176"/>
                        <a:ext cx="2184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4F042E45-FD67-46DD-8142-C375F446388A}"/>
              </a:ext>
            </a:extLst>
          </p:cNvPr>
          <p:cNvSpPr txBox="1"/>
          <p:nvPr/>
        </p:nvSpPr>
        <p:spPr>
          <a:xfrm>
            <a:off x="2440138" y="4204375"/>
            <a:ext cx="3200910" cy="461665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 变量代换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+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分离变量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EA297999-3C47-47C5-A67A-ABD51DABFD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786253"/>
              </p:ext>
            </p:extLst>
          </p:nvPr>
        </p:nvGraphicFramePr>
        <p:xfrm>
          <a:off x="2771800" y="1523093"/>
          <a:ext cx="1905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7" name="Equation" r:id="rId13" imgW="1904760" imgH="787320" progId="Equation.DSMT4">
                  <p:embed/>
                </p:oleObj>
              </mc:Choice>
              <mc:Fallback>
                <p:oleObj name="Equation" r:id="rId13" imgW="1904760" imgH="78732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3A6B6502-97D7-44DF-8040-206ECC56E2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1523093"/>
                        <a:ext cx="1905000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63B74D13-7C54-4D5D-85F5-A19B1AA7C602}"/>
              </a:ext>
            </a:extLst>
          </p:cNvPr>
          <p:cNvSpPr txBox="1"/>
          <p:nvPr/>
        </p:nvSpPr>
        <p:spPr>
          <a:xfrm>
            <a:off x="1626743" y="999397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并积分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6695350A-8662-4B27-A020-4ED6D944B9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348934"/>
              </p:ext>
            </p:extLst>
          </p:nvPr>
        </p:nvGraphicFramePr>
        <p:xfrm>
          <a:off x="2454300" y="1517443"/>
          <a:ext cx="3213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8" name="Equation" r:id="rId15" imgW="3213000" imgH="787320" progId="Equation.DSMT4">
                  <p:embed/>
                </p:oleObj>
              </mc:Choice>
              <mc:Fallback>
                <p:oleObj name="Equation" r:id="rId15" imgW="3213000" imgH="78732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CEA126E1-CD3C-4968-8E33-729AFC907D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300" y="1517443"/>
                        <a:ext cx="3213100" cy="787400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347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2" grpId="0"/>
      <p:bldP spid="14" grpId="0" animBg="1"/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99FAAF22-B597-4845-8E4A-DC0DF4E6A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336737"/>
              </p:ext>
            </p:extLst>
          </p:nvPr>
        </p:nvGraphicFramePr>
        <p:xfrm>
          <a:off x="3391387" y="146469"/>
          <a:ext cx="283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36" name="Equation" r:id="rId3" imgW="2831760" imgH="736560" progId="Equation.DSMT4">
                  <p:embed/>
                </p:oleObj>
              </mc:Choice>
              <mc:Fallback>
                <p:oleObj name="Equation" r:id="rId3" imgW="2831760" imgH="736560" progId="Equation.DSMT4">
                  <p:embed/>
                  <p:pic>
                    <p:nvPicPr>
                      <p:cNvPr id="51" name="Object 24">
                        <a:extLst>
                          <a:ext uri="{FF2B5EF4-FFF2-40B4-BE49-F238E27FC236}">
                            <a16:creationId xmlns:a16="http://schemas.microsoft.com/office/drawing/2014/main" id="{2E9EDBD6-01A6-4F7F-B418-DF28F1A00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1387" y="146469"/>
                        <a:ext cx="2832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FDF7E45A-C781-4048-BC0B-C8AE0183BAF2}"/>
              </a:ext>
            </a:extLst>
          </p:cNvPr>
          <p:cNvSpPr txBox="1"/>
          <p:nvPr/>
        </p:nvSpPr>
        <p:spPr>
          <a:xfrm>
            <a:off x="6274331" y="267494"/>
            <a:ext cx="1413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的通解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7B470C-7DF0-40F9-9132-BEBCE0E25390}"/>
              </a:ext>
            </a:extLst>
          </p:cNvPr>
          <p:cNvSpPr txBox="1"/>
          <p:nvPr/>
        </p:nvSpPr>
        <p:spPr>
          <a:xfrm>
            <a:off x="971600" y="267494"/>
            <a:ext cx="2390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7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求微分方程 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A1A114-912A-4CAC-9125-159E97BC992A}"/>
              </a:ext>
            </a:extLst>
          </p:cNvPr>
          <p:cNvSpPr txBox="1"/>
          <p:nvPr/>
        </p:nvSpPr>
        <p:spPr>
          <a:xfrm>
            <a:off x="971600" y="1235266"/>
            <a:ext cx="72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解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BA99D1A-41D9-4B8E-897D-E3157A00709E}"/>
              </a:ext>
            </a:extLst>
          </p:cNvPr>
          <p:cNvGrpSpPr/>
          <p:nvPr/>
        </p:nvGrpSpPr>
        <p:grpSpPr>
          <a:xfrm>
            <a:off x="5412784" y="1126050"/>
            <a:ext cx="2748516" cy="736600"/>
            <a:chOff x="383324" y="2257526"/>
            <a:chExt cx="2748516" cy="73660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7126F38-B19D-4A9A-956A-16FFE22A8658}"/>
                </a:ext>
              </a:extLst>
            </p:cNvPr>
            <p:cNvSpPr txBox="1"/>
            <p:nvPr/>
          </p:nvSpPr>
          <p:spPr>
            <a:xfrm>
              <a:off x="383324" y="2397117"/>
              <a:ext cx="543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令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06608207-B7D7-4D3B-A900-D0491AC57D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5373188"/>
                </p:ext>
              </p:extLst>
            </p:nvPr>
          </p:nvGraphicFramePr>
          <p:xfrm>
            <a:off x="795474" y="2257526"/>
            <a:ext cx="880128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37" name="Equation" r:id="rId5" imgW="723600" imgH="736560" progId="Equation.DSMT4">
                    <p:embed/>
                  </p:oleObj>
                </mc:Choice>
                <mc:Fallback>
                  <p:oleObj name="Equation" r:id="rId5" imgW="723600" imgH="736560" progId="Equation.DSMT4">
                    <p:embed/>
                    <p:pic>
                      <p:nvPicPr>
                        <p:cNvPr id="30" name="Object 24">
                          <a:extLst>
                            <a:ext uri="{FF2B5EF4-FFF2-40B4-BE49-F238E27FC236}">
                              <a16:creationId xmlns:a16="http://schemas.microsoft.com/office/drawing/2014/main" id="{9B15CD15-D403-4BF3-AC2F-803DAE52DB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474" y="2257526"/>
                          <a:ext cx="880128" cy="7366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79BD84E-BC09-4DEC-BFA9-8DD69CDD492E}"/>
                </a:ext>
              </a:extLst>
            </p:cNvPr>
            <p:cNvGrpSpPr/>
            <p:nvPr/>
          </p:nvGrpSpPr>
          <p:grpSpPr>
            <a:xfrm>
              <a:off x="1611398" y="2401033"/>
              <a:ext cx="1520442" cy="461665"/>
              <a:chOff x="1654945" y="1628428"/>
              <a:chExt cx="1274174" cy="461665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A3BC528-A3DF-4CF8-8805-A6ED5539CC40}"/>
                  </a:ext>
                </a:extLst>
              </p:cNvPr>
              <p:cNvSpPr txBox="1"/>
              <p:nvPr/>
            </p:nvSpPr>
            <p:spPr>
              <a:xfrm>
                <a:off x="1654945" y="1628428"/>
                <a:ext cx="4262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/>
                    <a:cs typeface="Times New Roman" panose="02020603050405020304" pitchFamily="18" charset="0"/>
                  </a:rPr>
                  <a:t>即       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endParaRPr>
              </a:p>
            </p:txBody>
          </p:sp>
          <p:graphicFrame>
            <p:nvGraphicFramePr>
              <p:cNvPr id="11" name="Object 24">
                <a:extLst>
                  <a:ext uri="{FF2B5EF4-FFF2-40B4-BE49-F238E27FC236}">
                    <a16:creationId xmlns:a16="http://schemas.microsoft.com/office/drawing/2014/main" id="{BDE848BF-7F3A-4CF0-AB6B-1755BB205C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13631868"/>
                  </p:ext>
                </p:extLst>
              </p:nvPr>
            </p:nvGraphicFramePr>
            <p:xfrm>
              <a:off x="2027419" y="1748469"/>
              <a:ext cx="9017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7838" name="Equation" r:id="rId7" imgW="901440" imgH="266400" progId="Equation.DSMT4">
                      <p:embed/>
                    </p:oleObj>
                  </mc:Choice>
                  <mc:Fallback>
                    <p:oleObj name="Equation" r:id="rId7" imgW="901440" imgH="266400" progId="Equation.DSMT4">
                      <p:embed/>
                      <p:pic>
                        <p:nvPicPr>
                          <p:cNvPr id="33" name="Object 24">
                            <a:extLst>
                              <a:ext uri="{FF2B5EF4-FFF2-40B4-BE49-F238E27FC236}">
                                <a16:creationId xmlns:a16="http://schemas.microsoft.com/office/drawing/2014/main" id="{B9B4C450-FFFF-434E-8C0D-564D44AE6CD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27419" y="1748469"/>
                            <a:ext cx="901700" cy="266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12FDAB6-CF7B-4CDC-8FE9-13EB13BEA6DE}"/>
              </a:ext>
            </a:extLst>
          </p:cNvPr>
          <p:cNvGrpSpPr/>
          <p:nvPr/>
        </p:nvGrpSpPr>
        <p:grpSpPr>
          <a:xfrm>
            <a:off x="936685" y="2035909"/>
            <a:ext cx="2486496" cy="736600"/>
            <a:chOff x="3093616" y="2217473"/>
            <a:chExt cx="2486496" cy="736600"/>
          </a:xfrm>
        </p:grpSpPr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784C1992-A6E0-4863-925E-D5CBA4D5D4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8408633"/>
                </p:ext>
              </p:extLst>
            </p:nvPr>
          </p:nvGraphicFramePr>
          <p:xfrm>
            <a:off x="3916412" y="2217473"/>
            <a:ext cx="1663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39" name="Equation" r:id="rId9" imgW="1663560" imgH="736560" progId="Equation.DSMT4">
                    <p:embed/>
                  </p:oleObj>
                </mc:Choice>
                <mc:Fallback>
                  <p:oleObj name="Equation" r:id="rId9" imgW="1663560" imgH="736560" progId="Equation.DSMT4">
                    <p:embed/>
                    <p:pic>
                      <p:nvPicPr>
                        <p:cNvPr id="29" name="Object 24">
                          <a:extLst>
                            <a:ext uri="{FF2B5EF4-FFF2-40B4-BE49-F238E27FC236}">
                              <a16:creationId xmlns:a16="http://schemas.microsoft.com/office/drawing/2014/main" id="{C10F46AF-4E86-40E1-BA2A-EF71FE5B96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6412" y="2217473"/>
                          <a:ext cx="16637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74990ED-248A-4699-982C-9DFDC7488F17}"/>
                </a:ext>
              </a:extLst>
            </p:cNvPr>
            <p:cNvSpPr txBox="1"/>
            <p:nvPr/>
          </p:nvSpPr>
          <p:spPr>
            <a:xfrm>
              <a:off x="3093616" y="2354941"/>
              <a:ext cx="9743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则有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E90258B7-880D-483F-B9B8-0B42D1AAD7E6}"/>
              </a:ext>
            </a:extLst>
          </p:cNvPr>
          <p:cNvSpPr txBox="1"/>
          <p:nvPr/>
        </p:nvSpPr>
        <p:spPr>
          <a:xfrm>
            <a:off x="3423181" y="2174278"/>
            <a:ext cx="1917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代入上式得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D06EFE5B-E7E9-40B2-BDC9-F6B4B77CFB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959234"/>
              </p:ext>
            </p:extLst>
          </p:nvPr>
        </p:nvGraphicFramePr>
        <p:xfrm>
          <a:off x="5086881" y="2020509"/>
          <a:ext cx="237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40" name="Equation" r:id="rId11" imgW="2374560" imgH="736560" progId="Equation.DSMT4">
                  <p:embed/>
                </p:oleObj>
              </mc:Choice>
              <mc:Fallback>
                <p:oleObj name="Equation" r:id="rId11" imgW="2374560" imgH="73656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91FD348A-8899-4D68-9DDF-E01CD0AE6E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881" y="2020509"/>
                        <a:ext cx="2374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75ED4248-09A3-4B34-98C4-F94D5F5ACA87}"/>
              </a:ext>
            </a:extLst>
          </p:cNvPr>
          <p:cNvSpPr txBox="1"/>
          <p:nvPr/>
        </p:nvSpPr>
        <p:spPr>
          <a:xfrm>
            <a:off x="1519005" y="1252344"/>
            <a:ext cx="2390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原方程可化为 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B72644B5-9AD6-4384-AFCC-694F300FF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633628"/>
              </p:ext>
            </p:extLst>
          </p:nvPr>
        </p:nvGraphicFramePr>
        <p:xfrm>
          <a:off x="3523914" y="1085260"/>
          <a:ext cx="1866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41" name="Equation" r:id="rId13" imgW="1866600" imgH="825480" progId="Equation.DSMT4">
                  <p:embed/>
                </p:oleObj>
              </mc:Choice>
              <mc:Fallback>
                <p:oleObj name="Equation" r:id="rId13" imgW="1866600" imgH="82548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7F5C7A49-DA55-4504-AA9A-9EBAE123E9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3914" y="1085260"/>
                        <a:ext cx="18669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FECA9E-920C-4CFD-92BB-4F9F99B90C12}"/>
              </a:ext>
            </a:extLst>
          </p:cNvPr>
          <p:cNvCxnSpPr>
            <a:cxnSpLocks/>
          </p:cNvCxnSpPr>
          <p:nvPr/>
        </p:nvCxnSpPr>
        <p:spPr>
          <a:xfrm>
            <a:off x="5824934" y="2209011"/>
            <a:ext cx="290209" cy="404882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4E10596-F060-4CAD-8ED4-A1588C70745F}"/>
              </a:ext>
            </a:extLst>
          </p:cNvPr>
          <p:cNvCxnSpPr>
            <a:cxnSpLocks/>
          </p:cNvCxnSpPr>
          <p:nvPr/>
        </p:nvCxnSpPr>
        <p:spPr>
          <a:xfrm>
            <a:off x="6335396" y="2192978"/>
            <a:ext cx="233870" cy="37505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0A779B8-B298-4782-AFBA-D88FDE7BFB60}"/>
              </a:ext>
            </a:extLst>
          </p:cNvPr>
          <p:cNvSpPr txBox="1"/>
          <p:nvPr/>
        </p:nvSpPr>
        <p:spPr>
          <a:xfrm>
            <a:off x="982228" y="310089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分离变量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67460B33-E23E-4C26-9241-6A12DB1DD1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996084"/>
              </p:ext>
            </p:extLst>
          </p:nvPr>
        </p:nvGraphicFramePr>
        <p:xfrm>
          <a:off x="3260070" y="2936178"/>
          <a:ext cx="1498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42" name="Equation" r:id="rId15" imgW="1498320" imgH="774360" progId="Equation.DSMT4">
                  <p:embed/>
                </p:oleObj>
              </mc:Choice>
              <mc:Fallback>
                <p:oleObj name="Equation" r:id="rId15" imgW="1498320" imgH="77436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CA822BC3-051F-4C23-869E-6F5E0C492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070" y="2936178"/>
                        <a:ext cx="14986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A6224BB9-398F-42CB-AEF2-8836DDD8D481}"/>
              </a:ext>
            </a:extLst>
          </p:cNvPr>
          <p:cNvSpPr txBox="1"/>
          <p:nvPr/>
        </p:nvSpPr>
        <p:spPr>
          <a:xfrm>
            <a:off x="4937316" y="3065713"/>
            <a:ext cx="652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得  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4770582F-4ADC-4715-B5F0-79A6B81EBA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696681"/>
              </p:ext>
            </p:extLst>
          </p:nvPr>
        </p:nvGraphicFramePr>
        <p:xfrm>
          <a:off x="5347231" y="3078453"/>
          <a:ext cx="1854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43" name="Equation" r:id="rId17" imgW="1854000" imgH="419040" progId="Equation.DSMT4">
                  <p:embed/>
                </p:oleObj>
              </mc:Choice>
              <mc:Fallback>
                <p:oleObj name="Equation" r:id="rId17" imgW="1854000" imgH="419040" progId="Equation.DSMT4">
                  <p:embed/>
                  <p:pic>
                    <p:nvPicPr>
                      <p:cNvPr id="45" name="Object 24">
                        <a:extLst>
                          <a:ext uri="{FF2B5EF4-FFF2-40B4-BE49-F238E27FC236}">
                            <a16:creationId xmlns:a16="http://schemas.microsoft.com/office/drawing/2014/main" id="{F08A55AD-DADB-45D1-834A-55D88BA324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231" y="3078453"/>
                        <a:ext cx="1854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4BAD03BB-0C02-4637-92E8-8C8808C88969}"/>
              </a:ext>
            </a:extLst>
          </p:cNvPr>
          <p:cNvGrpSpPr/>
          <p:nvPr/>
        </p:nvGrpSpPr>
        <p:grpSpPr>
          <a:xfrm>
            <a:off x="1000914" y="3858675"/>
            <a:ext cx="1140903" cy="736600"/>
            <a:chOff x="539552" y="3437706"/>
            <a:chExt cx="1140903" cy="736600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E2B9822-F7EE-4FB4-8969-BC7EE65AFD45}"/>
                </a:ext>
              </a:extLst>
            </p:cNvPr>
            <p:cNvSpPr txBox="1"/>
            <p:nvPr/>
          </p:nvSpPr>
          <p:spPr>
            <a:xfrm>
              <a:off x="539552" y="3575174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将    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27" name="Object 24">
              <a:extLst>
                <a:ext uri="{FF2B5EF4-FFF2-40B4-BE49-F238E27FC236}">
                  <a16:creationId xmlns:a16="http://schemas.microsoft.com/office/drawing/2014/main" id="{37137E64-5DB1-409A-B8B0-AAAC70FE4F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2326519"/>
                </p:ext>
              </p:extLst>
            </p:nvPr>
          </p:nvGraphicFramePr>
          <p:xfrm>
            <a:off x="956555" y="3437706"/>
            <a:ext cx="723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44" name="Equation" r:id="rId19" imgW="723600" imgH="736560" progId="Equation.DSMT4">
                    <p:embed/>
                  </p:oleObj>
                </mc:Choice>
                <mc:Fallback>
                  <p:oleObj name="Equation" r:id="rId19" imgW="723600" imgH="736560" progId="Equation.DSMT4">
                    <p:embed/>
                    <p:pic>
                      <p:nvPicPr>
                        <p:cNvPr id="48" name="Object 24">
                          <a:extLst>
                            <a:ext uri="{FF2B5EF4-FFF2-40B4-BE49-F238E27FC236}">
                              <a16:creationId xmlns:a16="http://schemas.microsoft.com/office/drawing/2014/main" id="{82006B87-CDC5-4F20-9292-3EC1BC9E3B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555" y="3437706"/>
                          <a:ext cx="7239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CA111590-69B0-4DFB-B16F-657ABCC09A1A}"/>
              </a:ext>
            </a:extLst>
          </p:cNvPr>
          <p:cNvSpPr txBox="1"/>
          <p:nvPr/>
        </p:nvSpPr>
        <p:spPr>
          <a:xfrm>
            <a:off x="2083327" y="3989538"/>
            <a:ext cx="3855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代入上式得原方程通解为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E873827B-5A2B-48B8-934D-50D52462A9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482981"/>
              </p:ext>
            </p:extLst>
          </p:nvPr>
        </p:nvGraphicFramePr>
        <p:xfrm>
          <a:off x="5589621" y="3976369"/>
          <a:ext cx="204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45" name="Equation" r:id="rId21" imgW="2044440" imgH="406080" progId="Equation.DSMT4">
                  <p:embed/>
                </p:oleObj>
              </mc:Choice>
              <mc:Fallback>
                <p:oleObj name="Equation" r:id="rId21" imgW="2044440" imgH="406080" progId="Equation.DSMT4">
                  <p:embed/>
                  <p:pic>
                    <p:nvPicPr>
                      <p:cNvPr id="50" name="Object 24">
                        <a:extLst>
                          <a:ext uri="{FF2B5EF4-FFF2-40B4-BE49-F238E27FC236}">
                            <a16:creationId xmlns:a16="http://schemas.microsoft.com/office/drawing/2014/main" id="{28837134-05DA-4B57-A781-7D41D78698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621" y="3976369"/>
                        <a:ext cx="2044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55A74E82-8A69-4393-80B7-E7BBB6E3653E}"/>
              </a:ext>
            </a:extLst>
          </p:cNvPr>
          <p:cNvSpPr txBox="1"/>
          <p:nvPr/>
        </p:nvSpPr>
        <p:spPr>
          <a:xfrm>
            <a:off x="2204426" y="3092696"/>
            <a:ext cx="121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并积分        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31" name="Object 24">
            <a:extLst>
              <a:ext uri="{FF2B5EF4-FFF2-40B4-BE49-F238E27FC236}">
                <a16:creationId xmlns:a16="http://schemas.microsoft.com/office/drawing/2014/main" id="{862E325F-F9ED-482D-97B4-E420AB2120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543687"/>
              </p:ext>
            </p:extLst>
          </p:nvPr>
        </p:nvGraphicFramePr>
        <p:xfrm>
          <a:off x="3232634" y="2938070"/>
          <a:ext cx="1790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46" name="Equation" r:id="rId23" imgW="1790640" imgH="774360" progId="Equation.DSMT4">
                  <p:embed/>
                </p:oleObj>
              </mc:Choice>
              <mc:Fallback>
                <p:oleObj name="Equation" r:id="rId23" imgW="1790640" imgH="774360" progId="Equation.DSMT4">
                  <p:embed/>
                  <p:pic>
                    <p:nvPicPr>
                      <p:cNvPr id="43" name="Object 24">
                        <a:extLst>
                          <a:ext uri="{FF2B5EF4-FFF2-40B4-BE49-F238E27FC236}">
                            <a16:creationId xmlns:a16="http://schemas.microsoft.com/office/drawing/2014/main" id="{0E90C280-104D-4199-B004-C588CB1BA1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634" y="2938070"/>
                        <a:ext cx="1790700" cy="774700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420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7" grpId="0"/>
      <p:bldP spid="21" grpId="0"/>
      <p:bldP spid="23" grpId="0"/>
      <p:bldP spid="28" grpId="0"/>
      <p:bldP spid="3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3077AD0-E225-4F18-83FA-6C1058A08B9B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195486"/>
            <a:ext cx="3124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/>
                <a:ea typeface="宋体"/>
              </a:rPr>
              <a:t>8 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解微分方程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8ADD287-2CB3-4157-8EE7-222D258E1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131883"/>
              </p:ext>
            </p:extLst>
          </p:nvPr>
        </p:nvGraphicFramePr>
        <p:xfrm>
          <a:off x="2907119" y="79507"/>
          <a:ext cx="1841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0" name="Equation" r:id="rId3" imgW="1841400" imgH="736560" progId="Equation.DSMT4">
                  <p:embed/>
                </p:oleObj>
              </mc:Choice>
              <mc:Fallback>
                <p:oleObj name="Equation" r:id="rId3" imgW="1841400" imgH="7365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0B031299-A651-4B42-82A5-6077433A58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119" y="79507"/>
                        <a:ext cx="1841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A82D0608-2A6F-456B-999C-C9D72F1AB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260" y="877429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解</a:t>
            </a:r>
            <a:endParaRPr lang="en-US" altLang="zh-CN" sz="2400" dirty="0">
              <a:solidFill>
                <a:srgbClr val="0064FF"/>
              </a:solidFill>
              <a:latin typeface="宋体"/>
              <a:ea typeface="宋体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E2775001-2BAE-4D45-99CE-D3299FB44B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388465"/>
              </p:ext>
            </p:extLst>
          </p:nvPr>
        </p:nvGraphicFramePr>
        <p:xfrm>
          <a:off x="1181490" y="768409"/>
          <a:ext cx="1155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1" name="Equation" r:id="rId5" imgW="1155600" imgH="736560" progId="Equation.DSMT4">
                  <p:embed/>
                </p:oleObj>
              </mc:Choice>
              <mc:Fallback>
                <p:oleObj name="Equation" r:id="rId5" imgW="1155600" imgH="73656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1576474B-604F-4CB2-99D6-D254AF6BDB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490" y="768409"/>
                        <a:ext cx="1155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35454369-9FA1-47AA-BA24-9629568DA9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427140"/>
              </p:ext>
            </p:extLst>
          </p:nvPr>
        </p:nvGraphicFramePr>
        <p:xfrm>
          <a:off x="2635544" y="956363"/>
          <a:ext cx="181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2" name="Equation" r:id="rId7" imgW="1815840" imgH="380880" progId="Equation.DSMT4">
                  <p:embed/>
                </p:oleObj>
              </mc:Choice>
              <mc:Fallback>
                <p:oleObj name="Equation" r:id="rId7" imgW="1815840" imgH="38088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B9967B8F-D90A-4F9A-A4EC-DC1A582A17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544" y="956363"/>
                        <a:ext cx="1816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746E925B-8D2E-4B44-BCCC-36E98D8B2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610" y="913525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代入原方程得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3EA11D30-B97A-4518-ADB6-406AAE123A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334278"/>
              </p:ext>
            </p:extLst>
          </p:nvPr>
        </p:nvGraphicFramePr>
        <p:xfrm>
          <a:off x="6445604" y="1000024"/>
          <a:ext cx="2273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3" name="Equation" r:id="rId9" imgW="2273040" imgH="355320" progId="Equation.DSMT4">
                  <p:embed/>
                </p:oleObj>
              </mc:Choice>
              <mc:Fallback>
                <p:oleObj name="Equation" r:id="rId9" imgW="2273040" imgH="35532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5962155E-6213-4FDD-A946-A06A15E7EA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604" y="1000024"/>
                        <a:ext cx="2273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86992FDE-F4EB-4B2C-8F81-AEBC1D5BC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90" y="1640670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分离变量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C3555743-236D-4BBC-A084-B596DFC21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51502"/>
              </p:ext>
            </p:extLst>
          </p:nvPr>
        </p:nvGraphicFramePr>
        <p:xfrm>
          <a:off x="2312988" y="1511300"/>
          <a:ext cx="182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4" name="Equation" r:id="rId11" imgW="1828800" imgH="736560" progId="Equation.DSMT4">
                  <p:embed/>
                </p:oleObj>
              </mc:Choice>
              <mc:Fallback>
                <p:oleObj name="Equation" r:id="rId11" imgW="1828800" imgH="736560" progId="Equation.DSMT4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98CA1DDA-ECBE-4420-9A3C-BB33E55881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1511300"/>
                        <a:ext cx="1828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CB2C8D15-F5E3-4FA7-84AD-1E2CEE463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644" y="1612628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两边积分</a:t>
            </a: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B173A5F1-32ED-4386-A186-0DBAA6E962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133835"/>
              </p:ext>
            </p:extLst>
          </p:nvPr>
        </p:nvGraphicFramePr>
        <p:xfrm>
          <a:off x="6032500" y="1525588"/>
          <a:ext cx="2146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5" name="Equation" r:id="rId13" imgW="2145960" imgH="736560" progId="Equation.DSMT4">
                  <p:embed/>
                </p:oleObj>
              </mc:Choice>
              <mc:Fallback>
                <p:oleObj name="Equation" r:id="rId13" imgW="2145960" imgH="736560" progId="Equation.DSMT4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51D8CA2B-E387-45CB-B08A-165CC8DF4B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1525588"/>
                        <a:ext cx="2146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25225296-0E10-47D5-A544-551AAC93A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260" y="2552641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得</a:t>
            </a:r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A8CA570B-AD85-4CC7-9F7C-B77039350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725272"/>
              </p:ext>
            </p:extLst>
          </p:nvPr>
        </p:nvGraphicFramePr>
        <p:xfrm>
          <a:off x="2199060" y="2597882"/>
          <a:ext cx="307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6" name="Equation" r:id="rId15" imgW="3073320" imgH="431640" progId="Equation.DSMT4">
                  <p:embed/>
                </p:oleObj>
              </mc:Choice>
              <mc:Fallback>
                <p:oleObj name="Equation" r:id="rId15" imgW="3073320" imgH="431640" progId="Equation.DSMT4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4251F805-0A9B-4714-90A5-495F79030D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9060" y="2597882"/>
                        <a:ext cx="3073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FE7FDB45-DC27-48AB-9C4B-4754C62863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018090"/>
              </p:ext>
            </p:extLst>
          </p:nvPr>
        </p:nvGraphicFramePr>
        <p:xfrm>
          <a:off x="6549408" y="2651936"/>
          <a:ext cx="1752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7" name="Equation" r:id="rId17" imgW="1752480" imgH="368280" progId="Equation.DSMT4">
                  <p:embed/>
                </p:oleObj>
              </mc:Choice>
              <mc:Fallback>
                <p:oleObj name="Equation" r:id="rId17" imgW="1752480" imgH="368280" progId="Equation.DSMT4">
                  <p:embed/>
                  <p:pic>
                    <p:nvPicPr>
                      <p:cNvPr id="15" name="Object 15">
                        <a:extLst>
                          <a:ext uri="{FF2B5EF4-FFF2-40B4-BE49-F238E27FC236}">
                            <a16:creationId xmlns:a16="http://schemas.microsoft.com/office/drawing/2014/main" id="{813DF499-7BCB-4443-898A-6B845FDD84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9408" y="2651936"/>
                        <a:ext cx="1752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>
            <a:extLst>
              <a:ext uri="{FF2B5EF4-FFF2-40B4-BE49-F238E27FC236}">
                <a16:creationId xmlns:a16="http://schemas.microsoft.com/office/drawing/2014/main" id="{80B64964-D89A-4E06-A127-261E687C3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90" y="3403285"/>
            <a:ext cx="358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故原方程的通解为</a:t>
            </a:r>
          </a:p>
        </p:txBody>
      </p:sp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F8A17F4C-5D50-4DF4-AF4B-573C2F01AC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000241"/>
              </p:ext>
            </p:extLst>
          </p:nvPr>
        </p:nvGraphicFramePr>
        <p:xfrm>
          <a:off x="3246810" y="3250506"/>
          <a:ext cx="1371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8" name="Equation" r:id="rId19" imgW="1371600" imgH="736560" progId="Equation.DSMT4">
                  <p:embed/>
                </p:oleObj>
              </mc:Choice>
              <mc:Fallback>
                <p:oleObj name="Equation" r:id="rId19" imgW="1371600" imgH="736560" progId="Equation.DSMT4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9A1D5664-D675-4CD1-8887-DDC8327A8E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810" y="3250506"/>
                        <a:ext cx="1371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>
            <a:extLst>
              <a:ext uri="{FF2B5EF4-FFF2-40B4-BE49-F238E27FC236}">
                <a16:creationId xmlns:a16="http://schemas.microsoft.com/office/drawing/2014/main" id="{12803486-A0B5-40B3-B565-4F3244E64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032" y="4207930"/>
            <a:ext cx="556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当 </a:t>
            </a:r>
            <a:r>
              <a:rPr lang="en-US" altLang="zh-CN" sz="2400" i="1" dirty="0">
                <a:solidFill>
                  <a:srgbClr val="0064FF"/>
                </a:solidFill>
                <a:latin typeface="Times New Roman"/>
                <a:ea typeface="宋体"/>
              </a:rPr>
              <a:t>C</a:t>
            </a:r>
            <a:r>
              <a:rPr lang="en-US" altLang="zh-CN" sz="2400" dirty="0">
                <a:solidFill>
                  <a:srgbClr val="0064FF"/>
                </a:solidFill>
                <a:latin typeface="Times New Roman"/>
                <a:ea typeface="宋体"/>
              </a:rPr>
              <a:t> = 0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时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/>
                <a:ea typeface="宋体"/>
              </a:rPr>
              <a:t>  </a:t>
            </a:r>
            <a:r>
              <a:rPr lang="en-US" altLang="zh-CN" sz="2400" i="1" dirty="0">
                <a:solidFill>
                  <a:srgbClr val="0064FF"/>
                </a:solidFill>
                <a:latin typeface="Times New Roman"/>
                <a:ea typeface="宋体"/>
              </a:rPr>
              <a:t>y</a:t>
            </a:r>
            <a:r>
              <a:rPr lang="en-US" altLang="zh-CN" sz="2400" dirty="0">
                <a:solidFill>
                  <a:srgbClr val="0064FF"/>
                </a:solidFill>
                <a:latin typeface="Times New Roman"/>
                <a:ea typeface="宋体"/>
              </a:rPr>
              <a:t> = 0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也是方程的解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.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74B5D574-9704-4A0D-A5BA-B9A617DA3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8619" y="3372716"/>
            <a:ext cx="312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( </a:t>
            </a:r>
            <a:r>
              <a:rPr lang="en-US" altLang="zh-CN" sz="2400" i="1" dirty="0">
                <a:solidFill>
                  <a:prstClr val="black"/>
                </a:solidFill>
                <a:latin typeface="Times New Roman"/>
                <a:ea typeface="宋体"/>
              </a:rPr>
              <a:t>C</a:t>
            </a: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为任意常数 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).</a:t>
            </a:r>
          </a:p>
        </p:txBody>
      </p:sp>
      <p:graphicFrame>
        <p:nvGraphicFramePr>
          <p:cNvPr id="20" name="Object 21">
            <a:extLst>
              <a:ext uri="{FF2B5EF4-FFF2-40B4-BE49-F238E27FC236}">
                <a16:creationId xmlns:a16="http://schemas.microsoft.com/office/drawing/2014/main" id="{5F28C544-3BC7-4B2F-9CA9-6266D00AE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108970"/>
              </p:ext>
            </p:extLst>
          </p:nvPr>
        </p:nvGraphicFramePr>
        <p:xfrm>
          <a:off x="5469310" y="2680593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9" name="Equation" r:id="rId21" imgW="774360" imgH="279360" progId="Equation.DSMT4">
                  <p:embed/>
                </p:oleObj>
              </mc:Choice>
              <mc:Fallback>
                <p:oleObj name="Equation" r:id="rId21" imgW="774360" imgH="279360" progId="Equation.DSMT4">
                  <p:embed/>
                  <p:pic>
                    <p:nvPicPr>
                      <p:cNvPr id="23" name="Object 21">
                        <a:extLst>
                          <a:ext uri="{FF2B5EF4-FFF2-40B4-BE49-F238E27FC236}">
                            <a16:creationId xmlns:a16="http://schemas.microsoft.com/office/drawing/2014/main" id="{7DBD5791-BBFA-4210-967D-A419862DF9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9310" y="2680593"/>
                        <a:ext cx="774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14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3" grpId="0"/>
      <p:bldP spid="16" grpId="0"/>
      <p:bldP spid="18" grpId="0"/>
      <p:bldP spid="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F6D93CE-8A4F-41DA-A953-A7EDF3553979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95486"/>
            <a:ext cx="3278187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/>
                <a:ea typeface="宋体"/>
              </a:rPr>
              <a:t>9  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解微分方程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636C472-6811-4819-92E9-EAE139C0BA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45755"/>
              </p:ext>
            </p:extLst>
          </p:nvPr>
        </p:nvGraphicFramePr>
        <p:xfrm>
          <a:off x="3455539" y="237329"/>
          <a:ext cx="313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1" name="Equation" r:id="rId3" imgW="3136680" imgH="406080" progId="Equation.DSMT4">
                  <p:embed/>
                </p:oleObj>
              </mc:Choice>
              <mc:Fallback>
                <p:oleObj name="Equation" r:id="rId3" imgW="3136680" imgH="40608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86F29459-42C5-4554-9EE2-F5142D8170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539" y="237329"/>
                        <a:ext cx="3136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FF4162CB-4F7D-43A6-9417-D0254B55E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95" y="788843"/>
            <a:ext cx="9396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宋体"/>
              <a:ea typeface="宋体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4DC128A-6FD3-470F-B93B-16334B3207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700992"/>
              </p:ext>
            </p:extLst>
          </p:nvPr>
        </p:nvGraphicFramePr>
        <p:xfrm>
          <a:off x="1447316" y="683837"/>
          <a:ext cx="4025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2" name="Equation" r:id="rId5" imgW="4025880" imgH="799920" progId="Equation.DSMT4">
                  <p:embed/>
                </p:oleObj>
              </mc:Choice>
              <mc:Fallback>
                <p:oleObj name="Equation" r:id="rId5" imgW="4025880" imgH="7999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5389F8CB-2FE3-42E0-B7E1-39ED4FF51F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316" y="683837"/>
                        <a:ext cx="4025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8E279F8E-7408-499B-9ED9-27212046CE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135704"/>
              </p:ext>
            </p:extLst>
          </p:nvPr>
        </p:nvGraphicFramePr>
        <p:xfrm>
          <a:off x="5496048" y="727951"/>
          <a:ext cx="119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3" name="Equation" r:id="rId7" imgW="1193760" imgH="736560" progId="Equation.DSMT4">
                  <p:embed/>
                </p:oleObj>
              </mc:Choice>
              <mc:Fallback>
                <p:oleObj name="Equation" r:id="rId7" imgW="1193760" imgH="73656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2EA2769D-BA9D-4397-9239-4149AE490F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6048" y="727951"/>
                        <a:ext cx="1193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A107CA46-3942-4698-B2D4-B29821A09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4124" y="837991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则有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AEB98EC1-DDE4-47F1-A5DC-86927862AB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901063"/>
              </p:ext>
            </p:extLst>
          </p:nvPr>
        </p:nvGraphicFramePr>
        <p:xfrm>
          <a:off x="3270874" y="1589179"/>
          <a:ext cx="213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4" name="Equation" r:id="rId9" imgW="2133360" imgH="406080" progId="Equation.DSMT4">
                  <p:embed/>
                </p:oleObj>
              </mc:Choice>
              <mc:Fallback>
                <p:oleObj name="Equation" r:id="rId9" imgW="2133360" imgH="40608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7BC4CC35-C467-43DC-9A8C-D812A8059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874" y="1589179"/>
                        <a:ext cx="2133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BB901747-903A-4C9F-9064-DF92A7A9D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72" y="2366411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分离变量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156C3D96-BD3D-4646-B989-4C90E56F5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869627"/>
              </p:ext>
            </p:extLst>
          </p:nvPr>
        </p:nvGraphicFramePr>
        <p:xfrm>
          <a:off x="2188434" y="2182518"/>
          <a:ext cx="172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5" name="Equation" r:id="rId11" imgW="1726920" imgH="736560" progId="Equation.DSMT4">
                  <p:embed/>
                </p:oleObj>
              </mc:Choice>
              <mc:Fallback>
                <p:oleObj name="Equation" r:id="rId11" imgW="1726920" imgH="736560" progId="Equation.DSMT4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316F8909-8764-4069-828C-CC9AF4B0D8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434" y="2182518"/>
                        <a:ext cx="1727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9A76288A-EA70-475B-A111-57B259D31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84" y="3121429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积分得</a:t>
            </a: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7ECA58F2-DA62-4E68-80B2-F150D8C3A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806307"/>
              </p:ext>
            </p:extLst>
          </p:nvPr>
        </p:nvGraphicFramePr>
        <p:xfrm>
          <a:off x="2077074" y="3017903"/>
          <a:ext cx="3327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6" name="Equation" r:id="rId13" imgW="3327120" imgH="812520" progId="Equation.DSMT4">
                  <p:embed/>
                </p:oleObj>
              </mc:Choice>
              <mc:Fallback>
                <p:oleObj name="Equation" r:id="rId13" imgW="3327120" imgH="812520" progId="Equation.DSMT4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362C2143-240E-4A19-88FB-DEDE7BC2DF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7074" y="3017903"/>
                        <a:ext cx="3327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5B373581-13F8-4A1C-8E7E-B5AB90BA8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45735"/>
              </p:ext>
            </p:extLst>
          </p:nvPr>
        </p:nvGraphicFramePr>
        <p:xfrm>
          <a:off x="4677433" y="2200548"/>
          <a:ext cx="316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7" name="Equation" r:id="rId15" imgW="3162240" imgH="736560" progId="Equation.DSMT4">
                  <p:embed/>
                </p:oleObj>
              </mc:Choice>
              <mc:Fallback>
                <p:oleObj name="Equation" r:id="rId15" imgW="3162240" imgH="736560" progId="Equation.DSMT4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4725ECDC-296E-404F-9D4F-8C14D60CDC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7433" y="2200548"/>
                        <a:ext cx="3162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>
            <a:extLst>
              <a:ext uri="{FF2B5EF4-FFF2-40B4-BE49-F238E27FC236}">
                <a16:creationId xmlns:a16="http://schemas.microsoft.com/office/drawing/2014/main" id="{C179AD23-1258-4C5E-8F02-8691DF3AD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14" y="4061927"/>
            <a:ext cx="33115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代回原变量得通解</a:t>
            </a: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6C9C404A-0F73-40DF-A2AD-550724580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870" y="3142117"/>
            <a:ext cx="7477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即</a:t>
            </a:r>
          </a:p>
        </p:txBody>
      </p:sp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8FD03389-D680-473A-90A2-C6505BCA00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372220"/>
              </p:ext>
            </p:extLst>
          </p:nvPr>
        </p:nvGraphicFramePr>
        <p:xfrm>
          <a:off x="6119084" y="3057895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8" name="Equation" r:id="rId17" imgW="1625400" imgH="736560" progId="Equation.DSMT4">
                  <p:embed/>
                </p:oleObj>
              </mc:Choice>
              <mc:Fallback>
                <p:oleObj name="Equation" r:id="rId17" imgW="1625400" imgH="736560" progId="Equation.DSMT4">
                  <p:embed/>
                  <p:pic>
                    <p:nvPicPr>
                      <p:cNvPr id="16" name="Object 16">
                        <a:extLst>
                          <a:ext uri="{FF2B5EF4-FFF2-40B4-BE49-F238E27FC236}">
                            <a16:creationId xmlns:a16="http://schemas.microsoft.com/office/drawing/2014/main" id="{2C2D83A2-A18B-4FCE-A700-FD9483ED98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084" y="3057895"/>
                        <a:ext cx="1625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B24CF1A0-4F40-49FA-A6E9-560418DE5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309753"/>
              </p:ext>
            </p:extLst>
          </p:nvPr>
        </p:nvGraphicFramePr>
        <p:xfrm>
          <a:off x="3208218" y="4164527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9" name="Equation" r:id="rId19" imgW="1854000" imgH="342720" progId="Equation.DSMT4">
                  <p:embed/>
                </p:oleObj>
              </mc:Choice>
              <mc:Fallback>
                <p:oleObj name="Equation" r:id="rId19" imgW="1854000" imgH="342720" progId="Equation.DSMT4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0B144BD3-B420-4DD5-A526-3E1D5DDD26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218" y="4164527"/>
                        <a:ext cx="1854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9">
            <a:extLst>
              <a:ext uri="{FF2B5EF4-FFF2-40B4-BE49-F238E27FC236}">
                <a16:creationId xmlns:a16="http://schemas.microsoft.com/office/drawing/2014/main" id="{D4353E80-2621-426E-8560-CE2EAF423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418" y="4077638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Times New Roman"/>
                <a:ea typeface="宋体"/>
              </a:rPr>
              <a:t>C</a:t>
            </a: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为任意常数</a:t>
            </a: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)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.</a:t>
            </a:r>
            <a:endParaRPr lang="en-US" altLang="zh-CN" sz="2400" b="1" dirty="0">
              <a:solidFill>
                <a:srgbClr val="1F497D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05010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4" grpId="0"/>
      <p:bldP spid="15" grpId="0"/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>
            <a:extLst>
              <a:ext uri="{FF2B5EF4-FFF2-40B4-BE49-F238E27FC236}">
                <a16:creationId xmlns:a16="http://schemas.microsoft.com/office/drawing/2014/main" id="{0CE26CC6-0B2F-44CF-8B9B-28BEBA35B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872" y="652785"/>
            <a:ext cx="33115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通解</a:t>
            </a:r>
          </a:p>
        </p:txBody>
      </p:sp>
      <p:graphicFrame>
        <p:nvGraphicFramePr>
          <p:cNvPr id="3" name="Object 17">
            <a:extLst>
              <a:ext uri="{FF2B5EF4-FFF2-40B4-BE49-F238E27FC236}">
                <a16:creationId xmlns:a16="http://schemas.microsoft.com/office/drawing/2014/main" id="{ED853780-EFFD-44F3-BA4A-F2E481795E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935664"/>
              </p:ext>
            </p:extLst>
          </p:nvPr>
        </p:nvGraphicFramePr>
        <p:xfrm>
          <a:off x="3137297" y="771550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788" name="Equation" r:id="rId3" imgW="1854000" imgH="342720" progId="Equation.DSMT4">
                  <p:embed/>
                </p:oleObj>
              </mc:Choice>
              <mc:Fallback>
                <p:oleObj name="Equation" r:id="rId3" imgW="1854000" imgH="342720" progId="Equation.DSMT4">
                  <p:embed/>
                  <p:pic>
                    <p:nvPicPr>
                      <p:cNvPr id="3" name="Object 17">
                        <a:extLst>
                          <a:ext uri="{FF2B5EF4-FFF2-40B4-BE49-F238E27FC236}">
                            <a16:creationId xmlns:a16="http://schemas.microsoft.com/office/drawing/2014/main" id="{C702659C-5DA4-4FBA-B483-395485239D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7297" y="771550"/>
                        <a:ext cx="1854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9">
            <a:extLst>
              <a:ext uri="{FF2B5EF4-FFF2-40B4-BE49-F238E27FC236}">
                <a16:creationId xmlns:a16="http://schemas.microsoft.com/office/drawing/2014/main" id="{9CBEF87F-5573-4765-95FB-9C1B0B80A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9605" y="652785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Times New Roman"/>
                <a:ea typeface="宋体"/>
              </a:rPr>
              <a:t>C</a:t>
            </a: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为任意常数</a:t>
            </a: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)</a:t>
            </a:r>
            <a:r>
              <a:rPr lang="en-US" altLang="zh-CN" sz="2400" b="1" dirty="0">
                <a:solidFill>
                  <a:prstClr val="black"/>
                </a:solidFill>
                <a:latin typeface="Times New Roman"/>
                <a:ea typeface="宋体"/>
              </a:rPr>
              <a:t>.</a:t>
            </a:r>
            <a:endParaRPr lang="en-US" altLang="zh-CN" sz="2400" b="1" dirty="0">
              <a:solidFill>
                <a:srgbClr val="1F497D"/>
              </a:solidFill>
              <a:latin typeface="Times New Roman"/>
              <a:ea typeface="宋体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D2BA988-3654-47C1-AD60-3E57065827A1}"/>
              </a:ext>
            </a:extLst>
          </p:cNvPr>
          <p:cNvGrpSpPr/>
          <p:nvPr/>
        </p:nvGrpSpPr>
        <p:grpSpPr>
          <a:xfrm>
            <a:off x="615194" y="1641773"/>
            <a:ext cx="5829014" cy="461665"/>
            <a:chOff x="615194" y="1641773"/>
            <a:chExt cx="5829014" cy="461665"/>
          </a:xfrm>
        </p:grpSpPr>
        <p:sp>
          <p:nvSpPr>
            <p:cNvPr id="6" name="Text Box 18">
              <a:extLst>
                <a:ext uri="{FF2B5EF4-FFF2-40B4-BE49-F238E27FC236}">
                  <a16:creationId xmlns:a16="http://schemas.microsoft.com/office/drawing/2014/main" id="{DE076AB4-8819-471D-9825-BFB077ABF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194" y="1641773"/>
              <a:ext cx="58290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/>
                  <a:ea typeface="宋体"/>
                </a:rPr>
                <a:t>说明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        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也是原方程的解，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456B40D-CCFD-4BE5-9C76-E47AAA952E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0501788"/>
                </p:ext>
              </p:extLst>
            </p:nvPr>
          </p:nvGraphicFramePr>
          <p:xfrm>
            <a:off x="1676640" y="1759940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89" name="Equation" r:id="rId5" imgW="723600" imgH="330120" progId="Equation.DSMT4">
                    <p:embed/>
                  </p:oleObj>
                </mc:Choice>
                <mc:Fallback>
                  <p:oleObj name="Equation" r:id="rId5" imgW="723600" imgH="3301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0B59A746-795B-44BE-849D-6B578B9451C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76640" y="1759940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4D2CD60C-EFA0-481A-805F-0C6CF778AD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3304658"/>
                </p:ext>
              </p:extLst>
            </p:nvPr>
          </p:nvGraphicFramePr>
          <p:xfrm>
            <a:off x="2541074" y="1747240"/>
            <a:ext cx="736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90" name="Equation" r:id="rId7" imgW="736560" imgH="342720" progId="Equation.DSMT4">
                    <p:embed/>
                  </p:oleObj>
                </mc:Choice>
                <mc:Fallback>
                  <p:oleObj name="Equation" r:id="rId7" imgW="73656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DECFCECA-0267-4E06-8B00-4447FA6FFE0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41074" y="1747240"/>
                          <a:ext cx="736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096DF18-7201-412F-99D2-5F753FAECD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3648852"/>
                </p:ext>
              </p:extLst>
            </p:nvPr>
          </p:nvGraphicFramePr>
          <p:xfrm>
            <a:off x="3310707" y="1791690"/>
            <a:ext cx="6731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91" name="Equation" r:id="rId9" imgW="672840" imgH="266400" progId="Equation.DSMT4">
                    <p:embed/>
                  </p:oleObj>
                </mc:Choice>
                <mc:Fallback>
                  <p:oleObj name="Equation" r:id="rId9" imgW="672840" imgH="26640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4CE878A9-8A17-4E28-8F38-92C14E0B65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310707" y="1791690"/>
                          <a:ext cx="6731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24578887-C214-44E6-BB2E-7CE0C21548C6}"/>
              </a:ext>
            </a:extLst>
          </p:cNvPr>
          <p:cNvSpPr/>
          <p:nvPr/>
        </p:nvSpPr>
        <p:spPr>
          <a:xfrm>
            <a:off x="6300192" y="1687857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其中，</a:t>
            </a:r>
            <a:endParaRPr lang="zh-CN" altLang="en-US" sz="2400" dirty="0">
              <a:solidFill>
                <a:prstClr val="black"/>
              </a:solidFill>
              <a:latin typeface="Times New Roman"/>
              <a:ea typeface="宋体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EC8E72B-E739-4E42-8B41-75AEFEAC94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314452"/>
              </p:ext>
            </p:extLst>
          </p:nvPr>
        </p:nvGraphicFramePr>
        <p:xfrm>
          <a:off x="7231567" y="1791690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792" name="Equation" r:id="rId11" imgW="723600" imgH="330120" progId="Equation.DSMT4">
                  <p:embed/>
                </p:oleObj>
              </mc:Choice>
              <mc:Fallback>
                <p:oleObj name="Equation" r:id="rId11" imgW="723600" imgH="3301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FF22C45-3F3A-452D-8A90-17E8FC7E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31567" y="1791690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61378AB-3E98-4FEC-9C99-6B3B00AB4A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052533"/>
              </p:ext>
            </p:extLst>
          </p:nvPr>
        </p:nvGraphicFramePr>
        <p:xfrm>
          <a:off x="8087493" y="1841965"/>
          <a:ext cx="673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793" name="Equation" r:id="rId12" imgW="672840" imgH="266400" progId="Equation.DSMT4">
                  <p:embed/>
                </p:oleObj>
              </mc:Choice>
              <mc:Fallback>
                <p:oleObj name="Equation" r:id="rId12" imgW="672840" imgH="2664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5F82C52-D993-4995-BD22-BEF58E6C1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87493" y="1841965"/>
                        <a:ext cx="673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89AD3AB9-B894-4C36-9A64-8507E9E01F26}"/>
              </a:ext>
            </a:extLst>
          </p:cNvPr>
          <p:cNvSpPr/>
          <p:nvPr/>
        </p:nvSpPr>
        <p:spPr>
          <a:xfrm>
            <a:off x="281042" y="2387084"/>
            <a:ext cx="3810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包含在通解中（取</a:t>
            </a:r>
            <a:r>
              <a:rPr lang="en-US" altLang="zh-CN" sz="2400" i="1" dirty="0">
                <a:solidFill>
                  <a:prstClr val="black"/>
                </a:solidFill>
                <a:latin typeface="Times New Roman"/>
                <a:ea typeface="宋体"/>
              </a:rPr>
              <a:t>C</a:t>
            </a:r>
            <a:r>
              <a:rPr lang="en-US" altLang="zh-CN" sz="2400" dirty="0">
                <a:solidFill>
                  <a:prstClr val="black"/>
                </a:solidFill>
                <a:latin typeface="Times New Roman"/>
                <a:ea typeface="宋体"/>
              </a:rPr>
              <a:t>=0</a:t>
            </a:r>
            <a:r>
              <a:rPr lang="zh-CN" altLang="en-US" sz="2400" b="1" dirty="0">
                <a:solidFill>
                  <a:prstClr val="black"/>
                </a:solidFill>
                <a:latin typeface="Times New Roman"/>
                <a:ea typeface="宋体"/>
              </a:rPr>
              <a:t>），</a:t>
            </a:r>
            <a:endParaRPr lang="zh-CN" altLang="en-US" sz="2400" dirty="0">
              <a:solidFill>
                <a:prstClr val="black"/>
              </a:solidFill>
              <a:latin typeface="Times New Roman"/>
              <a:ea typeface="宋体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08BD7F0-A314-4477-AE58-15A779AD7557}"/>
              </a:ext>
            </a:extLst>
          </p:cNvPr>
          <p:cNvGrpSpPr/>
          <p:nvPr/>
        </p:nvGrpSpPr>
        <p:grpSpPr>
          <a:xfrm>
            <a:off x="3854595" y="2367311"/>
            <a:ext cx="4213013" cy="461665"/>
            <a:chOff x="3854595" y="2367311"/>
            <a:chExt cx="4213013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8FA50AD-9F31-4022-95AA-E2F93924F2C7}"/>
                </a:ext>
              </a:extLst>
            </p:cNvPr>
            <p:cNvSpPr/>
            <p:nvPr/>
          </p:nvSpPr>
          <p:spPr>
            <a:xfrm>
              <a:off x="3854595" y="2367311"/>
              <a:ext cx="421301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但      在求解过程中丢失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E3ED9234-4F79-42D5-AF54-2C4B3BD896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3006458"/>
                </p:ext>
              </p:extLst>
            </p:nvPr>
          </p:nvGraphicFramePr>
          <p:xfrm>
            <a:off x="4479925" y="2485240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94" name="Equation" r:id="rId13" imgW="660240" imgH="342720" progId="Equation.DSMT4">
                    <p:embed/>
                  </p:oleObj>
                </mc:Choice>
                <mc:Fallback>
                  <p:oleObj name="Equation" r:id="rId13" imgW="66024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9DF6C968-D0AC-4ECD-9D18-D3499B0FAF1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79925" y="2485240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1738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A161F67-2333-4145-97CD-0537CFC6E9A4}"/>
              </a:ext>
            </a:extLst>
          </p:cNvPr>
          <p:cNvGrpSpPr/>
          <p:nvPr/>
        </p:nvGrpSpPr>
        <p:grpSpPr>
          <a:xfrm>
            <a:off x="447352" y="267494"/>
            <a:ext cx="8249295" cy="461665"/>
            <a:chOff x="683568" y="443458"/>
            <a:chExt cx="8249295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725CF55-587A-4B90-AF11-9E48D488E7E0}"/>
                </a:ext>
              </a:extLst>
            </p:cNvPr>
            <p:cNvSpPr/>
            <p:nvPr/>
          </p:nvSpPr>
          <p:spPr>
            <a:xfrm>
              <a:off x="683568" y="443458"/>
              <a:ext cx="82089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/>
                  <a:ea typeface="宋体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/>
                  <a:ea typeface="宋体"/>
                </a:rPr>
                <a:t>10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设有连接点      和     的一段向上凸的曲线弧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61DAE63C-690C-43EF-9341-5D3D534AD6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6706190"/>
                </p:ext>
              </p:extLst>
            </p:nvPr>
          </p:nvGraphicFramePr>
          <p:xfrm>
            <a:off x="3419872" y="562223"/>
            <a:ext cx="87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06" name="Equation" r:id="rId3" imgW="876240" imgH="342720" progId="Equation.DSMT4">
                    <p:embed/>
                  </p:oleObj>
                </mc:Choice>
                <mc:Fallback>
                  <p:oleObj name="Equation" r:id="rId3" imgW="87624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BF68E036-3703-4103-829A-4D1990E7E34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19872" y="562223"/>
                          <a:ext cx="876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042C4B6B-24AB-4D16-9605-D2752315AE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9485949"/>
                </p:ext>
              </p:extLst>
            </p:nvPr>
          </p:nvGraphicFramePr>
          <p:xfrm>
            <a:off x="4644008" y="546388"/>
            <a:ext cx="74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07" name="Equation" r:id="rId5" imgW="749160" imgH="342720" progId="Equation.DSMT4">
                    <p:embed/>
                  </p:oleObj>
                </mc:Choice>
                <mc:Fallback>
                  <p:oleObj name="Equation" r:id="rId5" imgW="74916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1B1A908A-E2E6-4915-B3BE-84240F441AC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44008" y="546388"/>
                          <a:ext cx="749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B8E4717-3077-4312-B211-515B3C5041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7681080"/>
                </p:ext>
              </p:extLst>
            </p:nvPr>
          </p:nvGraphicFramePr>
          <p:xfrm>
            <a:off x="8437563" y="452438"/>
            <a:ext cx="4953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08" name="Equation" r:id="rId7" imgW="495000" imgH="444240" progId="Equation.DSMT4">
                    <p:embed/>
                  </p:oleObj>
                </mc:Choice>
                <mc:Fallback>
                  <p:oleObj name="Equation" r:id="rId7" imgW="495000" imgH="44424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231D6FB6-0ABC-4260-A250-89238156722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437563" y="452438"/>
                          <a:ext cx="4953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F8AA1AF-97AA-46C2-AC7D-3AC329019DDE}"/>
              </a:ext>
            </a:extLst>
          </p:cNvPr>
          <p:cNvGrpSpPr/>
          <p:nvPr/>
        </p:nvGrpSpPr>
        <p:grpSpPr>
          <a:xfrm>
            <a:off x="129418" y="779519"/>
            <a:ext cx="8844780" cy="461665"/>
            <a:chOff x="191716" y="1131590"/>
            <a:chExt cx="8844780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C611D0E-2ACC-46B9-83CB-653325861EFB}"/>
                </a:ext>
              </a:extLst>
            </p:cNvPr>
            <p:cNvSpPr/>
            <p:nvPr/>
          </p:nvSpPr>
          <p:spPr>
            <a:xfrm>
              <a:off x="191716" y="1131590"/>
              <a:ext cx="884478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对于    上任一点       曲线弧    与直线段    所围图形的  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E21EF6E-F383-4424-9F88-885098B138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8916380"/>
                </p:ext>
              </p:extLst>
            </p:nvPr>
          </p:nvGraphicFramePr>
          <p:xfrm>
            <a:off x="2771800" y="1222722"/>
            <a:ext cx="965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09" name="Equation" r:id="rId9" imgW="965160" imgH="342720" progId="Equation.DSMT4">
                    <p:embed/>
                  </p:oleObj>
                </mc:Choice>
                <mc:Fallback>
                  <p:oleObj name="Equation" r:id="rId9" imgW="96516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D71D4F51-DA2F-4F4D-919F-69673EA74CA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71800" y="1222722"/>
                          <a:ext cx="965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5D8834A-96EB-48CF-BAEC-CB44207E68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4438537"/>
                </p:ext>
              </p:extLst>
            </p:nvPr>
          </p:nvGraphicFramePr>
          <p:xfrm>
            <a:off x="4814888" y="1165225"/>
            <a:ext cx="444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10" name="Equation" r:id="rId11" imgW="444240" imgH="393480" progId="Equation.DSMT4">
                    <p:embed/>
                  </p:oleObj>
                </mc:Choice>
                <mc:Fallback>
                  <p:oleObj name="Equation" r:id="rId11" imgW="444240" imgH="39348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10F6BA85-374B-423D-8D03-2B02043B06D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814888" y="1165225"/>
                          <a:ext cx="4445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4DFCBF3-4B8A-445D-849C-9EA2200D99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0769044"/>
                </p:ext>
              </p:extLst>
            </p:nvPr>
          </p:nvGraphicFramePr>
          <p:xfrm>
            <a:off x="1017588" y="1174750"/>
            <a:ext cx="4318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11" name="Equation" r:id="rId13" imgW="431640" imgH="393480" progId="Equation.DSMT4">
                    <p:embed/>
                  </p:oleObj>
                </mc:Choice>
                <mc:Fallback>
                  <p:oleObj name="Equation" r:id="rId13" imgW="431640" imgH="3934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1366A13B-2C38-438A-97EA-553939E367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17588" y="1174750"/>
                          <a:ext cx="4318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651F7120-1C22-4840-95E4-D29C33EBBC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7306610"/>
                </p:ext>
              </p:extLst>
            </p:nvPr>
          </p:nvGraphicFramePr>
          <p:xfrm>
            <a:off x="6658000" y="1216372"/>
            <a:ext cx="444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12" name="Equation" r:id="rId15" imgW="444240" imgH="355320" progId="Equation.DSMT4">
                    <p:embed/>
                  </p:oleObj>
                </mc:Choice>
                <mc:Fallback>
                  <p:oleObj name="Equation" r:id="rId15" imgW="444240" imgH="3553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BEBFA7C3-F31D-4C23-A295-D4C261FBB66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658000" y="1216372"/>
                          <a:ext cx="444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0236BD2-EDC4-473F-B2C9-25DD55EFCCCA}"/>
              </a:ext>
            </a:extLst>
          </p:cNvPr>
          <p:cNvGrpSpPr/>
          <p:nvPr/>
        </p:nvGrpSpPr>
        <p:grpSpPr>
          <a:xfrm>
            <a:off x="129418" y="1346081"/>
            <a:ext cx="8844780" cy="461665"/>
            <a:chOff x="221618" y="1751548"/>
            <a:chExt cx="8844780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78291F5-A86B-4BA4-BE6C-A2860125672E}"/>
                </a:ext>
              </a:extLst>
            </p:cNvPr>
            <p:cNvSpPr/>
            <p:nvPr/>
          </p:nvSpPr>
          <p:spPr>
            <a:xfrm>
              <a:off x="221618" y="1751548"/>
              <a:ext cx="884478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面积为   求   的方程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  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E050F980-9C5D-4968-BFFB-9B8DAF5D08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4470767"/>
                </p:ext>
              </p:extLst>
            </p:nvPr>
          </p:nvGraphicFramePr>
          <p:xfrm>
            <a:off x="1252538" y="1785530"/>
            <a:ext cx="3937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13" name="Equation" r:id="rId17" imgW="393480" imgH="393480" progId="Equation.DSMT4">
                    <p:embed/>
                  </p:oleObj>
                </mc:Choice>
                <mc:Fallback>
                  <p:oleObj name="Equation" r:id="rId17" imgW="393480" imgH="3934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418C40DA-9284-4C34-B05E-2D827AD8F38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252538" y="1785530"/>
                          <a:ext cx="3937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A332174-2395-4EF9-9251-7BD8796ECD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7871708"/>
                </p:ext>
              </p:extLst>
            </p:nvPr>
          </p:nvGraphicFramePr>
          <p:xfrm>
            <a:off x="2051720" y="1751548"/>
            <a:ext cx="4318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14" name="Equation" r:id="rId19" imgW="431640" imgH="393480" progId="Equation.DSMT4">
                    <p:embed/>
                  </p:oleObj>
                </mc:Choice>
                <mc:Fallback>
                  <p:oleObj name="Equation" r:id="rId19" imgW="431640" imgH="3934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1AC0F63A-54D0-4E91-AAF4-3CE10B6EEBF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51720" y="1751548"/>
                          <a:ext cx="4318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Text Box 4">
            <a:extLst>
              <a:ext uri="{FF2B5EF4-FFF2-40B4-BE49-F238E27FC236}">
                <a16:creationId xmlns:a16="http://schemas.microsoft.com/office/drawing/2014/main" id="{AE21FD9C-6BCE-4988-ABD8-7AF8B022D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934929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/>
                <a:ea typeface="宋体"/>
              </a:rPr>
              <a:t>解</a:t>
            </a:r>
            <a:endParaRPr lang="en-US" altLang="zh-CN" sz="2400" dirty="0">
              <a:solidFill>
                <a:srgbClr val="0064FF"/>
              </a:solidFill>
              <a:latin typeface="宋体"/>
              <a:ea typeface="宋体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09E1E3A-F4E0-48FC-AA92-938001FFD1EC}"/>
              </a:ext>
            </a:extLst>
          </p:cNvPr>
          <p:cNvGrpSpPr/>
          <p:nvPr/>
        </p:nvGrpSpPr>
        <p:grpSpPr>
          <a:xfrm>
            <a:off x="1160338" y="1948488"/>
            <a:ext cx="4561767" cy="472975"/>
            <a:chOff x="1232346" y="2074521"/>
            <a:chExt cx="4561767" cy="472975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FD4C405-2C7C-4527-850E-1318F1ABEEDF}"/>
                </a:ext>
              </a:extLst>
            </p:cNvPr>
            <p:cNvGrpSpPr/>
            <p:nvPr/>
          </p:nvGrpSpPr>
          <p:grpSpPr>
            <a:xfrm>
              <a:off x="1232346" y="2074521"/>
              <a:ext cx="4561767" cy="472975"/>
              <a:chOff x="1191517" y="2064524"/>
              <a:chExt cx="4561767" cy="472975"/>
            </a:xfrm>
          </p:grpSpPr>
          <p:sp>
            <p:nvSpPr>
              <p:cNvPr id="21" name="Text Box 4">
                <a:extLst>
                  <a:ext uri="{FF2B5EF4-FFF2-40B4-BE49-F238E27FC236}">
                    <a16:creationId xmlns:a16="http://schemas.microsoft.com/office/drawing/2014/main" id="{EAD0E1F7-56CA-4D7A-B49B-7EB40985D4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1517" y="2064524"/>
                <a:ext cx="456176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/>
                    <a:ea typeface="宋体"/>
                  </a:rPr>
                  <a:t>设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endParaRPr>
              </a:p>
            </p:txBody>
          </p:sp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95DC0A5E-9074-4372-94B5-418093CC9EE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7786825"/>
                  </p:ext>
                </p:extLst>
              </p:nvPr>
            </p:nvGraphicFramePr>
            <p:xfrm>
              <a:off x="1702815" y="2080299"/>
              <a:ext cx="1752600" cy="457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2315" name="Equation" r:id="rId21" imgW="1752480" imgH="457200" progId="Equation.DSMT4">
                      <p:embed/>
                    </p:oleObj>
                  </mc:Choice>
                  <mc:Fallback>
                    <p:oleObj name="Equation" r:id="rId21" imgW="1752480" imgH="457200" progId="Equation.DSMT4">
                      <p:embed/>
                      <p:pic>
                        <p:nvPicPr>
                          <p:cNvPr id="46" name="对象 45">
                            <a:extLst>
                              <a:ext uri="{FF2B5EF4-FFF2-40B4-BE49-F238E27FC236}">
                                <a16:creationId xmlns:a16="http://schemas.microsoft.com/office/drawing/2014/main" id="{A60B9ADD-E5CA-4395-9932-B2078871228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1702815" y="2080299"/>
                            <a:ext cx="1752600" cy="457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04E11DDF-A1A8-4AD3-B96B-67FEBE0A75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7148901"/>
                </p:ext>
              </p:extLst>
            </p:nvPr>
          </p:nvGraphicFramePr>
          <p:xfrm>
            <a:off x="3590083" y="2188774"/>
            <a:ext cx="1079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16" name="Equation" r:id="rId23" imgW="1079280" imgH="330120" progId="Equation.DSMT4">
                    <p:embed/>
                  </p:oleObj>
                </mc:Choice>
                <mc:Fallback>
                  <p:oleObj name="Equation" r:id="rId23" imgW="1079280" imgH="330120" progId="Equation.DSMT4">
                    <p:embed/>
                    <p:pic>
                      <p:nvPicPr>
                        <p:cNvPr id="47" name="对象 46">
                          <a:extLst>
                            <a:ext uri="{FF2B5EF4-FFF2-40B4-BE49-F238E27FC236}">
                              <a16:creationId xmlns:a16="http://schemas.microsoft.com/office/drawing/2014/main" id="{948A022D-AD18-4D30-BA60-F72149A8E07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590083" y="2188774"/>
                          <a:ext cx="1079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 Box 4">
            <a:extLst>
              <a:ext uri="{FF2B5EF4-FFF2-40B4-BE49-F238E27FC236}">
                <a16:creationId xmlns:a16="http://schemas.microsoft.com/office/drawing/2014/main" id="{042D3109-27AF-4DBD-A439-18BE22667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553" y="3251152"/>
            <a:ext cx="31464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所围面积为</a:t>
            </a:r>
            <a:endParaRPr lang="en-US" altLang="zh-CN" sz="2400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79AA9BB8-E4F7-498B-B500-618402B1A7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324164"/>
              </p:ext>
            </p:extLst>
          </p:nvPr>
        </p:nvGraphicFramePr>
        <p:xfrm>
          <a:off x="714018" y="3829575"/>
          <a:ext cx="300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317" name="Equation" r:id="rId25" imgW="3009600" imgH="736560" progId="Equation.DSMT4">
                  <p:embed/>
                </p:oleObj>
              </mc:Choice>
              <mc:Fallback>
                <p:oleObj name="Equation" r:id="rId25" imgW="3009600" imgH="73656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E30B6074-A32B-4FE6-B3F4-304B07EAE1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14018" y="3829575"/>
                        <a:ext cx="3009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CE90E7BA-FFB8-4E1D-837A-90AB4B8E8479}"/>
              </a:ext>
            </a:extLst>
          </p:cNvPr>
          <p:cNvGrpSpPr/>
          <p:nvPr/>
        </p:nvGrpSpPr>
        <p:grpSpPr>
          <a:xfrm>
            <a:off x="1065554" y="2467062"/>
            <a:ext cx="3630271" cy="736600"/>
            <a:chOff x="1137562" y="2593095"/>
            <a:chExt cx="3630271" cy="736600"/>
          </a:xfrm>
        </p:grpSpPr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id="{F1736B2C-9E32-4953-B32F-5871BDDA6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7562" y="2621526"/>
              <a:ext cx="31464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又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8C032DD0-D23A-415F-B523-6496A55AFC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6177798"/>
                </p:ext>
              </p:extLst>
            </p:nvPr>
          </p:nvGraphicFramePr>
          <p:xfrm>
            <a:off x="1742990" y="2593095"/>
            <a:ext cx="1727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18" name="Equation" r:id="rId27" imgW="1726920" imgH="736560" progId="Equation.DSMT4">
                    <p:embed/>
                  </p:oleObj>
                </mc:Choice>
                <mc:Fallback>
                  <p:oleObj name="Equation" r:id="rId27" imgW="1726920" imgH="736560" progId="Equation.DSMT4">
                    <p:embed/>
                    <p:pic>
                      <p:nvPicPr>
                        <p:cNvPr id="56" name="对象 55">
                          <a:extLst>
                            <a:ext uri="{FF2B5EF4-FFF2-40B4-BE49-F238E27FC236}">
                              <a16:creationId xmlns:a16="http://schemas.microsoft.com/office/drawing/2014/main" id="{31893AD4-2FA0-4A07-88C8-363B9DBA1D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742990" y="2593095"/>
                          <a:ext cx="1727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301654CE-2FAE-4BA2-8468-16C11B9EFC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24044"/>
                </p:ext>
              </p:extLst>
            </p:nvPr>
          </p:nvGraphicFramePr>
          <p:xfrm>
            <a:off x="3586733" y="2770808"/>
            <a:ext cx="1181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19" name="Equation" r:id="rId29" imgW="1180800" imgH="330120" progId="Equation.DSMT4">
                    <p:embed/>
                  </p:oleObj>
                </mc:Choice>
                <mc:Fallback>
                  <p:oleObj name="Equation" r:id="rId29" imgW="1180800" imgH="330120" progId="Equation.DSMT4">
                    <p:embed/>
                    <p:pic>
                      <p:nvPicPr>
                        <p:cNvPr id="57" name="对象 56">
                          <a:extLst>
                            <a:ext uri="{FF2B5EF4-FFF2-40B4-BE49-F238E27FC236}">
                              <a16:creationId xmlns:a16="http://schemas.microsoft.com/office/drawing/2014/main" id="{20C4A6A8-C657-4BB3-9E16-4D1E43706C1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586733" y="2770808"/>
                          <a:ext cx="1181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F2D59197-5A6A-405C-AF97-001B53360D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09672"/>
              </p:ext>
            </p:extLst>
          </p:nvPr>
        </p:nvGraphicFramePr>
        <p:xfrm>
          <a:off x="3793687" y="3804458"/>
          <a:ext cx="492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320" name="Equation" r:id="rId31" imgW="4927320" imgH="736560" progId="Equation.DSMT4">
                  <p:embed/>
                </p:oleObj>
              </mc:Choice>
              <mc:Fallback>
                <p:oleObj name="Equation" r:id="rId31" imgW="4927320" imgH="73656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A083429E-16AF-4D77-9A4A-41EF4E4BD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793687" y="3804458"/>
                        <a:ext cx="4927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13360899-B515-4AA5-B073-0C3601000ED0}"/>
              </a:ext>
            </a:extLst>
          </p:cNvPr>
          <p:cNvGrpSpPr/>
          <p:nvPr/>
        </p:nvGrpSpPr>
        <p:grpSpPr>
          <a:xfrm>
            <a:off x="6156176" y="1912643"/>
            <a:ext cx="2376264" cy="1667399"/>
            <a:chOff x="6228184" y="2038676"/>
            <a:chExt cx="2376264" cy="166739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66015C4A-22B8-4A7C-B9BB-4FF3FEDA8D3D}"/>
                </a:ext>
              </a:extLst>
            </p:cNvPr>
            <p:cNvGrpSpPr/>
            <p:nvPr/>
          </p:nvGrpSpPr>
          <p:grpSpPr>
            <a:xfrm>
              <a:off x="6228184" y="2038676"/>
              <a:ext cx="2376264" cy="1667399"/>
              <a:chOff x="6228184" y="2038676"/>
              <a:chExt cx="2376264" cy="1667399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B4C47E27-F14E-40EA-8F90-5385ADD3B807}"/>
                  </a:ext>
                </a:extLst>
              </p:cNvPr>
              <p:cNvGrpSpPr/>
              <p:nvPr/>
            </p:nvGrpSpPr>
            <p:grpSpPr>
              <a:xfrm>
                <a:off x="6228184" y="2038676"/>
                <a:ext cx="2376264" cy="1667399"/>
                <a:chOff x="6012160" y="1472114"/>
                <a:chExt cx="2376264" cy="1667399"/>
              </a:xfrm>
            </p:grpSpPr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5E833679-66F4-45BE-B751-8ABB8C8CF802}"/>
                    </a:ext>
                  </a:extLst>
                </p:cNvPr>
                <p:cNvSpPr/>
                <p:nvPr/>
              </p:nvSpPr>
              <p:spPr>
                <a:xfrm>
                  <a:off x="6406638" y="1924124"/>
                  <a:ext cx="705570" cy="719626"/>
                </a:xfrm>
                <a:custGeom>
                  <a:avLst/>
                  <a:gdLst>
                    <a:gd name="connsiteX0" fmla="*/ 724976 w 724976"/>
                    <a:gd name="connsiteY0" fmla="*/ 0 h 720390"/>
                    <a:gd name="connsiteX1" fmla="*/ 707323 w 724976"/>
                    <a:gd name="connsiteY1" fmla="*/ 14122 h 720390"/>
                    <a:gd name="connsiteX2" fmla="*/ 682610 w 724976"/>
                    <a:gd name="connsiteY2" fmla="*/ 24713 h 720390"/>
                    <a:gd name="connsiteX3" fmla="*/ 661427 w 724976"/>
                    <a:gd name="connsiteY3" fmla="*/ 28244 h 720390"/>
                    <a:gd name="connsiteX4" fmla="*/ 622591 w 724976"/>
                    <a:gd name="connsiteY4" fmla="*/ 52957 h 720390"/>
                    <a:gd name="connsiteX5" fmla="*/ 601408 w 724976"/>
                    <a:gd name="connsiteY5" fmla="*/ 67079 h 720390"/>
                    <a:gd name="connsiteX6" fmla="*/ 590817 w 724976"/>
                    <a:gd name="connsiteY6" fmla="*/ 74140 h 720390"/>
                    <a:gd name="connsiteX7" fmla="*/ 559042 w 724976"/>
                    <a:gd name="connsiteY7" fmla="*/ 98854 h 720390"/>
                    <a:gd name="connsiteX8" fmla="*/ 551981 w 724976"/>
                    <a:gd name="connsiteY8" fmla="*/ 109445 h 720390"/>
                    <a:gd name="connsiteX9" fmla="*/ 541390 w 724976"/>
                    <a:gd name="connsiteY9" fmla="*/ 112976 h 720390"/>
                    <a:gd name="connsiteX10" fmla="*/ 520207 w 724976"/>
                    <a:gd name="connsiteY10" fmla="*/ 127098 h 720390"/>
                    <a:gd name="connsiteX11" fmla="*/ 509615 w 724976"/>
                    <a:gd name="connsiteY11" fmla="*/ 137689 h 720390"/>
                    <a:gd name="connsiteX12" fmla="*/ 502554 w 724976"/>
                    <a:gd name="connsiteY12" fmla="*/ 148281 h 720390"/>
                    <a:gd name="connsiteX13" fmla="*/ 491963 w 724976"/>
                    <a:gd name="connsiteY13" fmla="*/ 151811 h 720390"/>
                    <a:gd name="connsiteX14" fmla="*/ 481371 w 724976"/>
                    <a:gd name="connsiteY14" fmla="*/ 162403 h 720390"/>
                    <a:gd name="connsiteX15" fmla="*/ 470780 w 724976"/>
                    <a:gd name="connsiteY15" fmla="*/ 165933 h 720390"/>
                    <a:gd name="connsiteX16" fmla="*/ 460188 w 724976"/>
                    <a:gd name="connsiteY16" fmla="*/ 172994 h 720390"/>
                    <a:gd name="connsiteX17" fmla="*/ 449597 w 724976"/>
                    <a:gd name="connsiteY17" fmla="*/ 176525 h 720390"/>
                    <a:gd name="connsiteX18" fmla="*/ 428414 w 724976"/>
                    <a:gd name="connsiteY18" fmla="*/ 187116 h 720390"/>
                    <a:gd name="connsiteX19" fmla="*/ 407231 w 724976"/>
                    <a:gd name="connsiteY19" fmla="*/ 204769 h 720390"/>
                    <a:gd name="connsiteX20" fmla="*/ 396639 w 724976"/>
                    <a:gd name="connsiteY20" fmla="*/ 211830 h 720390"/>
                    <a:gd name="connsiteX21" fmla="*/ 386048 w 724976"/>
                    <a:gd name="connsiteY21" fmla="*/ 222421 h 720390"/>
                    <a:gd name="connsiteX22" fmla="*/ 378987 w 724976"/>
                    <a:gd name="connsiteY22" fmla="*/ 233013 h 720390"/>
                    <a:gd name="connsiteX23" fmla="*/ 368395 w 724976"/>
                    <a:gd name="connsiteY23" fmla="*/ 236543 h 720390"/>
                    <a:gd name="connsiteX24" fmla="*/ 347212 w 724976"/>
                    <a:gd name="connsiteY24" fmla="*/ 268318 h 720390"/>
                    <a:gd name="connsiteX25" fmla="*/ 340151 w 724976"/>
                    <a:gd name="connsiteY25" fmla="*/ 278909 h 720390"/>
                    <a:gd name="connsiteX26" fmla="*/ 311907 w 724976"/>
                    <a:gd name="connsiteY26" fmla="*/ 310684 h 720390"/>
                    <a:gd name="connsiteX27" fmla="*/ 301316 w 724976"/>
                    <a:gd name="connsiteY27" fmla="*/ 317745 h 720390"/>
                    <a:gd name="connsiteX28" fmla="*/ 290724 w 724976"/>
                    <a:gd name="connsiteY28" fmla="*/ 321275 h 720390"/>
                    <a:gd name="connsiteX29" fmla="*/ 280133 w 724976"/>
                    <a:gd name="connsiteY29" fmla="*/ 328336 h 720390"/>
                    <a:gd name="connsiteX30" fmla="*/ 269541 w 724976"/>
                    <a:gd name="connsiteY30" fmla="*/ 331867 h 720390"/>
                    <a:gd name="connsiteX31" fmla="*/ 248358 w 724976"/>
                    <a:gd name="connsiteY31" fmla="*/ 345989 h 720390"/>
                    <a:gd name="connsiteX32" fmla="*/ 237767 w 724976"/>
                    <a:gd name="connsiteY32" fmla="*/ 353050 h 720390"/>
                    <a:gd name="connsiteX33" fmla="*/ 220114 w 724976"/>
                    <a:gd name="connsiteY33" fmla="*/ 370702 h 720390"/>
                    <a:gd name="connsiteX34" fmla="*/ 213053 w 724976"/>
                    <a:gd name="connsiteY34" fmla="*/ 381294 h 720390"/>
                    <a:gd name="connsiteX35" fmla="*/ 202462 w 724976"/>
                    <a:gd name="connsiteY35" fmla="*/ 391885 h 720390"/>
                    <a:gd name="connsiteX36" fmla="*/ 198931 w 724976"/>
                    <a:gd name="connsiteY36" fmla="*/ 402477 h 720390"/>
                    <a:gd name="connsiteX37" fmla="*/ 177748 w 724976"/>
                    <a:gd name="connsiteY37" fmla="*/ 434251 h 720390"/>
                    <a:gd name="connsiteX38" fmla="*/ 156565 w 724976"/>
                    <a:gd name="connsiteY38" fmla="*/ 466026 h 720390"/>
                    <a:gd name="connsiteX39" fmla="*/ 149504 w 724976"/>
                    <a:gd name="connsiteY39" fmla="*/ 476617 h 720390"/>
                    <a:gd name="connsiteX40" fmla="*/ 138913 w 724976"/>
                    <a:gd name="connsiteY40" fmla="*/ 483678 h 720390"/>
                    <a:gd name="connsiteX41" fmla="*/ 135382 w 724976"/>
                    <a:gd name="connsiteY41" fmla="*/ 494270 h 720390"/>
                    <a:gd name="connsiteX42" fmla="*/ 124791 w 724976"/>
                    <a:gd name="connsiteY42" fmla="*/ 508392 h 720390"/>
                    <a:gd name="connsiteX43" fmla="*/ 117730 w 724976"/>
                    <a:gd name="connsiteY43" fmla="*/ 518983 h 720390"/>
                    <a:gd name="connsiteX44" fmla="*/ 100077 w 724976"/>
                    <a:gd name="connsiteY44" fmla="*/ 540166 h 720390"/>
                    <a:gd name="connsiteX45" fmla="*/ 85955 w 724976"/>
                    <a:gd name="connsiteY45" fmla="*/ 561349 h 720390"/>
                    <a:gd name="connsiteX46" fmla="*/ 78894 w 724976"/>
                    <a:gd name="connsiteY46" fmla="*/ 575471 h 720390"/>
                    <a:gd name="connsiteX47" fmla="*/ 71833 w 724976"/>
                    <a:gd name="connsiteY47" fmla="*/ 586063 h 720390"/>
                    <a:gd name="connsiteX48" fmla="*/ 61242 w 724976"/>
                    <a:gd name="connsiteY48" fmla="*/ 610776 h 720390"/>
                    <a:gd name="connsiteX49" fmla="*/ 54181 w 724976"/>
                    <a:gd name="connsiteY49" fmla="*/ 621368 h 720390"/>
                    <a:gd name="connsiteX50" fmla="*/ 47120 w 724976"/>
                    <a:gd name="connsiteY50" fmla="*/ 642551 h 720390"/>
                    <a:gd name="connsiteX51" fmla="*/ 43589 w 724976"/>
                    <a:gd name="connsiteY51" fmla="*/ 653142 h 720390"/>
                    <a:gd name="connsiteX52" fmla="*/ 25937 w 724976"/>
                    <a:gd name="connsiteY52" fmla="*/ 674325 h 720390"/>
                    <a:gd name="connsiteX53" fmla="*/ 22406 w 724976"/>
                    <a:gd name="connsiteY53" fmla="*/ 684917 h 720390"/>
                    <a:gd name="connsiteX54" fmla="*/ 4754 w 724976"/>
                    <a:gd name="connsiteY54" fmla="*/ 709630 h 720390"/>
                    <a:gd name="connsiteX55" fmla="*/ 1223 w 724976"/>
                    <a:gd name="connsiteY55" fmla="*/ 720222 h 720390"/>
                    <a:gd name="connsiteX56" fmla="*/ 22406 w 724976"/>
                    <a:gd name="connsiteY56" fmla="*/ 713161 h 720390"/>
                    <a:gd name="connsiteX57" fmla="*/ 29467 w 724976"/>
                    <a:gd name="connsiteY57" fmla="*/ 702569 h 720390"/>
                    <a:gd name="connsiteX58" fmla="*/ 50650 w 724976"/>
                    <a:gd name="connsiteY58" fmla="*/ 684917 h 720390"/>
                    <a:gd name="connsiteX59" fmla="*/ 57711 w 724976"/>
                    <a:gd name="connsiteY59" fmla="*/ 674325 h 720390"/>
                    <a:gd name="connsiteX60" fmla="*/ 68303 w 724976"/>
                    <a:gd name="connsiteY60" fmla="*/ 670795 h 720390"/>
                    <a:gd name="connsiteX61" fmla="*/ 71833 w 724976"/>
                    <a:gd name="connsiteY61" fmla="*/ 660203 h 720390"/>
                    <a:gd name="connsiteX62" fmla="*/ 93016 w 724976"/>
                    <a:gd name="connsiteY62" fmla="*/ 639020 h 720390"/>
                    <a:gd name="connsiteX63" fmla="*/ 100077 w 724976"/>
                    <a:gd name="connsiteY63" fmla="*/ 628429 h 720390"/>
                    <a:gd name="connsiteX64" fmla="*/ 121260 w 724976"/>
                    <a:gd name="connsiteY64" fmla="*/ 607246 h 720390"/>
                    <a:gd name="connsiteX65" fmla="*/ 135382 w 724976"/>
                    <a:gd name="connsiteY65" fmla="*/ 586063 h 720390"/>
                    <a:gd name="connsiteX66" fmla="*/ 156565 w 724976"/>
                    <a:gd name="connsiteY66" fmla="*/ 564880 h 720390"/>
                    <a:gd name="connsiteX67" fmla="*/ 163626 w 724976"/>
                    <a:gd name="connsiteY67" fmla="*/ 554288 h 720390"/>
                    <a:gd name="connsiteX68" fmla="*/ 184809 w 724976"/>
                    <a:gd name="connsiteY68" fmla="*/ 540166 h 720390"/>
                    <a:gd name="connsiteX69" fmla="*/ 198931 w 724976"/>
                    <a:gd name="connsiteY69" fmla="*/ 529575 h 720390"/>
                    <a:gd name="connsiteX70" fmla="*/ 216584 w 724976"/>
                    <a:gd name="connsiteY70" fmla="*/ 511922 h 720390"/>
                    <a:gd name="connsiteX71" fmla="*/ 230706 w 724976"/>
                    <a:gd name="connsiteY71" fmla="*/ 490739 h 720390"/>
                    <a:gd name="connsiteX72" fmla="*/ 241297 w 724976"/>
                    <a:gd name="connsiteY72" fmla="*/ 483678 h 720390"/>
                    <a:gd name="connsiteX73" fmla="*/ 262480 w 724976"/>
                    <a:gd name="connsiteY73" fmla="*/ 462495 h 720390"/>
                    <a:gd name="connsiteX74" fmla="*/ 283663 w 724976"/>
                    <a:gd name="connsiteY74" fmla="*/ 444843 h 720390"/>
                    <a:gd name="connsiteX75" fmla="*/ 304846 w 724976"/>
                    <a:gd name="connsiteY75" fmla="*/ 430721 h 720390"/>
                    <a:gd name="connsiteX76" fmla="*/ 333090 w 724976"/>
                    <a:gd name="connsiteY76" fmla="*/ 413068 h 720390"/>
                    <a:gd name="connsiteX77" fmla="*/ 350743 w 724976"/>
                    <a:gd name="connsiteY77" fmla="*/ 395416 h 720390"/>
                    <a:gd name="connsiteX78" fmla="*/ 361334 w 724976"/>
                    <a:gd name="connsiteY78" fmla="*/ 384824 h 720390"/>
                    <a:gd name="connsiteX79" fmla="*/ 382517 w 724976"/>
                    <a:gd name="connsiteY79" fmla="*/ 370702 h 720390"/>
                    <a:gd name="connsiteX80" fmla="*/ 389578 w 724976"/>
                    <a:gd name="connsiteY80" fmla="*/ 360111 h 720390"/>
                    <a:gd name="connsiteX81" fmla="*/ 400170 w 724976"/>
                    <a:gd name="connsiteY81" fmla="*/ 353050 h 720390"/>
                    <a:gd name="connsiteX82" fmla="*/ 414292 w 724976"/>
                    <a:gd name="connsiteY82" fmla="*/ 331867 h 720390"/>
                    <a:gd name="connsiteX83" fmla="*/ 424883 w 724976"/>
                    <a:gd name="connsiteY83" fmla="*/ 310684 h 720390"/>
                    <a:gd name="connsiteX84" fmla="*/ 431944 w 724976"/>
                    <a:gd name="connsiteY84" fmla="*/ 296562 h 720390"/>
                    <a:gd name="connsiteX85" fmla="*/ 442536 w 724976"/>
                    <a:gd name="connsiteY85" fmla="*/ 289501 h 720390"/>
                    <a:gd name="connsiteX86" fmla="*/ 456658 w 724976"/>
                    <a:gd name="connsiteY86" fmla="*/ 268318 h 720390"/>
                    <a:gd name="connsiteX87" fmla="*/ 477841 w 724976"/>
                    <a:gd name="connsiteY87" fmla="*/ 247135 h 720390"/>
                    <a:gd name="connsiteX88" fmla="*/ 484902 w 724976"/>
                    <a:gd name="connsiteY88" fmla="*/ 236543 h 720390"/>
                    <a:gd name="connsiteX89" fmla="*/ 506085 w 724976"/>
                    <a:gd name="connsiteY89" fmla="*/ 215360 h 720390"/>
                    <a:gd name="connsiteX90" fmla="*/ 530798 w 724976"/>
                    <a:gd name="connsiteY90" fmla="*/ 183586 h 720390"/>
                    <a:gd name="connsiteX91" fmla="*/ 537859 w 724976"/>
                    <a:gd name="connsiteY91" fmla="*/ 172994 h 720390"/>
                    <a:gd name="connsiteX92" fmla="*/ 566103 w 724976"/>
                    <a:gd name="connsiteY92" fmla="*/ 151811 h 720390"/>
                    <a:gd name="connsiteX93" fmla="*/ 590817 w 724976"/>
                    <a:gd name="connsiteY93" fmla="*/ 134159 h 720390"/>
                    <a:gd name="connsiteX94" fmla="*/ 604939 w 724976"/>
                    <a:gd name="connsiteY94" fmla="*/ 123567 h 720390"/>
                    <a:gd name="connsiteX95" fmla="*/ 619061 w 724976"/>
                    <a:gd name="connsiteY95" fmla="*/ 116506 h 720390"/>
                    <a:gd name="connsiteX96" fmla="*/ 643774 w 724976"/>
                    <a:gd name="connsiteY96" fmla="*/ 102384 h 720390"/>
                    <a:gd name="connsiteX97" fmla="*/ 650835 w 724976"/>
                    <a:gd name="connsiteY97" fmla="*/ 91793 h 720390"/>
                    <a:gd name="connsiteX98" fmla="*/ 661427 w 724976"/>
                    <a:gd name="connsiteY98" fmla="*/ 84732 h 720390"/>
                    <a:gd name="connsiteX99" fmla="*/ 679079 w 724976"/>
                    <a:gd name="connsiteY99" fmla="*/ 63549 h 720390"/>
                    <a:gd name="connsiteX100" fmla="*/ 686140 w 724976"/>
                    <a:gd name="connsiteY100" fmla="*/ 42366 h 720390"/>
                    <a:gd name="connsiteX101" fmla="*/ 689671 w 724976"/>
                    <a:gd name="connsiteY101" fmla="*/ 31774 h 720390"/>
                    <a:gd name="connsiteX102" fmla="*/ 724976 w 724976"/>
                    <a:gd name="connsiteY102" fmla="*/ 0 h 720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</a:cxnLst>
                  <a:rect l="l" t="t" r="r" b="b"/>
                  <a:pathLst>
                    <a:path w="724976" h="720390">
                      <a:moveTo>
                        <a:pt x="724976" y="0"/>
                      </a:moveTo>
                      <a:cubicBezTo>
                        <a:pt x="719092" y="4707"/>
                        <a:pt x="713593" y="9942"/>
                        <a:pt x="707323" y="14122"/>
                      </a:cubicBezTo>
                      <a:cubicBezTo>
                        <a:pt x="701925" y="17721"/>
                        <a:pt x="689672" y="23144"/>
                        <a:pt x="682610" y="24713"/>
                      </a:cubicBezTo>
                      <a:cubicBezTo>
                        <a:pt x="675622" y="26266"/>
                        <a:pt x="668488" y="27067"/>
                        <a:pt x="661427" y="28244"/>
                      </a:cubicBezTo>
                      <a:cubicBezTo>
                        <a:pt x="598306" y="59805"/>
                        <a:pt x="655052" y="27711"/>
                        <a:pt x="622591" y="52957"/>
                      </a:cubicBezTo>
                      <a:cubicBezTo>
                        <a:pt x="615892" y="58167"/>
                        <a:pt x="608469" y="62372"/>
                        <a:pt x="601408" y="67079"/>
                      </a:cubicBezTo>
                      <a:cubicBezTo>
                        <a:pt x="597878" y="69433"/>
                        <a:pt x="593817" y="71140"/>
                        <a:pt x="590817" y="74140"/>
                      </a:cubicBezTo>
                      <a:cubicBezTo>
                        <a:pt x="567002" y="97955"/>
                        <a:pt x="579107" y="92165"/>
                        <a:pt x="559042" y="98854"/>
                      </a:cubicBezTo>
                      <a:cubicBezTo>
                        <a:pt x="556688" y="102384"/>
                        <a:pt x="555294" y="106794"/>
                        <a:pt x="551981" y="109445"/>
                      </a:cubicBezTo>
                      <a:cubicBezTo>
                        <a:pt x="549075" y="111770"/>
                        <a:pt x="544643" y="111169"/>
                        <a:pt x="541390" y="112976"/>
                      </a:cubicBezTo>
                      <a:cubicBezTo>
                        <a:pt x="533972" y="117097"/>
                        <a:pt x="526208" y="121098"/>
                        <a:pt x="520207" y="127098"/>
                      </a:cubicBezTo>
                      <a:cubicBezTo>
                        <a:pt x="516676" y="130628"/>
                        <a:pt x="512811" y="133853"/>
                        <a:pt x="509615" y="137689"/>
                      </a:cubicBezTo>
                      <a:cubicBezTo>
                        <a:pt x="506898" y="140949"/>
                        <a:pt x="505867" y="145630"/>
                        <a:pt x="502554" y="148281"/>
                      </a:cubicBezTo>
                      <a:cubicBezTo>
                        <a:pt x="499648" y="150606"/>
                        <a:pt x="495493" y="150634"/>
                        <a:pt x="491963" y="151811"/>
                      </a:cubicBezTo>
                      <a:cubicBezTo>
                        <a:pt x="488432" y="155342"/>
                        <a:pt x="485526" y="159633"/>
                        <a:pt x="481371" y="162403"/>
                      </a:cubicBezTo>
                      <a:cubicBezTo>
                        <a:pt x="478275" y="164467"/>
                        <a:pt x="474108" y="164269"/>
                        <a:pt x="470780" y="165933"/>
                      </a:cubicBezTo>
                      <a:cubicBezTo>
                        <a:pt x="466985" y="167831"/>
                        <a:pt x="463983" y="171096"/>
                        <a:pt x="460188" y="172994"/>
                      </a:cubicBezTo>
                      <a:cubicBezTo>
                        <a:pt x="456860" y="174658"/>
                        <a:pt x="452925" y="174861"/>
                        <a:pt x="449597" y="176525"/>
                      </a:cubicBezTo>
                      <a:cubicBezTo>
                        <a:pt x="422229" y="190209"/>
                        <a:pt x="455027" y="178246"/>
                        <a:pt x="428414" y="187116"/>
                      </a:cubicBezTo>
                      <a:cubicBezTo>
                        <a:pt x="402116" y="204647"/>
                        <a:pt x="434415" y="182115"/>
                        <a:pt x="407231" y="204769"/>
                      </a:cubicBezTo>
                      <a:cubicBezTo>
                        <a:pt x="403971" y="207486"/>
                        <a:pt x="399899" y="209114"/>
                        <a:pt x="396639" y="211830"/>
                      </a:cubicBezTo>
                      <a:cubicBezTo>
                        <a:pt x="392803" y="215026"/>
                        <a:pt x="389244" y="218585"/>
                        <a:pt x="386048" y="222421"/>
                      </a:cubicBezTo>
                      <a:cubicBezTo>
                        <a:pt x="383332" y="225681"/>
                        <a:pt x="382300" y="230362"/>
                        <a:pt x="378987" y="233013"/>
                      </a:cubicBezTo>
                      <a:cubicBezTo>
                        <a:pt x="376081" y="235338"/>
                        <a:pt x="371926" y="235366"/>
                        <a:pt x="368395" y="236543"/>
                      </a:cubicBezTo>
                      <a:lnTo>
                        <a:pt x="347212" y="268318"/>
                      </a:lnTo>
                      <a:lnTo>
                        <a:pt x="340151" y="278909"/>
                      </a:lnTo>
                      <a:cubicBezTo>
                        <a:pt x="331660" y="291645"/>
                        <a:pt x="326420" y="301008"/>
                        <a:pt x="311907" y="310684"/>
                      </a:cubicBezTo>
                      <a:cubicBezTo>
                        <a:pt x="308377" y="313038"/>
                        <a:pt x="305111" y="315848"/>
                        <a:pt x="301316" y="317745"/>
                      </a:cubicBezTo>
                      <a:cubicBezTo>
                        <a:pt x="297987" y="319409"/>
                        <a:pt x="294255" y="320098"/>
                        <a:pt x="290724" y="321275"/>
                      </a:cubicBezTo>
                      <a:cubicBezTo>
                        <a:pt x="287194" y="323629"/>
                        <a:pt x="283928" y="326438"/>
                        <a:pt x="280133" y="328336"/>
                      </a:cubicBezTo>
                      <a:cubicBezTo>
                        <a:pt x="276804" y="330000"/>
                        <a:pt x="272794" y="330060"/>
                        <a:pt x="269541" y="331867"/>
                      </a:cubicBezTo>
                      <a:cubicBezTo>
                        <a:pt x="262123" y="335988"/>
                        <a:pt x="255419" y="341282"/>
                        <a:pt x="248358" y="345989"/>
                      </a:cubicBezTo>
                      <a:lnTo>
                        <a:pt x="237767" y="353050"/>
                      </a:lnTo>
                      <a:cubicBezTo>
                        <a:pt x="218936" y="381296"/>
                        <a:pt x="243654" y="347162"/>
                        <a:pt x="220114" y="370702"/>
                      </a:cubicBezTo>
                      <a:cubicBezTo>
                        <a:pt x="217114" y="373702"/>
                        <a:pt x="215769" y="378034"/>
                        <a:pt x="213053" y="381294"/>
                      </a:cubicBezTo>
                      <a:cubicBezTo>
                        <a:pt x="209857" y="385130"/>
                        <a:pt x="205992" y="388355"/>
                        <a:pt x="202462" y="391885"/>
                      </a:cubicBezTo>
                      <a:cubicBezTo>
                        <a:pt x="201285" y="395416"/>
                        <a:pt x="200738" y="399224"/>
                        <a:pt x="198931" y="402477"/>
                      </a:cubicBezTo>
                      <a:cubicBezTo>
                        <a:pt x="198925" y="402487"/>
                        <a:pt x="181282" y="428950"/>
                        <a:pt x="177748" y="434251"/>
                      </a:cubicBezTo>
                      <a:lnTo>
                        <a:pt x="156565" y="466026"/>
                      </a:lnTo>
                      <a:cubicBezTo>
                        <a:pt x="154211" y="469556"/>
                        <a:pt x="153034" y="474263"/>
                        <a:pt x="149504" y="476617"/>
                      </a:cubicBezTo>
                      <a:lnTo>
                        <a:pt x="138913" y="483678"/>
                      </a:lnTo>
                      <a:cubicBezTo>
                        <a:pt x="137736" y="487209"/>
                        <a:pt x="137228" y="491039"/>
                        <a:pt x="135382" y="494270"/>
                      </a:cubicBezTo>
                      <a:cubicBezTo>
                        <a:pt x="132463" y="499379"/>
                        <a:pt x="128211" y="503604"/>
                        <a:pt x="124791" y="508392"/>
                      </a:cubicBezTo>
                      <a:cubicBezTo>
                        <a:pt x="122325" y="511845"/>
                        <a:pt x="120446" y="515723"/>
                        <a:pt x="117730" y="518983"/>
                      </a:cubicBezTo>
                      <a:cubicBezTo>
                        <a:pt x="95077" y="546166"/>
                        <a:pt x="117608" y="513871"/>
                        <a:pt x="100077" y="540166"/>
                      </a:cubicBezTo>
                      <a:cubicBezTo>
                        <a:pt x="92505" y="562886"/>
                        <a:pt x="102484" y="538210"/>
                        <a:pt x="85955" y="561349"/>
                      </a:cubicBezTo>
                      <a:cubicBezTo>
                        <a:pt x="82896" y="565632"/>
                        <a:pt x="81505" y="570901"/>
                        <a:pt x="78894" y="575471"/>
                      </a:cubicBezTo>
                      <a:cubicBezTo>
                        <a:pt x="76789" y="579155"/>
                        <a:pt x="74187" y="582532"/>
                        <a:pt x="71833" y="586063"/>
                      </a:cubicBezTo>
                      <a:cubicBezTo>
                        <a:pt x="67872" y="597946"/>
                        <a:pt x="68223" y="598559"/>
                        <a:pt x="61242" y="610776"/>
                      </a:cubicBezTo>
                      <a:cubicBezTo>
                        <a:pt x="59137" y="614460"/>
                        <a:pt x="55904" y="617490"/>
                        <a:pt x="54181" y="621368"/>
                      </a:cubicBezTo>
                      <a:cubicBezTo>
                        <a:pt x="51158" y="628169"/>
                        <a:pt x="49474" y="635490"/>
                        <a:pt x="47120" y="642551"/>
                      </a:cubicBezTo>
                      <a:cubicBezTo>
                        <a:pt x="45943" y="646081"/>
                        <a:pt x="46220" y="650510"/>
                        <a:pt x="43589" y="653142"/>
                      </a:cubicBezTo>
                      <a:cubicBezTo>
                        <a:pt x="35783" y="660949"/>
                        <a:pt x="30852" y="664496"/>
                        <a:pt x="25937" y="674325"/>
                      </a:cubicBezTo>
                      <a:cubicBezTo>
                        <a:pt x="24273" y="677654"/>
                        <a:pt x="24252" y="681686"/>
                        <a:pt x="22406" y="684917"/>
                      </a:cubicBezTo>
                      <a:cubicBezTo>
                        <a:pt x="16015" y="696101"/>
                        <a:pt x="10215" y="698709"/>
                        <a:pt x="4754" y="709630"/>
                      </a:cubicBezTo>
                      <a:cubicBezTo>
                        <a:pt x="3090" y="712959"/>
                        <a:pt x="-2426" y="719492"/>
                        <a:pt x="1223" y="720222"/>
                      </a:cubicBezTo>
                      <a:cubicBezTo>
                        <a:pt x="8521" y="721682"/>
                        <a:pt x="22406" y="713161"/>
                        <a:pt x="22406" y="713161"/>
                      </a:cubicBezTo>
                      <a:cubicBezTo>
                        <a:pt x="24760" y="709630"/>
                        <a:pt x="26750" y="705829"/>
                        <a:pt x="29467" y="702569"/>
                      </a:cubicBezTo>
                      <a:cubicBezTo>
                        <a:pt x="37960" y="692378"/>
                        <a:pt x="40238" y="691859"/>
                        <a:pt x="50650" y="684917"/>
                      </a:cubicBezTo>
                      <a:cubicBezTo>
                        <a:pt x="53004" y="681386"/>
                        <a:pt x="54398" y="676976"/>
                        <a:pt x="57711" y="674325"/>
                      </a:cubicBezTo>
                      <a:cubicBezTo>
                        <a:pt x="60617" y="672000"/>
                        <a:pt x="65671" y="673427"/>
                        <a:pt x="68303" y="670795"/>
                      </a:cubicBezTo>
                      <a:cubicBezTo>
                        <a:pt x="70935" y="668163"/>
                        <a:pt x="69548" y="663141"/>
                        <a:pt x="71833" y="660203"/>
                      </a:cubicBezTo>
                      <a:cubicBezTo>
                        <a:pt x="77964" y="652321"/>
                        <a:pt x="87477" y="647329"/>
                        <a:pt x="93016" y="639020"/>
                      </a:cubicBezTo>
                      <a:cubicBezTo>
                        <a:pt x="95370" y="635490"/>
                        <a:pt x="97258" y="631600"/>
                        <a:pt x="100077" y="628429"/>
                      </a:cubicBezTo>
                      <a:cubicBezTo>
                        <a:pt x="106711" y="620966"/>
                        <a:pt x="115721" y="615555"/>
                        <a:pt x="121260" y="607246"/>
                      </a:cubicBezTo>
                      <a:cubicBezTo>
                        <a:pt x="125967" y="600185"/>
                        <a:pt x="129381" y="592064"/>
                        <a:pt x="135382" y="586063"/>
                      </a:cubicBezTo>
                      <a:cubicBezTo>
                        <a:pt x="142443" y="579002"/>
                        <a:pt x="151026" y="573189"/>
                        <a:pt x="156565" y="564880"/>
                      </a:cubicBezTo>
                      <a:cubicBezTo>
                        <a:pt x="158919" y="561349"/>
                        <a:pt x="160433" y="557082"/>
                        <a:pt x="163626" y="554288"/>
                      </a:cubicBezTo>
                      <a:cubicBezTo>
                        <a:pt x="170013" y="548700"/>
                        <a:pt x="178020" y="545258"/>
                        <a:pt x="184809" y="540166"/>
                      </a:cubicBezTo>
                      <a:lnTo>
                        <a:pt x="198931" y="529575"/>
                      </a:lnTo>
                      <a:cubicBezTo>
                        <a:pt x="227171" y="487213"/>
                        <a:pt x="183636" y="549576"/>
                        <a:pt x="216584" y="511922"/>
                      </a:cubicBezTo>
                      <a:cubicBezTo>
                        <a:pt x="222172" y="505535"/>
                        <a:pt x="223645" y="495446"/>
                        <a:pt x="230706" y="490739"/>
                      </a:cubicBezTo>
                      <a:cubicBezTo>
                        <a:pt x="234236" y="488385"/>
                        <a:pt x="238126" y="486497"/>
                        <a:pt x="241297" y="483678"/>
                      </a:cubicBezTo>
                      <a:cubicBezTo>
                        <a:pt x="248760" y="477044"/>
                        <a:pt x="254171" y="468034"/>
                        <a:pt x="262480" y="462495"/>
                      </a:cubicBezTo>
                      <a:cubicBezTo>
                        <a:pt x="300324" y="437267"/>
                        <a:pt x="242895" y="476551"/>
                        <a:pt x="283663" y="444843"/>
                      </a:cubicBezTo>
                      <a:cubicBezTo>
                        <a:pt x="290362" y="439633"/>
                        <a:pt x="298057" y="435813"/>
                        <a:pt x="304846" y="430721"/>
                      </a:cubicBezTo>
                      <a:cubicBezTo>
                        <a:pt x="323178" y="416971"/>
                        <a:pt x="313705" y="422761"/>
                        <a:pt x="333090" y="413068"/>
                      </a:cubicBezTo>
                      <a:cubicBezTo>
                        <a:pt x="346037" y="393649"/>
                        <a:pt x="333088" y="410129"/>
                        <a:pt x="350743" y="395416"/>
                      </a:cubicBezTo>
                      <a:cubicBezTo>
                        <a:pt x="354579" y="392220"/>
                        <a:pt x="357393" y="387889"/>
                        <a:pt x="361334" y="384824"/>
                      </a:cubicBezTo>
                      <a:cubicBezTo>
                        <a:pt x="368033" y="379614"/>
                        <a:pt x="382517" y="370702"/>
                        <a:pt x="382517" y="370702"/>
                      </a:cubicBezTo>
                      <a:cubicBezTo>
                        <a:pt x="384871" y="367172"/>
                        <a:pt x="386578" y="363111"/>
                        <a:pt x="389578" y="360111"/>
                      </a:cubicBezTo>
                      <a:cubicBezTo>
                        <a:pt x="392579" y="357111"/>
                        <a:pt x="397816" y="356581"/>
                        <a:pt x="400170" y="353050"/>
                      </a:cubicBezTo>
                      <a:cubicBezTo>
                        <a:pt x="418409" y="325692"/>
                        <a:pt x="387700" y="349594"/>
                        <a:pt x="414292" y="331867"/>
                      </a:cubicBezTo>
                      <a:cubicBezTo>
                        <a:pt x="420764" y="312448"/>
                        <a:pt x="413933" y="329846"/>
                        <a:pt x="424883" y="310684"/>
                      </a:cubicBezTo>
                      <a:cubicBezTo>
                        <a:pt x="427494" y="306114"/>
                        <a:pt x="428575" y="300605"/>
                        <a:pt x="431944" y="296562"/>
                      </a:cubicBezTo>
                      <a:cubicBezTo>
                        <a:pt x="434661" y="293302"/>
                        <a:pt x="439005" y="291855"/>
                        <a:pt x="442536" y="289501"/>
                      </a:cubicBezTo>
                      <a:cubicBezTo>
                        <a:pt x="447243" y="282440"/>
                        <a:pt x="450657" y="274319"/>
                        <a:pt x="456658" y="268318"/>
                      </a:cubicBezTo>
                      <a:cubicBezTo>
                        <a:pt x="463719" y="261257"/>
                        <a:pt x="472302" y="255444"/>
                        <a:pt x="477841" y="247135"/>
                      </a:cubicBezTo>
                      <a:cubicBezTo>
                        <a:pt x="480195" y="243604"/>
                        <a:pt x="482083" y="239714"/>
                        <a:pt x="484902" y="236543"/>
                      </a:cubicBezTo>
                      <a:cubicBezTo>
                        <a:pt x="491536" y="229079"/>
                        <a:pt x="500546" y="223669"/>
                        <a:pt x="506085" y="215360"/>
                      </a:cubicBezTo>
                      <a:cubicBezTo>
                        <a:pt x="541783" y="161813"/>
                        <a:pt x="503142" y="216774"/>
                        <a:pt x="530798" y="183586"/>
                      </a:cubicBezTo>
                      <a:cubicBezTo>
                        <a:pt x="533514" y="180326"/>
                        <a:pt x="534705" y="175833"/>
                        <a:pt x="537859" y="172994"/>
                      </a:cubicBezTo>
                      <a:cubicBezTo>
                        <a:pt x="546606" y="165121"/>
                        <a:pt x="557781" y="160132"/>
                        <a:pt x="566103" y="151811"/>
                      </a:cubicBezTo>
                      <a:cubicBezTo>
                        <a:pt x="586297" y="131619"/>
                        <a:pt x="566031" y="149651"/>
                        <a:pt x="590817" y="134159"/>
                      </a:cubicBezTo>
                      <a:cubicBezTo>
                        <a:pt x="595807" y="131040"/>
                        <a:pt x="599949" y="126686"/>
                        <a:pt x="604939" y="123567"/>
                      </a:cubicBezTo>
                      <a:cubicBezTo>
                        <a:pt x="609402" y="120778"/>
                        <a:pt x="614491" y="119117"/>
                        <a:pt x="619061" y="116506"/>
                      </a:cubicBezTo>
                      <a:cubicBezTo>
                        <a:pt x="653992" y="96545"/>
                        <a:pt x="601098" y="123722"/>
                        <a:pt x="643774" y="102384"/>
                      </a:cubicBezTo>
                      <a:cubicBezTo>
                        <a:pt x="646128" y="98854"/>
                        <a:pt x="647835" y="94793"/>
                        <a:pt x="650835" y="91793"/>
                      </a:cubicBezTo>
                      <a:cubicBezTo>
                        <a:pt x="653836" y="88793"/>
                        <a:pt x="658167" y="87449"/>
                        <a:pt x="661427" y="84732"/>
                      </a:cubicBezTo>
                      <a:cubicBezTo>
                        <a:pt x="667294" y="79843"/>
                        <a:pt x="675813" y="70898"/>
                        <a:pt x="679079" y="63549"/>
                      </a:cubicBezTo>
                      <a:cubicBezTo>
                        <a:pt x="682102" y="56748"/>
                        <a:pt x="683786" y="49427"/>
                        <a:pt x="686140" y="42366"/>
                      </a:cubicBezTo>
                      <a:cubicBezTo>
                        <a:pt x="687317" y="38835"/>
                        <a:pt x="688007" y="35103"/>
                        <a:pt x="689671" y="31774"/>
                      </a:cubicBezTo>
                      <a:lnTo>
                        <a:pt x="72497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25400" cap="flat" cmpd="sng" algn="ctr">
                  <a:solidFill>
                    <a:srgbClr val="FFFF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endParaRPr>
                </a:p>
              </p:txBody>
            </p:sp>
            <p:cxnSp>
              <p:nvCxnSpPr>
                <p:cNvPr id="38" name="直接箭头连接符 37">
                  <a:extLst>
                    <a:ext uri="{FF2B5EF4-FFF2-40B4-BE49-F238E27FC236}">
                      <a16:creationId xmlns:a16="http://schemas.microsoft.com/office/drawing/2014/main" id="{7508F5DC-77A9-4F9C-B041-19548D34BD5A}"/>
                    </a:ext>
                  </a:extLst>
                </p:cNvPr>
                <p:cNvCxnSpPr/>
                <p:nvPr/>
              </p:nvCxnSpPr>
              <p:spPr>
                <a:xfrm>
                  <a:off x="6012160" y="2705100"/>
                  <a:ext cx="2376264" cy="0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9" name="直接箭头连接符 38">
                  <a:extLst>
                    <a:ext uri="{FF2B5EF4-FFF2-40B4-BE49-F238E27FC236}">
                      <a16:creationId xmlns:a16="http://schemas.microsoft.com/office/drawing/2014/main" id="{8B36160A-2CAD-44C5-BE48-6F3A86D8DA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72200" y="1472114"/>
                  <a:ext cx="0" cy="1531684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tailEnd type="triangle"/>
                </a:ln>
                <a:effectLst/>
              </p:spPr>
            </p:cxnSp>
            <p:sp>
              <p:nvSpPr>
                <p:cNvPr id="40" name="弧形 39">
                  <a:extLst>
                    <a:ext uri="{FF2B5EF4-FFF2-40B4-BE49-F238E27FC236}">
                      <a16:creationId xmlns:a16="http://schemas.microsoft.com/office/drawing/2014/main" id="{9F401665-5B37-4622-8E48-8E2FB8DB8124}"/>
                    </a:ext>
                  </a:extLst>
                </p:cNvPr>
                <p:cNvSpPr/>
                <p:nvPr/>
              </p:nvSpPr>
              <p:spPr>
                <a:xfrm rot="19559494">
                  <a:off x="6248692" y="1932446"/>
                  <a:ext cx="2023351" cy="1207067"/>
                </a:xfrm>
                <a:prstGeom prst="arc">
                  <a:avLst>
                    <a:gd name="adj1" fmla="val 12176721"/>
                    <a:gd name="adj2" fmla="val 18514306"/>
                  </a:avLst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endParaRPr>
                </a:p>
              </p:txBody>
            </p:sp>
            <p:graphicFrame>
              <p:nvGraphicFramePr>
                <p:cNvPr id="41" name="对象 40">
                  <a:extLst>
                    <a:ext uri="{FF2B5EF4-FFF2-40B4-BE49-F238E27FC236}">
                      <a16:creationId xmlns:a16="http://schemas.microsoft.com/office/drawing/2014/main" id="{D7AEB6FC-C074-4523-A7C7-5CA035C86C1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19604902"/>
                    </p:ext>
                  </p:extLst>
                </p:nvPr>
              </p:nvGraphicFramePr>
              <p:xfrm>
                <a:off x="6095457" y="2705100"/>
                <a:ext cx="2286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2321" name="Equation" r:id="rId33" imgW="228600" imgH="241200" progId="Equation.DSMT4">
                        <p:embed/>
                      </p:oleObj>
                    </mc:Choice>
                    <mc:Fallback>
                      <p:oleObj name="Equation" r:id="rId33" imgW="228600" imgH="241200" progId="Equation.DSMT4">
                        <p:embed/>
                        <p:pic>
                          <p:nvPicPr>
                            <p:cNvPr id="26" name="对象 25">
                              <a:extLst>
                                <a:ext uri="{FF2B5EF4-FFF2-40B4-BE49-F238E27FC236}">
                                  <a16:creationId xmlns:a16="http://schemas.microsoft.com/office/drawing/2014/main" id="{FFD0E60B-FB3F-4326-BE4A-2A4506B468F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95457" y="2705100"/>
                              <a:ext cx="228600" cy="2413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" name="对象 41">
                  <a:extLst>
                    <a:ext uri="{FF2B5EF4-FFF2-40B4-BE49-F238E27FC236}">
                      <a16:creationId xmlns:a16="http://schemas.microsoft.com/office/drawing/2014/main" id="{60D642CC-0495-4C50-9584-163A31AD98E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28997086"/>
                    </p:ext>
                  </p:extLst>
                </p:nvPr>
              </p:nvGraphicFramePr>
              <p:xfrm>
                <a:off x="7308304" y="1634912"/>
                <a:ext cx="635000" cy="3048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2322" name="Equation" r:id="rId35" imgW="634680" imgH="304560" progId="Equation.DSMT4">
                        <p:embed/>
                      </p:oleObj>
                    </mc:Choice>
                    <mc:Fallback>
                      <p:oleObj name="Equation" r:id="rId35" imgW="634680" imgH="304560" progId="Equation.DSMT4">
                        <p:embed/>
                        <p:pic>
                          <p:nvPicPr>
                            <p:cNvPr id="27" name="对象 26">
                              <a:extLst>
                                <a:ext uri="{FF2B5EF4-FFF2-40B4-BE49-F238E27FC236}">
                                  <a16:creationId xmlns:a16="http://schemas.microsoft.com/office/drawing/2014/main" id="{D7045661-196F-4834-B125-BE2A63D3AC2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308304" y="1634912"/>
                              <a:ext cx="635000" cy="304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3" name="对象 42">
                  <a:extLst>
                    <a:ext uri="{FF2B5EF4-FFF2-40B4-BE49-F238E27FC236}">
                      <a16:creationId xmlns:a16="http://schemas.microsoft.com/office/drawing/2014/main" id="{7161165A-2719-4289-8FA4-40D23BAB4F8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435704651"/>
                    </p:ext>
                  </p:extLst>
                </p:nvPr>
              </p:nvGraphicFramePr>
              <p:xfrm>
                <a:off x="6474296" y="1599934"/>
                <a:ext cx="762000" cy="3048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2323" name="Equation" r:id="rId37" imgW="761760" imgH="304560" progId="Equation.DSMT4">
                        <p:embed/>
                      </p:oleObj>
                    </mc:Choice>
                    <mc:Fallback>
                      <p:oleObj name="Equation" r:id="rId37" imgW="761760" imgH="304560" progId="Equation.DSMT4">
                        <p:embed/>
                        <p:pic>
                          <p:nvPicPr>
                            <p:cNvPr id="28" name="对象 27">
                              <a:extLst>
                                <a:ext uri="{FF2B5EF4-FFF2-40B4-BE49-F238E27FC236}">
                                  <a16:creationId xmlns:a16="http://schemas.microsoft.com/office/drawing/2014/main" id="{D04700C2-5EB9-4AA0-B8B6-0E589665167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474296" y="1599934"/>
                              <a:ext cx="762000" cy="304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AB459DF1-0034-4273-BCDF-FF0FD45C9C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61654" y="1920615"/>
                  <a:ext cx="792088" cy="805307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rgbClr val="0064FF"/>
                  </a:solidFill>
                  <a:prstDash val="solid"/>
                </a:ln>
                <a:effectLst/>
              </p:spPr>
            </p:cxnSp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ADBE2EF1-96CB-442C-B119-E9D09CC96BF6}"/>
                    </a:ext>
                  </a:extLst>
                </p:cNvPr>
                <p:cNvSpPr/>
                <p:nvPr/>
              </p:nvSpPr>
              <p:spPr>
                <a:xfrm>
                  <a:off x="7130883" y="1874896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540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endParaRPr>
                </a:p>
              </p:txBody>
            </p:sp>
            <p:graphicFrame>
              <p:nvGraphicFramePr>
                <p:cNvPr id="46" name="对象 45">
                  <a:extLst>
                    <a:ext uri="{FF2B5EF4-FFF2-40B4-BE49-F238E27FC236}">
                      <a16:creationId xmlns:a16="http://schemas.microsoft.com/office/drawing/2014/main" id="{2EE1F196-ACCA-4DAC-93D5-3F660B073C3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888827673"/>
                    </p:ext>
                  </p:extLst>
                </p:nvPr>
              </p:nvGraphicFramePr>
              <p:xfrm>
                <a:off x="8098624" y="2770587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2324" name="Equation" r:id="rId39" imgW="177480" imgH="190440" progId="Equation.DSMT4">
                        <p:embed/>
                      </p:oleObj>
                    </mc:Choice>
                    <mc:Fallback>
                      <p:oleObj name="Equation" r:id="rId39" imgW="177480" imgH="190440" progId="Equation.DSMT4">
                        <p:embed/>
                        <p:pic>
                          <p:nvPicPr>
                            <p:cNvPr id="41" name="对象 40">
                              <a:extLst>
                                <a:ext uri="{FF2B5EF4-FFF2-40B4-BE49-F238E27FC236}">
                                  <a16:creationId xmlns:a16="http://schemas.microsoft.com/office/drawing/2014/main" id="{95AAD97A-E0D2-47A6-B64D-694545D4ED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098624" y="2770587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7" name="对象 46">
                  <a:extLst>
                    <a:ext uri="{FF2B5EF4-FFF2-40B4-BE49-F238E27FC236}">
                      <a16:creationId xmlns:a16="http://schemas.microsoft.com/office/drawing/2014/main" id="{A0AC7EC0-CBE7-47F8-B1B3-5B1A712ED7D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47503472"/>
                    </p:ext>
                  </p:extLst>
                </p:nvPr>
              </p:nvGraphicFramePr>
              <p:xfrm>
                <a:off x="6084646" y="1574430"/>
                <a:ext cx="1905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2325" name="Equation" r:id="rId41" imgW="190440" imgH="241200" progId="Equation.DSMT4">
                        <p:embed/>
                      </p:oleObj>
                    </mc:Choice>
                    <mc:Fallback>
                      <p:oleObj name="Equation" r:id="rId41" imgW="190440" imgH="241200" progId="Equation.DSMT4">
                        <p:embed/>
                        <p:pic>
                          <p:nvPicPr>
                            <p:cNvPr id="42" name="对象 41">
                              <a:extLst>
                                <a:ext uri="{FF2B5EF4-FFF2-40B4-BE49-F238E27FC236}">
                                  <a16:creationId xmlns:a16="http://schemas.microsoft.com/office/drawing/2014/main" id="{C210AA28-0FB9-480E-BF08-656A9EE2A6B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84646" y="1574430"/>
                              <a:ext cx="190500" cy="2413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470D0436-2C59-494D-9D0A-3665BC4B493D}"/>
                  </a:ext>
                </a:extLst>
              </p:cNvPr>
              <p:cNvCxnSpPr>
                <a:cxnSpLocks/>
                <a:stCxn id="45" idx="0"/>
              </p:cNvCxnSpPr>
              <p:nvPr/>
            </p:nvCxnSpPr>
            <p:spPr>
              <a:xfrm>
                <a:off x="7369767" y="2441458"/>
                <a:ext cx="0" cy="830204"/>
              </a:xfrm>
              <a:prstGeom prst="line">
                <a:avLst/>
              </a:prstGeom>
              <a:noFill/>
              <a:ln w="15875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graphicFrame>
            <p:nvGraphicFramePr>
              <p:cNvPr id="36" name="对象 35">
                <a:extLst>
                  <a:ext uri="{FF2B5EF4-FFF2-40B4-BE49-F238E27FC236}">
                    <a16:creationId xmlns:a16="http://schemas.microsoft.com/office/drawing/2014/main" id="{959A6474-4CAA-42F8-8F71-86F9C09F1F9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8605194"/>
                  </p:ext>
                </p:extLst>
              </p:nvPr>
            </p:nvGraphicFramePr>
            <p:xfrm>
              <a:off x="7273636" y="3333012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2326" name="Equation" r:id="rId43" imgW="177480" imgH="190440" progId="Equation.DSMT4">
                      <p:embed/>
                    </p:oleObj>
                  </mc:Choice>
                  <mc:Fallback>
                    <p:oleObj name="Equation" r:id="rId43" imgW="177480" imgH="190440" progId="Equation.DSMT4">
                      <p:embed/>
                      <p:pic>
                        <p:nvPicPr>
                          <p:cNvPr id="53" name="对象 52">
                            <a:extLst>
                              <a:ext uri="{FF2B5EF4-FFF2-40B4-BE49-F238E27FC236}">
                                <a16:creationId xmlns:a16="http://schemas.microsoft.com/office/drawing/2014/main" id="{8F203ED1-2564-4EEA-91DF-2B7F7A8C3FC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7273636" y="3333012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833AE42-43AF-453F-9022-DD5B7193DAF6}"/>
                </a:ext>
              </a:extLst>
            </p:cNvPr>
            <p:cNvCxnSpPr>
              <a:cxnSpLocks/>
            </p:cNvCxnSpPr>
            <p:nvPr/>
          </p:nvCxnSpPr>
          <p:spPr>
            <a:xfrm>
              <a:off x="7524328" y="2406870"/>
              <a:ext cx="0" cy="885614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2BE578A6-3332-450E-84B1-78611966CB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4272141"/>
                </p:ext>
              </p:extLst>
            </p:nvPr>
          </p:nvGraphicFramePr>
          <p:xfrm>
            <a:off x="7491404" y="3284362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327" name="Equation" r:id="rId45" imgW="114120" imgH="228600" progId="Equation.DSMT4">
                    <p:embed/>
                  </p:oleObj>
                </mc:Choice>
                <mc:Fallback>
                  <p:oleObj name="Equation" r:id="rId45" imgW="114120" imgH="22860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A1704E18-D9D0-4949-99DD-9AF13C72E39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7491404" y="3284362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5042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B97F65D-E3CC-4D36-830D-2F99EB11C6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860118"/>
              </p:ext>
            </p:extLst>
          </p:nvPr>
        </p:nvGraphicFramePr>
        <p:xfrm>
          <a:off x="1331640" y="195486"/>
          <a:ext cx="2590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19" name="Equation" r:id="rId3" imgW="2590560" imgH="723600" progId="Equation.DSMT4">
                  <p:embed/>
                </p:oleObj>
              </mc:Choice>
              <mc:Fallback>
                <p:oleObj name="Equation" r:id="rId3" imgW="2590560" imgH="723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6C3B628-1E3A-4D6D-9562-B201412C2D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195486"/>
                        <a:ext cx="2590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7DDDCF3C-9105-47F3-8955-D9AADA2F9138}"/>
              </a:ext>
            </a:extLst>
          </p:cNvPr>
          <p:cNvGrpSpPr/>
          <p:nvPr/>
        </p:nvGrpSpPr>
        <p:grpSpPr>
          <a:xfrm>
            <a:off x="404042" y="919386"/>
            <a:ext cx="5203242" cy="723900"/>
            <a:chOff x="399578" y="1294370"/>
            <a:chExt cx="5203242" cy="723900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E6B088F7-B5D0-480C-A4C9-CAEC273B9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78" y="1410241"/>
              <a:ext cx="31464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两边关于   求导得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070A58E-628F-4156-8F4A-8F67C41809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6277009"/>
                </p:ext>
              </p:extLst>
            </p:nvPr>
          </p:nvGraphicFramePr>
          <p:xfrm>
            <a:off x="1877532" y="156841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120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75C551B6-2670-4170-B812-053E2AEC76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77532" y="1568415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81DC0626-511E-4E39-9270-0A25E80342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5525635"/>
                </p:ext>
              </p:extLst>
            </p:nvPr>
          </p:nvGraphicFramePr>
          <p:xfrm>
            <a:off x="3177120" y="1294370"/>
            <a:ext cx="2425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121" name="Equation" r:id="rId7" imgW="2425680" imgH="723600" progId="Equation.DSMT4">
                    <p:embed/>
                  </p:oleObj>
                </mc:Choice>
                <mc:Fallback>
                  <p:oleObj name="Equation" r:id="rId7" imgW="2425680" imgH="72360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468F6C20-2001-4A29-AEF6-6E3438A4A20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177120" y="1294370"/>
                          <a:ext cx="2425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4">
            <a:extLst>
              <a:ext uri="{FF2B5EF4-FFF2-40B4-BE49-F238E27FC236}">
                <a16:creationId xmlns:a16="http://schemas.microsoft.com/office/drawing/2014/main" id="{26AE4641-9648-4658-BF49-575F5EE31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42" y="1718515"/>
            <a:ext cx="464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即</a:t>
            </a:r>
            <a:endParaRPr lang="en-US" altLang="zh-CN" sz="2400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CCBD6D6-D757-401A-9E17-9BCC2011B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767005"/>
              </p:ext>
            </p:extLst>
          </p:nvPr>
        </p:nvGraphicFramePr>
        <p:xfrm>
          <a:off x="1627163" y="1616389"/>
          <a:ext cx="139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22" name="Equation" r:id="rId9" imgW="1396800" imgH="736560" progId="Equation.DSMT4">
                  <p:embed/>
                </p:oleObj>
              </mc:Choice>
              <mc:Fallback>
                <p:oleObj name="Equation" r:id="rId9" imgW="139680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E1620405-A3C5-4EC3-B22C-0DFC2A8552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27163" y="1616389"/>
                        <a:ext cx="1397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>
            <a:extLst>
              <a:ext uri="{FF2B5EF4-FFF2-40B4-BE49-F238E27FC236}">
                <a16:creationId xmlns:a16="http://schemas.microsoft.com/office/drawing/2014/main" id="{8C081DE8-C914-455F-9CD6-15C7BC26A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947" y="1753856"/>
            <a:ext cx="31464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齐次方程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2289041-BD22-4C89-BC2C-1E4C1D93D8EF}"/>
              </a:ext>
            </a:extLst>
          </p:cNvPr>
          <p:cNvGrpSpPr/>
          <p:nvPr/>
        </p:nvGrpSpPr>
        <p:grpSpPr>
          <a:xfrm>
            <a:off x="335147" y="2401773"/>
            <a:ext cx="1737349" cy="736600"/>
            <a:chOff x="331276" y="2638976"/>
            <a:chExt cx="1737349" cy="736600"/>
          </a:xfrm>
        </p:grpSpPr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A741DC4C-7091-4E7C-826D-0B56E4425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76" y="2740203"/>
              <a:ext cx="17373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令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12" name="Object 6">
              <a:extLst>
                <a:ext uri="{FF2B5EF4-FFF2-40B4-BE49-F238E27FC236}">
                  <a16:creationId xmlns:a16="http://schemas.microsoft.com/office/drawing/2014/main" id="{1542A4A3-BD2E-431F-A449-AF1B637D31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8430012"/>
                </p:ext>
              </p:extLst>
            </p:nvPr>
          </p:nvGraphicFramePr>
          <p:xfrm>
            <a:off x="870569" y="2638976"/>
            <a:ext cx="914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123" name="Equation" r:id="rId11" imgW="914400" imgH="736560" progId="Equation.DSMT4">
                    <p:embed/>
                  </p:oleObj>
                </mc:Choice>
                <mc:Fallback>
                  <p:oleObj name="Equation" r:id="rId11" imgW="914400" imgH="736560" progId="Equation.DSMT4">
                    <p:embed/>
                    <p:pic>
                      <p:nvPicPr>
                        <p:cNvPr id="26" name="Object 6">
                          <a:extLst>
                            <a:ext uri="{FF2B5EF4-FFF2-40B4-BE49-F238E27FC236}">
                              <a16:creationId xmlns:a16="http://schemas.microsoft.com/office/drawing/2014/main" id="{4CDA862F-A2B8-4B8A-986D-CE82C36EEB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569" y="2638976"/>
                          <a:ext cx="9144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7EE3DBC-6B93-4E27-9535-80E020DC0F6A}"/>
              </a:ext>
            </a:extLst>
          </p:cNvPr>
          <p:cNvGrpSpPr/>
          <p:nvPr/>
        </p:nvGrpSpPr>
        <p:grpSpPr>
          <a:xfrm>
            <a:off x="2169550" y="2571202"/>
            <a:ext cx="3146407" cy="461665"/>
            <a:chOff x="2018977" y="2777463"/>
            <a:chExt cx="3146407" cy="461665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97FA2917-FB71-4A4F-B41E-F952336ED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977" y="2777463"/>
              <a:ext cx="31464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解得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03CE3856-25B6-477C-8CC4-CF4B264AED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9424564"/>
                </p:ext>
              </p:extLst>
            </p:nvPr>
          </p:nvGraphicFramePr>
          <p:xfrm>
            <a:off x="2897141" y="2844706"/>
            <a:ext cx="203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124" name="Equation" r:id="rId13" imgW="2031840" imgH="342720" progId="Equation.DSMT4">
                    <p:embed/>
                  </p:oleObj>
                </mc:Choice>
                <mc:Fallback>
                  <p:oleObj name="Equation" r:id="rId13" imgW="2031840" imgH="3427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B6E579EE-E755-418F-A88E-282AF5721E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97141" y="2844706"/>
                          <a:ext cx="203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0E69433-76AF-46FE-BF6A-EF1603EB3250}"/>
              </a:ext>
            </a:extLst>
          </p:cNvPr>
          <p:cNvGrpSpPr/>
          <p:nvPr/>
        </p:nvGrpSpPr>
        <p:grpSpPr>
          <a:xfrm>
            <a:off x="2062712" y="3226624"/>
            <a:ext cx="1217946" cy="461665"/>
            <a:chOff x="2058841" y="3463827"/>
            <a:chExt cx="1217946" cy="461665"/>
          </a:xfrm>
        </p:grpSpPr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82F986E1-F4A3-4D07-AF87-1CBB7EC6BF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5431709"/>
                </p:ext>
              </p:extLst>
            </p:nvPr>
          </p:nvGraphicFramePr>
          <p:xfrm>
            <a:off x="2552887" y="3567942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125" name="Equation" r:id="rId15" imgW="723600" imgH="330120" progId="Equation.DSMT4">
                    <p:embed/>
                  </p:oleObj>
                </mc:Choice>
                <mc:Fallback>
                  <p:oleObj name="Equation" r:id="rId15" imgW="723600" imgH="33012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4CCA0483-B71B-4DC6-9458-7F4555831E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52887" y="3567942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C14CB5E-E26A-4F4F-A89C-083C159AECDC}"/>
                </a:ext>
              </a:extLst>
            </p:cNvPr>
            <p:cNvSpPr/>
            <p:nvPr/>
          </p:nvSpPr>
          <p:spPr>
            <a:xfrm>
              <a:off x="2058841" y="3463827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故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AFA0C79-14BD-4466-9E39-9535D9BF6622}"/>
              </a:ext>
            </a:extLst>
          </p:cNvPr>
          <p:cNvGrpSpPr/>
          <p:nvPr/>
        </p:nvGrpSpPr>
        <p:grpSpPr>
          <a:xfrm>
            <a:off x="311881" y="3256515"/>
            <a:ext cx="1694024" cy="461665"/>
            <a:chOff x="308010" y="3493718"/>
            <a:chExt cx="1694024" cy="461665"/>
          </a:xfrm>
        </p:grpSpPr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DD40938C-FE2B-4D91-BA7D-3443880BFF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8730695"/>
                </p:ext>
              </p:extLst>
            </p:nvPr>
          </p:nvGraphicFramePr>
          <p:xfrm>
            <a:off x="1011434" y="3593760"/>
            <a:ext cx="990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126" name="Equation" r:id="rId17" imgW="990360" imgH="342720" progId="Equation.DSMT4">
                    <p:embed/>
                  </p:oleObj>
                </mc:Choice>
                <mc:Fallback>
                  <p:oleObj name="Equation" r:id="rId17" imgW="990360" imgH="34272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AA0E04C8-2F13-49AE-A6D1-2255E5B2ED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011434" y="3593760"/>
                          <a:ext cx="990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67F3DC3-988B-4439-912D-71FC1E0D2D2B}"/>
                </a:ext>
              </a:extLst>
            </p:cNvPr>
            <p:cNvSpPr/>
            <p:nvPr/>
          </p:nvSpPr>
          <p:spPr>
            <a:xfrm>
              <a:off x="308010" y="3493718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/>
                  <a:ea typeface="宋体"/>
                </a:rPr>
                <a:t>又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B2386BBB-DE3C-44B2-8583-D5BD20773CE3}"/>
              </a:ext>
            </a:extLst>
          </p:cNvPr>
          <p:cNvSpPr/>
          <p:nvPr/>
        </p:nvSpPr>
        <p:spPr>
          <a:xfrm>
            <a:off x="3378595" y="3216106"/>
            <a:ext cx="1125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宋体"/>
                <a:ea typeface="宋体"/>
              </a:rPr>
              <a:t>从而</a:t>
            </a:r>
            <a:endParaRPr lang="en-US" altLang="zh-CN" sz="2400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63F277F8-6A03-467A-A9DC-387A22BED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951353"/>
              </p:ext>
            </p:extLst>
          </p:nvPr>
        </p:nvGraphicFramePr>
        <p:xfrm>
          <a:off x="1798638" y="3871913"/>
          <a:ext cx="3644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27" name="Equation" r:id="rId19" imgW="3644640" imgH="863280" progId="Equation.DSMT4">
                  <p:embed/>
                </p:oleObj>
              </mc:Choice>
              <mc:Fallback>
                <p:oleObj name="Equation" r:id="rId19" imgW="3644640" imgH="8632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C9E07BA9-1C67-48C9-9F53-F6375836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98638" y="3871913"/>
                        <a:ext cx="36449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37857D49-9315-455A-8C0B-C40D80724D7D}"/>
              </a:ext>
            </a:extLst>
          </p:cNvPr>
          <p:cNvGrpSpPr/>
          <p:nvPr/>
        </p:nvGrpSpPr>
        <p:grpSpPr>
          <a:xfrm>
            <a:off x="6232055" y="1801473"/>
            <a:ext cx="2376264" cy="1667399"/>
            <a:chOff x="6228184" y="2038676"/>
            <a:chExt cx="2376264" cy="1667399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1696FA3-BB62-499F-921F-A8EEA3C14ADA}"/>
                </a:ext>
              </a:extLst>
            </p:cNvPr>
            <p:cNvGrpSpPr/>
            <p:nvPr/>
          </p:nvGrpSpPr>
          <p:grpSpPr>
            <a:xfrm>
              <a:off x="6228184" y="2038676"/>
              <a:ext cx="2376264" cy="1667399"/>
              <a:chOff x="6012160" y="1472114"/>
              <a:chExt cx="2376264" cy="1667399"/>
            </a:xfrm>
          </p:grpSpPr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D7FB2EA6-0807-4F9C-9CB9-CDA2A35B587A}"/>
                  </a:ext>
                </a:extLst>
              </p:cNvPr>
              <p:cNvSpPr/>
              <p:nvPr/>
            </p:nvSpPr>
            <p:spPr>
              <a:xfrm>
                <a:off x="6406638" y="1924124"/>
                <a:ext cx="705570" cy="719626"/>
              </a:xfrm>
              <a:custGeom>
                <a:avLst/>
                <a:gdLst>
                  <a:gd name="connsiteX0" fmla="*/ 724976 w 724976"/>
                  <a:gd name="connsiteY0" fmla="*/ 0 h 720390"/>
                  <a:gd name="connsiteX1" fmla="*/ 707323 w 724976"/>
                  <a:gd name="connsiteY1" fmla="*/ 14122 h 720390"/>
                  <a:gd name="connsiteX2" fmla="*/ 682610 w 724976"/>
                  <a:gd name="connsiteY2" fmla="*/ 24713 h 720390"/>
                  <a:gd name="connsiteX3" fmla="*/ 661427 w 724976"/>
                  <a:gd name="connsiteY3" fmla="*/ 28244 h 720390"/>
                  <a:gd name="connsiteX4" fmla="*/ 622591 w 724976"/>
                  <a:gd name="connsiteY4" fmla="*/ 52957 h 720390"/>
                  <a:gd name="connsiteX5" fmla="*/ 601408 w 724976"/>
                  <a:gd name="connsiteY5" fmla="*/ 67079 h 720390"/>
                  <a:gd name="connsiteX6" fmla="*/ 590817 w 724976"/>
                  <a:gd name="connsiteY6" fmla="*/ 74140 h 720390"/>
                  <a:gd name="connsiteX7" fmla="*/ 559042 w 724976"/>
                  <a:gd name="connsiteY7" fmla="*/ 98854 h 720390"/>
                  <a:gd name="connsiteX8" fmla="*/ 551981 w 724976"/>
                  <a:gd name="connsiteY8" fmla="*/ 109445 h 720390"/>
                  <a:gd name="connsiteX9" fmla="*/ 541390 w 724976"/>
                  <a:gd name="connsiteY9" fmla="*/ 112976 h 720390"/>
                  <a:gd name="connsiteX10" fmla="*/ 520207 w 724976"/>
                  <a:gd name="connsiteY10" fmla="*/ 127098 h 720390"/>
                  <a:gd name="connsiteX11" fmla="*/ 509615 w 724976"/>
                  <a:gd name="connsiteY11" fmla="*/ 137689 h 720390"/>
                  <a:gd name="connsiteX12" fmla="*/ 502554 w 724976"/>
                  <a:gd name="connsiteY12" fmla="*/ 148281 h 720390"/>
                  <a:gd name="connsiteX13" fmla="*/ 491963 w 724976"/>
                  <a:gd name="connsiteY13" fmla="*/ 151811 h 720390"/>
                  <a:gd name="connsiteX14" fmla="*/ 481371 w 724976"/>
                  <a:gd name="connsiteY14" fmla="*/ 162403 h 720390"/>
                  <a:gd name="connsiteX15" fmla="*/ 470780 w 724976"/>
                  <a:gd name="connsiteY15" fmla="*/ 165933 h 720390"/>
                  <a:gd name="connsiteX16" fmla="*/ 460188 w 724976"/>
                  <a:gd name="connsiteY16" fmla="*/ 172994 h 720390"/>
                  <a:gd name="connsiteX17" fmla="*/ 449597 w 724976"/>
                  <a:gd name="connsiteY17" fmla="*/ 176525 h 720390"/>
                  <a:gd name="connsiteX18" fmla="*/ 428414 w 724976"/>
                  <a:gd name="connsiteY18" fmla="*/ 187116 h 720390"/>
                  <a:gd name="connsiteX19" fmla="*/ 407231 w 724976"/>
                  <a:gd name="connsiteY19" fmla="*/ 204769 h 720390"/>
                  <a:gd name="connsiteX20" fmla="*/ 396639 w 724976"/>
                  <a:gd name="connsiteY20" fmla="*/ 211830 h 720390"/>
                  <a:gd name="connsiteX21" fmla="*/ 386048 w 724976"/>
                  <a:gd name="connsiteY21" fmla="*/ 222421 h 720390"/>
                  <a:gd name="connsiteX22" fmla="*/ 378987 w 724976"/>
                  <a:gd name="connsiteY22" fmla="*/ 233013 h 720390"/>
                  <a:gd name="connsiteX23" fmla="*/ 368395 w 724976"/>
                  <a:gd name="connsiteY23" fmla="*/ 236543 h 720390"/>
                  <a:gd name="connsiteX24" fmla="*/ 347212 w 724976"/>
                  <a:gd name="connsiteY24" fmla="*/ 268318 h 720390"/>
                  <a:gd name="connsiteX25" fmla="*/ 340151 w 724976"/>
                  <a:gd name="connsiteY25" fmla="*/ 278909 h 720390"/>
                  <a:gd name="connsiteX26" fmla="*/ 311907 w 724976"/>
                  <a:gd name="connsiteY26" fmla="*/ 310684 h 720390"/>
                  <a:gd name="connsiteX27" fmla="*/ 301316 w 724976"/>
                  <a:gd name="connsiteY27" fmla="*/ 317745 h 720390"/>
                  <a:gd name="connsiteX28" fmla="*/ 290724 w 724976"/>
                  <a:gd name="connsiteY28" fmla="*/ 321275 h 720390"/>
                  <a:gd name="connsiteX29" fmla="*/ 280133 w 724976"/>
                  <a:gd name="connsiteY29" fmla="*/ 328336 h 720390"/>
                  <a:gd name="connsiteX30" fmla="*/ 269541 w 724976"/>
                  <a:gd name="connsiteY30" fmla="*/ 331867 h 720390"/>
                  <a:gd name="connsiteX31" fmla="*/ 248358 w 724976"/>
                  <a:gd name="connsiteY31" fmla="*/ 345989 h 720390"/>
                  <a:gd name="connsiteX32" fmla="*/ 237767 w 724976"/>
                  <a:gd name="connsiteY32" fmla="*/ 353050 h 720390"/>
                  <a:gd name="connsiteX33" fmla="*/ 220114 w 724976"/>
                  <a:gd name="connsiteY33" fmla="*/ 370702 h 720390"/>
                  <a:gd name="connsiteX34" fmla="*/ 213053 w 724976"/>
                  <a:gd name="connsiteY34" fmla="*/ 381294 h 720390"/>
                  <a:gd name="connsiteX35" fmla="*/ 202462 w 724976"/>
                  <a:gd name="connsiteY35" fmla="*/ 391885 h 720390"/>
                  <a:gd name="connsiteX36" fmla="*/ 198931 w 724976"/>
                  <a:gd name="connsiteY36" fmla="*/ 402477 h 720390"/>
                  <a:gd name="connsiteX37" fmla="*/ 177748 w 724976"/>
                  <a:gd name="connsiteY37" fmla="*/ 434251 h 720390"/>
                  <a:gd name="connsiteX38" fmla="*/ 156565 w 724976"/>
                  <a:gd name="connsiteY38" fmla="*/ 466026 h 720390"/>
                  <a:gd name="connsiteX39" fmla="*/ 149504 w 724976"/>
                  <a:gd name="connsiteY39" fmla="*/ 476617 h 720390"/>
                  <a:gd name="connsiteX40" fmla="*/ 138913 w 724976"/>
                  <a:gd name="connsiteY40" fmla="*/ 483678 h 720390"/>
                  <a:gd name="connsiteX41" fmla="*/ 135382 w 724976"/>
                  <a:gd name="connsiteY41" fmla="*/ 494270 h 720390"/>
                  <a:gd name="connsiteX42" fmla="*/ 124791 w 724976"/>
                  <a:gd name="connsiteY42" fmla="*/ 508392 h 720390"/>
                  <a:gd name="connsiteX43" fmla="*/ 117730 w 724976"/>
                  <a:gd name="connsiteY43" fmla="*/ 518983 h 720390"/>
                  <a:gd name="connsiteX44" fmla="*/ 100077 w 724976"/>
                  <a:gd name="connsiteY44" fmla="*/ 540166 h 720390"/>
                  <a:gd name="connsiteX45" fmla="*/ 85955 w 724976"/>
                  <a:gd name="connsiteY45" fmla="*/ 561349 h 720390"/>
                  <a:gd name="connsiteX46" fmla="*/ 78894 w 724976"/>
                  <a:gd name="connsiteY46" fmla="*/ 575471 h 720390"/>
                  <a:gd name="connsiteX47" fmla="*/ 71833 w 724976"/>
                  <a:gd name="connsiteY47" fmla="*/ 586063 h 720390"/>
                  <a:gd name="connsiteX48" fmla="*/ 61242 w 724976"/>
                  <a:gd name="connsiteY48" fmla="*/ 610776 h 720390"/>
                  <a:gd name="connsiteX49" fmla="*/ 54181 w 724976"/>
                  <a:gd name="connsiteY49" fmla="*/ 621368 h 720390"/>
                  <a:gd name="connsiteX50" fmla="*/ 47120 w 724976"/>
                  <a:gd name="connsiteY50" fmla="*/ 642551 h 720390"/>
                  <a:gd name="connsiteX51" fmla="*/ 43589 w 724976"/>
                  <a:gd name="connsiteY51" fmla="*/ 653142 h 720390"/>
                  <a:gd name="connsiteX52" fmla="*/ 25937 w 724976"/>
                  <a:gd name="connsiteY52" fmla="*/ 674325 h 720390"/>
                  <a:gd name="connsiteX53" fmla="*/ 22406 w 724976"/>
                  <a:gd name="connsiteY53" fmla="*/ 684917 h 720390"/>
                  <a:gd name="connsiteX54" fmla="*/ 4754 w 724976"/>
                  <a:gd name="connsiteY54" fmla="*/ 709630 h 720390"/>
                  <a:gd name="connsiteX55" fmla="*/ 1223 w 724976"/>
                  <a:gd name="connsiteY55" fmla="*/ 720222 h 720390"/>
                  <a:gd name="connsiteX56" fmla="*/ 22406 w 724976"/>
                  <a:gd name="connsiteY56" fmla="*/ 713161 h 720390"/>
                  <a:gd name="connsiteX57" fmla="*/ 29467 w 724976"/>
                  <a:gd name="connsiteY57" fmla="*/ 702569 h 720390"/>
                  <a:gd name="connsiteX58" fmla="*/ 50650 w 724976"/>
                  <a:gd name="connsiteY58" fmla="*/ 684917 h 720390"/>
                  <a:gd name="connsiteX59" fmla="*/ 57711 w 724976"/>
                  <a:gd name="connsiteY59" fmla="*/ 674325 h 720390"/>
                  <a:gd name="connsiteX60" fmla="*/ 68303 w 724976"/>
                  <a:gd name="connsiteY60" fmla="*/ 670795 h 720390"/>
                  <a:gd name="connsiteX61" fmla="*/ 71833 w 724976"/>
                  <a:gd name="connsiteY61" fmla="*/ 660203 h 720390"/>
                  <a:gd name="connsiteX62" fmla="*/ 93016 w 724976"/>
                  <a:gd name="connsiteY62" fmla="*/ 639020 h 720390"/>
                  <a:gd name="connsiteX63" fmla="*/ 100077 w 724976"/>
                  <a:gd name="connsiteY63" fmla="*/ 628429 h 720390"/>
                  <a:gd name="connsiteX64" fmla="*/ 121260 w 724976"/>
                  <a:gd name="connsiteY64" fmla="*/ 607246 h 720390"/>
                  <a:gd name="connsiteX65" fmla="*/ 135382 w 724976"/>
                  <a:gd name="connsiteY65" fmla="*/ 586063 h 720390"/>
                  <a:gd name="connsiteX66" fmla="*/ 156565 w 724976"/>
                  <a:gd name="connsiteY66" fmla="*/ 564880 h 720390"/>
                  <a:gd name="connsiteX67" fmla="*/ 163626 w 724976"/>
                  <a:gd name="connsiteY67" fmla="*/ 554288 h 720390"/>
                  <a:gd name="connsiteX68" fmla="*/ 184809 w 724976"/>
                  <a:gd name="connsiteY68" fmla="*/ 540166 h 720390"/>
                  <a:gd name="connsiteX69" fmla="*/ 198931 w 724976"/>
                  <a:gd name="connsiteY69" fmla="*/ 529575 h 720390"/>
                  <a:gd name="connsiteX70" fmla="*/ 216584 w 724976"/>
                  <a:gd name="connsiteY70" fmla="*/ 511922 h 720390"/>
                  <a:gd name="connsiteX71" fmla="*/ 230706 w 724976"/>
                  <a:gd name="connsiteY71" fmla="*/ 490739 h 720390"/>
                  <a:gd name="connsiteX72" fmla="*/ 241297 w 724976"/>
                  <a:gd name="connsiteY72" fmla="*/ 483678 h 720390"/>
                  <a:gd name="connsiteX73" fmla="*/ 262480 w 724976"/>
                  <a:gd name="connsiteY73" fmla="*/ 462495 h 720390"/>
                  <a:gd name="connsiteX74" fmla="*/ 283663 w 724976"/>
                  <a:gd name="connsiteY74" fmla="*/ 444843 h 720390"/>
                  <a:gd name="connsiteX75" fmla="*/ 304846 w 724976"/>
                  <a:gd name="connsiteY75" fmla="*/ 430721 h 720390"/>
                  <a:gd name="connsiteX76" fmla="*/ 333090 w 724976"/>
                  <a:gd name="connsiteY76" fmla="*/ 413068 h 720390"/>
                  <a:gd name="connsiteX77" fmla="*/ 350743 w 724976"/>
                  <a:gd name="connsiteY77" fmla="*/ 395416 h 720390"/>
                  <a:gd name="connsiteX78" fmla="*/ 361334 w 724976"/>
                  <a:gd name="connsiteY78" fmla="*/ 384824 h 720390"/>
                  <a:gd name="connsiteX79" fmla="*/ 382517 w 724976"/>
                  <a:gd name="connsiteY79" fmla="*/ 370702 h 720390"/>
                  <a:gd name="connsiteX80" fmla="*/ 389578 w 724976"/>
                  <a:gd name="connsiteY80" fmla="*/ 360111 h 720390"/>
                  <a:gd name="connsiteX81" fmla="*/ 400170 w 724976"/>
                  <a:gd name="connsiteY81" fmla="*/ 353050 h 720390"/>
                  <a:gd name="connsiteX82" fmla="*/ 414292 w 724976"/>
                  <a:gd name="connsiteY82" fmla="*/ 331867 h 720390"/>
                  <a:gd name="connsiteX83" fmla="*/ 424883 w 724976"/>
                  <a:gd name="connsiteY83" fmla="*/ 310684 h 720390"/>
                  <a:gd name="connsiteX84" fmla="*/ 431944 w 724976"/>
                  <a:gd name="connsiteY84" fmla="*/ 296562 h 720390"/>
                  <a:gd name="connsiteX85" fmla="*/ 442536 w 724976"/>
                  <a:gd name="connsiteY85" fmla="*/ 289501 h 720390"/>
                  <a:gd name="connsiteX86" fmla="*/ 456658 w 724976"/>
                  <a:gd name="connsiteY86" fmla="*/ 268318 h 720390"/>
                  <a:gd name="connsiteX87" fmla="*/ 477841 w 724976"/>
                  <a:gd name="connsiteY87" fmla="*/ 247135 h 720390"/>
                  <a:gd name="connsiteX88" fmla="*/ 484902 w 724976"/>
                  <a:gd name="connsiteY88" fmla="*/ 236543 h 720390"/>
                  <a:gd name="connsiteX89" fmla="*/ 506085 w 724976"/>
                  <a:gd name="connsiteY89" fmla="*/ 215360 h 720390"/>
                  <a:gd name="connsiteX90" fmla="*/ 530798 w 724976"/>
                  <a:gd name="connsiteY90" fmla="*/ 183586 h 720390"/>
                  <a:gd name="connsiteX91" fmla="*/ 537859 w 724976"/>
                  <a:gd name="connsiteY91" fmla="*/ 172994 h 720390"/>
                  <a:gd name="connsiteX92" fmla="*/ 566103 w 724976"/>
                  <a:gd name="connsiteY92" fmla="*/ 151811 h 720390"/>
                  <a:gd name="connsiteX93" fmla="*/ 590817 w 724976"/>
                  <a:gd name="connsiteY93" fmla="*/ 134159 h 720390"/>
                  <a:gd name="connsiteX94" fmla="*/ 604939 w 724976"/>
                  <a:gd name="connsiteY94" fmla="*/ 123567 h 720390"/>
                  <a:gd name="connsiteX95" fmla="*/ 619061 w 724976"/>
                  <a:gd name="connsiteY95" fmla="*/ 116506 h 720390"/>
                  <a:gd name="connsiteX96" fmla="*/ 643774 w 724976"/>
                  <a:gd name="connsiteY96" fmla="*/ 102384 h 720390"/>
                  <a:gd name="connsiteX97" fmla="*/ 650835 w 724976"/>
                  <a:gd name="connsiteY97" fmla="*/ 91793 h 720390"/>
                  <a:gd name="connsiteX98" fmla="*/ 661427 w 724976"/>
                  <a:gd name="connsiteY98" fmla="*/ 84732 h 720390"/>
                  <a:gd name="connsiteX99" fmla="*/ 679079 w 724976"/>
                  <a:gd name="connsiteY99" fmla="*/ 63549 h 720390"/>
                  <a:gd name="connsiteX100" fmla="*/ 686140 w 724976"/>
                  <a:gd name="connsiteY100" fmla="*/ 42366 h 720390"/>
                  <a:gd name="connsiteX101" fmla="*/ 689671 w 724976"/>
                  <a:gd name="connsiteY101" fmla="*/ 31774 h 720390"/>
                  <a:gd name="connsiteX102" fmla="*/ 724976 w 724976"/>
                  <a:gd name="connsiteY102" fmla="*/ 0 h 72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724976" h="720390">
                    <a:moveTo>
                      <a:pt x="724976" y="0"/>
                    </a:moveTo>
                    <a:cubicBezTo>
                      <a:pt x="719092" y="4707"/>
                      <a:pt x="713593" y="9942"/>
                      <a:pt x="707323" y="14122"/>
                    </a:cubicBezTo>
                    <a:cubicBezTo>
                      <a:pt x="701925" y="17721"/>
                      <a:pt x="689672" y="23144"/>
                      <a:pt x="682610" y="24713"/>
                    </a:cubicBezTo>
                    <a:cubicBezTo>
                      <a:pt x="675622" y="26266"/>
                      <a:pt x="668488" y="27067"/>
                      <a:pt x="661427" y="28244"/>
                    </a:cubicBezTo>
                    <a:cubicBezTo>
                      <a:pt x="598306" y="59805"/>
                      <a:pt x="655052" y="27711"/>
                      <a:pt x="622591" y="52957"/>
                    </a:cubicBezTo>
                    <a:cubicBezTo>
                      <a:pt x="615892" y="58167"/>
                      <a:pt x="608469" y="62372"/>
                      <a:pt x="601408" y="67079"/>
                    </a:cubicBezTo>
                    <a:cubicBezTo>
                      <a:pt x="597878" y="69433"/>
                      <a:pt x="593817" y="71140"/>
                      <a:pt x="590817" y="74140"/>
                    </a:cubicBezTo>
                    <a:cubicBezTo>
                      <a:pt x="567002" y="97955"/>
                      <a:pt x="579107" y="92165"/>
                      <a:pt x="559042" y="98854"/>
                    </a:cubicBezTo>
                    <a:cubicBezTo>
                      <a:pt x="556688" y="102384"/>
                      <a:pt x="555294" y="106794"/>
                      <a:pt x="551981" y="109445"/>
                    </a:cubicBezTo>
                    <a:cubicBezTo>
                      <a:pt x="549075" y="111770"/>
                      <a:pt x="544643" y="111169"/>
                      <a:pt x="541390" y="112976"/>
                    </a:cubicBezTo>
                    <a:cubicBezTo>
                      <a:pt x="533972" y="117097"/>
                      <a:pt x="526208" y="121098"/>
                      <a:pt x="520207" y="127098"/>
                    </a:cubicBezTo>
                    <a:cubicBezTo>
                      <a:pt x="516676" y="130628"/>
                      <a:pt x="512811" y="133853"/>
                      <a:pt x="509615" y="137689"/>
                    </a:cubicBezTo>
                    <a:cubicBezTo>
                      <a:pt x="506898" y="140949"/>
                      <a:pt x="505867" y="145630"/>
                      <a:pt x="502554" y="148281"/>
                    </a:cubicBezTo>
                    <a:cubicBezTo>
                      <a:pt x="499648" y="150606"/>
                      <a:pt x="495493" y="150634"/>
                      <a:pt x="491963" y="151811"/>
                    </a:cubicBezTo>
                    <a:cubicBezTo>
                      <a:pt x="488432" y="155342"/>
                      <a:pt x="485526" y="159633"/>
                      <a:pt x="481371" y="162403"/>
                    </a:cubicBezTo>
                    <a:cubicBezTo>
                      <a:pt x="478275" y="164467"/>
                      <a:pt x="474108" y="164269"/>
                      <a:pt x="470780" y="165933"/>
                    </a:cubicBezTo>
                    <a:cubicBezTo>
                      <a:pt x="466985" y="167831"/>
                      <a:pt x="463983" y="171096"/>
                      <a:pt x="460188" y="172994"/>
                    </a:cubicBezTo>
                    <a:cubicBezTo>
                      <a:pt x="456860" y="174658"/>
                      <a:pt x="452925" y="174861"/>
                      <a:pt x="449597" y="176525"/>
                    </a:cubicBezTo>
                    <a:cubicBezTo>
                      <a:pt x="422229" y="190209"/>
                      <a:pt x="455027" y="178246"/>
                      <a:pt x="428414" y="187116"/>
                    </a:cubicBezTo>
                    <a:cubicBezTo>
                      <a:pt x="402116" y="204647"/>
                      <a:pt x="434415" y="182115"/>
                      <a:pt x="407231" y="204769"/>
                    </a:cubicBezTo>
                    <a:cubicBezTo>
                      <a:pt x="403971" y="207486"/>
                      <a:pt x="399899" y="209114"/>
                      <a:pt x="396639" y="211830"/>
                    </a:cubicBezTo>
                    <a:cubicBezTo>
                      <a:pt x="392803" y="215026"/>
                      <a:pt x="389244" y="218585"/>
                      <a:pt x="386048" y="222421"/>
                    </a:cubicBezTo>
                    <a:cubicBezTo>
                      <a:pt x="383332" y="225681"/>
                      <a:pt x="382300" y="230362"/>
                      <a:pt x="378987" y="233013"/>
                    </a:cubicBezTo>
                    <a:cubicBezTo>
                      <a:pt x="376081" y="235338"/>
                      <a:pt x="371926" y="235366"/>
                      <a:pt x="368395" y="236543"/>
                    </a:cubicBezTo>
                    <a:lnTo>
                      <a:pt x="347212" y="268318"/>
                    </a:lnTo>
                    <a:lnTo>
                      <a:pt x="340151" y="278909"/>
                    </a:lnTo>
                    <a:cubicBezTo>
                      <a:pt x="331660" y="291645"/>
                      <a:pt x="326420" y="301008"/>
                      <a:pt x="311907" y="310684"/>
                    </a:cubicBezTo>
                    <a:cubicBezTo>
                      <a:pt x="308377" y="313038"/>
                      <a:pt x="305111" y="315848"/>
                      <a:pt x="301316" y="317745"/>
                    </a:cubicBezTo>
                    <a:cubicBezTo>
                      <a:pt x="297987" y="319409"/>
                      <a:pt x="294255" y="320098"/>
                      <a:pt x="290724" y="321275"/>
                    </a:cubicBezTo>
                    <a:cubicBezTo>
                      <a:pt x="287194" y="323629"/>
                      <a:pt x="283928" y="326438"/>
                      <a:pt x="280133" y="328336"/>
                    </a:cubicBezTo>
                    <a:cubicBezTo>
                      <a:pt x="276804" y="330000"/>
                      <a:pt x="272794" y="330060"/>
                      <a:pt x="269541" y="331867"/>
                    </a:cubicBezTo>
                    <a:cubicBezTo>
                      <a:pt x="262123" y="335988"/>
                      <a:pt x="255419" y="341282"/>
                      <a:pt x="248358" y="345989"/>
                    </a:cubicBezTo>
                    <a:lnTo>
                      <a:pt x="237767" y="353050"/>
                    </a:lnTo>
                    <a:cubicBezTo>
                      <a:pt x="218936" y="381296"/>
                      <a:pt x="243654" y="347162"/>
                      <a:pt x="220114" y="370702"/>
                    </a:cubicBezTo>
                    <a:cubicBezTo>
                      <a:pt x="217114" y="373702"/>
                      <a:pt x="215769" y="378034"/>
                      <a:pt x="213053" y="381294"/>
                    </a:cubicBezTo>
                    <a:cubicBezTo>
                      <a:pt x="209857" y="385130"/>
                      <a:pt x="205992" y="388355"/>
                      <a:pt x="202462" y="391885"/>
                    </a:cubicBezTo>
                    <a:cubicBezTo>
                      <a:pt x="201285" y="395416"/>
                      <a:pt x="200738" y="399224"/>
                      <a:pt x="198931" y="402477"/>
                    </a:cubicBezTo>
                    <a:cubicBezTo>
                      <a:pt x="198925" y="402487"/>
                      <a:pt x="181282" y="428950"/>
                      <a:pt x="177748" y="434251"/>
                    </a:cubicBezTo>
                    <a:lnTo>
                      <a:pt x="156565" y="466026"/>
                    </a:lnTo>
                    <a:cubicBezTo>
                      <a:pt x="154211" y="469556"/>
                      <a:pt x="153034" y="474263"/>
                      <a:pt x="149504" y="476617"/>
                    </a:cubicBezTo>
                    <a:lnTo>
                      <a:pt x="138913" y="483678"/>
                    </a:lnTo>
                    <a:cubicBezTo>
                      <a:pt x="137736" y="487209"/>
                      <a:pt x="137228" y="491039"/>
                      <a:pt x="135382" y="494270"/>
                    </a:cubicBezTo>
                    <a:cubicBezTo>
                      <a:pt x="132463" y="499379"/>
                      <a:pt x="128211" y="503604"/>
                      <a:pt x="124791" y="508392"/>
                    </a:cubicBezTo>
                    <a:cubicBezTo>
                      <a:pt x="122325" y="511845"/>
                      <a:pt x="120446" y="515723"/>
                      <a:pt x="117730" y="518983"/>
                    </a:cubicBezTo>
                    <a:cubicBezTo>
                      <a:pt x="95077" y="546166"/>
                      <a:pt x="117608" y="513871"/>
                      <a:pt x="100077" y="540166"/>
                    </a:cubicBezTo>
                    <a:cubicBezTo>
                      <a:pt x="92505" y="562886"/>
                      <a:pt x="102484" y="538210"/>
                      <a:pt x="85955" y="561349"/>
                    </a:cubicBezTo>
                    <a:cubicBezTo>
                      <a:pt x="82896" y="565632"/>
                      <a:pt x="81505" y="570901"/>
                      <a:pt x="78894" y="575471"/>
                    </a:cubicBezTo>
                    <a:cubicBezTo>
                      <a:pt x="76789" y="579155"/>
                      <a:pt x="74187" y="582532"/>
                      <a:pt x="71833" y="586063"/>
                    </a:cubicBezTo>
                    <a:cubicBezTo>
                      <a:pt x="67872" y="597946"/>
                      <a:pt x="68223" y="598559"/>
                      <a:pt x="61242" y="610776"/>
                    </a:cubicBezTo>
                    <a:cubicBezTo>
                      <a:pt x="59137" y="614460"/>
                      <a:pt x="55904" y="617490"/>
                      <a:pt x="54181" y="621368"/>
                    </a:cubicBezTo>
                    <a:cubicBezTo>
                      <a:pt x="51158" y="628169"/>
                      <a:pt x="49474" y="635490"/>
                      <a:pt x="47120" y="642551"/>
                    </a:cubicBezTo>
                    <a:cubicBezTo>
                      <a:pt x="45943" y="646081"/>
                      <a:pt x="46220" y="650510"/>
                      <a:pt x="43589" y="653142"/>
                    </a:cubicBezTo>
                    <a:cubicBezTo>
                      <a:pt x="35783" y="660949"/>
                      <a:pt x="30852" y="664496"/>
                      <a:pt x="25937" y="674325"/>
                    </a:cubicBezTo>
                    <a:cubicBezTo>
                      <a:pt x="24273" y="677654"/>
                      <a:pt x="24252" y="681686"/>
                      <a:pt x="22406" y="684917"/>
                    </a:cubicBezTo>
                    <a:cubicBezTo>
                      <a:pt x="16015" y="696101"/>
                      <a:pt x="10215" y="698709"/>
                      <a:pt x="4754" y="709630"/>
                    </a:cubicBezTo>
                    <a:cubicBezTo>
                      <a:pt x="3090" y="712959"/>
                      <a:pt x="-2426" y="719492"/>
                      <a:pt x="1223" y="720222"/>
                    </a:cubicBezTo>
                    <a:cubicBezTo>
                      <a:pt x="8521" y="721682"/>
                      <a:pt x="22406" y="713161"/>
                      <a:pt x="22406" y="713161"/>
                    </a:cubicBezTo>
                    <a:cubicBezTo>
                      <a:pt x="24760" y="709630"/>
                      <a:pt x="26750" y="705829"/>
                      <a:pt x="29467" y="702569"/>
                    </a:cubicBezTo>
                    <a:cubicBezTo>
                      <a:pt x="37960" y="692378"/>
                      <a:pt x="40238" y="691859"/>
                      <a:pt x="50650" y="684917"/>
                    </a:cubicBezTo>
                    <a:cubicBezTo>
                      <a:pt x="53004" y="681386"/>
                      <a:pt x="54398" y="676976"/>
                      <a:pt x="57711" y="674325"/>
                    </a:cubicBezTo>
                    <a:cubicBezTo>
                      <a:pt x="60617" y="672000"/>
                      <a:pt x="65671" y="673427"/>
                      <a:pt x="68303" y="670795"/>
                    </a:cubicBezTo>
                    <a:cubicBezTo>
                      <a:pt x="70935" y="668163"/>
                      <a:pt x="69548" y="663141"/>
                      <a:pt x="71833" y="660203"/>
                    </a:cubicBezTo>
                    <a:cubicBezTo>
                      <a:pt x="77964" y="652321"/>
                      <a:pt x="87477" y="647329"/>
                      <a:pt x="93016" y="639020"/>
                    </a:cubicBezTo>
                    <a:cubicBezTo>
                      <a:pt x="95370" y="635490"/>
                      <a:pt x="97258" y="631600"/>
                      <a:pt x="100077" y="628429"/>
                    </a:cubicBezTo>
                    <a:cubicBezTo>
                      <a:pt x="106711" y="620966"/>
                      <a:pt x="115721" y="615555"/>
                      <a:pt x="121260" y="607246"/>
                    </a:cubicBezTo>
                    <a:cubicBezTo>
                      <a:pt x="125967" y="600185"/>
                      <a:pt x="129381" y="592064"/>
                      <a:pt x="135382" y="586063"/>
                    </a:cubicBezTo>
                    <a:cubicBezTo>
                      <a:pt x="142443" y="579002"/>
                      <a:pt x="151026" y="573189"/>
                      <a:pt x="156565" y="564880"/>
                    </a:cubicBezTo>
                    <a:cubicBezTo>
                      <a:pt x="158919" y="561349"/>
                      <a:pt x="160433" y="557082"/>
                      <a:pt x="163626" y="554288"/>
                    </a:cubicBezTo>
                    <a:cubicBezTo>
                      <a:pt x="170013" y="548700"/>
                      <a:pt x="178020" y="545258"/>
                      <a:pt x="184809" y="540166"/>
                    </a:cubicBezTo>
                    <a:lnTo>
                      <a:pt x="198931" y="529575"/>
                    </a:lnTo>
                    <a:cubicBezTo>
                      <a:pt x="227171" y="487213"/>
                      <a:pt x="183636" y="549576"/>
                      <a:pt x="216584" y="511922"/>
                    </a:cubicBezTo>
                    <a:cubicBezTo>
                      <a:pt x="222172" y="505535"/>
                      <a:pt x="223645" y="495446"/>
                      <a:pt x="230706" y="490739"/>
                    </a:cubicBezTo>
                    <a:cubicBezTo>
                      <a:pt x="234236" y="488385"/>
                      <a:pt x="238126" y="486497"/>
                      <a:pt x="241297" y="483678"/>
                    </a:cubicBezTo>
                    <a:cubicBezTo>
                      <a:pt x="248760" y="477044"/>
                      <a:pt x="254171" y="468034"/>
                      <a:pt x="262480" y="462495"/>
                    </a:cubicBezTo>
                    <a:cubicBezTo>
                      <a:pt x="300324" y="437267"/>
                      <a:pt x="242895" y="476551"/>
                      <a:pt x="283663" y="444843"/>
                    </a:cubicBezTo>
                    <a:cubicBezTo>
                      <a:pt x="290362" y="439633"/>
                      <a:pt x="298057" y="435813"/>
                      <a:pt x="304846" y="430721"/>
                    </a:cubicBezTo>
                    <a:cubicBezTo>
                      <a:pt x="323178" y="416971"/>
                      <a:pt x="313705" y="422761"/>
                      <a:pt x="333090" y="413068"/>
                    </a:cubicBezTo>
                    <a:cubicBezTo>
                      <a:pt x="346037" y="393649"/>
                      <a:pt x="333088" y="410129"/>
                      <a:pt x="350743" y="395416"/>
                    </a:cubicBezTo>
                    <a:cubicBezTo>
                      <a:pt x="354579" y="392220"/>
                      <a:pt x="357393" y="387889"/>
                      <a:pt x="361334" y="384824"/>
                    </a:cubicBezTo>
                    <a:cubicBezTo>
                      <a:pt x="368033" y="379614"/>
                      <a:pt x="382517" y="370702"/>
                      <a:pt x="382517" y="370702"/>
                    </a:cubicBezTo>
                    <a:cubicBezTo>
                      <a:pt x="384871" y="367172"/>
                      <a:pt x="386578" y="363111"/>
                      <a:pt x="389578" y="360111"/>
                    </a:cubicBezTo>
                    <a:cubicBezTo>
                      <a:pt x="392579" y="357111"/>
                      <a:pt x="397816" y="356581"/>
                      <a:pt x="400170" y="353050"/>
                    </a:cubicBezTo>
                    <a:cubicBezTo>
                      <a:pt x="418409" y="325692"/>
                      <a:pt x="387700" y="349594"/>
                      <a:pt x="414292" y="331867"/>
                    </a:cubicBezTo>
                    <a:cubicBezTo>
                      <a:pt x="420764" y="312448"/>
                      <a:pt x="413933" y="329846"/>
                      <a:pt x="424883" y="310684"/>
                    </a:cubicBezTo>
                    <a:cubicBezTo>
                      <a:pt x="427494" y="306114"/>
                      <a:pt x="428575" y="300605"/>
                      <a:pt x="431944" y="296562"/>
                    </a:cubicBezTo>
                    <a:cubicBezTo>
                      <a:pt x="434661" y="293302"/>
                      <a:pt x="439005" y="291855"/>
                      <a:pt x="442536" y="289501"/>
                    </a:cubicBezTo>
                    <a:cubicBezTo>
                      <a:pt x="447243" y="282440"/>
                      <a:pt x="450657" y="274319"/>
                      <a:pt x="456658" y="268318"/>
                    </a:cubicBezTo>
                    <a:cubicBezTo>
                      <a:pt x="463719" y="261257"/>
                      <a:pt x="472302" y="255444"/>
                      <a:pt x="477841" y="247135"/>
                    </a:cubicBezTo>
                    <a:cubicBezTo>
                      <a:pt x="480195" y="243604"/>
                      <a:pt x="482083" y="239714"/>
                      <a:pt x="484902" y="236543"/>
                    </a:cubicBezTo>
                    <a:cubicBezTo>
                      <a:pt x="491536" y="229079"/>
                      <a:pt x="500546" y="223669"/>
                      <a:pt x="506085" y="215360"/>
                    </a:cubicBezTo>
                    <a:cubicBezTo>
                      <a:pt x="541783" y="161813"/>
                      <a:pt x="503142" y="216774"/>
                      <a:pt x="530798" y="183586"/>
                    </a:cubicBezTo>
                    <a:cubicBezTo>
                      <a:pt x="533514" y="180326"/>
                      <a:pt x="534705" y="175833"/>
                      <a:pt x="537859" y="172994"/>
                    </a:cubicBezTo>
                    <a:cubicBezTo>
                      <a:pt x="546606" y="165121"/>
                      <a:pt x="557781" y="160132"/>
                      <a:pt x="566103" y="151811"/>
                    </a:cubicBezTo>
                    <a:cubicBezTo>
                      <a:pt x="586297" y="131619"/>
                      <a:pt x="566031" y="149651"/>
                      <a:pt x="590817" y="134159"/>
                    </a:cubicBezTo>
                    <a:cubicBezTo>
                      <a:pt x="595807" y="131040"/>
                      <a:pt x="599949" y="126686"/>
                      <a:pt x="604939" y="123567"/>
                    </a:cubicBezTo>
                    <a:cubicBezTo>
                      <a:pt x="609402" y="120778"/>
                      <a:pt x="614491" y="119117"/>
                      <a:pt x="619061" y="116506"/>
                    </a:cubicBezTo>
                    <a:cubicBezTo>
                      <a:pt x="653992" y="96545"/>
                      <a:pt x="601098" y="123722"/>
                      <a:pt x="643774" y="102384"/>
                    </a:cubicBezTo>
                    <a:cubicBezTo>
                      <a:pt x="646128" y="98854"/>
                      <a:pt x="647835" y="94793"/>
                      <a:pt x="650835" y="91793"/>
                    </a:cubicBezTo>
                    <a:cubicBezTo>
                      <a:pt x="653836" y="88793"/>
                      <a:pt x="658167" y="87449"/>
                      <a:pt x="661427" y="84732"/>
                    </a:cubicBezTo>
                    <a:cubicBezTo>
                      <a:pt x="667294" y="79843"/>
                      <a:pt x="675813" y="70898"/>
                      <a:pt x="679079" y="63549"/>
                    </a:cubicBezTo>
                    <a:cubicBezTo>
                      <a:pt x="682102" y="56748"/>
                      <a:pt x="683786" y="49427"/>
                      <a:pt x="686140" y="42366"/>
                    </a:cubicBezTo>
                    <a:cubicBezTo>
                      <a:pt x="687317" y="38835"/>
                      <a:pt x="688007" y="35103"/>
                      <a:pt x="689671" y="31774"/>
                    </a:cubicBezTo>
                    <a:lnTo>
                      <a:pt x="724976" y="0"/>
                    </a:lnTo>
                    <a:close/>
                  </a:path>
                </a:pathLst>
              </a:custGeom>
              <a:solidFill>
                <a:srgbClr val="FFFF00"/>
              </a:solidFill>
              <a:ln w="25400" cap="flat" cmpd="sng" algn="ctr">
                <a:solidFill>
                  <a:srgbClr val="FFFF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endParaRPr>
              </a:p>
            </p:txBody>
          </p: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5725C21D-71BC-4BE0-B52F-CEBCF4B947CC}"/>
                  </a:ext>
                </a:extLst>
              </p:cNvPr>
              <p:cNvCxnSpPr/>
              <p:nvPr/>
            </p:nvCxnSpPr>
            <p:spPr>
              <a:xfrm>
                <a:off x="6012160" y="2705100"/>
                <a:ext cx="23762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9130BE5E-75E2-44AF-940B-D4C5819A71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72200" y="1472114"/>
                <a:ext cx="0" cy="1531684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31" name="弧形 30">
                <a:extLst>
                  <a:ext uri="{FF2B5EF4-FFF2-40B4-BE49-F238E27FC236}">
                    <a16:creationId xmlns:a16="http://schemas.microsoft.com/office/drawing/2014/main" id="{37243E21-FE66-4316-A22D-CFC8EEBF9256}"/>
                  </a:ext>
                </a:extLst>
              </p:cNvPr>
              <p:cNvSpPr/>
              <p:nvPr/>
            </p:nvSpPr>
            <p:spPr>
              <a:xfrm rot="19559494">
                <a:off x="6248692" y="1932446"/>
                <a:ext cx="2023351" cy="1207067"/>
              </a:xfrm>
              <a:prstGeom prst="arc">
                <a:avLst>
                  <a:gd name="adj1" fmla="val 12176721"/>
                  <a:gd name="adj2" fmla="val 18514306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endParaRPr>
              </a:p>
            </p:txBody>
          </p:sp>
          <p:graphicFrame>
            <p:nvGraphicFramePr>
              <p:cNvPr id="32" name="对象 31">
                <a:extLst>
                  <a:ext uri="{FF2B5EF4-FFF2-40B4-BE49-F238E27FC236}">
                    <a16:creationId xmlns:a16="http://schemas.microsoft.com/office/drawing/2014/main" id="{E3C7A5BC-9BF8-4B09-89E1-5126F9D71F7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79497641"/>
                  </p:ext>
                </p:extLst>
              </p:nvPr>
            </p:nvGraphicFramePr>
            <p:xfrm>
              <a:off x="6095457" y="2705100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128" name="Equation" r:id="rId21" imgW="228600" imgH="241200" progId="Equation.DSMT4">
                      <p:embed/>
                    </p:oleObj>
                  </mc:Choice>
                  <mc:Fallback>
                    <p:oleObj name="Equation" r:id="rId21" imgW="228600" imgH="241200" progId="Equation.DSMT4">
                      <p:embed/>
                      <p:pic>
                        <p:nvPicPr>
                          <p:cNvPr id="48" name="对象 47">
                            <a:extLst>
                              <a:ext uri="{FF2B5EF4-FFF2-40B4-BE49-F238E27FC236}">
                                <a16:creationId xmlns:a16="http://schemas.microsoft.com/office/drawing/2014/main" id="{19E78422-3937-4EF7-8102-CEB3CF51987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6095457" y="2705100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对象 32">
                <a:extLst>
                  <a:ext uri="{FF2B5EF4-FFF2-40B4-BE49-F238E27FC236}">
                    <a16:creationId xmlns:a16="http://schemas.microsoft.com/office/drawing/2014/main" id="{FCC46DDB-3616-48A4-B4D0-D93D5D33B8C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42777944"/>
                  </p:ext>
                </p:extLst>
              </p:nvPr>
            </p:nvGraphicFramePr>
            <p:xfrm>
              <a:off x="7308304" y="1634912"/>
              <a:ext cx="6350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129" name="Equation" r:id="rId23" imgW="634680" imgH="304560" progId="Equation.DSMT4">
                      <p:embed/>
                    </p:oleObj>
                  </mc:Choice>
                  <mc:Fallback>
                    <p:oleObj name="Equation" r:id="rId23" imgW="634680" imgH="304560" progId="Equation.DSMT4">
                      <p:embed/>
                      <p:pic>
                        <p:nvPicPr>
                          <p:cNvPr id="49" name="对象 48">
                            <a:extLst>
                              <a:ext uri="{FF2B5EF4-FFF2-40B4-BE49-F238E27FC236}">
                                <a16:creationId xmlns:a16="http://schemas.microsoft.com/office/drawing/2014/main" id="{A226E58D-0F89-4905-B5EC-92A11B61D5B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7308304" y="1634912"/>
                            <a:ext cx="6350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对象 33">
                <a:extLst>
                  <a:ext uri="{FF2B5EF4-FFF2-40B4-BE49-F238E27FC236}">
                    <a16:creationId xmlns:a16="http://schemas.microsoft.com/office/drawing/2014/main" id="{654D74F2-B691-4B19-B650-0B7A87D8CB2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07634686"/>
                  </p:ext>
                </p:extLst>
              </p:nvPr>
            </p:nvGraphicFramePr>
            <p:xfrm>
              <a:off x="6474296" y="1599934"/>
              <a:ext cx="7620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130" name="Equation" r:id="rId25" imgW="761760" imgH="304560" progId="Equation.DSMT4">
                      <p:embed/>
                    </p:oleObj>
                  </mc:Choice>
                  <mc:Fallback>
                    <p:oleObj name="Equation" r:id="rId25" imgW="761760" imgH="304560" progId="Equation.DSMT4">
                      <p:embed/>
                      <p:pic>
                        <p:nvPicPr>
                          <p:cNvPr id="50" name="对象 49">
                            <a:extLst>
                              <a:ext uri="{FF2B5EF4-FFF2-40B4-BE49-F238E27FC236}">
                                <a16:creationId xmlns:a16="http://schemas.microsoft.com/office/drawing/2014/main" id="{9D2769B6-854E-4015-82FC-24521FACD4B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6474296" y="1599934"/>
                            <a:ext cx="7620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57544AED-4C08-477A-B819-359A590E8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61654" y="1920615"/>
                <a:ext cx="792088" cy="805307"/>
              </a:xfrm>
              <a:prstGeom prst="line">
                <a:avLst/>
              </a:prstGeom>
              <a:noFill/>
              <a:ln w="22225" cap="flat" cmpd="sng" algn="ctr">
                <a:solidFill>
                  <a:srgbClr val="0064FF"/>
                </a:solidFill>
                <a:prstDash val="solid"/>
              </a:ln>
              <a:effectLst/>
            </p:spPr>
          </p:cxn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51F356DC-88C8-4B52-8676-566C1371970E}"/>
                  </a:ext>
                </a:extLst>
              </p:cNvPr>
              <p:cNvSpPr/>
              <p:nvPr/>
            </p:nvSpPr>
            <p:spPr>
              <a:xfrm>
                <a:off x="7130883" y="1874896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endParaRPr>
              </a:p>
            </p:txBody>
          </p:sp>
          <p:graphicFrame>
            <p:nvGraphicFramePr>
              <p:cNvPr id="37" name="对象 36">
                <a:extLst>
                  <a:ext uri="{FF2B5EF4-FFF2-40B4-BE49-F238E27FC236}">
                    <a16:creationId xmlns:a16="http://schemas.microsoft.com/office/drawing/2014/main" id="{26EB7F4F-6560-4129-8E84-509897D65F7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871073"/>
                  </p:ext>
                </p:extLst>
              </p:nvPr>
            </p:nvGraphicFramePr>
            <p:xfrm>
              <a:off x="8098624" y="2770587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131" name="Equation" r:id="rId27" imgW="177480" imgH="190440" progId="Equation.DSMT4">
                      <p:embed/>
                    </p:oleObj>
                  </mc:Choice>
                  <mc:Fallback>
                    <p:oleObj name="Equation" r:id="rId27" imgW="177480" imgH="190440" progId="Equation.DSMT4">
                      <p:embed/>
                      <p:pic>
                        <p:nvPicPr>
                          <p:cNvPr id="53" name="对象 52">
                            <a:extLst>
                              <a:ext uri="{FF2B5EF4-FFF2-40B4-BE49-F238E27FC236}">
                                <a16:creationId xmlns:a16="http://schemas.microsoft.com/office/drawing/2014/main" id="{B2E3C274-78AB-40F5-B049-7713175B7C7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8098624" y="2770587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对象 37">
                <a:extLst>
                  <a:ext uri="{FF2B5EF4-FFF2-40B4-BE49-F238E27FC236}">
                    <a16:creationId xmlns:a16="http://schemas.microsoft.com/office/drawing/2014/main" id="{C57F5EAF-83D7-47D6-BB48-8FB3BC045D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9883558"/>
                  </p:ext>
                </p:extLst>
              </p:nvPr>
            </p:nvGraphicFramePr>
            <p:xfrm>
              <a:off x="6084646" y="1574430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132" name="Equation" r:id="rId29" imgW="190440" imgH="241200" progId="Equation.DSMT4">
                      <p:embed/>
                    </p:oleObj>
                  </mc:Choice>
                  <mc:Fallback>
                    <p:oleObj name="Equation" r:id="rId29" imgW="190440" imgH="241200" progId="Equation.DSMT4">
                      <p:embed/>
                      <p:pic>
                        <p:nvPicPr>
                          <p:cNvPr id="54" name="对象 53">
                            <a:extLst>
                              <a:ext uri="{FF2B5EF4-FFF2-40B4-BE49-F238E27FC236}">
                                <a16:creationId xmlns:a16="http://schemas.microsoft.com/office/drawing/2014/main" id="{F400ADB5-8FEC-40DE-B281-F8F6D246E06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6084646" y="1574430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8CE48C9-5B4E-4BFA-ACBD-9F15DA177F39}"/>
                </a:ext>
              </a:extLst>
            </p:cNvPr>
            <p:cNvCxnSpPr>
              <a:stCxn id="36" idx="0"/>
            </p:cNvCxnSpPr>
            <p:nvPr/>
          </p:nvCxnSpPr>
          <p:spPr>
            <a:xfrm flipH="1">
              <a:off x="7369766" y="2441458"/>
              <a:ext cx="1" cy="830204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CF6F7159-4B1C-4ACC-8C09-A63D4BCF29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2050078"/>
                </p:ext>
              </p:extLst>
            </p:nvPr>
          </p:nvGraphicFramePr>
          <p:xfrm>
            <a:off x="7273636" y="333301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133" name="Equation" r:id="rId31" imgW="177480" imgH="190440" progId="Equation.DSMT4">
                    <p:embed/>
                  </p:oleObj>
                </mc:Choice>
                <mc:Fallback>
                  <p:oleObj name="Equation" r:id="rId31" imgW="177480" imgH="19044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5831D6EC-C0BC-4005-B88C-30DC80B6F8E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273636" y="333301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49301582-648F-42E8-83C5-57FD55E375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826027"/>
              </p:ext>
            </p:extLst>
          </p:nvPr>
        </p:nvGraphicFramePr>
        <p:xfrm>
          <a:off x="6400800" y="4017963"/>
          <a:ext cx="2108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34" name="Equation" r:id="rId32" imgW="2108160" imgH="419040" progId="Equation.DSMT4">
                  <p:embed/>
                </p:oleObj>
              </mc:Choice>
              <mc:Fallback>
                <p:oleObj name="Equation" r:id="rId32" imgW="21081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400800" y="4017963"/>
                        <a:ext cx="2108200" cy="4191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197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AEC6F86-25AF-4D5E-98C8-26C9D97E3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8600"/>
            <a:ext cx="346253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可化为齐次方程的方程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235C680-B89F-461A-AFAE-CB40C38F7986}"/>
              </a:ext>
            </a:extLst>
          </p:cNvPr>
          <p:cNvGrpSpPr/>
          <p:nvPr/>
        </p:nvGrpSpPr>
        <p:grpSpPr>
          <a:xfrm>
            <a:off x="519435" y="915988"/>
            <a:ext cx="7076901" cy="990600"/>
            <a:chOff x="519435" y="915988"/>
            <a:chExt cx="7076901" cy="990600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3C69E2C-0052-42F0-9F76-BCB4A76F66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4176332"/>
                </p:ext>
              </p:extLst>
            </p:nvPr>
          </p:nvGraphicFramePr>
          <p:xfrm>
            <a:off x="1312863" y="915988"/>
            <a:ext cx="2933700" cy="990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984" name="Equation" r:id="rId3" imgW="2933640" imgH="990360" progId="Equation.DSMT4">
                    <p:embed/>
                  </p:oleObj>
                </mc:Choice>
                <mc:Fallback>
                  <p:oleObj name="Equation" r:id="rId3" imgW="2933640" imgH="990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12863" y="915988"/>
                          <a:ext cx="2933700" cy="990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1BFEDE5E-9465-41D1-AAD2-984A10086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435" y="1094035"/>
              <a:ext cx="7076901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ctr" rtl="0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ctr" rtl="0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ctr" rtl="0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形如                    的方程可化为齐次方程</a:t>
              </a:r>
              <a:r>
                <a:rPr lang="en-US" altLang="zh-CN" sz="2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2379082-87A7-474F-A7D8-500E1739E017}"/>
              </a:ext>
            </a:extLst>
          </p:cNvPr>
          <p:cNvGrpSpPr/>
          <p:nvPr/>
        </p:nvGrpSpPr>
        <p:grpSpPr>
          <a:xfrm>
            <a:off x="683568" y="2193675"/>
            <a:ext cx="2664296" cy="461665"/>
            <a:chOff x="611560" y="1983284"/>
            <a:chExt cx="2664296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C423765-61F9-498B-A8A7-91700E3B8730}"/>
                </a:ext>
              </a:extLst>
            </p:cNvPr>
            <p:cNvSpPr/>
            <p:nvPr/>
          </p:nvSpPr>
          <p:spPr>
            <a:xfrm>
              <a:off x="611560" y="1983284"/>
              <a:ext cx="2664296" cy="461665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当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时，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8E91E80E-A5B0-4B0B-8E85-5D64807C6E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3081798"/>
                </p:ext>
              </p:extLst>
            </p:nvPr>
          </p:nvGraphicFramePr>
          <p:xfrm>
            <a:off x="1093684" y="2023616"/>
            <a:ext cx="1257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985" name="Equation" r:id="rId5" imgW="1257120" imgH="380880" progId="Equation.DSMT4">
                    <p:embed/>
                  </p:oleObj>
                </mc:Choice>
                <mc:Fallback>
                  <p:oleObj name="Equation" r:id="rId5" imgW="12571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93684" y="2023616"/>
                          <a:ext cx="1257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E709ACB-FC2B-4986-8718-C8D3029335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991696"/>
              </p:ext>
            </p:extLst>
          </p:nvPr>
        </p:nvGraphicFramePr>
        <p:xfrm>
          <a:off x="755576" y="2718992"/>
          <a:ext cx="55880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986" name="Equation" r:id="rId7" imgW="5587920" imgH="1498320" progId="Equation.DSMT4">
                  <p:embed/>
                </p:oleObj>
              </mc:Choice>
              <mc:Fallback>
                <p:oleObj name="Equation" r:id="rId7" imgW="5587920" imgH="1498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576" y="2718992"/>
                        <a:ext cx="5588000" cy="149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C6BB8B00-4C9F-4577-AF23-CB616B692965}"/>
              </a:ext>
            </a:extLst>
          </p:cNvPr>
          <p:cNvSpPr/>
          <p:nvPr/>
        </p:nvSpPr>
        <p:spPr>
          <a:xfrm>
            <a:off x="6444208" y="3237459"/>
            <a:ext cx="15776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齐次方程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951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1D92D71-F17D-4807-8126-43EED17CC4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652804"/>
              </p:ext>
            </p:extLst>
          </p:nvPr>
        </p:nvGraphicFramePr>
        <p:xfrm>
          <a:off x="3419872" y="470892"/>
          <a:ext cx="2540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166" name="Equation" r:id="rId3" imgW="2539800" imgH="342720" progId="Equation.DSMT4">
                  <p:embed/>
                </p:oleObj>
              </mc:Choice>
              <mc:Fallback>
                <p:oleObj name="Equation" r:id="rId3" imgW="2539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9872" y="470892"/>
                        <a:ext cx="2540000" cy="342900"/>
                      </a:xfrm>
                      <a:prstGeom prst="rect">
                        <a:avLst/>
                      </a:prstGeom>
                      <a:ln w="127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D60EA6AC-0E90-4563-924B-795444606BE6}"/>
              </a:ext>
            </a:extLst>
          </p:cNvPr>
          <p:cNvGrpSpPr/>
          <p:nvPr/>
        </p:nvGrpSpPr>
        <p:grpSpPr>
          <a:xfrm>
            <a:off x="6286103" y="368945"/>
            <a:ext cx="2354684" cy="461665"/>
            <a:chOff x="6286103" y="368945"/>
            <a:chExt cx="2354684" cy="461665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0E607A5-CB32-4EAB-AF51-C55756E440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3127408"/>
                </p:ext>
              </p:extLst>
            </p:nvPr>
          </p:nvGraphicFramePr>
          <p:xfrm>
            <a:off x="6286103" y="470892"/>
            <a:ext cx="546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167" name="Equation" r:id="rId5" imgW="545760" imgH="330120" progId="Equation.DSMT4">
                    <p:embed/>
                  </p:oleObj>
                </mc:Choice>
                <mc:Fallback>
                  <p:oleObj name="Equation" r:id="rId5" imgW="5457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286103" y="470892"/>
                          <a:ext cx="546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CF737FD-3C6B-4CCF-AAEE-F4471DCA959B}"/>
                </a:ext>
              </a:extLst>
            </p:cNvPr>
            <p:cNvSpPr/>
            <p:nvPr/>
          </p:nvSpPr>
          <p:spPr>
            <a:xfrm>
              <a:off x="6737580" y="368945"/>
              <a:ext cx="190320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为待定常数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EF420B2D-4A0A-4256-B9FE-363D9DB95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415813"/>
              </p:ext>
            </p:extLst>
          </p:nvPr>
        </p:nvGraphicFramePr>
        <p:xfrm>
          <a:off x="1203687" y="1310276"/>
          <a:ext cx="2514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168" name="Equation" r:id="rId7" imgW="2514600" imgH="342720" progId="Equation.DSMT4">
                  <p:embed/>
                </p:oleObj>
              </mc:Choice>
              <mc:Fallback>
                <p:oleObj name="Equation" r:id="rId7" imgW="2514600" imgH="342720" progId="Equation.DSMT4">
                  <p:embed/>
                  <p:pic>
                    <p:nvPicPr>
                      <p:cNvPr id="76809" name="Object 9">
                        <a:extLst>
                          <a:ext uri="{FF2B5EF4-FFF2-40B4-BE49-F238E27FC236}">
                            <a16:creationId xmlns:a16="http://schemas.microsoft.com/office/drawing/2014/main" id="{51B369C6-26AC-4C73-B173-9D365E84D2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687" y="1310276"/>
                        <a:ext cx="2514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>
            <a:extLst>
              <a:ext uri="{FF2B5EF4-FFF2-40B4-BE49-F238E27FC236}">
                <a16:creationId xmlns:a16="http://schemas.microsoft.com/office/drawing/2014/main" id="{27A25860-50A3-4815-AC73-14A222F2B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153" y="1216440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原方程化为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8004E4-2159-4CDA-BD5B-7491AC68AD58}"/>
              </a:ext>
            </a:extLst>
          </p:cNvPr>
          <p:cNvSpPr/>
          <p:nvPr/>
        </p:nvSpPr>
        <p:spPr>
          <a:xfrm>
            <a:off x="749811" y="1250893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endParaRPr lang="zh-CN" altLang="en-US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4625206-C552-4196-94BF-912BC3684A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128632"/>
              </p:ext>
            </p:extLst>
          </p:nvPr>
        </p:nvGraphicFramePr>
        <p:xfrm>
          <a:off x="1475656" y="1830798"/>
          <a:ext cx="4648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169" name="Equation" r:id="rId9" imgW="4647960" imgH="990360" progId="Equation.DSMT4">
                  <p:embed/>
                </p:oleObj>
              </mc:Choice>
              <mc:Fallback>
                <p:oleObj name="Equation" r:id="rId9" imgW="4647960" imgH="990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5656" y="1830798"/>
                        <a:ext cx="46482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BB5D78B0-D6AE-4DA4-B171-9D887347C27B}"/>
              </a:ext>
            </a:extLst>
          </p:cNvPr>
          <p:cNvSpPr/>
          <p:nvPr/>
        </p:nvSpPr>
        <p:spPr>
          <a:xfrm>
            <a:off x="674397" y="350785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2E0118C-D38F-437A-A5E5-1A96E4862D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799090"/>
              </p:ext>
            </p:extLst>
          </p:nvPr>
        </p:nvGraphicFramePr>
        <p:xfrm>
          <a:off x="1729036" y="3298155"/>
          <a:ext cx="2362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170" name="Equation" r:id="rId11" imgW="2361960" imgH="888840" progId="Equation.DSMT4">
                  <p:embed/>
                </p:oleObj>
              </mc:Choice>
              <mc:Fallback>
                <p:oleObj name="Equation" r:id="rId11" imgW="23619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29036" y="3298155"/>
                        <a:ext cx="23622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8575263-CDE4-4D11-AAD3-10E43FE468E5}"/>
              </a:ext>
            </a:extLst>
          </p:cNvPr>
          <p:cNvSpPr/>
          <p:nvPr/>
        </p:nvSpPr>
        <p:spPr>
          <a:xfrm>
            <a:off x="2773953" y="41180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E6C2849-9475-4BF7-9A7E-2613DE089886}"/>
              </a:ext>
            </a:extLst>
          </p:cNvPr>
          <p:cNvGrpSpPr/>
          <p:nvPr/>
        </p:nvGrpSpPr>
        <p:grpSpPr>
          <a:xfrm>
            <a:off x="395536" y="411510"/>
            <a:ext cx="2514600" cy="461665"/>
            <a:chOff x="395536" y="411510"/>
            <a:chExt cx="2514600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7BA9A0D-757D-4F72-BD4D-9FAD64519A73}"/>
                </a:ext>
              </a:extLst>
            </p:cNvPr>
            <p:cNvSpPr/>
            <p:nvPr/>
          </p:nvSpPr>
          <p:spPr>
            <a:xfrm>
              <a:off x="395536" y="411510"/>
              <a:ext cx="25146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当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时，</a:t>
              </a:r>
              <a:endParaRPr lang="zh-CN" altLang="en-US" sz="24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CC1C763-05E8-4B3B-8E00-C669A1E8F428}"/>
                </a:ext>
              </a:extLst>
            </p:cNvPr>
            <p:cNvSpPr/>
            <p:nvPr/>
          </p:nvSpPr>
          <p:spPr>
            <a:xfrm>
              <a:off x="395536" y="411510"/>
              <a:ext cx="2304256" cy="4616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C305B706-0EED-41DB-846E-C830524E10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463480"/>
                </p:ext>
              </p:extLst>
            </p:nvPr>
          </p:nvGraphicFramePr>
          <p:xfrm>
            <a:off x="899592" y="411510"/>
            <a:ext cx="1409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171" name="Equation" r:id="rId13" imgW="1409400" imgH="419040" progId="Equation.DSMT4">
                    <p:embed/>
                  </p:oleObj>
                </mc:Choice>
                <mc:Fallback>
                  <p:oleObj name="Equation" r:id="rId13" imgW="1409400" imgH="41904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8E8B7CF6-E0F9-4626-9607-CE92D3364D1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99592" y="411510"/>
                          <a:ext cx="14097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9155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A7A158A-75C8-4D11-B5B5-A2CA2CC7A1CF}"/>
              </a:ext>
            </a:extLst>
          </p:cNvPr>
          <p:cNvGrpSpPr/>
          <p:nvPr/>
        </p:nvGrpSpPr>
        <p:grpSpPr>
          <a:xfrm>
            <a:off x="899592" y="195486"/>
            <a:ext cx="6840760" cy="800100"/>
            <a:chOff x="467544" y="3655393"/>
            <a:chExt cx="6840760" cy="8001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71D13BD-6416-4711-AA9E-C79BE5468D02}"/>
                </a:ext>
              </a:extLst>
            </p:cNvPr>
            <p:cNvSpPr/>
            <p:nvPr/>
          </p:nvSpPr>
          <p:spPr>
            <a:xfrm>
              <a:off x="467544" y="3824611"/>
              <a:ext cx="68407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(1)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若         可解出  和   方程化为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齐次方程</a:t>
              </a:r>
              <a:endParaRPr lang="zh-CN" altLang="en-US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493E45D-643A-4873-9ADC-071E9C1E7A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3824458"/>
                </p:ext>
              </p:extLst>
            </p:nvPr>
          </p:nvGraphicFramePr>
          <p:xfrm>
            <a:off x="1403648" y="3655393"/>
            <a:ext cx="11430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84" name="Equation" r:id="rId3" imgW="1143000" imgH="799920" progId="Equation.DSMT4">
                    <p:embed/>
                  </p:oleObj>
                </mc:Choice>
                <mc:Fallback>
                  <p:oleObj name="Equation" r:id="rId3" imgW="1143000" imgH="7999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FDDD90D3-F34C-4CC2-9196-F8C4F12A629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03648" y="3655393"/>
                          <a:ext cx="1143000" cy="800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54DC8B7-EA76-42A8-B247-6572F3FFD3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6552847"/>
                </p:ext>
              </p:extLst>
            </p:nvPr>
          </p:nvGraphicFramePr>
          <p:xfrm>
            <a:off x="3719488" y="3915743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85" name="Equation" r:id="rId5" imgW="190440" imgH="279360" progId="Equation.DSMT4">
                    <p:embed/>
                  </p:oleObj>
                </mc:Choice>
                <mc:Fallback>
                  <p:oleObj name="Equation" r:id="rId5" imgW="190440" imgH="27936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455D3440-0ECD-4249-A26A-E368133162D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19488" y="3915743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35E7B4BB-E002-4D5D-854B-61E96E86BC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4176259"/>
                </p:ext>
              </p:extLst>
            </p:nvPr>
          </p:nvGraphicFramePr>
          <p:xfrm>
            <a:off x="4319972" y="3915743"/>
            <a:ext cx="266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86" name="Equation" r:id="rId7" imgW="266400" imgH="330120" progId="Equation.DSMT4">
                    <p:embed/>
                  </p:oleObj>
                </mc:Choice>
                <mc:Fallback>
                  <p:oleObj name="Equation" r:id="rId7" imgW="266400" imgH="3301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261481B5-3E4D-42AC-81AF-DFBC7F77240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19972" y="3915743"/>
                          <a:ext cx="266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B6F6C7C-1828-462C-A34B-7159D9D0E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820139"/>
              </p:ext>
            </p:extLst>
          </p:nvPr>
        </p:nvGraphicFramePr>
        <p:xfrm>
          <a:off x="2995836" y="995586"/>
          <a:ext cx="2692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7" name="Equation" r:id="rId9" imgW="2692080" imgH="990360" progId="Equation.DSMT4">
                  <p:embed/>
                </p:oleObj>
              </mc:Choice>
              <mc:Fallback>
                <p:oleObj name="Equation" r:id="rId9" imgW="2692080" imgH="9903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2637F3F6-B0B7-40DA-A4D6-D1893201EC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95836" y="995586"/>
                        <a:ext cx="26924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7D08685F-6378-4FCE-9D46-6D9D8733128E}"/>
              </a:ext>
            </a:extLst>
          </p:cNvPr>
          <p:cNvGrpSpPr/>
          <p:nvPr/>
        </p:nvGrpSpPr>
        <p:grpSpPr>
          <a:xfrm>
            <a:off x="921656" y="2171700"/>
            <a:ext cx="2282192" cy="800100"/>
            <a:chOff x="921656" y="2171700"/>
            <a:chExt cx="2282192" cy="8001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C7B9CA6-F376-4E40-BDD4-F590A74F7DAA}"/>
                </a:ext>
              </a:extLst>
            </p:cNvPr>
            <p:cNvSpPr/>
            <p:nvPr/>
          </p:nvSpPr>
          <p:spPr>
            <a:xfrm>
              <a:off x="921656" y="2340918"/>
              <a:ext cx="22821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(2)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若</a:t>
              </a:r>
              <a:endParaRPr lang="zh-CN" altLang="en-US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3C3985A-7475-4575-A081-5F01764CC7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6328055"/>
                </p:ext>
              </p:extLst>
            </p:nvPr>
          </p:nvGraphicFramePr>
          <p:xfrm>
            <a:off x="1863725" y="2171700"/>
            <a:ext cx="11303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88" name="Equation" r:id="rId11" imgW="1130040" imgH="799920" progId="Equation.DSMT4">
                    <p:embed/>
                  </p:oleObj>
                </mc:Choice>
                <mc:Fallback>
                  <p:oleObj name="Equation" r:id="rId11" imgW="1130040" imgH="7999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3493E45D-643A-4873-9ADC-071E9C1E7A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863725" y="2171700"/>
                          <a:ext cx="1130300" cy="800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3AF105A-CE77-4B9C-A80C-10469B360A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3596"/>
              </p:ext>
            </p:extLst>
          </p:nvPr>
        </p:nvGraphicFramePr>
        <p:xfrm>
          <a:off x="3728596" y="2155403"/>
          <a:ext cx="1600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9" name="Equation" r:id="rId13" imgW="1600200" imgH="799920" progId="Equation.DSMT4">
                  <p:embed/>
                </p:oleObj>
              </mc:Choice>
              <mc:Fallback>
                <p:oleObj name="Equation" r:id="rId13" imgW="160020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28596" y="2155403"/>
                        <a:ext cx="16002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EB3E0C85-DC67-4D12-BECA-0DC7186B40D1}"/>
              </a:ext>
            </a:extLst>
          </p:cNvPr>
          <p:cNvSpPr/>
          <p:nvPr/>
        </p:nvSpPr>
        <p:spPr>
          <a:xfrm>
            <a:off x="3203848" y="232462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352720-A058-4BA3-A0C3-78DF49EDA1CD}"/>
              </a:ext>
            </a:extLst>
          </p:cNvPr>
          <p:cNvSpPr/>
          <p:nvPr/>
        </p:nvSpPr>
        <p:spPr>
          <a:xfrm>
            <a:off x="5359498" y="2283718"/>
            <a:ext cx="16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方程化为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2E067A0-BEC1-424A-8F12-0D83A83077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653406"/>
              </p:ext>
            </p:extLst>
          </p:nvPr>
        </p:nvGraphicFramePr>
        <p:xfrm>
          <a:off x="1835696" y="3222598"/>
          <a:ext cx="5295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0" name="Equation" r:id="rId15" imgW="5295600" imgH="888840" progId="Equation.DSMT4">
                  <p:embed/>
                </p:oleObj>
              </mc:Choice>
              <mc:Fallback>
                <p:oleObj name="Equation" r:id="rId15" imgW="52956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35696" y="3222598"/>
                        <a:ext cx="5295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8E953E78-6B68-4B9F-ACAA-39666CF6E90E}"/>
              </a:ext>
            </a:extLst>
          </p:cNvPr>
          <p:cNvSpPr/>
          <p:nvPr/>
        </p:nvSpPr>
        <p:spPr>
          <a:xfrm>
            <a:off x="1043608" y="422856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endParaRPr lang="zh-CN" altLang="en-US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9DDF570-E4B7-454F-B8CA-D4DAD305BE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280999"/>
              </p:ext>
            </p:extLst>
          </p:nvPr>
        </p:nvGraphicFramePr>
        <p:xfrm>
          <a:off x="1660525" y="4276725"/>
          <a:ext cx="1714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1" name="Equation" r:id="rId17" imgW="1714320" imgH="380880" progId="Equation.DSMT4">
                  <p:embed/>
                </p:oleObj>
              </mc:Choice>
              <mc:Fallback>
                <p:oleObj name="Equation" r:id="rId17" imgW="17143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60525" y="4276725"/>
                        <a:ext cx="1714500" cy="381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D9B0C022-5B28-4992-A8BC-F179FFE3134B}"/>
              </a:ext>
            </a:extLst>
          </p:cNvPr>
          <p:cNvSpPr/>
          <p:nvPr/>
        </p:nvSpPr>
        <p:spPr>
          <a:xfrm>
            <a:off x="3563888" y="426241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960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1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C474C79-033E-4B61-B6DF-280CC1E58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564608"/>
              </p:ext>
            </p:extLst>
          </p:nvPr>
        </p:nvGraphicFramePr>
        <p:xfrm>
          <a:off x="899592" y="1824113"/>
          <a:ext cx="2019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08" name="Equation" r:id="rId3" imgW="2019240" imgH="799920" progId="Equation.DSMT4">
                  <p:embed/>
                </p:oleObj>
              </mc:Choice>
              <mc:Fallback>
                <p:oleObj name="Equation" r:id="rId3" imgW="201924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1824113"/>
                        <a:ext cx="20193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E9F9825-0449-465A-9D6A-93524AB98EA0}"/>
              </a:ext>
            </a:extLst>
          </p:cNvPr>
          <p:cNvSpPr/>
          <p:nvPr/>
        </p:nvSpPr>
        <p:spPr>
          <a:xfrm>
            <a:off x="3347864" y="199333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986D922-0912-4BF4-8BB6-43E567E931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643675"/>
              </p:ext>
            </p:extLst>
          </p:nvPr>
        </p:nvGraphicFramePr>
        <p:xfrm>
          <a:off x="4067944" y="1779662"/>
          <a:ext cx="2387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09" name="Equation" r:id="rId5" imgW="2387520" imgH="888840" progId="Equation.DSMT4">
                  <p:embed/>
                </p:oleObj>
              </mc:Choice>
              <mc:Fallback>
                <p:oleObj name="Equation" r:id="rId5" imgW="2387520" imgH="8888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C474C79-033E-4B61-B6DF-280CC1E582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67944" y="1779662"/>
                        <a:ext cx="23876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DBE3980-C2D6-49C8-8553-9062AF187E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363086"/>
              </p:ext>
            </p:extLst>
          </p:nvPr>
        </p:nvGraphicFramePr>
        <p:xfrm>
          <a:off x="1600771" y="2898503"/>
          <a:ext cx="29337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10" name="Equation" r:id="rId7" imgW="2933640" imgH="990360" progId="Equation.DSMT4">
                  <p:embed/>
                </p:oleObj>
              </mc:Choice>
              <mc:Fallback>
                <p:oleObj name="Equation" r:id="rId7" imgW="2933640" imgH="990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3C69E2C-0052-42F0-9F76-BCB4A76F66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00771" y="2898503"/>
                        <a:ext cx="29337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EF3354E1-E988-4A28-B487-A4C46CBBE139}"/>
              </a:ext>
            </a:extLst>
          </p:cNvPr>
          <p:cNvSpPr/>
          <p:nvPr/>
        </p:nvSpPr>
        <p:spPr>
          <a:xfrm>
            <a:off x="683568" y="3162648"/>
            <a:ext cx="10081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5B74C6-51F1-4953-936B-9069D1AECAE2}"/>
              </a:ext>
            </a:extLst>
          </p:cNvPr>
          <p:cNvSpPr/>
          <p:nvPr/>
        </p:nvSpPr>
        <p:spPr>
          <a:xfrm>
            <a:off x="4534471" y="3128368"/>
            <a:ext cx="1117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化为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8ED438A-B400-4C7D-828F-E35DFC688E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574935"/>
              </p:ext>
            </p:extLst>
          </p:nvPr>
        </p:nvGraphicFramePr>
        <p:xfrm>
          <a:off x="2274714" y="3952031"/>
          <a:ext cx="2146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11" name="Equation" r:id="rId9" imgW="2145960" imgH="799920" progId="Equation.DSMT4">
                  <p:embed/>
                </p:oleObj>
              </mc:Choice>
              <mc:Fallback>
                <p:oleObj name="Equation" r:id="rId9" imgW="214596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74714" y="3952031"/>
                        <a:ext cx="21463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529BB5C-4EC5-4073-913C-B3DD3CEFF5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034248"/>
              </p:ext>
            </p:extLst>
          </p:nvPr>
        </p:nvGraphicFramePr>
        <p:xfrm>
          <a:off x="1924050" y="180007"/>
          <a:ext cx="5295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12" name="Equation" r:id="rId11" imgW="5295600" imgH="888840" progId="Equation.DSMT4">
                  <p:embed/>
                </p:oleObj>
              </mc:Choice>
              <mc:Fallback>
                <p:oleObj name="Equation" r:id="rId11" imgW="5295600" imgH="8888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2E067A0-BEC1-424A-8F12-0D83A83077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24050" y="180007"/>
                        <a:ext cx="5295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08E18718-DCF5-4D0B-B3EA-C5B44A2980C2}"/>
              </a:ext>
            </a:extLst>
          </p:cNvPr>
          <p:cNvSpPr/>
          <p:nvPr/>
        </p:nvSpPr>
        <p:spPr>
          <a:xfrm>
            <a:off x="1131962" y="118597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37646EB-1C85-45B1-8448-5475E852E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854801"/>
              </p:ext>
            </p:extLst>
          </p:nvPr>
        </p:nvGraphicFramePr>
        <p:xfrm>
          <a:off x="1748879" y="1234134"/>
          <a:ext cx="1714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13" name="Equation" r:id="rId13" imgW="1714320" imgH="380880" progId="Equation.DSMT4">
                  <p:embed/>
                </p:oleObj>
              </mc:Choice>
              <mc:Fallback>
                <p:oleObj name="Equation" r:id="rId13" imgW="1714320" imgH="380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9DDF570-E4B7-454F-B8CA-D4DAD305BE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48879" y="1234134"/>
                        <a:ext cx="1714500" cy="381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CDE06D0B-29D6-4BF5-86D1-B0577386FDB4}"/>
              </a:ext>
            </a:extLst>
          </p:cNvPr>
          <p:cNvSpPr/>
          <p:nvPr/>
        </p:nvSpPr>
        <p:spPr>
          <a:xfrm>
            <a:off x="3652242" y="121982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B68101-51AF-41DD-B25D-D405607F5F24}"/>
              </a:ext>
            </a:extLst>
          </p:cNvPr>
          <p:cNvSpPr/>
          <p:nvPr/>
        </p:nvSpPr>
        <p:spPr>
          <a:xfrm>
            <a:off x="4534470" y="4076602"/>
            <a:ext cx="30618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可分离变量方程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48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CE58331-89D5-43F6-BD34-93F6E112F6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798905"/>
              </p:ext>
            </p:extLst>
          </p:nvPr>
        </p:nvGraphicFramePr>
        <p:xfrm>
          <a:off x="2625130" y="330597"/>
          <a:ext cx="1866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49" name="Equation" r:id="rId3" imgW="1866600" imgH="799920" progId="Equation.DSMT4">
                  <p:embed/>
                </p:oleObj>
              </mc:Choice>
              <mc:Fallback>
                <p:oleObj name="Equation" r:id="rId3" imgW="186660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5130" y="330597"/>
                        <a:ext cx="18669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0DB6B05B-1B4F-42E5-BE97-36E4572180EB}"/>
              </a:ext>
            </a:extLst>
          </p:cNvPr>
          <p:cNvSpPr/>
          <p:nvPr/>
        </p:nvSpPr>
        <p:spPr>
          <a:xfrm>
            <a:off x="683568" y="421903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9D461B-08BF-47EE-B46C-A5E05930747B}"/>
              </a:ext>
            </a:extLst>
          </p:cNvPr>
          <p:cNvSpPr/>
          <p:nvPr/>
        </p:nvSpPr>
        <p:spPr>
          <a:xfrm>
            <a:off x="1475656" y="421903"/>
            <a:ext cx="12241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解方程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8C3C8-5C6C-45E1-BEB2-C8ABBF6882B2}"/>
              </a:ext>
            </a:extLst>
          </p:cNvPr>
          <p:cNvSpPr/>
          <p:nvPr/>
        </p:nvSpPr>
        <p:spPr>
          <a:xfrm>
            <a:off x="747339" y="1434082"/>
            <a:ext cx="5737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57880B-8ED2-4F3B-A4C2-5CB285671957}"/>
              </a:ext>
            </a:extLst>
          </p:cNvPr>
          <p:cNvSpPr/>
          <p:nvPr/>
        </p:nvSpPr>
        <p:spPr>
          <a:xfrm>
            <a:off x="1183236" y="1434082"/>
            <a:ext cx="5737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2D035DF-37EE-4A3F-8585-C8983E00D3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764908"/>
              </p:ext>
            </p:extLst>
          </p:nvPr>
        </p:nvGraphicFramePr>
        <p:xfrm>
          <a:off x="1795573" y="1279102"/>
          <a:ext cx="1739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50" name="Equation" r:id="rId5" imgW="1739880" imgH="863280" progId="Equation.DSMT4">
                  <p:embed/>
                </p:oleObj>
              </mc:Choice>
              <mc:Fallback>
                <p:oleObj name="Equation" r:id="rId5" imgW="17398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5573" y="1279102"/>
                        <a:ext cx="17399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A462D3D-198D-44D4-B270-1E739D7DF3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561953"/>
              </p:ext>
            </p:extLst>
          </p:nvPr>
        </p:nvGraphicFramePr>
        <p:xfrm>
          <a:off x="4468813" y="1558925"/>
          <a:ext cx="1689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51" name="Equation" r:id="rId7" imgW="1688760" imgH="342720" progId="Equation.DSMT4">
                  <p:embed/>
                </p:oleObj>
              </mc:Choice>
              <mc:Fallback>
                <p:oleObj name="Equation" r:id="rId7" imgW="1688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68813" y="1558925"/>
                        <a:ext cx="1689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FAC4BC71-1AD9-405B-B482-82E3DD82BCA7}"/>
              </a:ext>
            </a:extLst>
          </p:cNvPr>
          <p:cNvSpPr/>
          <p:nvPr/>
        </p:nvSpPr>
        <p:spPr>
          <a:xfrm>
            <a:off x="3723110" y="1485104"/>
            <a:ext cx="1136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解得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5B712A6-6669-4096-AA47-514A08A419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112627"/>
              </p:ext>
            </p:extLst>
          </p:nvPr>
        </p:nvGraphicFramePr>
        <p:xfrm>
          <a:off x="1354830" y="2416422"/>
          <a:ext cx="2501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52" name="Equation" r:id="rId9" imgW="2501640" imgH="342720" progId="Equation.DSMT4">
                  <p:embed/>
                </p:oleObj>
              </mc:Choice>
              <mc:Fallback>
                <p:oleObj name="Equation" r:id="rId9" imgW="25016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54830" y="2416422"/>
                        <a:ext cx="2501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B11C8BB7-2AD0-426D-B52A-9D3D6967680C}"/>
              </a:ext>
            </a:extLst>
          </p:cNvPr>
          <p:cNvSpPr/>
          <p:nvPr/>
        </p:nvSpPr>
        <p:spPr>
          <a:xfrm>
            <a:off x="781098" y="2340917"/>
            <a:ext cx="5737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9F53D44-5400-465C-BDCA-95A2B8081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082724"/>
              </p:ext>
            </p:extLst>
          </p:nvPr>
        </p:nvGraphicFramePr>
        <p:xfrm>
          <a:off x="5436096" y="2154607"/>
          <a:ext cx="1714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53" name="Equation" r:id="rId11" imgW="1714320" imgH="736560" progId="Equation.DSMT4">
                  <p:embed/>
                </p:oleObj>
              </mc:Choice>
              <mc:Fallback>
                <p:oleObj name="Equation" r:id="rId11" imgW="17143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36096" y="2154607"/>
                        <a:ext cx="1714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019D2224-4630-41E6-916F-F998C5972AFB}"/>
              </a:ext>
            </a:extLst>
          </p:cNvPr>
          <p:cNvSpPr/>
          <p:nvPr/>
        </p:nvSpPr>
        <p:spPr>
          <a:xfrm>
            <a:off x="3862000" y="2292075"/>
            <a:ext cx="1646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方程化为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FA155D-8950-4781-B823-73ACDDA193C7}"/>
              </a:ext>
            </a:extLst>
          </p:cNvPr>
          <p:cNvSpPr/>
          <p:nvPr/>
        </p:nvSpPr>
        <p:spPr>
          <a:xfrm>
            <a:off x="7331033" y="2364183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齐次方程</a:t>
            </a:r>
            <a:endParaRPr lang="zh-CN" altLang="en-US" sz="2400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A3E4BCD-BDAA-4069-BBC8-E594A117B9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486410"/>
              </p:ext>
            </p:extLst>
          </p:nvPr>
        </p:nvGraphicFramePr>
        <p:xfrm>
          <a:off x="1259632" y="2961307"/>
          <a:ext cx="914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54" name="Equation" r:id="rId13" imgW="914400" imgH="723600" progId="Equation.DSMT4">
                  <p:embed/>
                </p:oleObj>
              </mc:Choice>
              <mc:Fallback>
                <p:oleObj name="Equation" r:id="rId13" imgW="9144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9632" y="2961307"/>
                        <a:ext cx="914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75F4E7E-D59A-492C-8F3D-EBE8582A3B90}"/>
              </a:ext>
            </a:extLst>
          </p:cNvPr>
          <p:cNvSpPr/>
          <p:nvPr/>
        </p:nvSpPr>
        <p:spPr>
          <a:xfrm>
            <a:off x="781098" y="3119832"/>
            <a:ext cx="5737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9590167-2AC2-465E-BBEC-FC32D8651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484010"/>
              </p:ext>
            </p:extLst>
          </p:nvPr>
        </p:nvGraphicFramePr>
        <p:xfrm>
          <a:off x="2678956" y="3205685"/>
          <a:ext cx="990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55" name="Equation" r:id="rId15" imgW="990360" imgH="330120" progId="Equation.DSMT4">
                  <p:embed/>
                </p:oleObj>
              </mc:Choice>
              <mc:Fallback>
                <p:oleObj name="Equation" r:id="rId15" imgW="9903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78956" y="3205685"/>
                        <a:ext cx="990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75BA238-9528-4623-A066-1D317581B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327410"/>
              </p:ext>
            </p:extLst>
          </p:nvPr>
        </p:nvGraphicFramePr>
        <p:xfrm>
          <a:off x="3856732" y="3043582"/>
          <a:ext cx="200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56" name="Equation" r:id="rId17" imgW="2006280" imgH="736560" progId="Equation.DSMT4">
                  <p:embed/>
                </p:oleObj>
              </mc:Choice>
              <mc:Fallback>
                <p:oleObj name="Equation" r:id="rId17" imgW="2006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856732" y="3043582"/>
                        <a:ext cx="2006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33B2EDA-F832-49BE-9804-58640DC9B9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843323"/>
              </p:ext>
            </p:extLst>
          </p:nvPr>
        </p:nvGraphicFramePr>
        <p:xfrm>
          <a:off x="2258155" y="4064442"/>
          <a:ext cx="2044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57" name="Equation" r:id="rId19" imgW="2044440" imgH="799920" progId="Equation.DSMT4">
                  <p:embed/>
                </p:oleObj>
              </mc:Choice>
              <mc:Fallback>
                <p:oleObj name="Equation" r:id="rId19" imgW="204444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58155" y="4064442"/>
                        <a:ext cx="20447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B63FA25F-4A3F-41A8-B941-C551F67FA7FD}"/>
              </a:ext>
            </a:extLst>
          </p:cNvPr>
          <p:cNvSpPr/>
          <p:nvPr/>
        </p:nvSpPr>
        <p:spPr>
          <a:xfrm>
            <a:off x="2184910" y="313186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endParaRPr lang="zh-CN" altLang="en-US" sz="24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41935C-676B-499D-A9B6-541437D06FFA}"/>
              </a:ext>
            </a:extLst>
          </p:cNvPr>
          <p:cNvSpPr/>
          <p:nvPr/>
        </p:nvSpPr>
        <p:spPr>
          <a:xfrm>
            <a:off x="683568" y="4155926"/>
            <a:ext cx="153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方程变为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20851D-45C9-462E-A25B-606E1F6CDE99}"/>
              </a:ext>
            </a:extLst>
          </p:cNvPr>
          <p:cNvSpPr/>
          <p:nvPr/>
        </p:nvSpPr>
        <p:spPr>
          <a:xfrm>
            <a:off x="4494153" y="4227513"/>
            <a:ext cx="3102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可分离变量方程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280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2" grpId="0"/>
      <p:bldP spid="14" grpId="0"/>
      <p:bldP spid="15" grpId="0"/>
      <p:bldP spid="19" grpId="0"/>
      <p:bldP spid="23" grpId="0"/>
      <p:bldP spid="24" grpId="0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BB92DD5-8E3B-4348-9395-A59AD9EEC8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902726"/>
              </p:ext>
            </p:extLst>
          </p:nvPr>
        </p:nvGraphicFramePr>
        <p:xfrm>
          <a:off x="2527300" y="171773"/>
          <a:ext cx="2044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32" name="Equation" r:id="rId3" imgW="2044440" imgH="799920" progId="Equation.DSMT4">
                  <p:embed/>
                </p:oleObj>
              </mc:Choice>
              <mc:Fallback>
                <p:oleObj name="Equation" r:id="rId3" imgW="2044440" imgH="7999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133B2EDA-F832-49BE-9804-58640DC9B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27300" y="171773"/>
                        <a:ext cx="20447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213DCD5-3C30-4DB8-82FA-309DB724DAD7}"/>
              </a:ext>
            </a:extLst>
          </p:cNvPr>
          <p:cNvSpPr/>
          <p:nvPr/>
        </p:nvSpPr>
        <p:spPr>
          <a:xfrm>
            <a:off x="730970" y="1273695"/>
            <a:ext cx="1306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积分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E42544F-E4DD-4EA2-9C95-11D42FB91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474523"/>
              </p:ext>
            </p:extLst>
          </p:nvPr>
        </p:nvGraphicFramePr>
        <p:xfrm>
          <a:off x="1835696" y="1131788"/>
          <a:ext cx="4038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33" name="Equation" r:id="rId5" imgW="4038480" imgH="723600" progId="Equation.DSMT4">
                  <p:embed/>
                </p:oleObj>
              </mc:Choice>
              <mc:Fallback>
                <p:oleObj name="Equation" r:id="rId5" imgW="40384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696" y="1131788"/>
                        <a:ext cx="4038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2">
            <a:extLst>
              <a:ext uri="{FF2B5EF4-FFF2-40B4-BE49-F238E27FC236}">
                <a16:creationId xmlns:a16="http://schemas.microsoft.com/office/drawing/2014/main" id="{2888C688-D6A4-4AB0-B4AB-96FE0DB9E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970" y="1950712"/>
            <a:ext cx="48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0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代回原变量</a:t>
            </a:r>
            <a:r>
              <a:rPr kumimoji="0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0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得原方程的通解</a:t>
            </a:r>
            <a:r>
              <a:rPr kumimoji="0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997E8ED-37FF-4F94-8CD6-B7706764D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774947"/>
              </p:ext>
            </p:extLst>
          </p:nvPr>
        </p:nvGraphicFramePr>
        <p:xfrm>
          <a:off x="912813" y="2627313"/>
          <a:ext cx="6489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34" name="Equation" r:id="rId7" imgW="6489360" imgH="736560" progId="Equation.DSMT4">
                  <p:embed/>
                </p:oleObj>
              </mc:Choice>
              <mc:Fallback>
                <p:oleObj name="Equation" r:id="rId7" imgW="64893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2813" y="2627313"/>
                        <a:ext cx="6489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3">
            <a:extLst>
              <a:ext uri="{FF2B5EF4-FFF2-40B4-BE49-F238E27FC236}">
                <a16:creationId xmlns:a16="http://schemas.microsoft.com/office/drawing/2014/main" id="{222B409E-3570-4AB4-9EE0-18A773680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95" y="4387382"/>
            <a:ext cx="958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提示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9DEE0BE-2CC0-41F0-8D39-F62D8B178DCA}"/>
              </a:ext>
            </a:extLst>
          </p:cNvPr>
          <p:cNvGrpSpPr/>
          <p:nvPr/>
        </p:nvGrpSpPr>
        <p:grpSpPr>
          <a:xfrm>
            <a:off x="853281" y="3335438"/>
            <a:ext cx="6436093" cy="800100"/>
            <a:chOff x="853281" y="3335438"/>
            <a:chExt cx="6436093" cy="800100"/>
          </a:xfrm>
        </p:grpSpPr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6AAA7750-19B9-4266-BDF4-DC911D111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281" y="3435846"/>
              <a:ext cx="266130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思考</a:t>
              </a:r>
              <a:r>
                <a:rPr kumimoji="1"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若方程改为 </a:t>
              </a:r>
            </a:p>
          </p:txBody>
        </p: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5D0A3CB9-455B-4583-BB72-A1B1EAE2F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5825" y="3435846"/>
              <a:ext cx="172354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如何求解</a:t>
              </a:r>
              <a:r>
                <a:rPr kumimoji="1"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? 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AD38864-27E6-41CB-9AF8-16AC48E911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2294244"/>
                </p:ext>
              </p:extLst>
            </p:nvPr>
          </p:nvGraphicFramePr>
          <p:xfrm>
            <a:off x="3549650" y="3335438"/>
            <a:ext cx="18923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135" name="Equation" r:id="rId9" imgW="1892160" imgH="799920" progId="Equation.DSMT4">
                    <p:embed/>
                  </p:oleObj>
                </mc:Choice>
                <mc:Fallback>
                  <p:oleObj name="Equation" r:id="rId9" imgW="1892160" imgH="7999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49650" y="3335438"/>
                          <a:ext cx="1892300" cy="800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AAC6BD6-3311-460C-86EA-7EEF18438DAC}"/>
              </a:ext>
            </a:extLst>
          </p:cNvPr>
          <p:cNvGrpSpPr/>
          <p:nvPr/>
        </p:nvGrpSpPr>
        <p:grpSpPr>
          <a:xfrm>
            <a:off x="1751074" y="4387382"/>
            <a:ext cx="1683022" cy="461665"/>
            <a:chOff x="1751074" y="4387382"/>
            <a:chExt cx="1683022" cy="461665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F550B18C-E913-4ACF-8780-CD7173BFF9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2447883"/>
                </p:ext>
              </p:extLst>
            </p:nvPr>
          </p:nvGraphicFramePr>
          <p:xfrm>
            <a:off x="2291096" y="4556947"/>
            <a:ext cx="11430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136" name="Equation" r:id="rId11" imgW="1143000" imgH="291960" progId="Equation.DSMT4">
                    <p:embed/>
                  </p:oleObj>
                </mc:Choice>
                <mc:Fallback>
                  <p:oleObj name="Equation" r:id="rId11" imgW="114300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91096" y="4556947"/>
                          <a:ext cx="11430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E76178A-9E7A-4B3E-B4F4-A136ED0FDAEC}"/>
                </a:ext>
              </a:extLst>
            </p:cNvPr>
            <p:cNvSpPr/>
            <p:nvPr/>
          </p:nvSpPr>
          <p:spPr>
            <a:xfrm>
              <a:off x="1751074" y="4387382"/>
              <a:ext cx="5737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令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778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>
            <a:extLst>
              <a:ext uri="{FF2B5EF4-FFF2-40B4-BE49-F238E27FC236}">
                <a16:creationId xmlns:a16="http://schemas.microsoft.com/office/drawing/2014/main" id="{2672BA9A-79B5-48A8-AE2A-1FE04EAFE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092" y="195486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作业</a:t>
            </a: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id="{ADF94018-D3F7-4B82-A244-63F147A3D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915566"/>
            <a:ext cx="5300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练习册  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第七章 第一、二、三节；</a:t>
            </a: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B6DE2556-8EEF-40E3-8A09-D0D14E6EA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645" y="1634717"/>
            <a:ext cx="57840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课后习题</a:t>
            </a: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P353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7-1</a:t>
            </a:r>
            <a:endParaRPr kumimoji="1"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B1A5C6-EC51-4904-BEF7-5A67380E098B}"/>
              </a:ext>
            </a:extLst>
          </p:cNvPr>
          <p:cNvSpPr/>
          <p:nvPr/>
        </p:nvSpPr>
        <p:spPr>
          <a:xfrm>
            <a:off x="2543250" y="2167146"/>
            <a:ext cx="4176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P358 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7-2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4D193C-F9EF-496E-9E3B-738F80B9FC16}"/>
              </a:ext>
            </a:extLst>
          </p:cNvPr>
          <p:cNvSpPr/>
          <p:nvPr/>
        </p:nvSpPr>
        <p:spPr>
          <a:xfrm>
            <a:off x="2532846" y="2695140"/>
            <a:ext cx="21831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P362 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7-3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57888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D79C4-1451-4ED1-88D5-4FDACC7E6EE4}"/>
              </a:ext>
            </a:extLst>
          </p:cNvPr>
          <p:cNvSpPr txBox="1">
            <a:spLocks/>
          </p:cNvSpPr>
          <p:nvPr/>
        </p:nvSpPr>
        <p:spPr>
          <a:xfrm>
            <a:off x="4788024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07B635-87AE-4133-9EE1-DABF5CCB1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2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accent2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>
        <a:defPPr algn="l">
          <a:defRPr sz="2400" dirty="0">
            <a:solidFill>
              <a:srgbClr val="FF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6176</TotalTime>
  <Words>2146</Words>
  <Application>Microsoft Office PowerPoint</Application>
  <PresentationFormat>全屏显示(16:9)</PresentationFormat>
  <Paragraphs>467</Paragraphs>
  <Slides>66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66</vt:i4>
      </vt:variant>
    </vt:vector>
  </HeadingPairs>
  <TitlesOfParts>
    <vt:vector size="85" baseType="lpstr">
      <vt:lpstr>等线</vt:lpstr>
      <vt:lpstr>等线 Light</vt:lpstr>
      <vt:lpstr>仿宋_GB2312</vt:lpstr>
      <vt:lpstr>华文楷体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Office 主题​​</vt:lpstr>
      <vt:lpstr>1_Office 主题</vt:lpstr>
      <vt:lpstr>Equation</vt:lpstr>
      <vt:lpstr>MathType 7.0 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李宏</dc:creator>
  <cp:lastModifiedBy>郭 晓峰</cp:lastModifiedBy>
  <cp:revision>353</cp:revision>
  <cp:lastPrinted>2019-07-22T12:21:14Z</cp:lastPrinted>
  <dcterms:created xsi:type="dcterms:W3CDTF">2019-07-22T11:45:41Z</dcterms:created>
  <dcterms:modified xsi:type="dcterms:W3CDTF">2023-12-17T15:37:38Z</dcterms:modified>
</cp:coreProperties>
</file>