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0"/>
  </p:notesMasterIdLst>
  <p:sldIdLst>
    <p:sldId id="649" r:id="rId3"/>
    <p:sldId id="755" r:id="rId4"/>
    <p:sldId id="756" r:id="rId5"/>
    <p:sldId id="757" r:id="rId6"/>
    <p:sldId id="758" r:id="rId7"/>
    <p:sldId id="760" r:id="rId8"/>
    <p:sldId id="761" r:id="rId9"/>
    <p:sldId id="762" r:id="rId10"/>
    <p:sldId id="759" r:id="rId11"/>
    <p:sldId id="763" r:id="rId12"/>
    <p:sldId id="764" r:id="rId13"/>
    <p:sldId id="765" r:id="rId14"/>
    <p:sldId id="766" r:id="rId15"/>
    <p:sldId id="767" r:id="rId16"/>
    <p:sldId id="768" r:id="rId17"/>
    <p:sldId id="769" r:id="rId18"/>
    <p:sldId id="770" r:id="rId19"/>
    <p:sldId id="771" r:id="rId20"/>
    <p:sldId id="772" r:id="rId21"/>
    <p:sldId id="773" r:id="rId22"/>
    <p:sldId id="774" r:id="rId23"/>
    <p:sldId id="775" r:id="rId24"/>
    <p:sldId id="776" r:id="rId25"/>
    <p:sldId id="777" r:id="rId26"/>
    <p:sldId id="778" r:id="rId27"/>
    <p:sldId id="779" r:id="rId28"/>
    <p:sldId id="785" r:id="rId29"/>
    <p:sldId id="786" r:id="rId30"/>
    <p:sldId id="787" r:id="rId31"/>
    <p:sldId id="788" r:id="rId32"/>
    <p:sldId id="789" r:id="rId33"/>
    <p:sldId id="780" r:id="rId34"/>
    <p:sldId id="784" r:id="rId35"/>
    <p:sldId id="782" r:id="rId36"/>
    <p:sldId id="783" r:id="rId37"/>
    <p:sldId id="791" r:id="rId38"/>
    <p:sldId id="717" r:id="rId39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9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486" y="108"/>
      </p:cViewPr>
      <p:guideLst>
        <p:guide orient="horz" pos="849"/>
        <p:guide pos="9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36.wmf"/><Relationship Id="rId7" Type="http://schemas.openxmlformats.org/officeDocument/2006/relationships/image" Target="../media/image24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10" Type="http://schemas.openxmlformats.org/officeDocument/2006/relationships/image" Target="../media/image25.wmf"/><Relationship Id="rId4" Type="http://schemas.openxmlformats.org/officeDocument/2006/relationships/image" Target="../media/image44.wmf"/><Relationship Id="rId9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image" Target="../media/image70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12" Type="http://schemas.openxmlformats.org/officeDocument/2006/relationships/image" Target="../media/image69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11" Type="http://schemas.openxmlformats.org/officeDocument/2006/relationships/image" Target="../media/image68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18.wmf"/><Relationship Id="rId4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4" Type="http://schemas.openxmlformats.org/officeDocument/2006/relationships/image" Target="../media/image8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4" Type="http://schemas.openxmlformats.org/officeDocument/2006/relationships/image" Target="../media/image10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image" Target="../media/image125.wmf"/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12" Type="http://schemas.openxmlformats.org/officeDocument/2006/relationships/image" Target="../media/image124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11" Type="http://schemas.openxmlformats.org/officeDocument/2006/relationships/image" Target="../media/image123.wmf"/><Relationship Id="rId5" Type="http://schemas.openxmlformats.org/officeDocument/2006/relationships/image" Target="../media/image117.wmf"/><Relationship Id="rId10" Type="http://schemas.openxmlformats.org/officeDocument/2006/relationships/image" Target="../media/image122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Relationship Id="rId14" Type="http://schemas.openxmlformats.org/officeDocument/2006/relationships/image" Target="../media/image12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3" Type="http://schemas.openxmlformats.org/officeDocument/2006/relationships/image" Target="../media/image115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2" Type="http://schemas.openxmlformats.org/officeDocument/2006/relationships/image" Target="../media/image127.wmf"/><Relationship Id="rId1" Type="http://schemas.openxmlformats.org/officeDocument/2006/relationships/image" Target="../media/image113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0" Type="http://schemas.openxmlformats.org/officeDocument/2006/relationships/image" Target="../media/image133.wmf"/><Relationship Id="rId4" Type="http://schemas.openxmlformats.org/officeDocument/2006/relationships/image" Target="../media/image116.wmf"/><Relationship Id="rId9" Type="http://schemas.openxmlformats.org/officeDocument/2006/relationships/image" Target="../media/image13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12" Type="http://schemas.openxmlformats.org/officeDocument/2006/relationships/image" Target="../media/image151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11" Type="http://schemas.openxmlformats.org/officeDocument/2006/relationships/image" Target="../media/image150.wmf"/><Relationship Id="rId5" Type="http://schemas.openxmlformats.org/officeDocument/2006/relationships/image" Target="../media/image144.wmf"/><Relationship Id="rId10" Type="http://schemas.openxmlformats.org/officeDocument/2006/relationships/image" Target="../media/image149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7" Type="http://schemas.openxmlformats.org/officeDocument/2006/relationships/image" Target="../media/image174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4" Type="http://schemas.openxmlformats.org/officeDocument/2006/relationships/image" Target="../media/image18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7" Type="http://schemas.openxmlformats.org/officeDocument/2006/relationships/image" Target="../media/image205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2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image" Target="../media/image214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12" Type="http://schemas.openxmlformats.org/officeDocument/2006/relationships/image" Target="../media/image151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11" Type="http://schemas.openxmlformats.org/officeDocument/2006/relationships/image" Target="../media/image150.wmf"/><Relationship Id="rId5" Type="http://schemas.openxmlformats.org/officeDocument/2006/relationships/image" Target="../media/image144.wmf"/><Relationship Id="rId10" Type="http://schemas.openxmlformats.org/officeDocument/2006/relationships/image" Target="../media/image149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2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3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0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6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1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6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2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4.wmf"/><Relationship Id="rId20" Type="http://schemas.openxmlformats.org/officeDocument/2006/relationships/image" Target="../media/image22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37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39.wmf"/><Relationship Id="rId22" Type="http://schemas.openxmlformats.org/officeDocument/2006/relationships/image" Target="../media/image4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7.wmf"/><Relationship Id="rId20" Type="http://schemas.openxmlformats.org/officeDocument/2006/relationships/image" Target="../media/image2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6.wmf"/><Relationship Id="rId22" Type="http://schemas.openxmlformats.org/officeDocument/2006/relationships/image" Target="../media/image2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56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5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65.wmf"/><Relationship Id="rId26" Type="http://schemas.openxmlformats.org/officeDocument/2006/relationships/image" Target="../media/image69.w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68.w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28" Type="http://schemas.openxmlformats.org/officeDocument/2006/relationships/image" Target="../media/image70.wmf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Relationship Id="rId27" Type="http://schemas.openxmlformats.org/officeDocument/2006/relationships/oleObject" Target="../embeddings/oleObject7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8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91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7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9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106.bin"/><Relationship Id="rId18" Type="http://schemas.openxmlformats.org/officeDocument/2006/relationships/oleObject" Target="../embeddings/oleObject109.bin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7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96.wmf"/><Relationship Id="rId22" Type="http://schemas.openxmlformats.org/officeDocument/2006/relationships/image" Target="../media/image9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1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2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0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20.wmf"/><Relationship Id="rId26" Type="http://schemas.openxmlformats.org/officeDocument/2006/relationships/image" Target="../media/image124.wmf"/><Relationship Id="rId3" Type="http://schemas.openxmlformats.org/officeDocument/2006/relationships/oleObject" Target="../embeddings/oleObject125.bin"/><Relationship Id="rId21" Type="http://schemas.openxmlformats.org/officeDocument/2006/relationships/oleObject" Target="../embeddings/oleObject134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32.bin"/><Relationship Id="rId25" Type="http://schemas.openxmlformats.org/officeDocument/2006/relationships/oleObject" Target="../embeddings/oleObject13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9.wmf"/><Relationship Id="rId20" Type="http://schemas.openxmlformats.org/officeDocument/2006/relationships/image" Target="../media/image121.wmf"/><Relationship Id="rId29" Type="http://schemas.openxmlformats.org/officeDocument/2006/relationships/oleObject" Target="../embeddings/oleObject138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29.bin"/><Relationship Id="rId24" Type="http://schemas.openxmlformats.org/officeDocument/2006/relationships/image" Target="../media/image123.wmf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23" Type="http://schemas.openxmlformats.org/officeDocument/2006/relationships/oleObject" Target="../embeddings/oleObject135.bin"/><Relationship Id="rId28" Type="http://schemas.openxmlformats.org/officeDocument/2006/relationships/image" Target="../media/image125.wmf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18.wmf"/><Relationship Id="rId22" Type="http://schemas.openxmlformats.org/officeDocument/2006/relationships/image" Target="../media/image122.wmf"/><Relationship Id="rId27" Type="http://schemas.openxmlformats.org/officeDocument/2006/relationships/oleObject" Target="../embeddings/oleObject137.bin"/><Relationship Id="rId30" Type="http://schemas.openxmlformats.org/officeDocument/2006/relationships/image" Target="../media/image12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46.bin"/><Relationship Id="rId25" Type="http://schemas.openxmlformats.org/officeDocument/2006/relationships/oleObject" Target="../embeddings/oleObject15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34.w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28" Type="http://schemas.openxmlformats.org/officeDocument/2006/relationships/image" Target="../media/image136.wmf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5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3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47.wmf"/><Relationship Id="rId26" Type="http://schemas.openxmlformats.org/officeDocument/2006/relationships/oleObject" Target="../embeddings/oleObject167.bin"/><Relationship Id="rId3" Type="http://schemas.openxmlformats.org/officeDocument/2006/relationships/oleObject" Target="../embeddings/oleObject155.bin"/><Relationship Id="rId21" Type="http://schemas.openxmlformats.org/officeDocument/2006/relationships/image" Target="../media/image148.w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62.bin"/><Relationship Id="rId25" Type="http://schemas.openxmlformats.org/officeDocument/2006/relationships/image" Target="../media/image150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6.wmf"/><Relationship Id="rId20" Type="http://schemas.openxmlformats.org/officeDocument/2006/relationships/oleObject" Target="../embeddings/oleObject164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9.bin"/><Relationship Id="rId24" Type="http://schemas.openxmlformats.org/officeDocument/2006/relationships/oleObject" Target="../embeddings/oleObject166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image" Target="../media/image149.wmf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63.bin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5.wmf"/><Relationship Id="rId22" Type="http://schemas.openxmlformats.org/officeDocument/2006/relationships/oleObject" Target="../embeddings/oleObject165.bin"/><Relationship Id="rId27" Type="http://schemas.openxmlformats.org/officeDocument/2006/relationships/image" Target="../media/image15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5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7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78.bin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6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6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8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189.bin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7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96.bin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7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0" Type="http://schemas.openxmlformats.org/officeDocument/2006/relationships/image" Target="../media/image178.wmf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8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198.bin"/><Relationship Id="rId10" Type="http://schemas.openxmlformats.org/officeDocument/2006/relationships/image" Target="../media/image184.wmf"/><Relationship Id="rId4" Type="http://schemas.openxmlformats.org/officeDocument/2006/relationships/image" Target="../media/image181.wmf"/><Relationship Id="rId9" Type="http://schemas.openxmlformats.org/officeDocument/2006/relationships/oleObject" Target="../embeddings/oleObject20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206.bin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8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1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9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13.bin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9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19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13" Type="http://schemas.openxmlformats.org/officeDocument/2006/relationships/oleObject" Target="../embeddings/oleObject220.bin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03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5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02.wmf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0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13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10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2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09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1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7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47.wmf"/><Relationship Id="rId26" Type="http://schemas.openxmlformats.org/officeDocument/2006/relationships/oleObject" Target="../embeddings/oleObject167.bin"/><Relationship Id="rId3" Type="http://schemas.openxmlformats.org/officeDocument/2006/relationships/oleObject" Target="../embeddings/oleObject155.bin"/><Relationship Id="rId21" Type="http://schemas.openxmlformats.org/officeDocument/2006/relationships/image" Target="../media/image148.w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62.bin"/><Relationship Id="rId25" Type="http://schemas.openxmlformats.org/officeDocument/2006/relationships/image" Target="../media/image150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6.wmf"/><Relationship Id="rId20" Type="http://schemas.openxmlformats.org/officeDocument/2006/relationships/oleObject" Target="../embeddings/oleObject164.bin"/><Relationship Id="rId29" Type="http://schemas.openxmlformats.org/officeDocument/2006/relationships/image" Target="../media/image214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9.bin"/><Relationship Id="rId24" Type="http://schemas.openxmlformats.org/officeDocument/2006/relationships/oleObject" Target="../embeddings/oleObject166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image" Target="../media/image149.wmf"/><Relationship Id="rId28" Type="http://schemas.openxmlformats.org/officeDocument/2006/relationships/oleObject" Target="../embeddings/oleObject239.bin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63.bin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5.wmf"/><Relationship Id="rId22" Type="http://schemas.openxmlformats.org/officeDocument/2006/relationships/oleObject" Target="../embeddings/oleObject165.bin"/><Relationship Id="rId27" Type="http://schemas.openxmlformats.org/officeDocument/2006/relationships/image" Target="../media/image151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FC95C00-4339-41AC-BAB2-E349390BE417}"/>
              </a:ext>
            </a:extLst>
          </p:cNvPr>
          <p:cNvSpPr txBox="1">
            <a:spLocks/>
          </p:cNvSpPr>
          <p:nvPr/>
        </p:nvSpPr>
        <p:spPr>
          <a:xfrm>
            <a:off x="685800" y="1275606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 微分方程及其应用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46199339-BCAF-4509-A9D8-7BF8C82799A9}"/>
              </a:ext>
            </a:extLst>
          </p:cNvPr>
          <p:cNvSpPr txBox="1">
            <a:spLocks/>
          </p:cNvSpPr>
          <p:nvPr/>
        </p:nvSpPr>
        <p:spPr>
          <a:xfrm>
            <a:off x="1371600" y="2643758"/>
            <a:ext cx="6400800" cy="7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第七节  常系数齐次线性微分方程</a:t>
            </a: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DAFB1C-EB4F-4C31-AA41-E60841B1C2DF}"/>
              </a:ext>
            </a:extLst>
          </p:cNvPr>
          <p:cNvSpPr txBox="1"/>
          <p:nvPr/>
        </p:nvSpPr>
        <p:spPr>
          <a:xfrm>
            <a:off x="682400" y="339502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一、引例和概念</a:t>
            </a:r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7C050B-DEEB-4DF4-95BA-3194480DFC83}"/>
              </a:ext>
            </a:extLst>
          </p:cNvPr>
          <p:cNvSpPr/>
          <p:nvPr/>
        </p:nvSpPr>
        <p:spPr>
          <a:xfrm>
            <a:off x="898424" y="1337311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1.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3BEB3-2A9D-453C-B2B7-C6B7CE0D08D9}"/>
              </a:ext>
            </a:extLst>
          </p:cNvPr>
          <p:cNvSpPr/>
          <p:nvPr/>
        </p:nvSpPr>
        <p:spPr>
          <a:xfrm>
            <a:off x="1835696" y="1347614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设底面直径为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0.5m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的圆柱形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1CDFCE-34D7-4D9D-90EC-743ABA241D01}"/>
              </a:ext>
            </a:extLst>
          </p:cNvPr>
          <p:cNvSpPr/>
          <p:nvPr/>
        </p:nvSpPr>
        <p:spPr>
          <a:xfrm>
            <a:off x="249277" y="2863397"/>
            <a:ext cx="5501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放开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浮筒在水中上下振动的周期为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2s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,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B42888-6541-4A29-A14F-9A3A34B6B4C7}"/>
              </a:ext>
            </a:extLst>
          </p:cNvPr>
          <p:cNvSpPr/>
          <p:nvPr/>
        </p:nvSpPr>
        <p:spPr>
          <a:xfrm>
            <a:off x="249277" y="2120799"/>
            <a:ext cx="27509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浮筒铅直放在水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中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A47D05-7AA2-4A49-A135-2A56193BDD09}"/>
              </a:ext>
            </a:extLst>
          </p:cNvPr>
          <p:cNvSpPr/>
          <p:nvPr/>
        </p:nvSpPr>
        <p:spPr>
          <a:xfrm>
            <a:off x="249277" y="3613094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求浮筒的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质量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84E5DC-40FF-4E65-9F65-9CBD198DB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296" y="1428122"/>
            <a:ext cx="2609282" cy="242001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8FEBD95-5D6E-4540-A4B0-20075F716CAC}"/>
              </a:ext>
            </a:extLst>
          </p:cNvPr>
          <p:cNvSpPr/>
          <p:nvPr/>
        </p:nvSpPr>
        <p:spPr>
          <a:xfrm>
            <a:off x="2966828" y="2120799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当稍向下压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后突然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845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58601C-0D28-4D76-A441-3371BEAB80EF}"/>
              </a:ext>
            </a:extLst>
          </p:cNvPr>
          <p:cNvSpPr/>
          <p:nvPr/>
        </p:nvSpPr>
        <p:spPr>
          <a:xfrm>
            <a:off x="1453825" y="4134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FED29A-BF6F-495B-A32C-0C5EE6B1FCA7}"/>
              </a:ext>
            </a:extLst>
          </p:cNvPr>
          <p:cNvSpPr/>
          <p:nvPr/>
        </p:nvSpPr>
        <p:spPr>
          <a:xfrm>
            <a:off x="977806" y="413461"/>
            <a:ext cx="558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3F32B00-5055-483B-BA78-E7F41A122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144976"/>
              </p:ext>
            </p:extLst>
          </p:nvPr>
        </p:nvGraphicFramePr>
        <p:xfrm>
          <a:off x="1934473" y="552486"/>
          <a:ext cx="195262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" name="Equation" r:id="rId3" imgW="190440" imgH="203040" progId="Equation.DSMT4">
                  <p:embed/>
                </p:oleObj>
              </mc:Choice>
              <mc:Fallback>
                <p:oleObj name="Equation" r:id="rId3" imgW="19044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084F4B5-3D24-48A3-83EC-94C72DF7E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473" y="552486"/>
                        <a:ext cx="195262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223FFD2-5359-4A30-A451-01BDC6EAC653}"/>
              </a:ext>
            </a:extLst>
          </p:cNvPr>
          <p:cNvSpPr/>
          <p:nvPr/>
        </p:nvSpPr>
        <p:spPr>
          <a:xfrm>
            <a:off x="2122388" y="411510"/>
            <a:ext cx="4063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轴的正向铅直向下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原点在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BE10C7-EB9C-4B7B-B887-F3B9A0EDD483}"/>
              </a:ext>
            </a:extLst>
          </p:cNvPr>
          <p:cNvSpPr/>
          <p:nvPr/>
        </p:nvSpPr>
        <p:spPr>
          <a:xfrm>
            <a:off x="177125" y="1019202"/>
            <a:ext cx="22053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水面处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A683E4-05E2-46D6-A0BD-B4C1F02FD3A9}"/>
              </a:ext>
            </a:extLst>
          </p:cNvPr>
          <p:cNvSpPr/>
          <p:nvPr/>
        </p:nvSpPr>
        <p:spPr>
          <a:xfrm>
            <a:off x="1185237" y="1019201"/>
            <a:ext cx="32970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平衡状态下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浮筒上一点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D65607-3A90-4F0E-9D0C-DDF93B89092B}"/>
              </a:ext>
            </a:extLst>
          </p:cNvPr>
          <p:cNvSpPr/>
          <p:nvPr/>
        </p:nvSpPr>
        <p:spPr>
          <a:xfrm>
            <a:off x="196641" y="1630501"/>
            <a:ext cx="12928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面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处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EA4FA38-CE81-4616-B380-A89D4FCC2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159732"/>
              </p:ext>
            </p:extLst>
          </p:nvPr>
        </p:nvGraphicFramePr>
        <p:xfrm>
          <a:off x="4435008" y="1116828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" name="Equation" r:id="rId5" imgW="241200" imgH="266400" progId="Equation.DSMT4">
                  <p:embed/>
                </p:oleObj>
              </mc:Choice>
              <mc:Fallback>
                <p:oleObj name="Equation" r:id="rId5" imgW="241200" imgH="266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3BC7139-3888-4FD5-A956-9A82A6AEC5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008" y="1116828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312C2A9-7E3B-461B-B16F-F642FF832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636951"/>
              </p:ext>
            </p:extLst>
          </p:nvPr>
        </p:nvGraphicFramePr>
        <p:xfrm>
          <a:off x="2595688" y="1751446"/>
          <a:ext cx="203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" name="Equation" r:id="rId7" imgW="203112" imgH="291973" progId="Equation.DSMT4">
                  <p:embed/>
                </p:oleObj>
              </mc:Choice>
              <mc:Fallback>
                <p:oleObj name="Equation" r:id="rId7" imgW="203112" imgH="291973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12FAD48-C022-45BA-A747-929DF1326C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688" y="1751446"/>
                        <a:ext cx="2032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30B1CE2-8E83-4997-ADFB-6347711B1DD3}"/>
              </a:ext>
            </a:extLst>
          </p:cNvPr>
          <p:cNvSpPr/>
          <p:nvPr/>
        </p:nvSpPr>
        <p:spPr>
          <a:xfrm>
            <a:off x="911409" y="1642048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又设在时刻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DF1421-AA41-401A-92BC-CFD3894DD116}"/>
              </a:ext>
            </a:extLst>
          </p:cNvPr>
          <p:cNvSpPr/>
          <p:nvPr/>
        </p:nvSpPr>
        <p:spPr>
          <a:xfrm>
            <a:off x="4676308" y="1019346"/>
            <a:ext cx="1477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在水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平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477381-B8E5-46F4-AABC-F1502E16F007}"/>
              </a:ext>
            </a:extLst>
          </p:cNvPr>
          <p:cNvSpPr/>
          <p:nvPr/>
        </p:nvSpPr>
        <p:spPr>
          <a:xfrm>
            <a:off x="2737147" y="16229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点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6670895-95C8-4154-9A26-9E4C0BA36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136621"/>
              </p:ext>
            </p:extLst>
          </p:nvPr>
        </p:nvGraphicFramePr>
        <p:xfrm>
          <a:off x="3133652" y="1740030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5" name="Equation" r:id="rId9" imgW="241200" imgH="266400" progId="Equation.DSMT4">
                  <p:embed/>
                </p:oleObj>
              </mc:Choice>
              <mc:Fallback>
                <p:oleObj name="Equation" r:id="rId9" imgW="241200" imgH="266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7D747C3-F67E-4395-9D9C-DBF4F908B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652" y="1740030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081EFC5D-86DC-448B-BADE-2556FD7940B7}"/>
              </a:ext>
            </a:extLst>
          </p:cNvPr>
          <p:cNvSpPr/>
          <p:nvPr/>
        </p:nvSpPr>
        <p:spPr>
          <a:xfrm>
            <a:off x="3351843" y="164204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的位置为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9D54748-A604-4656-9CC7-841312A71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807705"/>
              </p:ext>
            </p:extLst>
          </p:nvPr>
        </p:nvGraphicFramePr>
        <p:xfrm>
          <a:off x="4826844" y="1716885"/>
          <a:ext cx="106838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" name="Equation" r:id="rId11" imgW="1041120" imgH="342720" progId="Equation.DSMT4">
                  <p:embed/>
                </p:oleObj>
              </mc:Choice>
              <mc:Fallback>
                <p:oleObj name="Equation" r:id="rId11" imgW="104112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BA758F8-1213-4A88-9742-1BE273E169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844" y="1716885"/>
                        <a:ext cx="106838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9EE09A37-CA70-4074-81F0-9889D74B3561}"/>
              </a:ext>
            </a:extLst>
          </p:cNvPr>
          <p:cNvSpPr/>
          <p:nvPr/>
        </p:nvSpPr>
        <p:spPr>
          <a:xfrm>
            <a:off x="14710" y="2186050"/>
            <a:ext cx="4206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此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时它受到的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恢复力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大小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50E0686-EEC6-4EC3-9C6C-E10FACCEB1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702274"/>
              </p:ext>
            </p:extLst>
          </p:nvPr>
        </p:nvGraphicFramePr>
        <p:xfrm>
          <a:off x="4198511" y="2206566"/>
          <a:ext cx="17303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7" name="Equation" r:id="rId13" imgW="1688367" imgH="406224" progId="Equation.DSMT4">
                  <p:embed/>
                </p:oleObj>
              </mc:Choice>
              <mc:Fallback>
                <p:oleObj name="Equation" r:id="rId13" imgW="1688367" imgH="406224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1C4A318-F4AA-472A-8912-B56FA2BFB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511" y="2206566"/>
                        <a:ext cx="173037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7E633E9-54E7-437D-BEAA-6848755CE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827963"/>
              </p:ext>
            </p:extLst>
          </p:nvPr>
        </p:nvGraphicFramePr>
        <p:xfrm>
          <a:off x="276488" y="2864346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8" name="Equation" r:id="rId15" imgW="342720" imgH="342720" progId="Equation.DSMT4">
                  <p:embed/>
                </p:oleObj>
              </mc:Choice>
              <mc:Fallback>
                <p:oleObj name="Equation" r:id="rId15" imgW="34272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07EC12D5-CCF6-4995-9F76-9684B22765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88" y="2864346"/>
                        <a:ext cx="342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18CC5C3E-552E-4FE4-8DB2-6E8023D11A47}"/>
              </a:ext>
            </a:extLst>
          </p:cNvPr>
          <p:cNvSpPr/>
          <p:nvPr/>
        </p:nvSpPr>
        <p:spPr>
          <a:xfrm>
            <a:off x="558211" y="2770385"/>
            <a:ext cx="2395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是浮筒的半径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),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CF8D96-5635-466C-9121-1A0CD318B705}"/>
              </a:ext>
            </a:extLst>
          </p:cNvPr>
          <p:cNvSpPr/>
          <p:nvPr/>
        </p:nvSpPr>
        <p:spPr>
          <a:xfrm>
            <a:off x="2798888" y="2769740"/>
            <a:ext cx="32888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恢复力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的方向与位移方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8FAF14-B1BD-4781-B30D-511D9D06D068}"/>
              </a:ext>
            </a:extLst>
          </p:cNvPr>
          <p:cNvSpPr/>
          <p:nvPr/>
        </p:nvSpPr>
        <p:spPr>
          <a:xfrm>
            <a:off x="196641" y="3414145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向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相反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由牛顿第二运动定律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ECFE0A6-9A97-4862-BBFC-76E48482B55A}"/>
              </a:ext>
            </a:extLst>
          </p:cNvPr>
          <p:cNvCxnSpPr/>
          <p:nvPr/>
        </p:nvCxnSpPr>
        <p:spPr>
          <a:xfrm>
            <a:off x="6251534" y="1961343"/>
            <a:ext cx="2808312" cy="0"/>
          </a:xfrm>
          <a:prstGeom prst="line">
            <a:avLst/>
          </a:prstGeom>
          <a:noFill/>
          <a:ln w="25400" cap="flat" cmpd="sng" algn="ctr">
            <a:solidFill>
              <a:srgbClr val="0066FF"/>
            </a:solidFill>
            <a:prstDash val="solid"/>
          </a:ln>
          <a:effectLst/>
        </p:spPr>
      </p:cxn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08E75C3E-125B-4A50-8870-6005DA922161}"/>
              </a:ext>
            </a:extLst>
          </p:cNvPr>
          <p:cNvSpPr/>
          <p:nvPr/>
        </p:nvSpPr>
        <p:spPr>
          <a:xfrm rot="10800000">
            <a:off x="8426166" y="1644543"/>
            <a:ext cx="345600" cy="316800"/>
          </a:xfrm>
          <a:prstGeom prst="triangle">
            <a:avLst/>
          </a:prstGeom>
          <a:noFill/>
          <a:ln w="19050" cap="flat" cmpd="sng" algn="ctr">
            <a:solidFill>
              <a:srgbClr val="0066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C39E2C-1D08-4F83-85BF-5BC876B9107B}"/>
              </a:ext>
            </a:extLst>
          </p:cNvPr>
          <p:cNvSpPr/>
          <p:nvPr/>
        </p:nvSpPr>
        <p:spPr>
          <a:xfrm>
            <a:off x="6874934" y="765211"/>
            <a:ext cx="1080120" cy="2016224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A171E11-EA3D-49AF-ACED-0866A4C0B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983414"/>
              </p:ext>
            </p:extLst>
          </p:nvPr>
        </p:nvGraphicFramePr>
        <p:xfrm>
          <a:off x="7096890" y="2478594"/>
          <a:ext cx="558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9" name="Equation" r:id="rId17" imgW="558720" imgH="241200" progId="Equation.DSMT4">
                  <p:embed/>
                </p:oleObj>
              </mc:Choice>
              <mc:Fallback>
                <p:oleObj name="Equation" r:id="rId17" imgW="558720" imgH="2412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4F84F2D6-46F8-4B49-9210-1CDA5AFCE1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890" y="2478594"/>
                        <a:ext cx="5588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45F817B-8AF5-4D87-A18A-30F955DF2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551792"/>
              </p:ext>
            </p:extLst>
          </p:nvPr>
        </p:nvGraphicFramePr>
        <p:xfrm>
          <a:off x="6504542" y="2000584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" name="Equation" r:id="rId19" imgW="228600" imgH="241200" progId="Equation.DSMT4">
                  <p:embed/>
                </p:oleObj>
              </mc:Choice>
              <mc:Fallback>
                <p:oleObj name="Equation" r:id="rId19" imgW="228600" imgH="241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BDCD3650-8F99-44C7-B42F-29ED23478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4542" y="2000584"/>
                        <a:ext cx="2286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46929C6-0CBE-4B40-BE8D-B34610CCA1FC}"/>
              </a:ext>
            </a:extLst>
          </p:cNvPr>
          <p:cNvCxnSpPr/>
          <p:nvPr/>
        </p:nvCxnSpPr>
        <p:spPr>
          <a:xfrm>
            <a:off x="6878502" y="1961343"/>
            <a:ext cx="0" cy="2088232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F9FF74F1-B2D6-4AF1-94AF-232FDBE2E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132324"/>
              </p:ext>
            </p:extLst>
          </p:nvPr>
        </p:nvGraphicFramePr>
        <p:xfrm>
          <a:off x="6620430" y="3835734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" name="Equation" r:id="rId21" imgW="177480" imgH="190440" progId="Equation.DSMT4">
                  <p:embed/>
                </p:oleObj>
              </mc:Choice>
              <mc:Fallback>
                <p:oleObj name="Equation" r:id="rId21" imgW="177480" imgH="19044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BBA17B84-742B-46E0-814C-66069634A9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0430" y="3835734"/>
                        <a:ext cx="17780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B074F047-4686-41B0-A0E1-EC3E5A08DE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533670"/>
              </p:ext>
            </p:extLst>
          </p:nvPr>
        </p:nvGraphicFramePr>
        <p:xfrm>
          <a:off x="7968217" y="1679909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" name="Equation" r:id="rId23" imgW="215640" imgH="228600" progId="Equation.DSMT4">
                  <p:embed/>
                </p:oleObj>
              </mc:Choice>
              <mc:Fallback>
                <p:oleObj name="Equation" r:id="rId23" imgW="215640" imgH="228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B357CA91-0CEC-4C60-A565-BB1FFC6FE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8217" y="1679909"/>
                        <a:ext cx="2159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4C9C34F4-B7A7-4FDE-8925-6E276CBDEF85}"/>
              </a:ext>
            </a:extLst>
          </p:cNvPr>
          <p:cNvSpPr/>
          <p:nvPr/>
        </p:nvSpPr>
        <p:spPr>
          <a:xfrm>
            <a:off x="6878502" y="1182129"/>
            <a:ext cx="1080120" cy="2016224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32F5DCB-3C6C-4E4E-9DB7-7D2E6A6E973B}"/>
              </a:ext>
            </a:extLst>
          </p:cNvPr>
          <p:cNvSpPr/>
          <p:nvPr/>
        </p:nvSpPr>
        <p:spPr>
          <a:xfrm>
            <a:off x="6829934" y="1897907"/>
            <a:ext cx="90000" cy="91440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66E4CC4-A900-46C9-A7E4-63A5E2B944E6}"/>
              </a:ext>
            </a:extLst>
          </p:cNvPr>
          <p:cNvSpPr/>
          <p:nvPr/>
        </p:nvSpPr>
        <p:spPr>
          <a:xfrm>
            <a:off x="7910054" y="1920707"/>
            <a:ext cx="90000" cy="91440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6E622C3-8946-4D20-985B-2ED839D878B3}"/>
              </a:ext>
            </a:extLst>
          </p:cNvPr>
          <p:cNvSpPr/>
          <p:nvPr/>
        </p:nvSpPr>
        <p:spPr>
          <a:xfrm>
            <a:off x="7907718" y="2203079"/>
            <a:ext cx="108000" cy="1080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48AA210-9FCE-445A-B624-093D254C6B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363729"/>
              </p:ext>
            </p:extLst>
          </p:nvPr>
        </p:nvGraphicFramePr>
        <p:xfrm>
          <a:off x="8085692" y="2097421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3" name="Equation" r:id="rId25" imgW="431640" imgH="304560" progId="Equation.DSMT4">
                  <p:embed/>
                </p:oleObj>
              </mc:Choice>
              <mc:Fallback>
                <p:oleObj name="Equation" r:id="rId25" imgW="431640" imgH="30456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8F002351-4A89-4CCC-BEAC-99B74F4A7A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692" y="2097421"/>
                        <a:ext cx="4318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B245C07C-EBD9-4CBA-86E1-19E1A774A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719013"/>
              </p:ext>
            </p:extLst>
          </p:nvPr>
        </p:nvGraphicFramePr>
        <p:xfrm>
          <a:off x="2184302" y="4068631"/>
          <a:ext cx="25050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4" name="Equation" r:id="rId27" imgW="2450880" imgH="406080" progId="Equation.DSMT4">
                  <p:embed/>
                </p:oleObj>
              </mc:Choice>
              <mc:Fallback>
                <p:oleObj name="Equation" r:id="rId27" imgW="2450880" imgH="4060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266A01E7-55C9-40A9-92E7-F6CA3FA5CB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302" y="4068631"/>
                        <a:ext cx="2505075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172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11" grpId="0"/>
      <p:bldP spid="12" grpId="0"/>
      <p:bldP spid="13" grpId="0"/>
      <p:bldP spid="15" grpId="0"/>
      <p:bldP spid="17" grpId="0"/>
      <p:bldP spid="20" grpId="0"/>
      <p:bldP spid="21" grpId="0"/>
      <p:bldP spid="22" grpId="0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7254F0C-CCFC-4BAF-A15D-79006E0DF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944600"/>
              </p:ext>
            </p:extLst>
          </p:nvPr>
        </p:nvGraphicFramePr>
        <p:xfrm>
          <a:off x="2915816" y="555526"/>
          <a:ext cx="25050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" name="Equation" r:id="rId3" imgW="2450880" imgH="406080" progId="Equation.DSMT4">
                  <p:embed/>
                </p:oleObj>
              </mc:Choice>
              <mc:Fallback>
                <p:oleObj name="Equation" r:id="rId3" imgW="2450880" imgH="4060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6AA9AAD-ABCC-4578-A997-D1D52DF010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55526"/>
                        <a:ext cx="2505075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EF9BBC2-82F9-4660-80A0-12DCF85DB341}"/>
              </a:ext>
            </a:extLst>
          </p:cNvPr>
          <p:cNvSpPr/>
          <p:nvPr/>
        </p:nvSpPr>
        <p:spPr>
          <a:xfrm>
            <a:off x="474833" y="110744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99AADF-5A9E-435E-93C5-6B986529D621}"/>
              </a:ext>
            </a:extLst>
          </p:cNvPr>
          <p:cNvSpPr/>
          <p:nvPr/>
        </p:nvSpPr>
        <p:spPr>
          <a:xfrm>
            <a:off x="1528190" y="1077828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是浮筒的质量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E8C2ADD-26FF-4419-A4CB-81A06F550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606364"/>
              </p:ext>
            </p:extLst>
          </p:nvPr>
        </p:nvGraphicFramePr>
        <p:xfrm>
          <a:off x="1261490" y="1236677"/>
          <a:ext cx="266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5" imgW="266400" imgH="203040" progId="Equation.DSMT4">
                  <p:embed/>
                </p:oleObj>
              </mc:Choice>
              <mc:Fallback>
                <p:oleObj name="Equation" r:id="rId5" imgW="266400" imgH="203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887EE8D-DC78-4CA7-98AE-D084B27F54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490" y="1236677"/>
                        <a:ext cx="2667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ABDE9F2-19A1-46D3-BD1F-054E3CD53EBD}"/>
              </a:ext>
            </a:extLst>
          </p:cNvPr>
          <p:cNvSpPr/>
          <p:nvPr/>
        </p:nvSpPr>
        <p:spPr>
          <a:xfrm>
            <a:off x="1126234" y="19722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记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F8A40A4-6BD1-4618-BFCE-C6042994B5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531004"/>
              </p:ext>
            </p:extLst>
          </p:nvPr>
        </p:nvGraphicFramePr>
        <p:xfrm>
          <a:off x="1665326" y="1797440"/>
          <a:ext cx="21113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7" imgW="2057400" imgH="774360" progId="Equation.DSMT4">
                  <p:embed/>
                </p:oleObj>
              </mc:Choice>
              <mc:Fallback>
                <p:oleObj name="Equation" r:id="rId7" imgW="205740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53A07DB-5429-41B6-AD94-C3F7B0857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326" y="1797440"/>
                        <a:ext cx="2111375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40306B3-0FC5-40EE-8275-3953D40FF2BE}"/>
              </a:ext>
            </a:extLst>
          </p:cNvPr>
          <p:cNvSpPr/>
          <p:nvPr/>
        </p:nvSpPr>
        <p:spPr>
          <a:xfrm>
            <a:off x="3809306" y="197221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则得微分方程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2CB6444-6280-4753-9C48-B641E2333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454328"/>
              </p:ext>
            </p:extLst>
          </p:nvPr>
        </p:nvGraphicFramePr>
        <p:xfrm>
          <a:off x="3305250" y="2884127"/>
          <a:ext cx="15954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9" imgW="1562040" imgH="342720" progId="Equation.DSMT4">
                  <p:embed/>
                </p:oleObj>
              </mc:Choice>
              <mc:Fallback>
                <p:oleObj name="Equation" r:id="rId9" imgW="15620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6804760-E756-47E2-9EAD-AD072FA2C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250" y="2884127"/>
                        <a:ext cx="159543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81452328-7AAE-4CB8-A927-5EAF332891B5}"/>
              </a:ext>
            </a:extLst>
          </p:cNvPr>
          <p:cNvSpPr/>
          <p:nvPr/>
        </p:nvSpPr>
        <p:spPr>
          <a:xfrm>
            <a:off x="474833" y="3538888"/>
            <a:ext cx="5599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此方程为二阶常系数齐次线性微分方程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83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F19DD4-419D-4DF0-AF92-401AFF9ABE45}"/>
              </a:ext>
            </a:extLst>
          </p:cNvPr>
          <p:cNvSpPr/>
          <p:nvPr/>
        </p:nvSpPr>
        <p:spPr>
          <a:xfrm>
            <a:off x="687487" y="368538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2. </a:t>
            </a:r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67284B-DA97-4D47-B92A-02A764FD57BD}"/>
              </a:ext>
            </a:extLst>
          </p:cNvPr>
          <p:cNvSpPr/>
          <p:nvPr/>
        </p:nvSpPr>
        <p:spPr>
          <a:xfrm>
            <a:off x="323528" y="919158"/>
            <a:ext cx="4559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二阶</a:t>
            </a:r>
            <a:r>
              <a:rPr lang="zh-CN" altLang="en-US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常系数</a:t>
            </a: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齐次</a:t>
            </a: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线性微分方程</a:t>
            </a:r>
            <a:endParaRPr lang="zh-CN" altLang="zh-CN" sz="2400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7BD0DE7-4F13-4ABC-87C5-AD127B8BF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588135"/>
              </p:ext>
            </p:extLst>
          </p:nvPr>
        </p:nvGraphicFramePr>
        <p:xfrm>
          <a:off x="2053999" y="1531102"/>
          <a:ext cx="2065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Equation" r:id="rId3" imgW="2019240" imgH="355320" progId="Equation.DSMT4">
                  <p:embed/>
                </p:oleObj>
              </mc:Choice>
              <mc:Fallback>
                <p:oleObj name="Equation" r:id="rId3" imgW="201924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67CE0D6-C919-4549-8BA9-D4E42962D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3999" y="1531102"/>
                        <a:ext cx="206533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5846508-5483-490A-8D69-0206E650A090}"/>
              </a:ext>
            </a:extLst>
          </p:cNvPr>
          <p:cNvSpPr/>
          <p:nvPr/>
        </p:nvSpPr>
        <p:spPr>
          <a:xfrm>
            <a:off x="6840930" y="1444564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6DCA26-5D1B-4E3D-AAD2-3F17FDCDFF73}"/>
              </a:ext>
            </a:extLst>
          </p:cNvPr>
          <p:cNvGrpSpPr/>
          <p:nvPr/>
        </p:nvGrpSpPr>
        <p:grpSpPr>
          <a:xfrm>
            <a:off x="4521778" y="1467056"/>
            <a:ext cx="1944216" cy="830997"/>
            <a:chOff x="4930168" y="1911212"/>
            <a:chExt cx="1649620" cy="830997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F0325C8C-A6DB-4572-ACEA-22FAFD90BA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5690778"/>
                </p:ext>
              </p:extLst>
            </p:nvPr>
          </p:nvGraphicFramePr>
          <p:xfrm>
            <a:off x="4930168" y="1987915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Equation" r:id="rId5" imgW="609480" imgH="342720" progId="Equation.DSMT4">
                    <p:embed/>
                  </p:oleObj>
                </mc:Choice>
                <mc:Fallback>
                  <p:oleObj name="Equation" r:id="rId5" imgW="60948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1E20A36B-2AF7-437B-B819-C66B81F0FC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0168" y="1987915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C5A16DA-F281-48E8-AD06-BCFE19F0BD38}"/>
                </a:ext>
              </a:extLst>
            </p:cNvPr>
            <p:cNvSpPr/>
            <p:nvPr/>
          </p:nvSpPr>
          <p:spPr>
            <a:xfrm>
              <a:off x="5090952" y="1911212"/>
              <a:ext cx="148883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为常数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A6DE5991-1493-466D-9802-75D74D8077A2}"/>
              </a:ext>
            </a:extLst>
          </p:cNvPr>
          <p:cNvSpPr/>
          <p:nvPr/>
        </p:nvSpPr>
        <p:spPr>
          <a:xfrm>
            <a:off x="764472" y="1984103"/>
            <a:ext cx="1512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回顾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959622-856D-4780-AE27-0C1317DDDDA3}"/>
              </a:ext>
            </a:extLst>
          </p:cNvPr>
          <p:cNvSpPr/>
          <p:nvPr/>
        </p:nvSpPr>
        <p:spPr>
          <a:xfrm>
            <a:off x="1408625" y="2011556"/>
            <a:ext cx="4868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二阶</a:t>
            </a: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齐次</a:t>
            </a:r>
            <a:r>
              <a:rPr lang="zh-CN" altLang="zh-CN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线性微分方程</a:t>
            </a:r>
            <a:r>
              <a:rPr lang="zh-CN" altLang="en-US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解的结构</a:t>
            </a:r>
            <a:endParaRPr lang="zh-CN" altLang="zh-CN" sz="2400" dirty="0">
              <a:solidFill>
                <a:prstClr val="black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93D893F-2B49-45C3-A684-C017B1D10738}"/>
              </a:ext>
            </a:extLst>
          </p:cNvPr>
          <p:cNvGrpSpPr/>
          <p:nvPr/>
        </p:nvGrpSpPr>
        <p:grpSpPr>
          <a:xfrm>
            <a:off x="309576" y="2629806"/>
            <a:ext cx="8366285" cy="474148"/>
            <a:chOff x="-716156" y="3061917"/>
            <a:chExt cx="8366285" cy="474148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EC98F65-A631-4BB6-90A8-3EA0E5E003E8}"/>
                </a:ext>
              </a:extLst>
            </p:cNvPr>
            <p:cNvSpPr/>
            <p:nvPr/>
          </p:nvSpPr>
          <p:spPr>
            <a:xfrm>
              <a:off x="-716156" y="3061917"/>
              <a:ext cx="180530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定理    若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3AD5F3D-B7EF-491E-8E73-5FE6BD29DD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4724491"/>
                </p:ext>
              </p:extLst>
            </p:nvPr>
          </p:nvGraphicFramePr>
          <p:xfrm>
            <a:off x="1069540" y="3094237"/>
            <a:ext cx="1466850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Equation" r:id="rId7" imgW="1434960" imgH="380880" progId="Equation.DSMT4">
                    <p:embed/>
                  </p:oleObj>
                </mc:Choice>
                <mc:Fallback>
                  <p:oleObj name="Equation" r:id="rId7" imgW="1434960" imgH="380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14D473C-0E09-45D7-8564-A602D7154F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9540" y="3094237"/>
                          <a:ext cx="1466850" cy="392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94AB839-D1C0-4E2A-88B6-509FD792838E}"/>
                </a:ext>
              </a:extLst>
            </p:cNvPr>
            <p:cNvSpPr/>
            <p:nvPr/>
          </p:nvSpPr>
          <p:spPr>
            <a:xfrm>
              <a:off x="2113036" y="3074400"/>
              <a:ext cx="553709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是方程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的两个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线性无关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的解，则方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93EC93B-DA45-4A81-8B31-B63829B7F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557012"/>
              </p:ext>
            </p:extLst>
          </p:nvPr>
        </p:nvGraphicFramePr>
        <p:xfrm>
          <a:off x="1913287" y="4038002"/>
          <a:ext cx="27003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Equation" r:id="rId9" imgW="2641320" imgH="380880" progId="Equation.DSMT4">
                  <p:embed/>
                </p:oleObj>
              </mc:Choice>
              <mc:Fallback>
                <p:oleObj name="Equation" r:id="rId9" imgW="264132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419C999-2D99-424F-8A86-02AD23625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287" y="4038002"/>
                        <a:ext cx="2700337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856A816C-9629-4175-B9D5-277EA435CDEA}"/>
              </a:ext>
            </a:extLst>
          </p:cNvPr>
          <p:cNvGrpSpPr/>
          <p:nvPr/>
        </p:nvGrpSpPr>
        <p:grpSpPr>
          <a:xfrm>
            <a:off x="4258875" y="3993450"/>
            <a:ext cx="3882810" cy="461783"/>
            <a:chOff x="-180528" y="4122000"/>
            <a:chExt cx="3882810" cy="46178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1CAFD3C-7D92-4473-8B28-0F63ED3AB06A}"/>
                </a:ext>
              </a:extLst>
            </p:cNvPr>
            <p:cNvSpPr/>
            <p:nvPr/>
          </p:nvSpPr>
          <p:spPr>
            <a:xfrm>
              <a:off x="-180528" y="4122118"/>
              <a:ext cx="14216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(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其中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114982A-E9D9-4AF6-8548-D64C9A1FEF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8697150"/>
                </p:ext>
              </p:extLst>
            </p:nvPr>
          </p:nvGraphicFramePr>
          <p:xfrm>
            <a:off x="1025062" y="4176839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Equation" r:id="rId11" imgW="812520" imgH="380880" progId="Equation.DSMT4">
                    <p:embed/>
                  </p:oleObj>
                </mc:Choice>
                <mc:Fallback>
                  <p:oleObj name="Equation" r:id="rId11" imgW="81252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7C2FAC29-8655-436E-B03F-F6A5432656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5062" y="4176839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0832C9E-E945-415A-B26E-59F5B5B071EB}"/>
                </a:ext>
              </a:extLst>
            </p:cNvPr>
            <p:cNvSpPr/>
            <p:nvPr/>
          </p:nvSpPr>
          <p:spPr>
            <a:xfrm>
              <a:off x="1431462" y="4122000"/>
              <a:ext cx="2270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是任意常数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9D80BF6-52D1-4B8A-890B-7A835B5860A8}"/>
              </a:ext>
            </a:extLst>
          </p:cNvPr>
          <p:cNvSpPr/>
          <p:nvPr/>
        </p:nvSpPr>
        <p:spPr>
          <a:xfrm>
            <a:off x="387132" y="3303951"/>
            <a:ext cx="44008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方程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的通解为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786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10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ED43C9-92AF-4FA6-8B3F-738BD38F4283}"/>
              </a:ext>
            </a:extLst>
          </p:cNvPr>
          <p:cNvSpPr txBox="1"/>
          <p:nvPr/>
        </p:nvSpPr>
        <p:spPr>
          <a:xfrm>
            <a:off x="683568" y="33950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二、常系数齐次线性方程的通解</a:t>
            </a:r>
            <a:endParaRPr lang="zh-CN" altLang="en-US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481581-7747-432A-8ECD-1D8AE4CF725A}"/>
              </a:ext>
            </a:extLst>
          </p:cNvPr>
          <p:cNvSpPr/>
          <p:nvPr/>
        </p:nvSpPr>
        <p:spPr>
          <a:xfrm>
            <a:off x="323528" y="1121910"/>
            <a:ext cx="4918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1. </a:t>
            </a: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二阶常系数齐次线性微分方程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3CB2322-B7E5-4894-9FBB-C48C9A1406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517384"/>
              </p:ext>
            </p:extLst>
          </p:nvPr>
        </p:nvGraphicFramePr>
        <p:xfrm>
          <a:off x="2214645" y="1920865"/>
          <a:ext cx="2065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Equation" r:id="rId3" imgW="2019240" imgH="355320" progId="Equation.DSMT4">
                  <p:embed/>
                </p:oleObj>
              </mc:Choice>
              <mc:Fallback>
                <p:oleObj name="Equation" r:id="rId3" imgW="201924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FABB731-4E79-4366-951D-EB6691DBA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645" y="1920865"/>
                        <a:ext cx="206533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A5B4143-C8EB-4B00-A421-E4FE7F1F2261}"/>
              </a:ext>
            </a:extLst>
          </p:cNvPr>
          <p:cNvSpPr/>
          <p:nvPr/>
        </p:nvSpPr>
        <p:spPr>
          <a:xfrm>
            <a:off x="7005547" y="1744550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E6EB5E-8549-4917-8A47-CEFD03976F60}"/>
              </a:ext>
            </a:extLst>
          </p:cNvPr>
          <p:cNvGrpSpPr/>
          <p:nvPr/>
        </p:nvGrpSpPr>
        <p:grpSpPr>
          <a:xfrm>
            <a:off x="4773299" y="1842763"/>
            <a:ext cx="1886933" cy="830997"/>
            <a:chOff x="4900547" y="2021746"/>
            <a:chExt cx="1649620" cy="830997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AE5D612-5736-4AD5-8879-1E3D353A23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6089382"/>
                </p:ext>
              </p:extLst>
            </p:nvPr>
          </p:nvGraphicFramePr>
          <p:xfrm>
            <a:off x="4900547" y="2103091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2" name="Equation" r:id="rId5" imgW="609480" imgH="342720" progId="Equation.DSMT4">
                    <p:embed/>
                  </p:oleObj>
                </mc:Choice>
                <mc:Fallback>
                  <p:oleObj name="Equation" r:id="rId5" imgW="60948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99D7FA73-413A-4F9D-A72B-F9853E58D3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0547" y="2103091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4DA693-8971-4E6F-8A23-08858E576349}"/>
                </a:ext>
              </a:extLst>
            </p:cNvPr>
            <p:cNvSpPr/>
            <p:nvPr/>
          </p:nvSpPr>
          <p:spPr>
            <a:xfrm>
              <a:off x="5061331" y="2021746"/>
              <a:ext cx="148883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为常数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D38709DE-97BB-406D-96CE-C7BEE4658EEE}"/>
              </a:ext>
            </a:extLst>
          </p:cNvPr>
          <p:cNvSpPr/>
          <p:nvPr/>
        </p:nvSpPr>
        <p:spPr>
          <a:xfrm>
            <a:off x="309314" y="2724974"/>
            <a:ext cx="1274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思路</a:t>
            </a:r>
            <a:endParaRPr lang="zh-CN" altLang="zh-CN" sz="2400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63BEEF-8FE1-4944-969C-25D820FFD0AC}"/>
              </a:ext>
            </a:extLst>
          </p:cNvPr>
          <p:cNvSpPr/>
          <p:nvPr/>
        </p:nvSpPr>
        <p:spPr>
          <a:xfrm>
            <a:off x="1547664" y="2724973"/>
            <a:ext cx="43332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找出方程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两个线性无关解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477387-1452-4BF7-A699-DD1CA95554DC}"/>
              </a:ext>
            </a:extLst>
          </p:cNvPr>
          <p:cNvSpPr/>
          <p:nvPr/>
        </p:nvSpPr>
        <p:spPr>
          <a:xfrm>
            <a:off x="293799" y="3468524"/>
            <a:ext cx="126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猜想</a:t>
            </a:r>
            <a:endParaRPr lang="zh-CN" altLang="zh-CN" sz="2400" b="1" dirty="0">
              <a:solidFill>
                <a:srgbClr val="0066FF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0D69D39-B06B-4E33-9C2C-FCBC5651BF56}"/>
              </a:ext>
            </a:extLst>
          </p:cNvPr>
          <p:cNvGrpSpPr/>
          <p:nvPr/>
        </p:nvGrpSpPr>
        <p:grpSpPr>
          <a:xfrm>
            <a:off x="1619672" y="3478237"/>
            <a:ext cx="3175401" cy="461665"/>
            <a:chOff x="2481263" y="3661851"/>
            <a:chExt cx="3175401" cy="461665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921CFA7-5D4A-47A0-9E53-DF3C65B84C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0881851"/>
                </p:ext>
              </p:extLst>
            </p:nvPr>
          </p:nvGraphicFramePr>
          <p:xfrm>
            <a:off x="2481263" y="3667125"/>
            <a:ext cx="827087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3" name="Equation" r:id="rId7" imgW="812520" imgH="406080" progId="Equation.DSMT4">
                    <p:embed/>
                  </p:oleObj>
                </mc:Choice>
                <mc:Fallback>
                  <p:oleObj name="Equation" r:id="rId7" imgW="812520" imgH="4060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5CA8C24-8646-4BD5-8E68-DD7F2CEBCC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1263" y="3667125"/>
                          <a:ext cx="827087" cy="420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E728D38-2C99-4D91-AAAC-E745AE7DDB89}"/>
                </a:ext>
              </a:extLst>
            </p:cNvPr>
            <p:cNvSpPr/>
            <p:nvPr/>
          </p:nvSpPr>
          <p:spPr>
            <a:xfrm>
              <a:off x="3412139" y="3661851"/>
              <a:ext cx="22445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的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94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79A3529-468B-42A6-819D-F62C4738921B}"/>
              </a:ext>
            </a:extLst>
          </p:cNvPr>
          <p:cNvGrpSpPr/>
          <p:nvPr/>
        </p:nvGrpSpPr>
        <p:grpSpPr>
          <a:xfrm>
            <a:off x="2009221" y="435330"/>
            <a:ext cx="5691426" cy="497760"/>
            <a:chOff x="2009221" y="435330"/>
            <a:chExt cx="5691426" cy="497760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40AAE14-AB53-45A7-890F-2A2D572417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7729421"/>
                </p:ext>
              </p:extLst>
            </p:nvPr>
          </p:nvGraphicFramePr>
          <p:xfrm>
            <a:off x="2009221" y="560268"/>
            <a:ext cx="2065337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0" name="Equation" r:id="rId3" imgW="2019240" imgH="355320" progId="Equation.DSMT4">
                    <p:embed/>
                  </p:oleObj>
                </mc:Choice>
                <mc:Fallback>
                  <p:oleObj name="Equation" r:id="rId3" imgW="2019240" imgH="35532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A858AC7D-B693-45F5-826A-45C72060DE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221" y="560268"/>
                          <a:ext cx="2065337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D1954B1-9033-49B9-A8CF-96E3CD42A1CE}"/>
                </a:ext>
              </a:extLst>
            </p:cNvPr>
            <p:cNvSpPr/>
            <p:nvPr/>
          </p:nvSpPr>
          <p:spPr>
            <a:xfrm>
              <a:off x="6804248" y="435330"/>
              <a:ext cx="89639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ACDBB26-5E3D-4510-A983-30594FF368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6534158"/>
                </p:ext>
              </p:extLst>
            </p:nvPr>
          </p:nvGraphicFramePr>
          <p:xfrm>
            <a:off x="4411216" y="530808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1" name="Equation" r:id="rId5" imgW="609480" imgH="342720" progId="Equation.DSMT4">
                    <p:embed/>
                  </p:oleObj>
                </mc:Choice>
                <mc:Fallback>
                  <p:oleObj name="Equation" r:id="rId5" imgW="6094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0F997A40-47FB-4A7A-B1C2-2BD91B3217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1216" y="530808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36B14D2-AA90-4AFD-BD5D-BBA42E1C0BFA}"/>
                </a:ext>
              </a:extLst>
            </p:cNvPr>
            <p:cNvSpPr/>
            <p:nvPr/>
          </p:nvSpPr>
          <p:spPr>
            <a:xfrm>
              <a:off x="4638603" y="471425"/>
              <a:ext cx="148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为常数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）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C5740F8A-E081-4864-BA56-58C7D2561646}"/>
              </a:ext>
            </a:extLst>
          </p:cNvPr>
          <p:cNvSpPr/>
          <p:nvPr/>
        </p:nvSpPr>
        <p:spPr>
          <a:xfrm>
            <a:off x="900208" y="1224636"/>
            <a:ext cx="1129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191F0D5-BDEA-476E-8C86-803AB48C1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033170"/>
              </p:ext>
            </p:extLst>
          </p:nvPr>
        </p:nvGraphicFramePr>
        <p:xfrm>
          <a:off x="1415239" y="1224636"/>
          <a:ext cx="8286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Equation" r:id="rId7" imgW="812447" imgH="406224" progId="Equation.DSMT4">
                  <p:embed/>
                </p:oleObj>
              </mc:Choice>
              <mc:Fallback>
                <p:oleObj name="Equation" r:id="rId7" imgW="812447" imgH="406224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CF4E535-EAA1-4AFC-9E5C-24D254FEC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239" y="1224636"/>
                        <a:ext cx="828675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846B38A2-4BAC-4F22-8FB9-55560416659C}"/>
              </a:ext>
            </a:extLst>
          </p:cNvPr>
          <p:cNvSpPr/>
          <p:nvPr/>
        </p:nvSpPr>
        <p:spPr>
          <a:xfrm>
            <a:off x="2277938" y="1183659"/>
            <a:ext cx="1129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求导得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5ED131A-2B00-43B7-B764-AF6B0A9B58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110707"/>
              </p:ext>
            </p:extLst>
          </p:nvPr>
        </p:nvGraphicFramePr>
        <p:xfrm>
          <a:off x="2326836" y="1767504"/>
          <a:ext cx="11303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" name="Equation" r:id="rId9" imgW="1104840" imgH="406080" progId="Equation.DSMT4">
                  <p:embed/>
                </p:oleObj>
              </mc:Choice>
              <mc:Fallback>
                <p:oleObj name="Equation" r:id="rId9" imgW="110484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306903C-A4B0-4685-A438-25BA7D6E6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836" y="1767504"/>
                        <a:ext cx="1130300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D4822A0-473B-47B7-A1CC-BBD0E3930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88259"/>
              </p:ext>
            </p:extLst>
          </p:nvPr>
        </p:nvGraphicFramePr>
        <p:xfrm>
          <a:off x="4795697" y="1781791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" name="Equation" r:id="rId11" imgW="1320480" imgH="406080" progId="Equation.DSMT4">
                  <p:embed/>
                </p:oleObj>
              </mc:Choice>
              <mc:Fallback>
                <p:oleObj name="Equation" r:id="rId11" imgW="132048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9BC861C-182A-487F-AA4D-D091E6CB0B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697" y="1781791"/>
                        <a:ext cx="1320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7243AC6E-14D2-407A-8F44-3E9004019B15}"/>
              </a:ext>
            </a:extLst>
          </p:cNvPr>
          <p:cNvSpPr/>
          <p:nvPr/>
        </p:nvSpPr>
        <p:spPr>
          <a:xfrm>
            <a:off x="337644" y="2435537"/>
            <a:ext cx="2689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代入方程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6371FC4-5A28-4AF5-B8A8-A40FB887A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077449"/>
              </p:ext>
            </p:extLst>
          </p:nvPr>
        </p:nvGraphicFramePr>
        <p:xfrm>
          <a:off x="3412259" y="2772052"/>
          <a:ext cx="24526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5" name="Equation" r:id="rId13" imgW="2400120" imgH="406080" progId="Equation.DSMT4">
                  <p:embed/>
                </p:oleObj>
              </mc:Choice>
              <mc:Fallback>
                <p:oleObj name="Equation" r:id="rId13" imgW="240012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8770075-F54D-435E-B85A-45DBEBCC1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2259" y="2772052"/>
                        <a:ext cx="2452688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D85B772F-E028-4AFC-B321-82C9F26D9ADE}"/>
              </a:ext>
            </a:extLst>
          </p:cNvPr>
          <p:cNvGrpSpPr/>
          <p:nvPr/>
        </p:nvGrpSpPr>
        <p:grpSpPr>
          <a:xfrm>
            <a:off x="398794" y="3324727"/>
            <a:ext cx="1630960" cy="461665"/>
            <a:chOff x="935102" y="3494787"/>
            <a:chExt cx="1630960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A2130C2-7348-4092-A714-3773C3DC6804}"/>
                </a:ext>
              </a:extLst>
            </p:cNvPr>
            <p:cNvSpPr/>
            <p:nvPr/>
          </p:nvSpPr>
          <p:spPr>
            <a:xfrm>
              <a:off x="935102" y="3494787"/>
              <a:ext cx="11295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由于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D92E807-680C-4750-B41E-F0D402E02A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9940797"/>
                </p:ext>
              </p:extLst>
            </p:nvPr>
          </p:nvGraphicFramePr>
          <p:xfrm>
            <a:off x="1661187" y="3519244"/>
            <a:ext cx="904875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6" name="Equation" r:id="rId15" imgW="888840" imgH="393480" progId="Equation.DSMT4">
                    <p:embed/>
                  </p:oleObj>
                </mc:Choice>
                <mc:Fallback>
                  <p:oleObj name="Equation" r:id="rId15" imgW="888840" imgH="3934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D650B7FC-C5D3-48C4-A3C4-584E41EA9F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1187" y="3519244"/>
                          <a:ext cx="904875" cy="412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4C943525-4F2E-4AE2-BC1C-7E05FCB8BACE}"/>
              </a:ext>
            </a:extLst>
          </p:cNvPr>
          <p:cNvSpPr/>
          <p:nvPr/>
        </p:nvSpPr>
        <p:spPr>
          <a:xfrm>
            <a:off x="2174164" y="3324726"/>
            <a:ext cx="1129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所以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153E8D3-0E45-48F9-B110-F06B139FF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725157"/>
              </p:ext>
            </p:extLst>
          </p:nvPr>
        </p:nvGraphicFramePr>
        <p:xfrm>
          <a:off x="3480147" y="3747246"/>
          <a:ext cx="18621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7" name="Equation" r:id="rId17" imgW="1866600" imgH="406080" progId="Equation.DSMT4">
                  <p:embed/>
                </p:oleObj>
              </mc:Choice>
              <mc:Fallback>
                <p:oleObj name="Equation" r:id="rId17" imgW="186660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BB5233A-EEE1-4602-941E-437D5B731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147" y="3747246"/>
                        <a:ext cx="1862138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4D99693-706A-49ED-BE96-950CC590FD20}"/>
              </a:ext>
            </a:extLst>
          </p:cNvPr>
          <p:cNvSpPr/>
          <p:nvPr/>
        </p:nvSpPr>
        <p:spPr>
          <a:xfrm>
            <a:off x="6760651" y="3691981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13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3B9FC93-57BC-45BE-AAD5-6C7EF3BB4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6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378B771-83DD-4293-86C4-BAA50065E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6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41">
            <a:extLst>
              <a:ext uri="{FF2B5EF4-FFF2-40B4-BE49-F238E27FC236}">
                <a16:creationId xmlns:a16="http://schemas.microsoft.com/office/drawing/2014/main" id="{486B3CAD-E1D5-460F-9868-C0D30C56B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6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DF8D6A47-8B79-4F74-8E77-5A1B43BA9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6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45">
            <a:extLst>
              <a:ext uri="{FF2B5EF4-FFF2-40B4-BE49-F238E27FC236}">
                <a16:creationId xmlns:a16="http://schemas.microsoft.com/office/drawing/2014/main" id="{8AECF052-3BA9-44E7-87CD-268E09BE8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6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3F7B7-63B2-4A1D-B568-7D3F711AE246}"/>
              </a:ext>
            </a:extLst>
          </p:cNvPr>
          <p:cNvSpPr/>
          <p:nvPr/>
        </p:nvSpPr>
        <p:spPr>
          <a:xfrm>
            <a:off x="467544" y="147010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代数方程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6673441-3B58-4BB6-B14B-6A9A82E87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750137"/>
              </p:ext>
            </p:extLst>
          </p:nvPr>
        </p:nvGraphicFramePr>
        <p:xfrm>
          <a:off x="2915816" y="1856336"/>
          <a:ext cx="1787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Equation" r:id="rId3" imgW="1790640" imgH="406080" progId="Equation.DSMT4">
                  <p:embed/>
                </p:oleObj>
              </mc:Choice>
              <mc:Fallback>
                <p:oleObj name="Equation" r:id="rId3" imgW="179064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ABD2E35-E736-4F84-8030-426433B5A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856336"/>
                        <a:ext cx="1787525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DC4E6B1-42CB-49D8-8FD5-8B3FAF7CA59F}"/>
              </a:ext>
            </a:extLst>
          </p:cNvPr>
          <p:cNvSpPr/>
          <p:nvPr/>
        </p:nvSpPr>
        <p:spPr>
          <a:xfrm>
            <a:off x="380358" y="2657967"/>
            <a:ext cx="39192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称为微分方程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特征方程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srgbClr val="FF0000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EBBEE4-E4F6-4794-8128-94C764ABDB10}"/>
              </a:ext>
            </a:extLst>
          </p:cNvPr>
          <p:cNvSpPr/>
          <p:nvPr/>
        </p:nvSpPr>
        <p:spPr>
          <a:xfrm>
            <a:off x="1043608" y="3381951"/>
            <a:ext cx="40569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的两个根为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Rectangle 155">
            <a:extLst>
              <a:ext uri="{FF2B5EF4-FFF2-40B4-BE49-F238E27FC236}">
                <a16:creationId xmlns:a16="http://schemas.microsoft.com/office/drawing/2014/main" id="{0F75F8C6-B060-4CCE-B0B2-A90266761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68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4649C5D-4637-450D-8D2A-2CDE16568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80017"/>
              </p:ext>
            </p:extLst>
          </p:nvPr>
        </p:nvGraphicFramePr>
        <p:xfrm>
          <a:off x="2901146" y="3937280"/>
          <a:ext cx="26638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Equation" r:id="rId5" imgW="2603160" imgH="838080" progId="Equation.DSMT4">
                  <p:embed/>
                </p:oleObj>
              </mc:Choice>
              <mc:Fallback>
                <p:oleObj name="Equation" r:id="rId5" imgW="2603160" imgH="838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91F0C7-B5F6-442B-961E-5C8119B01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146" y="3937280"/>
                        <a:ext cx="266382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62C9575-30F1-48D5-A838-7721B381A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607616"/>
              </p:ext>
            </p:extLst>
          </p:nvPr>
        </p:nvGraphicFramePr>
        <p:xfrm>
          <a:off x="2536687" y="490440"/>
          <a:ext cx="2065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Equation" r:id="rId7" imgW="2019240" imgH="355320" progId="Equation.DSMT4">
                  <p:embed/>
                </p:oleObj>
              </mc:Choice>
              <mc:Fallback>
                <p:oleObj name="Equation" r:id="rId7" imgW="201924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D030512-7E39-4236-B0D2-5138D2696B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687" y="490440"/>
                        <a:ext cx="206533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D7BE950D-A01A-40DB-A657-7FE5F3D00FAF}"/>
              </a:ext>
            </a:extLst>
          </p:cNvPr>
          <p:cNvSpPr/>
          <p:nvPr/>
        </p:nvSpPr>
        <p:spPr>
          <a:xfrm>
            <a:off x="6804248" y="429666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E1BAD00-214C-4634-A9A0-CBE1DF0164ED}"/>
              </a:ext>
            </a:extLst>
          </p:cNvPr>
          <p:cNvGrpSpPr/>
          <p:nvPr/>
        </p:nvGrpSpPr>
        <p:grpSpPr>
          <a:xfrm>
            <a:off x="4898033" y="442145"/>
            <a:ext cx="1666859" cy="461665"/>
            <a:chOff x="4898033" y="483970"/>
            <a:chExt cx="1666859" cy="461665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9AB2415-36AD-4864-B102-3BA49D99DE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3267484"/>
                </p:ext>
              </p:extLst>
            </p:nvPr>
          </p:nvGraphicFramePr>
          <p:xfrm>
            <a:off x="4898033" y="568352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3" name="Equation" r:id="rId9" imgW="609480" imgH="342720" progId="Equation.DSMT4">
                    <p:embed/>
                  </p:oleObj>
                </mc:Choice>
                <mc:Fallback>
                  <p:oleObj name="Equation" r:id="rId9" imgW="6094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67DD1C17-4517-4D0D-8576-5B8E54775D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033" y="568352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6B84241-5FC3-42F9-8C36-73F35636E9D1}"/>
                </a:ext>
              </a:extLst>
            </p:cNvPr>
            <p:cNvSpPr/>
            <p:nvPr/>
          </p:nvSpPr>
          <p:spPr>
            <a:xfrm>
              <a:off x="5076056" y="483970"/>
              <a:ext cx="148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为常数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AFA05C1-94BB-4F33-A038-8BB2BF643EA1}"/>
              </a:ext>
            </a:extLst>
          </p:cNvPr>
          <p:cNvCxnSpPr/>
          <p:nvPr/>
        </p:nvCxnSpPr>
        <p:spPr>
          <a:xfrm>
            <a:off x="0" y="1275606"/>
            <a:ext cx="914400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E1A92C1-F2DA-4323-B561-273EEA09FC80}"/>
              </a:ext>
            </a:extLst>
          </p:cNvPr>
          <p:cNvSpPr/>
          <p:nvPr/>
        </p:nvSpPr>
        <p:spPr>
          <a:xfrm>
            <a:off x="6907423" y="1871425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093524-3774-47D7-B72D-FB9A3E7FE753}"/>
              </a:ext>
            </a:extLst>
          </p:cNvPr>
          <p:cNvSpPr/>
          <p:nvPr/>
        </p:nvSpPr>
        <p:spPr>
          <a:xfrm>
            <a:off x="1553158" y="4204225"/>
            <a:ext cx="1550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特征根</a:t>
            </a:r>
            <a:endParaRPr lang="zh-CN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14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A2787FC-B02B-42E8-87D6-621DB4AE6E9F}"/>
              </a:ext>
            </a:extLst>
          </p:cNvPr>
          <p:cNvGrpSpPr/>
          <p:nvPr/>
        </p:nvGrpSpPr>
        <p:grpSpPr>
          <a:xfrm>
            <a:off x="717636" y="898767"/>
            <a:ext cx="7299299" cy="474170"/>
            <a:chOff x="331381" y="593465"/>
            <a:chExt cx="7299299" cy="47417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A117905-DC15-482D-9DB9-F81F6528DBEE}"/>
                </a:ext>
              </a:extLst>
            </p:cNvPr>
            <p:cNvSpPr/>
            <p:nvPr/>
          </p:nvSpPr>
          <p:spPr>
            <a:xfrm>
              <a:off x="331381" y="605970"/>
              <a:ext cx="11977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（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i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）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当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E52806E8-0F2C-4A90-BE8A-8DBE42C7B2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4743992"/>
                </p:ext>
              </p:extLst>
            </p:nvPr>
          </p:nvGraphicFramePr>
          <p:xfrm>
            <a:off x="1464795" y="606392"/>
            <a:ext cx="1951037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0" name="Equation" r:id="rId3" imgW="1904760" imgH="406080" progId="Equation.DSMT4">
                    <p:embed/>
                  </p:oleObj>
                </mc:Choice>
                <mc:Fallback>
                  <p:oleObj name="Equation" r:id="rId3" imgW="1904760" imgH="4060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6BCD6DE-2F78-46B8-BC17-ABBDD36498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4795" y="606392"/>
                          <a:ext cx="1951037" cy="420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5FD9618-C953-4EA6-9443-5910833B37C1}"/>
                </a:ext>
              </a:extLst>
            </p:cNvPr>
            <p:cNvSpPr/>
            <p:nvPr/>
          </p:nvSpPr>
          <p:spPr>
            <a:xfrm>
              <a:off x="3358213" y="60319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时，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CC28A82-8B60-4E04-B7D4-503EC3F3DD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6905077"/>
                </p:ext>
              </p:extLst>
            </p:nvPr>
          </p:nvGraphicFramePr>
          <p:xfrm>
            <a:off x="3926931" y="602786"/>
            <a:ext cx="681037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1" name="Equation" r:id="rId5" imgW="660240" imgH="380880" progId="Equation.DSMT4">
                    <p:embed/>
                  </p:oleObj>
                </mc:Choice>
                <mc:Fallback>
                  <p:oleObj name="Equation" r:id="rId5" imgW="66024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3516DD6-C216-48CB-8113-F571819E95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931" y="602786"/>
                          <a:ext cx="681037" cy="392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866476-E75B-4A9C-80C8-99B6832673B3}"/>
                </a:ext>
              </a:extLst>
            </p:cNvPr>
            <p:cNvSpPr/>
            <p:nvPr/>
          </p:nvSpPr>
          <p:spPr>
            <a:xfrm>
              <a:off x="4579845" y="593465"/>
              <a:ext cx="305083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为两个不相等的实根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25154C22-A704-4957-B543-99195A5A4A51}"/>
              </a:ext>
            </a:extLst>
          </p:cNvPr>
          <p:cNvSpPr/>
          <p:nvPr/>
        </p:nvSpPr>
        <p:spPr>
          <a:xfrm>
            <a:off x="370002" y="2416373"/>
            <a:ext cx="53593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有两个                     解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4DC8FB-F03B-4EE0-8931-A990B4A53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584381"/>
              </p:ext>
            </p:extLst>
          </p:nvPr>
        </p:nvGraphicFramePr>
        <p:xfrm>
          <a:off x="2611343" y="2994539"/>
          <a:ext cx="2466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2" name="Equation" r:id="rId7" imgW="2400120" imgH="419040" progId="Equation.DSMT4">
                  <p:embed/>
                </p:oleObj>
              </mc:Choice>
              <mc:Fallback>
                <p:oleObj name="Equation" r:id="rId7" imgW="240012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86125F4-0DF8-42B9-83A7-F880BF0744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343" y="2994539"/>
                        <a:ext cx="2466975" cy="4349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7DDF221-3ADA-4277-900E-0C0C74CA4FAD}"/>
              </a:ext>
            </a:extLst>
          </p:cNvPr>
          <p:cNvSpPr/>
          <p:nvPr/>
        </p:nvSpPr>
        <p:spPr>
          <a:xfrm>
            <a:off x="285588" y="3631077"/>
            <a:ext cx="23958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则方程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通解为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D5BEC23-6DA4-41E9-8C39-D427794D1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185002"/>
              </p:ext>
            </p:extLst>
          </p:nvPr>
        </p:nvGraphicFramePr>
        <p:xfrm>
          <a:off x="2628068" y="4092742"/>
          <a:ext cx="22320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" name="Equation" r:id="rId9" imgW="2171520" imgH="419040" progId="Equation.DSMT4">
                  <p:embed/>
                </p:oleObj>
              </mc:Choice>
              <mc:Fallback>
                <p:oleObj name="Equation" r:id="rId9" imgW="2171520" imgH="419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6BAA9BD-506E-4A5D-81B6-15338B95E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068" y="4092742"/>
                        <a:ext cx="2232025" cy="4349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D5F1902E-5419-480D-B2C0-D79DFC7EE40B}"/>
              </a:ext>
            </a:extLst>
          </p:cNvPr>
          <p:cNvSpPr/>
          <p:nvPr/>
        </p:nvSpPr>
        <p:spPr>
          <a:xfrm>
            <a:off x="2870175" y="2410671"/>
            <a:ext cx="1863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线性无关的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999EB6D-B008-42BB-A19E-26C049D1F5FF}"/>
              </a:ext>
            </a:extLst>
          </p:cNvPr>
          <p:cNvGrpSpPr/>
          <p:nvPr/>
        </p:nvGrpSpPr>
        <p:grpSpPr>
          <a:xfrm>
            <a:off x="5570381" y="2482470"/>
            <a:ext cx="3538198" cy="1080120"/>
            <a:chOff x="5724128" y="1923678"/>
            <a:chExt cx="3538198" cy="108012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23BA6D1-87E8-4842-B135-126D4CFAD967}"/>
                </a:ext>
              </a:extLst>
            </p:cNvPr>
            <p:cNvSpPr/>
            <p:nvPr/>
          </p:nvSpPr>
          <p:spPr>
            <a:xfrm>
              <a:off x="5724128" y="1923678"/>
              <a:ext cx="3312368" cy="108012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89F2ED5-C0A3-465B-90B1-F20C46E2DC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5730808"/>
                </p:ext>
              </p:extLst>
            </p:nvPr>
          </p:nvGraphicFramePr>
          <p:xfrm>
            <a:off x="5933157" y="2015586"/>
            <a:ext cx="1149350" cy="869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4" name="Equation" r:id="rId11" imgW="1117440" imgH="838080" progId="Equation.DSMT4">
                    <p:embed/>
                  </p:oleObj>
                </mc:Choice>
                <mc:Fallback>
                  <p:oleObj name="Equation" r:id="rId11" imgW="1117440" imgH="8380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D7FA9633-6F9F-4747-BA76-BA0E35CB18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3157" y="2015586"/>
                          <a:ext cx="1149350" cy="869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92A813EB-D6C2-41A0-90E8-DB59C4263B31}"/>
                </a:ext>
              </a:extLst>
            </p:cNvPr>
            <p:cNvGrpSpPr/>
            <p:nvPr/>
          </p:nvGrpSpPr>
          <p:grpSpPr>
            <a:xfrm>
              <a:off x="7082507" y="2259397"/>
              <a:ext cx="2179819" cy="461665"/>
              <a:chOff x="7082507" y="2259397"/>
              <a:chExt cx="2179819" cy="461665"/>
            </a:xfrm>
          </p:grpSpPr>
          <p:graphicFrame>
            <p:nvGraphicFramePr>
              <p:cNvPr id="17" name="对象 16">
                <a:extLst>
                  <a:ext uri="{FF2B5EF4-FFF2-40B4-BE49-F238E27FC236}">
                    <a16:creationId xmlns:a16="http://schemas.microsoft.com/office/drawing/2014/main" id="{83D3A775-45C5-41CB-ACB2-820930A7C1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6159044"/>
                  </p:ext>
                </p:extLst>
              </p:nvPr>
            </p:nvGraphicFramePr>
            <p:xfrm>
              <a:off x="7082507" y="2272761"/>
              <a:ext cx="1319213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95" name="Equation" r:id="rId13" imgW="1282680" imgH="342720" progId="Equation.DSMT4">
                      <p:embed/>
                    </p:oleObj>
                  </mc:Choice>
                  <mc:Fallback>
                    <p:oleObj name="Equation" r:id="rId13" imgW="1282680" imgH="342720" progId="Equation.DSMT4">
                      <p:embed/>
                      <p:pic>
                        <p:nvPicPr>
                          <p:cNvPr id="25" name="对象 24">
                            <a:extLst>
                              <a:ext uri="{FF2B5EF4-FFF2-40B4-BE49-F238E27FC236}">
                                <a16:creationId xmlns:a16="http://schemas.microsoft.com/office/drawing/2014/main" id="{B8294735-9D27-4FFB-BB53-948916E8C0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82507" y="2272761"/>
                            <a:ext cx="1319213" cy="355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E0E0092-5A8A-4CDE-8950-2A30A38D8A9F}"/>
                  </a:ext>
                </a:extLst>
              </p:cNvPr>
              <p:cNvSpPr/>
              <p:nvPr/>
            </p:nvSpPr>
            <p:spPr>
              <a:xfrm>
                <a:off x="8316416" y="2259397"/>
                <a:ext cx="9459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常数</a:t>
                </a:r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8554024C-B877-4903-9EFF-7EF26D7026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31857" y="2337258"/>
                <a:ext cx="139113" cy="315932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</p:grpSp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7201A7D-5657-4993-BF14-810FB5EA0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028583"/>
              </p:ext>
            </p:extLst>
          </p:nvPr>
        </p:nvGraphicFramePr>
        <p:xfrm>
          <a:off x="2498747" y="123478"/>
          <a:ext cx="2065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6" name="Equation" r:id="rId15" imgW="2019240" imgH="355320" progId="Equation.DSMT4">
                  <p:embed/>
                </p:oleObj>
              </mc:Choice>
              <mc:Fallback>
                <p:oleObj name="Equation" r:id="rId15" imgW="2019240" imgH="3553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C2D581F1-8346-4D79-8CD7-69753678E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47" y="123478"/>
                        <a:ext cx="2065337" cy="3651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4075E550-C8ED-4124-A519-23514937D6CF}"/>
              </a:ext>
            </a:extLst>
          </p:cNvPr>
          <p:cNvSpPr/>
          <p:nvPr/>
        </p:nvSpPr>
        <p:spPr>
          <a:xfrm>
            <a:off x="6766308" y="86826"/>
            <a:ext cx="896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4ED34F7-517C-47B6-B44A-80E9236578EC}"/>
              </a:ext>
            </a:extLst>
          </p:cNvPr>
          <p:cNvGrpSpPr/>
          <p:nvPr/>
        </p:nvGrpSpPr>
        <p:grpSpPr>
          <a:xfrm>
            <a:off x="4860093" y="75183"/>
            <a:ext cx="1666859" cy="461665"/>
            <a:chOff x="4898033" y="483970"/>
            <a:chExt cx="1666859" cy="461665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1842E3ED-A04A-4104-A52A-31B1628FCB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8357732"/>
                </p:ext>
              </p:extLst>
            </p:nvPr>
          </p:nvGraphicFramePr>
          <p:xfrm>
            <a:off x="4898033" y="568352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7" name="Equation" r:id="rId17" imgW="609480" imgH="342720" progId="Equation.DSMT4">
                    <p:embed/>
                  </p:oleObj>
                </mc:Choice>
                <mc:Fallback>
                  <p:oleObj name="Equation" r:id="rId17" imgW="609480" imgH="3427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8103221E-0A41-4FAD-A16B-8D20E7BA48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033" y="568352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B106748-735E-4852-8B33-300E02E33AEF}"/>
                </a:ext>
              </a:extLst>
            </p:cNvPr>
            <p:cNvSpPr/>
            <p:nvPr/>
          </p:nvSpPr>
          <p:spPr>
            <a:xfrm>
              <a:off x="5076056" y="483970"/>
              <a:ext cx="148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为常数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7DDCC20-BDE3-40D5-8622-6ABAF6BC1AC3}"/>
              </a:ext>
            </a:extLst>
          </p:cNvPr>
          <p:cNvCxnSpPr/>
          <p:nvPr/>
        </p:nvCxnSpPr>
        <p:spPr>
          <a:xfrm>
            <a:off x="0" y="699542"/>
            <a:ext cx="9079774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91F1B48-C87D-45B0-B133-D98B3F567B69}"/>
              </a:ext>
            </a:extLst>
          </p:cNvPr>
          <p:cNvGrpSpPr/>
          <p:nvPr/>
        </p:nvGrpSpPr>
        <p:grpSpPr>
          <a:xfrm>
            <a:off x="4824903" y="4092742"/>
            <a:ext cx="3882810" cy="461783"/>
            <a:chOff x="-180528" y="4122000"/>
            <a:chExt cx="3882810" cy="46178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0882AD3-32D2-423C-8E26-673A87491292}"/>
                </a:ext>
              </a:extLst>
            </p:cNvPr>
            <p:cNvSpPr/>
            <p:nvPr/>
          </p:nvSpPr>
          <p:spPr>
            <a:xfrm>
              <a:off x="-180528" y="4122118"/>
              <a:ext cx="14216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(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其中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2C50ECFA-62ED-4737-83B0-0279F9D2BF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1077362"/>
                </p:ext>
              </p:extLst>
            </p:nvPr>
          </p:nvGraphicFramePr>
          <p:xfrm>
            <a:off x="1025062" y="4176839"/>
            <a:ext cx="812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8" name="Equation" r:id="rId19" imgW="812520" imgH="380880" progId="Equation.DSMT4">
                    <p:embed/>
                  </p:oleObj>
                </mc:Choice>
                <mc:Fallback>
                  <p:oleObj name="Equation" r:id="rId19" imgW="812520" imgH="38088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5D5B60B8-AC9D-42EE-9EBC-113CC8FEBE2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25062" y="4176839"/>
                          <a:ext cx="8128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F402AA2-2E47-4D5D-8AD9-3782A1675F86}"/>
                </a:ext>
              </a:extLst>
            </p:cNvPr>
            <p:cNvSpPr/>
            <p:nvPr/>
          </p:nvSpPr>
          <p:spPr>
            <a:xfrm>
              <a:off x="1431462" y="4122000"/>
              <a:ext cx="22708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是任意常数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.)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40148A71-4EA3-431C-AABB-916F56E9C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386165"/>
              </p:ext>
            </p:extLst>
          </p:nvPr>
        </p:nvGraphicFramePr>
        <p:xfrm>
          <a:off x="1915400" y="1514276"/>
          <a:ext cx="49641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9" name="Equation" r:id="rId21" imgW="4851360" imgH="838080" progId="Equation.DSMT4">
                  <p:embed/>
                </p:oleObj>
              </mc:Choice>
              <mc:Fallback>
                <p:oleObj name="Equation" r:id="rId21" imgW="4851360" imgH="8380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31C72BE6-9E46-480F-9DA2-42D8B3B414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400" y="1514276"/>
                        <a:ext cx="4964113" cy="863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935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7658FE-8CF0-46C0-83B8-965DF95B20FE}"/>
              </a:ext>
            </a:extLst>
          </p:cNvPr>
          <p:cNvSpPr/>
          <p:nvPr/>
        </p:nvSpPr>
        <p:spPr>
          <a:xfrm>
            <a:off x="340862" y="2540144"/>
            <a:ext cx="36375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有一个解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7E32654-137E-4E9D-B261-5C34E55BF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712065"/>
              </p:ext>
            </p:extLst>
          </p:nvPr>
        </p:nvGraphicFramePr>
        <p:xfrm>
          <a:off x="3915107" y="2578649"/>
          <a:ext cx="10287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4" name="Equation" r:id="rId3" imgW="1002960" imgH="419040" progId="Equation.DSMT4">
                  <p:embed/>
                </p:oleObj>
              </mc:Choice>
              <mc:Fallback>
                <p:oleObj name="Equation" r:id="rId3" imgW="100296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5E96A10-CC5D-4199-8029-1E91439552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5107" y="2578649"/>
                        <a:ext cx="1028700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D6A6ED4-6887-49D0-9364-A00754399249}"/>
              </a:ext>
            </a:extLst>
          </p:cNvPr>
          <p:cNvSpPr/>
          <p:nvPr/>
        </p:nvSpPr>
        <p:spPr>
          <a:xfrm>
            <a:off x="648502" y="1221973"/>
            <a:ext cx="1282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ii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）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当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C512004-17D2-4171-82F7-F25CCACAF2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914869"/>
              </p:ext>
            </p:extLst>
          </p:nvPr>
        </p:nvGraphicFramePr>
        <p:xfrm>
          <a:off x="1842811" y="1238830"/>
          <a:ext cx="19478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" name="Equation" r:id="rId5" imgW="1904760" imgH="406080" progId="Equation.DSMT4">
                  <p:embed/>
                </p:oleObj>
              </mc:Choice>
              <mc:Fallback>
                <p:oleObj name="Equation" r:id="rId5" imgW="190476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82AA5CE-0F7C-4AC6-B8D0-42F27AF7CE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811" y="1238830"/>
                        <a:ext cx="1947863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65BDC3E-F31B-4B89-A0A9-5FD468621CF7}"/>
              </a:ext>
            </a:extLst>
          </p:cNvPr>
          <p:cNvSpPr/>
          <p:nvPr/>
        </p:nvSpPr>
        <p:spPr>
          <a:xfrm>
            <a:off x="3761303" y="121224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时，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B7ADC7-A875-468B-9190-B7B5F2365288}"/>
              </a:ext>
            </a:extLst>
          </p:cNvPr>
          <p:cNvSpPr/>
          <p:nvPr/>
        </p:nvSpPr>
        <p:spPr>
          <a:xfrm>
            <a:off x="4224966" y="1207609"/>
            <a:ext cx="4052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特征方程有两个相等的实根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,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EE54031-1537-48FD-9FC4-2EBB022D5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021049"/>
              </p:ext>
            </p:extLst>
          </p:nvPr>
        </p:nvGraphicFramePr>
        <p:xfrm>
          <a:off x="3722633" y="1746027"/>
          <a:ext cx="15954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6" name="Equation" r:id="rId7" imgW="1562040" imgH="723600" progId="Equation.DSMT4">
                  <p:embed/>
                </p:oleObj>
              </mc:Choice>
              <mc:Fallback>
                <p:oleObj name="Equation" r:id="rId7" imgW="156204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560054C-A28C-47DA-BE66-D3644A99CD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33" y="1746027"/>
                        <a:ext cx="1595437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0C76CB3-4BFD-40D4-9E5E-CFC06F862C7A}"/>
              </a:ext>
            </a:extLst>
          </p:cNvPr>
          <p:cNvGrpSpPr/>
          <p:nvPr/>
        </p:nvGrpSpPr>
        <p:grpSpPr>
          <a:xfrm>
            <a:off x="6761730" y="1488825"/>
            <a:ext cx="2057289" cy="1714052"/>
            <a:chOff x="7144034" y="1253555"/>
            <a:chExt cx="2057289" cy="1714052"/>
          </a:xfrm>
        </p:grpSpPr>
        <p:sp>
          <p:nvSpPr>
            <p:cNvPr id="10" name="卷形: 水平 43">
              <a:extLst>
                <a:ext uri="{FF2B5EF4-FFF2-40B4-BE49-F238E27FC236}">
                  <a16:creationId xmlns:a16="http://schemas.microsoft.com/office/drawing/2014/main" id="{79455748-6FCD-41EF-9150-EFBA5B88F84E}"/>
                </a:ext>
              </a:extLst>
            </p:cNvPr>
            <p:cNvSpPr/>
            <p:nvPr/>
          </p:nvSpPr>
          <p:spPr>
            <a:xfrm>
              <a:off x="7144034" y="1253555"/>
              <a:ext cx="1875091" cy="1714052"/>
            </a:xfrm>
            <a:prstGeom prst="horizontalScroll">
              <a:avLst/>
            </a:prstGeom>
            <a:noFill/>
            <a:ln w="9525" cap="flat" cmpd="sng" algn="ctr">
              <a:solidFill>
                <a:srgbClr val="0066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FEA31B5-F081-4D9C-A7B9-611805726048}"/>
                </a:ext>
              </a:extLst>
            </p:cNvPr>
            <p:cNvGrpSpPr/>
            <p:nvPr/>
          </p:nvGrpSpPr>
          <p:grpSpPr>
            <a:xfrm>
              <a:off x="7305071" y="1380023"/>
              <a:ext cx="1896252" cy="1405193"/>
              <a:chOff x="7305071" y="1462791"/>
              <a:chExt cx="1896252" cy="1405193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A1A078B-87D5-4938-B246-1264336B28E9}"/>
                  </a:ext>
                </a:extLst>
              </p:cNvPr>
              <p:cNvSpPr/>
              <p:nvPr/>
            </p:nvSpPr>
            <p:spPr>
              <a:xfrm>
                <a:off x="7305071" y="1462791"/>
                <a:ext cx="1896252" cy="14051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需要求出另一个与  线性无关的</a:t>
                </a:r>
                <a:r>
                  <a:rPr kumimoji="0" lang="zh-CN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endPara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E6B2E654-1FC7-49A4-BDBB-F959E30EDB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4192866"/>
                  </p:ext>
                </p:extLst>
              </p:nvPr>
            </p:nvGraphicFramePr>
            <p:xfrm>
              <a:off x="7885229" y="2024281"/>
              <a:ext cx="231775" cy="338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17" name="Equation" r:id="rId9" imgW="228600" imgH="330120" progId="Equation.DSMT4">
                      <p:embed/>
                    </p:oleObj>
                  </mc:Choice>
                  <mc:Fallback>
                    <p:oleObj name="Equation" r:id="rId9" imgW="228600" imgH="33012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0A41F45C-AF4E-4B67-A614-170D052A6DE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5229" y="2024281"/>
                            <a:ext cx="231775" cy="3381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48E15445-3E7B-4716-B023-DDA69B74D525}"/>
              </a:ext>
            </a:extLst>
          </p:cNvPr>
          <p:cNvSpPr/>
          <p:nvPr/>
        </p:nvSpPr>
        <p:spPr>
          <a:xfrm>
            <a:off x="906239" y="343120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D91B4EE-EF7A-4428-8528-0BE8C40B88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135578"/>
              </p:ext>
            </p:extLst>
          </p:nvPr>
        </p:nvGraphicFramePr>
        <p:xfrm>
          <a:off x="1395710" y="3246909"/>
          <a:ext cx="13144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" name="Equation" r:id="rId11" imgW="1282680" imgH="799920" progId="Equation.DSMT4">
                  <p:embed/>
                </p:oleObj>
              </mc:Choice>
              <mc:Fallback>
                <p:oleObj name="Equation" r:id="rId11" imgW="1282680" imgH="7999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80CA064-2874-479D-9B6F-A193EB26A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710" y="3246909"/>
                        <a:ext cx="1314450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22B49C14-C544-4BA5-9980-7039AF932528}"/>
              </a:ext>
            </a:extLst>
          </p:cNvPr>
          <p:cNvSpPr/>
          <p:nvPr/>
        </p:nvSpPr>
        <p:spPr>
          <a:xfrm>
            <a:off x="2852571" y="342070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即设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B8318F6-E2D3-4F99-B756-DDCA82588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157289"/>
              </p:ext>
            </p:extLst>
          </p:nvPr>
        </p:nvGraphicFramePr>
        <p:xfrm>
          <a:off x="3583727" y="3395546"/>
          <a:ext cx="15462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9" name="Equation" r:id="rId13" imgW="1511280" imgH="419040" progId="Equation.DSMT4">
                  <p:embed/>
                </p:oleObj>
              </mc:Choice>
              <mc:Fallback>
                <p:oleObj name="Equation" r:id="rId13" imgW="1511280" imgH="419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C59B2B2-DE43-4DAC-80AF-121DD2942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727" y="3395546"/>
                        <a:ext cx="154622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5314E5CA-406E-44D9-A8E8-5D865BC0E39D}"/>
              </a:ext>
            </a:extLst>
          </p:cNvPr>
          <p:cNvSpPr/>
          <p:nvPr/>
        </p:nvSpPr>
        <p:spPr>
          <a:xfrm>
            <a:off x="5058635" y="3415895"/>
            <a:ext cx="28167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是方程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所求解，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8752B0-D44B-49FC-99EA-6B59C91F3386}"/>
              </a:ext>
            </a:extLst>
          </p:cNvPr>
          <p:cNvSpPr/>
          <p:nvPr/>
        </p:nvSpPr>
        <p:spPr>
          <a:xfrm>
            <a:off x="7454438" y="3420708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求导得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E21F51F-9851-48AF-9A64-626562E48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460868"/>
              </p:ext>
            </p:extLst>
          </p:nvPr>
        </p:nvGraphicFramePr>
        <p:xfrm>
          <a:off x="1165406" y="4237161"/>
          <a:ext cx="21478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0" name="Equation" r:id="rId15" imgW="2095200" imgH="419040" progId="Equation.DSMT4">
                  <p:embed/>
                </p:oleObj>
              </mc:Choice>
              <mc:Fallback>
                <p:oleObj name="Equation" r:id="rId15" imgW="2095200" imgH="4190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D5090EC2-CED5-4A6D-974A-BB65CF0DC6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406" y="4237161"/>
                        <a:ext cx="2147888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4824CC8-512D-44C1-8140-4DD922B15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611178"/>
              </p:ext>
            </p:extLst>
          </p:nvPr>
        </p:nvGraphicFramePr>
        <p:xfrm>
          <a:off x="4224966" y="4237161"/>
          <a:ext cx="31226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1" name="Equation" r:id="rId17" imgW="3047760" imgH="419040" progId="Equation.DSMT4">
                  <p:embed/>
                </p:oleObj>
              </mc:Choice>
              <mc:Fallback>
                <p:oleObj name="Equation" r:id="rId17" imgW="3047760" imgH="419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2D02AB23-E62B-4ABE-AD3C-928B3C83F4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966" y="4237161"/>
                        <a:ext cx="3122612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EF96361-31E9-4EC7-A072-20B55B5BE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302739"/>
              </p:ext>
            </p:extLst>
          </p:nvPr>
        </p:nvGraphicFramePr>
        <p:xfrm>
          <a:off x="2159629" y="376378"/>
          <a:ext cx="2065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2" name="Equation" r:id="rId19" imgW="2019240" imgH="355320" progId="Equation.DSMT4">
                  <p:embed/>
                </p:oleObj>
              </mc:Choice>
              <mc:Fallback>
                <p:oleObj name="Equation" r:id="rId19" imgW="2019240" imgH="3553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ACC6A16-2ECE-4AE5-84EC-492277049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629" y="376378"/>
                        <a:ext cx="206533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F3484D08-A325-4237-B33D-6190882AFF8D}"/>
              </a:ext>
            </a:extLst>
          </p:cNvPr>
          <p:cNvSpPr/>
          <p:nvPr/>
        </p:nvSpPr>
        <p:spPr>
          <a:xfrm>
            <a:off x="6426567" y="254977"/>
            <a:ext cx="896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EDC77A8-2C2F-47A8-90C3-D671B7E8E5F0}"/>
              </a:ext>
            </a:extLst>
          </p:cNvPr>
          <p:cNvGrpSpPr/>
          <p:nvPr/>
        </p:nvGrpSpPr>
        <p:grpSpPr>
          <a:xfrm>
            <a:off x="4520352" y="291207"/>
            <a:ext cx="1666859" cy="461665"/>
            <a:chOff x="4898033" y="483970"/>
            <a:chExt cx="1666859" cy="461665"/>
          </a:xfrm>
        </p:grpSpPr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141BB3F9-9738-4723-B2B7-37D0398DEE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6974197"/>
                </p:ext>
              </p:extLst>
            </p:nvPr>
          </p:nvGraphicFramePr>
          <p:xfrm>
            <a:off x="4898033" y="568352"/>
            <a:ext cx="609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3" name="Equation" r:id="rId21" imgW="609480" imgH="342720" progId="Equation.DSMT4">
                    <p:embed/>
                  </p:oleObj>
                </mc:Choice>
                <mc:Fallback>
                  <p:oleObj name="Equation" r:id="rId21" imgW="609480" imgH="3427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9CC2AB51-AA6A-40E3-B46A-039970C8D9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033" y="568352"/>
                          <a:ext cx="6096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3DC4704-46AF-4DA7-BC9C-BA838AC10354}"/>
                </a:ext>
              </a:extLst>
            </p:cNvPr>
            <p:cNvSpPr/>
            <p:nvPr/>
          </p:nvSpPr>
          <p:spPr>
            <a:xfrm>
              <a:off x="5076056" y="483970"/>
              <a:ext cx="148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宋体" pitchFamily="2" charset="-122"/>
                  <a:cs typeface="Times New Roman" pitchFamily="18" charset="0"/>
                </a:rPr>
                <a:t>为常数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2377375-41A4-481B-B9AC-F2A0A080A40B}"/>
              </a:ext>
            </a:extLst>
          </p:cNvPr>
          <p:cNvCxnSpPr/>
          <p:nvPr/>
        </p:nvCxnSpPr>
        <p:spPr>
          <a:xfrm>
            <a:off x="-7272" y="987574"/>
            <a:ext cx="914400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87025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6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AE5DA81-6897-4102-A264-0F26EE8C9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295481"/>
              </p:ext>
            </p:extLst>
          </p:nvPr>
        </p:nvGraphicFramePr>
        <p:xfrm>
          <a:off x="1929085" y="875260"/>
          <a:ext cx="52927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7" name="Equation" r:id="rId3" imgW="5168880" imgH="419040" progId="Equation.DSMT4">
                  <p:embed/>
                </p:oleObj>
              </mc:Choice>
              <mc:Fallback>
                <p:oleObj name="Equation" r:id="rId3" imgW="516888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FC7861E-4313-4977-A713-7DB69E840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085" y="875260"/>
                        <a:ext cx="529272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B10B1A4F-D754-4E8A-8F16-44E654F91392}"/>
              </a:ext>
            </a:extLst>
          </p:cNvPr>
          <p:cNvGrpSpPr/>
          <p:nvPr/>
        </p:nvGrpSpPr>
        <p:grpSpPr>
          <a:xfrm>
            <a:off x="398984" y="301653"/>
            <a:ext cx="4120902" cy="461665"/>
            <a:chOff x="395536" y="483518"/>
            <a:chExt cx="4120902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5630689-D6BC-4481-B10F-56357A502880}"/>
                </a:ext>
              </a:extLst>
            </p:cNvPr>
            <p:cNvSpPr/>
            <p:nvPr/>
          </p:nvSpPr>
          <p:spPr>
            <a:xfrm>
              <a:off x="395536" y="483518"/>
              <a:ext cx="21178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代入微分方程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A77D938-BE96-427C-A372-27EB720BBC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7449484"/>
                </p:ext>
              </p:extLst>
            </p:nvPr>
          </p:nvGraphicFramePr>
          <p:xfrm>
            <a:off x="2373313" y="531813"/>
            <a:ext cx="21431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08" name="Equation" r:id="rId5" imgW="2095200" imgH="355320" progId="Equation.DSMT4">
                    <p:embed/>
                  </p:oleObj>
                </mc:Choice>
                <mc:Fallback>
                  <p:oleObj name="Equation" r:id="rId5" imgW="2095200" imgH="3553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184DD91C-676F-44CF-BFC4-E165EF2F02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3313" y="531813"/>
                          <a:ext cx="2143125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1989CDF-FFE4-4625-9F61-3E06E367CEAC}"/>
              </a:ext>
            </a:extLst>
          </p:cNvPr>
          <p:cNvSpPr/>
          <p:nvPr/>
        </p:nvSpPr>
        <p:spPr>
          <a:xfrm>
            <a:off x="4494648" y="27734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EB8F60-8E5A-457A-B255-7C6A46431E94}"/>
              </a:ext>
            </a:extLst>
          </p:cNvPr>
          <p:cNvSpPr/>
          <p:nvPr/>
        </p:nvSpPr>
        <p:spPr>
          <a:xfrm>
            <a:off x="349931" y="1522142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化简得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2C9B9B3-549A-4058-B2AC-4795950DE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790311"/>
              </p:ext>
            </p:extLst>
          </p:nvPr>
        </p:nvGraphicFramePr>
        <p:xfrm>
          <a:off x="2568865" y="1488409"/>
          <a:ext cx="44323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" name="Equation" r:id="rId7" imgW="4330440" imgH="419040" progId="Equation.DSMT4">
                  <p:embed/>
                </p:oleObj>
              </mc:Choice>
              <mc:Fallback>
                <p:oleObj name="Equation" r:id="rId7" imgW="433044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D35AB3B-4401-40F8-AA9D-792D5DF20F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865" y="1488409"/>
                        <a:ext cx="44323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6986A4D-DF9A-40FF-8BD1-D3E3D303B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820404"/>
              </p:ext>
            </p:extLst>
          </p:nvPr>
        </p:nvGraphicFramePr>
        <p:xfrm>
          <a:off x="5230548" y="2093971"/>
          <a:ext cx="36036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" name="Equation" r:id="rId9" imgW="3517560" imgH="419040" progId="Equation.DSMT4">
                  <p:embed/>
                </p:oleObj>
              </mc:Choice>
              <mc:Fallback>
                <p:oleObj name="Equation" r:id="rId9" imgW="3517560" imgH="419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A2F8547-41C8-46B8-8A9C-9B753B1F3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548" y="2093971"/>
                        <a:ext cx="3603625" cy="4333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F93D62F-04FC-4D02-BA52-2D7C711DC0BB}"/>
              </a:ext>
            </a:extLst>
          </p:cNvPr>
          <p:cNvSpPr/>
          <p:nvPr/>
        </p:nvSpPr>
        <p:spPr>
          <a:xfrm>
            <a:off x="358699" y="2159052"/>
            <a:ext cx="1048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C089F8E-D855-403C-A0B3-2E24423A62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830754"/>
              </p:ext>
            </p:extLst>
          </p:nvPr>
        </p:nvGraphicFramePr>
        <p:xfrm>
          <a:off x="1383838" y="2239865"/>
          <a:ext cx="8255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" name="Equation" r:id="rId11" imgW="825480" imgH="304560" progId="Equation.DSMT4">
                  <p:embed/>
                </p:oleObj>
              </mc:Choice>
              <mc:Fallback>
                <p:oleObj name="Equation" r:id="rId11" imgW="82548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52A2C7F-D26C-4BDA-987D-04857798D0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838" y="2239865"/>
                        <a:ext cx="825500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5464109-DCA0-4E11-88A6-B2EA6D56D9D9}"/>
              </a:ext>
            </a:extLst>
          </p:cNvPr>
          <p:cNvSpPr/>
          <p:nvPr/>
        </p:nvSpPr>
        <p:spPr>
          <a:xfrm>
            <a:off x="2268185" y="2159052"/>
            <a:ext cx="161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积分得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FDD714B-822C-4680-BDC2-9B3A4E580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417365"/>
              </p:ext>
            </p:extLst>
          </p:nvPr>
        </p:nvGraphicFramePr>
        <p:xfrm>
          <a:off x="3567336" y="2202559"/>
          <a:ext cx="15621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2" name="Equation" r:id="rId13" imgW="1562040" imgH="380880" progId="Equation.DSMT4">
                  <p:embed/>
                </p:oleObj>
              </mc:Choice>
              <mc:Fallback>
                <p:oleObj name="Equation" r:id="rId13" imgW="156204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3E73371-9D47-4301-B474-9E2A34BB6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336" y="2202559"/>
                        <a:ext cx="15621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36E38FE0-AF56-45C5-85CD-DA681840EF8F}"/>
              </a:ext>
            </a:extLst>
          </p:cNvPr>
          <p:cNvSpPr/>
          <p:nvPr/>
        </p:nvSpPr>
        <p:spPr>
          <a:xfrm>
            <a:off x="987452" y="2783497"/>
            <a:ext cx="3416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选取一个不为常数的解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544A5AA-7F30-4314-8FD5-10A8EDCF6A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121608"/>
              </p:ext>
            </p:extLst>
          </p:nvPr>
        </p:nvGraphicFramePr>
        <p:xfrm>
          <a:off x="4275115" y="2960824"/>
          <a:ext cx="73025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3" name="Equation" r:id="rId15" imgW="723600" imgH="253800" progId="Equation.DSMT4">
                  <p:embed/>
                </p:oleObj>
              </mc:Choice>
              <mc:Fallback>
                <p:oleObj name="Equation" r:id="rId15" imgW="723600" imgH="253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7F1D753-4069-4FD0-A626-4F51F8FDB7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15" y="2960824"/>
                        <a:ext cx="730250" cy="258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16F7EFD4-3BB9-4ADD-AD3E-01EFA4D586AC}"/>
              </a:ext>
            </a:extLst>
          </p:cNvPr>
          <p:cNvSpPr/>
          <p:nvPr/>
        </p:nvSpPr>
        <p:spPr>
          <a:xfrm>
            <a:off x="5046287" y="2805692"/>
            <a:ext cx="37449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的另一个解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FC61D15-6ACB-42FD-AE8A-B0AFA364F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987221"/>
              </p:ext>
            </p:extLst>
          </p:nvPr>
        </p:nvGraphicFramePr>
        <p:xfrm>
          <a:off x="4037422" y="3368443"/>
          <a:ext cx="12509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4" name="Equation" r:id="rId17" imgW="1218960" imgH="419040" progId="Equation.DSMT4">
                  <p:embed/>
                </p:oleObj>
              </mc:Choice>
              <mc:Fallback>
                <p:oleObj name="Equation" r:id="rId17" imgW="121896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83035E9-F353-42F1-BC20-7B3DDB3304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422" y="3368443"/>
                        <a:ext cx="1250950" cy="4333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E22CDD7B-C23B-4700-A2A8-246E94375DDD}"/>
              </a:ext>
            </a:extLst>
          </p:cNvPr>
          <p:cNvSpPr/>
          <p:nvPr/>
        </p:nvSpPr>
        <p:spPr>
          <a:xfrm>
            <a:off x="268053" y="3935610"/>
            <a:ext cx="37433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4E0607E-E72C-4BF6-ADDA-344EEE300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381721"/>
              </p:ext>
            </p:extLst>
          </p:nvPr>
        </p:nvGraphicFramePr>
        <p:xfrm>
          <a:off x="3879785" y="3960048"/>
          <a:ext cx="21193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5" name="Equation" r:id="rId19" imgW="2070000" imgH="419040" progId="Equation.DSMT4">
                  <p:embed/>
                </p:oleObj>
              </mc:Choice>
              <mc:Fallback>
                <p:oleObj name="Equation" r:id="rId19" imgW="2070000" imgH="419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3D10CCF-D532-4C00-8DE8-999B1E8926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785" y="3960048"/>
                        <a:ext cx="21193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41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2" grpId="0"/>
      <p:bldP spid="14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859C333-3CB2-477E-BA2A-681C1B23D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309824"/>
              </p:ext>
            </p:extLst>
          </p:nvPr>
        </p:nvGraphicFramePr>
        <p:xfrm>
          <a:off x="6770315" y="388715"/>
          <a:ext cx="16271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8" name="Equation" r:id="rId3" imgW="1600200" imgH="406080" progId="Equation.DSMT4">
                  <p:embed/>
                </p:oleObj>
              </mc:Choice>
              <mc:Fallback>
                <p:oleObj name="Equation" r:id="rId3" imgW="1600200" imgH="4060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D25BB2F-9297-46F1-8818-EA4037FD9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315" y="388715"/>
                        <a:ext cx="1627188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5A5C993-7795-4CF8-A540-DB2A1604C46A}"/>
              </a:ext>
            </a:extLst>
          </p:cNvPr>
          <p:cNvSpPr/>
          <p:nvPr/>
        </p:nvSpPr>
        <p:spPr>
          <a:xfrm>
            <a:off x="826416" y="1479250"/>
            <a:ext cx="3328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故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微分方程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有两个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解</a:t>
            </a:r>
            <a:endParaRPr lang="zh-CN" altLang="zh-CN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7D26951-C633-456B-8529-6A412CEAD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07962"/>
              </p:ext>
            </p:extLst>
          </p:nvPr>
        </p:nvGraphicFramePr>
        <p:xfrm>
          <a:off x="841610" y="2095085"/>
          <a:ext cx="27813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9" name="Equation" r:id="rId5" imgW="2717640" imgH="419040" progId="Equation.DSMT4">
                  <p:embed/>
                </p:oleObj>
              </mc:Choice>
              <mc:Fallback>
                <p:oleObj name="Equation" r:id="rId5" imgW="271764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FACB35A-D8FD-42D4-9C16-21489DAA91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610" y="2095085"/>
                        <a:ext cx="27813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CEFD808-FA75-4250-9AF4-7CDE29432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332471"/>
              </p:ext>
            </p:extLst>
          </p:nvPr>
        </p:nvGraphicFramePr>
        <p:xfrm>
          <a:off x="814654" y="2670936"/>
          <a:ext cx="29257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" name="Equation" r:id="rId7" imgW="2857320" imgH="419040" progId="Equation.DSMT4">
                  <p:embed/>
                </p:oleObj>
              </mc:Choice>
              <mc:Fallback>
                <p:oleObj name="Equation" r:id="rId7" imgW="285732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B1AC71E-6E4D-4DFB-8129-37E91A508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654" y="2670936"/>
                        <a:ext cx="2925762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EC77E448-CED5-47C3-A09A-3DF055391D5F}"/>
              </a:ext>
            </a:extLst>
          </p:cNvPr>
          <p:cNvGrpSpPr/>
          <p:nvPr/>
        </p:nvGrpSpPr>
        <p:grpSpPr>
          <a:xfrm>
            <a:off x="658366" y="346796"/>
            <a:ext cx="2628445" cy="473686"/>
            <a:chOff x="482543" y="464494"/>
            <a:chExt cx="2628445" cy="473686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B28DC9A-CD5D-4875-8724-16AEAA835F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0270670"/>
                </p:ext>
              </p:extLst>
            </p:nvPr>
          </p:nvGraphicFramePr>
          <p:xfrm>
            <a:off x="1673226" y="550863"/>
            <a:ext cx="700087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1" name="Equation" r:id="rId9" imgW="685800" imgH="279360" progId="Equation.DSMT4">
                    <p:embed/>
                  </p:oleObj>
                </mc:Choice>
                <mc:Fallback>
                  <p:oleObj name="Equation" r:id="rId9" imgW="68580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773C03DB-60AF-4165-92A7-B5F7D16BC1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3226" y="550863"/>
                          <a:ext cx="700087" cy="28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AE6ACF7-43AE-4B29-99DA-922197BA276F}"/>
                </a:ext>
              </a:extLst>
            </p:cNvPr>
            <p:cNvSpPr/>
            <p:nvPr/>
          </p:nvSpPr>
          <p:spPr>
            <a:xfrm>
              <a:off x="482543" y="464494"/>
              <a:ext cx="136768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（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iii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）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当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8499DED-ED5C-4171-882D-B7BDD38ACEA0}"/>
                </a:ext>
              </a:extLst>
            </p:cNvPr>
            <p:cNvSpPr/>
            <p:nvPr/>
          </p:nvSpPr>
          <p:spPr>
            <a:xfrm>
              <a:off x="2307563" y="47651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时，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052B0C26-0CC4-42C6-9EBE-80C090C0AE1C}"/>
              </a:ext>
            </a:extLst>
          </p:cNvPr>
          <p:cNvSpPr/>
          <p:nvPr/>
        </p:nvSpPr>
        <p:spPr>
          <a:xfrm>
            <a:off x="2818606" y="339502"/>
            <a:ext cx="46805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特征方程有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一对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共轭的复根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D8F1CA-01B1-4A4C-840A-A07E6198D304}"/>
              </a:ext>
            </a:extLst>
          </p:cNvPr>
          <p:cNvSpPr/>
          <p:nvPr/>
        </p:nvSpPr>
        <p:spPr>
          <a:xfrm>
            <a:off x="10294" y="98427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2D0A5F4-6EFE-42A4-8D8D-ED1700137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970289"/>
              </p:ext>
            </p:extLst>
          </p:nvPr>
        </p:nvGraphicFramePr>
        <p:xfrm>
          <a:off x="874390" y="943313"/>
          <a:ext cx="41433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2" name="Equation" r:id="rId11" imgW="4038480" imgH="495000" progId="Equation.DSMT4">
                  <p:embed/>
                </p:oleObj>
              </mc:Choice>
              <mc:Fallback>
                <p:oleObj name="Equation" r:id="rId11" imgW="4038480" imgH="4950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1F6501E-817E-4EAD-B62B-BEE5D02E2C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390" y="943313"/>
                        <a:ext cx="4143375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49A879E-AFCD-4F6D-93C8-AD758FFE9C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418468"/>
              </p:ext>
            </p:extLst>
          </p:nvPr>
        </p:nvGraphicFramePr>
        <p:xfrm>
          <a:off x="3703537" y="2120188"/>
          <a:ext cx="29495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" name="Equation" r:id="rId13" imgW="2882880" imgH="406080" progId="Equation.DSMT4">
                  <p:embed/>
                </p:oleObj>
              </mc:Choice>
              <mc:Fallback>
                <p:oleObj name="Equation" r:id="rId13" imgW="288288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301F89A-EFE0-4FE8-8248-952CF33CD3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537" y="2120188"/>
                        <a:ext cx="2949575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EAB3189-E204-4B3F-AF75-7857D41C4B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22174"/>
              </p:ext>
            </p:extLst>
          </p:nvPr>
        </p:nvGraphicFramePr>
        <p:xfrm>
          <a:off x="3716600" y="2691329"/>
          <a:ext cx="29400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4" name="Equation" r:id="rId15" imgW="2869920" imgH="406080" progId="Equation.DSMT4">
                  <p:embed/>
                </p:oleObj>
              </mc:Choice>
              <mc:Fallback>
                <p:oleObj name="Equation" r:id="rId15" imgW="2869920" imgH="4060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48B7978-0AC3-496C-92DC-B0FBF3F78F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600" y="2691329"/>
                        <a:ext cx="2940050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221EA0E7-E1AE-4942-A03C-E113C6871887}"/>
              </a:ext>
            </a:extLst>
          </p:cNvPr>
          <p:cNvGrpSpPr/>
          <p:nvPr/>
        </p:nvGrpSpPr>
        <p:grpSpPr>
          <a:xfrm>
            <a:off x="60939" y="3190861"/>
            <a:ext cx="1561343" cy="612974"/>
            <a:chOff x="158149" y="3364486"/>
            <a:chExt cx="1561343" cy="61297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B4AF69C-A941-45B0-B0DC-F616B567BE5F}"/>
                </a:ext>
              </a:extLst>
            </p:cNvPr>
            <p:cNvSpPr/>
            <p:nvPr/>
          </p:nvSpPr>
          <p:spPr>
            <a:xfrm>
              <a:off x="274353" y="3364486"/>
              <a:ext cx="1217000" cy="400110"/>
            </a:xfrm>
            <a:prstGeom prst="rect">
              <a:avLst/>
            </a:prstGeom>
            <a:ln w="19050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叠加原理</a:t>
              </a:r>
            </a:p>
          </p:txBody>
        </p:sp>
        <p:sp>
          <p:nvSpPr>
            <p:cNvPr id="20" name="箭头: 右 33">
              <a:extLst>
                <a:ext uri="{FF2B5EF4-FFF2-40B4-BE49-F238E27FC236}">
                  <a16:creationId xmlns:a16="http://schemas.microsoft.com/office/drawing/2014/main" id="{247F5C4C-D440-47B3-944C-21AC22342149}"/>
                </a:ext>
              </a:extLst>
            </p:cNvPr>
            <p:cNvSpPr/>
            <p:nvPr/>
          </p:nvSpPr>
          <p:spPr>
            <a:xfrm>
              <a:off x="158149" y="3761436"/>
              <a:ext cx="1561343" cy="216024"/>
            </a:xfrm>
            <a:prstGeom prst="rightArrow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D2BB004-7057-4CD9-9AFD-F62586C80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156850"/>
              </p:ext>
            </p:extLst>
          </p:nvPr>
        </p:nvGraphicFramePr>
        <p:xfrm>
          <a:off x="1668691" y="3260347"/>
          <a:ext cx="33686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5" name="Equation" r:id="rId17" imgW="3288960" imgH="723600" progId="Equation.DSMT4">
                  <p:embed/>
                </p:oleObj>
              </mc:Choice>
              <mc:Fallback>
                <p:oleObj name="Equation" r:id="rId17" imgW="3288960" imgH="723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ED6BF6CB-2FB9-4296-AD0B-3492E2135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691" y="3260347"/>
                        <a:ext cx="3368675" cy="744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42214D1-8ADD-47E8-9654-B58AD5F1BB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352650"/>
              </p:ext>
            </p:extLst>
          </p:nvPr>
        </p:nvGraphicFramePr>
        <p:xfrm>
          <a:off x="5135603" y="3263601"/>
          <a:ext cx="3579813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" name="Equation" r:id="rId19" imgW="3492360" imgH="723600" progId="Equation.DSMT4">
                  <p:embed/>
                </p:oleObj>
              </mc:Choice>
              <mc:Fallback>
                <p:oleObj name="Equation" r:id="rId19" imgW="3492360" imgH="723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DBA25C94-3F8D-4BBB-88EA-E0DF1C213E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603" y="3263601"/>
                        <a:ext cx="3579813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BCA38DEB-E7C6-47C5-A2A1-F9D08BFF1880}"/>
              </a:ext>
            </a:extLst>
          </p:cNvPr>
          <p:cNvSpPr/>
          <p:nvPr/>
        </p:nvSpPr>
        <p:spPr>
          <a:xfrm>
            <a:off x="60386" y="4171001"/>
            <a:ext cx="4414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且线性无关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E07160-65AE-44CB-8780-D3EFDEFA6A28}"/>
              </a:ext>
            </a:extLst>
          </p:cNvPr>
          <p:cNvSpPr/>
          <p:nvPr/>
        </p:nvSpPr>
        <p:spPr>
          <a:xfrm>
            <a:off x="130889" y="4194396"/>
            <a:ext cx="3748169" cy="46166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方程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F8AF794-9495-48F7-8B8F-FAFD81C80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0166"/>
              </p:ext>
            </p:extLst>
          </p:nvPr>
        </p:nvGraphicFramePr>
        <p:xfrm>
          <a:off x="2836490" y="4232589"/>
          <a:ext cx="376396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7" name="Equation" r:id="rId21" imgW="3682800" imgH="419040" progId="Equation.DSMT4">
                  <p:embed/>
                </p:oleObj>
              </mc:Choice>
              <mc:Fallback>
                <p:oleObj name="Equation" r:id="rId21" imgW="3682800" imgH="4190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DDCE2CFB-B406-48C2-9DC1-EB5F6777A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490" y="4232589"/>
                        <a:ext cx="3763963" cy="4333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A2663F4-F9D7-49A8-AE4B-9469352A74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239453"/>
              </p:ext>
            </p:extLst>
          </p:nvPr>
        </p:nvGraphicFramePr>
        <p:xfrm>
          <a:off x="6515100" y="3359150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" name="Equation" r:id="rId23" imgW="177480" imgH="291960" progId="Equation.DSMT4">
                  <p:embed/>
                </p:oleObj>
              </mc:Choice>
              <mc:Fallback>
                <p:oleObj name="Equation" r:id="rId23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515100" y="3359150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7CFBA1B5-D848-46A3-952D-DC854A1B409B}"/>
              </a:ext>
            </a:extLst>
          </p:cNvPr>
          <p:cNvGrpSpPr/>
          <p:nvPr/>
        </p:nvGrpSpPr>
        <p:grpSpPr>
          <a:xfrm>
            <a:off x="6826543" y="4227513"/>
            <a:ext cx="1812724" cy="400110"/>
            <a:chOff x="6878452" y="4062335"/>
            <a:chExt cx="1812724" cy="40011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7AE236E-D547-409C-9821-3CA1F2CFD02A}"/>
                </a:ext>
              </a:extLst>
            </p:cNvPr>
            <p:cNvSpPr/>
            <p:nvPr/>
          </p:nvSpPr>
          <p:spPr>
            <a:xfrm>
              <a:off x="7035728" y="4062335"/>
              <a:ext cx="165544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线性无关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1F4D1082-1BB9-4084-9744-2AA0E0E934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7101339"/>
                </p:ext>
              </p:extLst>
            </p:nvPr>
          </p:nvGraphicFramePr>
          <p:xfrm>
            <a:off x="6878452" y="4097290"/>
            <a:ext cx="59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9" name="Equation" r:id="rId25" imgW="596880" imgH="330120" progId="Equation.DSMT4">
                    <p:embed/>
                  </p:oleObj>
                </mc:Choice>
                <mc:Fallback>
                  <p:oleObj name="Equation" r:id="rId25" imgW="5968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878452" y="4097290"/>
                          <a:ext cx="59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3C7D878-9ED1-4952-BB32-9F2FC765BB42}"/>
              </a:ext>
            </a:extLst>
          </p:cNvPr>
          <p:cNvGrpSpPr/>
          <p:nvPr/>
        </p:nvGrpSpPr>
        <p:grpSpPr>
          <a:xfrm>
            <a:off x="6600453" y="1385597"/>
            <a:ext cx="2161356" cy="926975"/>
            <a:chOff x="6600453" y="1385597"/>
            <a:chExt cx="2161356" cy="92697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74DA4D0-7B2F-4105-BD0A-7876D01E9C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7204658"/>
                </p:ext>
              </p:extLst>
            </p:nvPr>
          </p:nvGraphicFramePr>
          <p:xfrm>
            <a:off x="6629028" y="1546117"/>
            <a:ext cx="18827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0" name="Equation" r:id="rId27" imgW="1879560" imgH="291960" progId="Equation.DSMT4">
                    <p:embed/>
                  </p:oleObj>
                </mc:Choice>
                <mc:Fallback>
                  <p:oleObj name="Equation" r:id="rId27" imgW="1879560" imgH="2919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1B6129F7-59BB-4BC4-947E-BA637FF665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028" y="1546117"/>
                          <a:ext cx="1882775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D1585F9-980F-42E1-B9F3-84ADEFA1256A}"/>
                </a:ext>
              </a:extLst>
            </p:cNvPr>
            <p:cNvSpPr/>
            <p:nvPr/>
          </p:nvSpPr>
          <p:spPr>
            <a:xfrm>
              <a:off x="6600453" y="1385597"/>
              <a:ext cx="2161356" cy="578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AABEB00-F926-4CBF-A969-8C91029052E0}"/>
                </a:ext>
              </a:extLst>
            </p:cNvPr>
            <p:cNvSpPr/>
            <p:nvPr/>
          </p:nvSpPr>
          <p:spPr>
            <a:xfrm>
              <a:off x="7068308" y="1943240"/>
              <a:ext cx="13291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欧拉公式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300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3" grpId="0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FE01A9-8BBA-48B1-9103-EA49CF1FCDC2}"/>
              </a:ext>
            </a:extLst>
          </p:cNvPr>
          <p:cNvSpPr/>
          <p:nvPr/>
        </p:nvSpPr>
        <p:spPr>
          <a:xfrm>
            <a:off x="1043608" y="411510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求二阶常系数齐次线性方程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ADF67E6-90A1-4FFF-8B65-2A94484F79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084788"/>
              </p:ext>
            </p:extLst>
          </p:nvPr>
        </p:nvGraphicFramePr>
        <p:xfrm>
          <a:off x="2411760" y="1116244"/>
          <a:ext cx="2065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" name="Equation" r:id="rId3" imgW="2019240" imgH="355320" progId="Equation.DSMT4">
                  <p:embed/>
                </p:oleObj>
              </mc:Choice>
              <mc:Fallback>
                <p:oleObj name="Equation" r:id="rId3" imgW="201924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3290B0C-C836-4CCC-93DE-8DAF79663B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116244"/>
                        <a:ext cx="206533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78A23EA-C9C4-4F7B-AF1C-286CA831518E}"/>
              </a:ext>
            </a:extLst>
          </p:cNvPr>
          <p:cNvSpPr/>
          <p:nvPr/>
        </p:nvSpPr>
        <p:spPr>
          <a:xfrm>
            <a:off x="6647433" y="1056117"/>
            <a:ext cx="10021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(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)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A12FCF-19DF-4DAD-9190-E787575DC4A6}"/>
              </a:ext>
            </a:extLst>
          </p:cNvPr>
          <p:cNvSpPr/>
          <p:nvPr/>
        </p:nvSpPr>
        <p:spPr>
          <a:xfrm>
            <a:off x="374194" y="1529640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通解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步骤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DB7381-BA20-423C-8473-C0D79CDEB2A5}"/>
              </a:ext>
            </a:extLst>
          </p:cNvPr>
          <p:cNvSpPr/>
          <p:nvPr/>
        </p:nvSpPr>
        <p:spPr>
          <a:xfrm>
            <a:off x="2315547" y="2266719"/>
            <a:ext cx="34836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写出方程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itchFamily="18" charset="0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的特征方程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EDDD5E1-07D6-4421-9728-9DEC65932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023385"/>
              </p:ext>
            </p:extLst>
          </p:nvPr>
        </p:nvGraphicFramePr>
        <p:xfrm>
          <a:off x="5717158" y="2283842"/>
          <a:ext cx="18605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Equation" r:id="rId5" imgW="1866600" imgH="406080" progId="Equation.DSMT4">
                  <p:embed/>
                </p:oleObj>
              </mc:Choice>
              <mc:Fallback>
                <p:oleObj name="Equation" r:id="rId5" imgW="186660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2CB93CE-2DB8-44F7-B56F-9A8A47F379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7158" y="2283842"/>
                        <a:ext cx="18605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5C31B02-5070-4C94-A263-416F41C12352}"/>
              </a:ext>
            </a:extLst>
          </p:cNvPr>
          <p:cNvSpPr/>
          <p:nvPr/>
        </p:nvSpPr>
        <p:spPr>
          <a:xfrm>
            <a:off x="2292194" y="2990679"/>
            <a:ext cx="3347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求出特征方程的两个根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5AA0AB4-319F-4651-BBBA-623B638FD8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365690"/>
              </p:ext>
            </p:extLst>
          </p:nvPr>
        </p:nvGraphicFramePr>
        <p:xfrm>
          <a:off x="5567933" y="2993455"/>
          <a:ext cx="78263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name="Equation" r:id="rId7" imgW="761760" imgH="380880" progId="Equation.DSMT4">
                  <p:embed/>
                </p:oleObj>
              </mc:Choice>
              <mc:Fallback>
                <p:oleObj name="Equation" r:id="rId7" imgW="76176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29853DA-58FA-49C8-B852-A5832D9922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933" y="2993455"/>
                        <a:ext cx="78263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A77810A-5D4B-44F1-8B9E-DFE1725A5440}"/>
              </a:ext>
            </a:extLst>
          </p:cNvPr>
          <p:cNvSpPr/>
          <p:nvPr/>
        </p:nvSpPr>
        <p:spPr>
          <a:xfrm>
            <a:off x="917791" y="442684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0C5A268-22CC-44FA-8075-48DCBE7DFD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940395"/>
              </p:ext>
            </p:extLst>
          </p:nvPr>
        </p:nvGraphicFramePr>
        <p:xfrm>
          <a:off x="4768054" y="1107629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9" name="Equation" r:id="rId9" imgW="609480" imgH="342720" progId="Equation.DSMT4">
                  <p:embed/>
                </p:oleObj>
              </mc:Choice>
              <mc:Fallback>
                <p:oleObj name="Equation" r:id="rId9" imgW="60948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D360A54-0C1D-4BEA-AF66-1D877375BC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054" y="1107629"/>
                        <a:ext cx="609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CF84496B-74BF-47C6-8B02-8F90F9A98DD2}"/>
              </a:ext>
            </a:extLst>
          </p:cNvPr>
          <p:cNvSpPr/>
          <p:nvPr/>
        </p:nvSpPr>
        <p:spPr>
          <a:xfrm>
            <a:off x="4928838" y="1067975"/>
            <a:ext cx="1488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为常数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30F61F-043C-4D64-8DC4-DC8D1A257422}"/>
              </a:ext>
            </a:extLst>
          </p:cNvPr>
          <p:cNvSpPr/>
          <p:nvPr/>
        </p:nvSpPr>
        <p:spPr>
          <a:xfrm>
            <a:off x="967681" y="2225817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第一步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E23D7C1-4DFF-4A76-9E3B-7EB3A00BDE34}"/>
              </a:ext>
            </a:extLst>
          </p:cNvPr>
          <p:cNvCxnSpPr>
            <a:cxnSpLocks/>
          </p:cNvCxnSpPr>
          <p:nvPr/>
        </p:nvCxnSpPr>
        <p:spPr>
          <a:xfrm>
            <a:off x="2411760" y="1504130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895C093-FF3D-4D33-B51D-98B2C793D442}"/>
              </a:ext>
            </a:extLst>
          </p:cNvPr>
          <p:cNvCxnSpPr>
            <a:cxnSpLocks/>
          </p:cNvCxnSpPr>
          <p:nvPr/>
        </p:nvCxnSpPr>
        <p:spPr>
          <a:xfrm>
            <a:off x="5639585" y="2643758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2FFAE47-B75B-48F9-8857-12E8B0398712}"/>
              </a:ext>
            </a:extLst>
          </p:cNvPr>
          <p:cNvCxnSpPr>
            <a:cxnSpLocks/>
          </p:cNvCxnSpPr>
          <p:nvPr/>
        </p:nvCxnSpPr>
        <p:spPr>
          <a:xfrm>
            <a:off x="2987824" y="1504130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5ADD7F-C1FE-4E0D-9E39-42A7CB6E89A6}"/>
              </a:ext>
            </a:extLst>
          </p:cNvPr>
          <p:cNvCxnSpPr>
            <a:cxnSpLocks/>
          </p:cNvCxnSpPr>
          <p:nvPr/>
        </p:nvCxnSpPr>
        <p:spPr>
          <a:xfrm>
            <a:off x="6266906" y="2654065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F06BC04-0820-437E-8367-7E6E9F6FD6A3}"/>
              </a:ext>
            </a:extLst>
          </p:cNvPr>
          <p:cNvCxnSpPr>
            <a:cxnSpLocks/>
          </p:cNvCxnSpPr>
          <p:nvPr/>
        </p:nvCxnSpPr>
        <p:spPr>
          <a:xfrm>
            <a:off x="3707904" y="1481369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10E9F4"/>
            </a:solidFill>
            <a:prstDash val="solid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6656FF2-2DE1-4DBE-8F0D-5F62469A6C80}"/>
              </a:ext>
            </a:extLst>
          </p:cNvPr>
          <p:cNvCxnSpPr>
            <a:cxnSpLocks/>
          </p:cNvCxnSpPr>
          <p:nvPr/>
        </p:nvCxnSpPr>
        <p:spPr>
          <a:xfrm>
            <a:off x="6876256" y="2643758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10E9F4"/>
            </a:solidFill>
            <a:prstDash val="solid"/>
          </a:ln>
          <a:effectLst/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689A112-DBCB-4190-B8A0-E14A1A0EDC54}"/>
              </a:ext>
            </a:extLst>
          </p:cNvPr>
          <p:cNvSpPr/>
          <p:nvPr/>
        </p:nvSpPr>
        <p:spPr>
          <a:xfrm>
            <a:off x="967681" y="2991820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步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754753A-2294-4525-B3D5-67EB3D7D84B6}"/>
              </a:ext>
            </a:extLst>
          </p:cNvPr>
          <p:cNvSpPr/>
          <p:nvPr/>
        </p:nvSpPr>
        <p:spPr>
          <a:xfrm>
            <a:off x="920775" y="3698038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步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0FF4FD-71B7-4074-BD73-ED99558F68CD}"/>
              </a:ext>
            </a:extLst>
          </p:cNvPr>
          <p:cNvSpPr/>
          <p:nvPr/>
        </p:nvSpPr>
        <p:spPr>
          <a:xfrm>
            <a:off x="1876662" y="3727758"/>
            <a:ext cx="70019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根据特征方程根的情形，按照下表写出微分方程</a:t>
            </a:r>
          </a:p>
        </p:txBody>
      </p:sp>
    </p:spTree>
    <p:extLst>
      <p:ext uri="{BB962C8B-B14F-4D97-AF65-F5344CB8AC3E}">
        <p14:creationId xmlns:p14="http://schemas.microsoft.com/office/powerpoint/2010/main" val="399199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53">
            <a:extLst>
              <a:ext uri="{FF2B5EF4-FFF2-40B4-BE49-F238E27FC236}">
                <a16:creationId xmlns:a16="http://schemas.microsoft.com/office/drawing/2014/main" id="{9295E28F-B51B-4DF3-BEF2-86A50A1B53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504" y="1131590"/>
            <a:ext cx="8568952" cy="26218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直接连接符 54">
            <a:extLst>
              <a:ext uri="{FF2B5EF4-FFF2-40B4-BE49-F238E27FC236}">
                <a16:creationId xmlns:a16="http://schemas.microsoft.com/office/drawing/2014/main" id="{ED56E2D3-543E-473A-A56C-46B1980DF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61" y="1861024"/>
            <a:ext cx="8604187" cy="0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直接连接符 56">
            <a:extLst>
              <a:ext uri="{FF2B5EF4-FFF2-40B4-BE49-F238E27FC236}">
                <a16:creationId xmlns:a16="http://schemas.microsoft.com/office/drawing/2014/main" id="{F5265270-71DF-498C-8D2B-769681B8F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039" y="1157808"/>
            <a:ext cx="0" cy="2851808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直接连接符 54">
            <a:extLst>
              <a:ext uri="{FF2B5EF4-FFF2-40B4-BE49-F238E27FC236}">
                <a16:creationId xmlns:a16="http://schemas.microsoft.com/office/drawing/2014/main" id="{718523CB-FC13-41C1-B974-B22E02400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504" y="2581104"/>
            <a:ext cx="8568952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直接连接符 54">
            <a:extLst>
              <a:ext uri="{FF2B5EF4-FFF2-40B4-BE49-F238E27FC236}">
                <a16:creationId xmlns:a16="http://schemas.microsoft.com/office/drawing/2014/main" id="{A62DF6B0-0885-4A92-B8D0-AF0F78FE3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62" y="3301184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直接连接符 55">
            <a:extLst>
              <a:ext uri="{FF2B5EF4-FFF2-40B4-BE49-F238E27FC236}">
                <a16:creationId xmlns:a16="http://schemas.microsoft.com/office/drawing/2014/main" id="{4DBB65B6-AE61-46AE-A88C-1E871F85B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504" y="4009615"/>
            <a:ext cx="8605400" cy="3297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29D3ED2-CA82-4001-80FA-40E35413DCD7}"/>
              </a:ext>
            </a:extLst>
          </p:cNvPr>
          <p:cNvGrpSpPr/>
          <p:nvPr/>
        </p:nvGrpSpPr>
        <p:grpSpPr>
          <a:xfrm>
            <a:off x="251519" y="1338404"/>
            <a:ext cx="4446816" cy="404378"/>
            <a:chOff x="395536" y="1333965"/>
            <a:chExt cx="4446816" cy="40437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F1B394-08BA-40BB-9DE6-DD11F1BEBF52}"/>
                </a:ext>
              </a:extLst>
            </p:cNvPr>
            <p:cNvSpPr/>
            <p:nvPr/>
          </p:nvSpPr>
          <p:spPr>
            <a:xfrm>
              <a:off x="395536" y="1338233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特征方程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1439B3C-0356-4DE7-93AD-7C9493E7B7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2036207"/>
                </p:ext>
              </p:extLst>
            </p:nvPr>
          </p:nvGraphicFramePr>
          <p:xfrm>
            <a:off x="1606124" y="1366838"/>
            <a:ext cx="15081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0" name="Equation" r:id="rId3" imgW="1511280" imgH="342720" progId="Equation.DSMT4">
                    <p:embed/>
                  </p:oleObj>
                </mc:Choice>
                <mc:Fallback>
                  <p:oleObj name="Equation" r:id="rId3" imgW="151128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2547244F-3F24-4BF8-B55B-5E60342556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124" y="1366838"/>
                          <a:ext cx="150812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7FA66FF-040F-4739-97A3-67DAE68E2810}"/>
                </a:ext>
              </a:extLst>
            </p:cNvPr>
            <p:cNvSpPr/>
            <p:nvPr/>
          </p:nvSpPr>
          <p:spPr>
            <a:xfrm>
              <a:off x="3107503" y="1333965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的两个根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89EDFA5-60F2-4BCF-9412-C5BC25A2AC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2689960"/>
                </p:ext>
              </p:extLst>
            </p:nvPr>
          </p:nvGraphicFramePr>
          <p:xfrm>
            <a:off x="4266090" y="1364157"/>
            <a:ext cx="576262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1" name="Equation" r:id="rId5" imgW="558720" imgH="330120" progId="Equation.DSMT4">
                    <p:embed/>
                  </p:oleObj>
                </mc:Choice>
                <mc:Fallback>
                  <p:oleObj name="Equation" r:id="rId5" imgW="558720" imgH="3301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12B69C4-6380-48D3-8605-CA642388B6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6090" y="1364157"/>
                          <a:ext cx="576262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D06EA6A-88B6-492B-A8C6-98660BB50271}"/>
              </a:ext>
            </a:extLst>
          </p:cNvPr>
          <p:cNvGrpSpPr/>
          <p:nvPr/>
        </p:nvGrpSpPr>
        <p:grpSpPr>
          <a:xfrm>
            <a:off x="4932039" y="1315281"/>
            <a:ext cx="3782535" cy="423233"/>
            <a:chOff x="5076056" y="1310842"/>
            <a:chExt cx="3782535" cy="42323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AD95113-87F3-4550-B7DD-F2095DB50EF1}"/>
                </a:ext>
              </a:extLst>
            </p:cNvPr>
            <p:cNvSpPr/>
            <p:nvPr/>
          </p:nvSpPr>
          <p:spPr>
            <a:xfrm>
              <a:off x="5076056" y="13108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微分方程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A317A3A-BEED-4E46-A276-FBAA4F9037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9228676"/>
                </p:ext>
              </p:extLst>
            </p:nvPr>
          </p:nvGraphicFramePr>
          <p:xfrm>
            <a:off x="6197922" y="1412869"/>
            <a:ext cx="1706562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2" name="Equation" r:id="rId7" imgW="1701720" imgH="304560" progId="Equation.DSMT4">
                    <p:embed/>
                  </p:oleObj>
                </mc:Choice>
                <mc:Fallback>
                  <p:oleObj name="Equation" r:id="rId7" imgW="1701720" imgH="304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3177C354-5CB0-4DCB-898E-688F4B3ED8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7922" y="1412869"/>
                          <a:ext cx="1706562" cy="301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7E776F2-15A2-4045-86B3-F3A1A01D649E}"/>
                </a:ext>
              </a:extLst>
            </p:cNvPr>
            <p:cNvSpPr/>
            <p:nvPr/>
          </p:nvSpPr>
          <p:spPr>
            <a:xfrm>
              <a:off x="7904484" y="1333965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的通解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4A24E5B-6EE2-4966-BDF9-F156488BC836}"/>
              </a:ext>
            </a:extLst>
          </p:cNvPr>
          <p:cNvGrpSpPr/>
          <p:nvPr/>
        </p:nvGrpSpPr>
        <p:grpSpPr>
          <a:xfrm>
            <a:off x="251519" y="2041172"/>
            <a:ext cx="2829197" cy="400110"/>
            <a:chOff x="395536" y="2036733"/>
            <a:chExt cx="2829197" cy="40011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7FA22E5-F0E7-4269-B6F1-FB04CEDA33EF}"/>
                </a:ext>
              </a:extLst>
            </p:cNvPr>
            <p:cNvSpPr/>
            <p:nvPr/>
          </p:nvSpPr>
          <p:spPr>
            <a:xfrm>
              <a:off x="395536" y="2036733"/>
              <a:ext cx="223651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两个不相等的实根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EC72AFC-54DA-483E-AC65-559E9107B4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3695703"/>
                </p:ext>
              </p:extLst>
            </p:nvPr>
          </p:nvGraphicFramePr>
          <p:xfrm>
            <a:off x="2648471" y="2066925"/>
            <a:ext cx="576262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3" name="Equation" r:id="rId9" imgW="558800" imgH="330200" progId="Equation.DSMT4">
                    <p:embed/>
                  </p:oleObj>
                </mc:Choice>
                <mc:Fallback>
                  <p:oleObj name="Equation" r:id="rId9" imgW="558800" imgH="3302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24EA6F99-9499-4600-986B-A7B0B64538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8471" y="2066925"/>
                          <a:ext cx="576262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786F71F-818F-4B95-BCD6-4F998CD12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841907"/>
              </p:ext>
            </p:extLst>
          </p:nvPr>
        </p:nvGraphicFramePr>
        <p:xfrm>
          <a:off x="5268708" y="2055755"/>
          <a:ext cx="17478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4" name="Equation" r:id="rId11" imgW="1752480" imgH="355320" progId="Equation.DSMT4">
                  <p:embed/>
                </p:oleObj>
              </mc:Choice>
              <mc:Fallback>
                <p:oleObj name="Equation" r:id="rId11" imgW="1752480" imgH="355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93442FE6-2747-4F70-8616-13ED22273C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708" y="2055755"/>
                        <a:ext cx="1747837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0BDD0AC1-58F0-46E5-9F63-CB0BC5423223}"/>
              </a:ext>
            </a:extLst>
          </p:cNvPr>
          <p:cNvGrpSpPr/>
          <p:nvPr/>
        </p:nvGrpSpPr>
        <p:grpSpPr>
          <a:xfrm>
            <a:off x="234730" y="2760855"/>
            <a:ext cx="2839116" cy="400110"/>
            <a:chOff x="378747" y="2756416"/>
            <a:chExt cx="2839116" cy="40011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DC9A626-F437-4709-A390-3276CAF0524B}"/>
                </a:ext>
              </a:extLst>
            </p:cNvPr>
            <p:cNvSpPr/>
            <p:nvPr/>
          </p:nvSpPr>
          <p:spPr>
            <a:xfrm>
              <a:off x="378747" y="2756416"/>
              <a:ext cx="19800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两个相等的实根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CF14CF0-D241-4C73-AE32-D915E0E56C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071940"/>
                </p:ext>
              </p:extLst>
            </p:nvPr>
          </p:nvGraphicFramePr>
          <p:xfrm>
            <a:off x="2536825" y="2786063"/>
            <a:ext cx="681038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5" name="Equation" r:id="rId13" imgW="660240" imgH="330120" progId="Equation.DSMT4">
                    <p:embed/>
                  </p:oleObj>
                </mc:Choice>
                <mc:Fallback>
                  <p:oleObj name="Equation" r:id="rId13" imgW="660240" imgH="3301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67286B2E-F4F6-4BD7-8644-88B3FC386F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825" y="2786063"/>
                          <a:ext cx="681038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672D140-EB60-40E4-AE42-6A847C2DD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897567"/>
              </p:ext>
            </p:extLst>
          </p:nvPr>
        </p:nvGraphicFramePr>
        <p:xfrm>
          <a:off x="5248070" y="2792665"/>
          <a:ext cx="1789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6" name="Equation" r:id="rId15" imgW="1752480" imgH="355320" progId="Equation.DSMT4">
                  <p:embed/>
                </p:oleObj>
              </mc:Choice>
              <mc:Fallback>
                <p:oleObj name="Equation" r:id="rId15" imgW="1752480" imgH="3553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79A3BD6-38D8-4D8F-865E-F8CCE82AB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070" y="2792665"/>
                        <a:ext cx="1789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2E6D831F-1496-4338-B3A3-FE628C3AD96E}"/>
              </a:ext>
            </a:extLst>
          </p:cNvPr>
          <p:cNvGrpSpPr/>
          <p:nvPr/>
        </p:nvGrpSpPr>
        <p:grpSpPr>
          <a:xfrm>
            <a:off x="276157" y="3440285"/>
            <a:ext cx="3174176" cy="400110"/>
            <a:chOff x="420174" y="3435846"/>
            <a:chExt cx="3174176" cy="40011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8E726B9-4BC4-46B2-9AF5-61CBD609A7A4}"/>
                </a:ext>
              </a:extLst>
            </p:cNvPr>
            <p:cNvSpPr/>
            <p:nvPr/>
          </p:nvSpPr>
          <p:spPr>
            <a:xfrm>
              <a:off x="420174" y="3435846"/>
              <a:ext cx="185178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一对共轭复根 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9A46C13A-F8A9-42A9-A3D3-217CD34972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5305109"/>
                </p:ext>
              </p:extLst>
            </p:nvPr>
          </p:nvGraphicFramePr>
          <p:xfrm>
            <a:off x="2271963" y="3461306"/>
            <a:ext cx="132238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77" name="Equation" r:id="rId17" imgW="1295280" imgH="355320" progId="Equation.DSMT4">
                    <p:embed/>
                  </p:oleObj>
                </mc:Choice>
                <mc:Fallback>
                  <p:oleObj name="Equation" r:id="rId17" imgW="1295280" imgH="3553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B3E8C08B-1619-478D-AA84-0119E00566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1963" y="3461306"/>
                          <a:ext cx="1322387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9EBA194-001E-47E6-856E-1B349C6D2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025102"/>
              </p:ext>
            </p:extLst>
          </p:nvPr>
        </p:nvGraphicFramePr>
        <p:xfrm>
          <a:off x="5223796" y="3440285"/>
          <a:ext cx="31067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8" name="Equation" r:id="rId19" imgW="3035160" imgH="355320" progId="Equation.DSMT4">
                  <p:embed/>
                </p:oleObj>
              </mc:Choice>
              <mc:Fallback>
                <p:oleObj name="Equation" r:id="rId19" imgW="3035160" imgH="3553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A79D71F2-FE20-48E4-B59B-B651D921A8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3796" y="3440285"/>
                        <a:ext cx="3106737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15B67CD-B5CC-47BE-9A9F-D80EF8DDE5CE}"/>
              </a:ext>
            </a:extLst>
          </p:cNvPr>
          <p:cNvCxnSpPr>
            <a:cxnSpLocks/>
          </p:cNvCxnSpPr>
          <p:nvPr/>
        </p:nvCxnSpPr>
        <p:spPr>
          <a:xfrm>
            <a:off x="2627783" y="3774620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E5C56E2-070C-46B9-9D94-9270097354FC}"/>
              </a:ext>
            </a:extLst>
          </p:cNvPr>
          <p:cNvCxnSpPr>
            <a:cxnSpLocks/>
          </p:cNvCxnSpPr>
          <p:nvPr/>
        </p:nvCxnSpPr>
        <p:spPr>
          <a:xfrm>
            <a:off x="5796135" y="3644048"/>
            <a:ext cx="169171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F4B67E8-20BE-4881-8AA3-7DA5DF471AF6}"/>
              </a:ext>
            </a:extLst>
          </p:cNvPr>
          <p:cNvCxnSpPr>
            <a:cxnSpLocks/>
          </p:cNvCxnSpPr>
          <p:nvPr/>
        </p:nvCxnSpPr>
        <p:spPr>
          <a:xfrm>
            <a:off x="3073846" y="3774620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4A3356A-FD67-4367-A36B-8B0CBC8F9910}"/>
              </a:ext>
            </a:extLst>
          </p:cNvPr>
          <p:cNvCxnSpPr>
            <a:cxnSpLocks/>
          </p:cNvCxnSpPr>
          <p:nvPr/>
        </p:nvCxnSpPr>
        <p:spPr>
          <a:xfrm>
            <a:off x="6715009" y="3774620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C308692-6BAD-41DA-9B32-A3E4606E1A69}"/>
              </a:ext>
            </a:extLst>
          </p:cNvPr>
          <p:cNvCxnSpPr>
            <a:cxnSpLocks/>
          </p:cNvCxnSpPr>
          <p:nvPr/>
        </p:nvCxnSpPr>
        <p:spPr>
          <a:xfrm>
            <a:off x="7884367" y="3774620"/>
            <a:ext cx="301536" cy="0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414112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2A9FF9-B49A-4757-8D60-B70423DCDEDA}"/>
              </a:ext>
            </a:extLst>
          </p:cNvPr>
          <p:cNvSpPr/>
          <p:nvPr/>
        </p:nvSpPr>
        <p:spPr>
          <a:xfrm>
            <a:off x="1320774" y="537258"/>
            <a:ext cx="2507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求微分方程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BEB33E5-8489-4B7D-86BB-6EC343012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015819"/>
              </p:ext>
            </p:extLst>
          </p:nvPr>
        </p:nvGraphicFramePr>
        <p:xfrm>
          <a:off x="3563888" y="627534"/>
          <a:ext cx="189706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Equation" r:id="rId3" imgW="1892160" imgH="355320" progId="Equation.DSMT4">
                  <p:embed/>
                </p:oleObj>
              </mc:Choice>
              <mc:Fallback>
                <p:oleObj name="Equation" r:id="rId3" imgW="189216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670895F-EDF1-415F-86F1-A8E8E50CC7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627534"/>
                        <a:ext cx="1897062" cy="3762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4E12434-9535-444E-BBE5-ACAD08F77720}"/>
              </a:ext>
            </a:extLst>
          </p:cNvPr>
          <p:cNvSpPr/>
          <p:nvPr/>
        </p:nvSpPr>
        <p:spPr>
          <a:xfrm>
            <a:off x="5464323" y="597520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873633-6D9F-418E-A6F8-035F9E27AD43}"/>
              </a:ext>
            </a:extLst>
          </p:cNvPr>
          <p:cNvSpPr/>
          <p:nvPr/>
        </p:nvSpPr>
        <p:spPr>
          <a:xfrm>
            <a:off x="1320774" y="1227825"/>
            <a:ext cx="7069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A709079-A491-4F21-B671-DF765DE8B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570980"/>
              </p:ext>
            </p:extLst>
          </p:nvPr>
        </p:nvGraphicFramePr>
        <p:xfrm>
          <a:off x="4057078" y="1289440"/>
          <a:ext cx="16573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Equation" r:id="rId5" imgW="1663560" imgH="393480" progId="Equation.DSMT4">
                  <p:embed/>
                </p:oleObj>
              </mc:Choice>
              <mc:Fallback>
                <p:oleObj name="Equation" r:id="rId5" imgW="166356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7E23B1B-FB69-4984-BBB2-06728B10D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078" y="1289440"/>
                        <a:ext cx="165735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9A17607-2CCB-4AF3-9C39-A12486FD1359}"/>
              </a:ext>
            </a:extLst>
          </p:cNvPr>
          <p:cNvSpPr/>
          <p:nvPr/>
        </p:nvSpPr>
        <p:spPr>
          <a:xfrm>
            <a:off x="2016163" y="2137584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91F06F-E608-47E2-A5F6-11D88D985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897134"/>
              </p:ext>
            </p:extLst>
          </p:nvPr>
        </p:nvGraphicFramePr>
        <p:xfrm>
          <a:off x="3987228" y="2228717"/>
          <a:ext cx="17970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Equation" r:id="rId7" imgW="1790640" imgH="380880" progId="Equation.DSMT4">
                  <p:embed/>
                </p:oleObj>
              </mc:Choice>
              <mc:Fallback>
                <p:oleObj name="Equation" r:id="rId7" imgW="179064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4B22C2D-D410-4368-9614-569D12D3A0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228" y="2228717"/>
                        <a:ext cx="179705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536968F-49FA-4C1C-8848-E6CC33EB9E8A}"/>
              </a:ext>
            </a:extLst>
          </p:cNvPr>
          <p:cNvSpPr/>
          <p:nvPr/>
        </p:nvSpPr>
        <p:spPr>
          <a:xfrm>
            <a:off x="1988492" y="3045904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0F1499F-C5BA-42A5-9E26-90E355199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153858"/>
              </p:ext>
            </p:extLst>
          </p:nvPr>
        </p:nvGraphicFramePr>
        <p:xfrm>
          <a:off x="4717478" y="3045904"/>
          <a:ext cx="2133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7" name="Equation" r:id="rId9" imgW="2133360" imgH="419040" progId="Equation.DSMT4">
                  <p:embed/>
                </p:oleObj>
              </mc:Choice>
              <mc:Fallback>
                <p:oleObj name="Equation" r:id="rId9" imgW="2133360" imgH="419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169F359-12B7-47E8-90E1-E8181924A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7478" y="3045904"/>
                        <a:ext cx="2133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805564B-BD6A-4A6C-A19B-E582BC408097}"/>
              </a:ext>
            </a:extLst>
          </p:cNvPr>
          <p:cNvSpPr/>
          <p:nvPr/>
        </p:nvSpPr>
        <p:spPr>
          <a:xfrm>
            <a:off x="1983157" y="1244234"/>
            <a:ext cx="18870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特征方程为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630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1A72CA-FD9E-4E3D-AC7F-5738051A9869}"/>
              </a:ext>
            </a:extLst>
          </p:cNvPr>
          <p:cNvSpPr/>
          <p:nvPr/>
        </p:nvSpPr>
        <p:spPr>
          <a:xfrm>
            <a:off x="1042465" y="660723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求微分方程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1C71AF5-FD49-4588-8AEE-61BFAEEF9A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501949"/>
              </p:ext>
            </p:extLst>
          </p:nvPr>
        </p:nvGraphicFramePr>
        <p:xfrm>
          <a:off x="3563888" y="771550"/>
          <a:ext cx="25019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8" name="Equation" r:id="rId3" imgW="2501640" imgH="355320" progId="Equation.DSMT4">
                  <p:embed/>
                </p:oleObj>
              </mc:Choice>
              <mc:Fallback>
                <p:oleObj name="Equation" r:id="rId3" imgW="250164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C6F67E1-249B-47E6-B8DC-6361BCD7C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771550"/>
                        <a:ext cx="25019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A04AE05-726D-4D2A-8551-AC100BEEE3B5}"/>
              </a:ext>
            </a:extLst>
          </p:cNvPr>
          <p:cNvSpPr/>
          <p:nvPr/>
        </p:nvSpPr>
        <p:spPr>
          <a:xfrm>
            <a:off x="6079793" y="649012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64FB3C-8A93-4740-806D-59DB06590DE6}"/>
              </a:ext>
            </a:extLst>
          </p:cNvPr>
          <p:cNvSpPr/>
          <p:nvPr/>
        </p:nvSpPr>
        <p:spPr>
          <a:xfrm>
            <a:off x="1008484" y="1386142"/>
            <a:ext cx="2385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特征方程为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B569AA9-DF2A-4FE5-88CF-6C9BA3F24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205700"/>
              </p:ext>
            </p:extLst>
          </p:nvPr>
        </p:nvGraphicFramePr>
        <p:xfrm>
          <a:off x="3647849" y="1462107"/>
          <a:ext cx="22780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9" name="Equation" r:id="rId5" imgW="2273040" imgH="393480" progId="Equation.DSMT4">
                  <p:embed/>
                </p:oleObj>
              </mc:Choice>
              <mc:Fallback>
                <p:oleObj name="Equation" r:id="rId5" imgW="227304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7948581-B6C1-4039-9CA9-BFB1F42B10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849" y="1462107"/>
                        <a:ext cx="2278063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7DAADFB-95ED-4FCD-9598-4BA1C5987E56}"/>
              </a:ext>
            </a:extLst>
          </p:cNvPr>
          <p:cNvSpPr/>
          <p:nvPr/>
        </p:nvSpPr>
        <p:spPr>
          <a:xfrm>
            <a:off x="1618529" y="2299201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05A75A-5864-4658-A460-AF043C98FBC6}"/>
              </a:ext>
            </a:extLst>
          </p:cNvPr>
          <p:cNvSpPr/>
          <p:nvPr/>
        </p:nvSpPr>
        <p:spPr>
          <a:xfrm>
            <a:off x="1609935" y="3220267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14D1130-930B-445B-967E-ABF2C8444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654384"/>
              </p:ext>
            </p:extLst>
          </p:nvPr>
        </p:nvGraphicFramePr>
        <p:xfrm>
          <a:off x="3647849" y="2165701"/>
          <a:ext cx="133826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" name="Equation" r:id="rId7" imgW="1346040" imgH="723600" progId="Equation.DSMT4">
                  <p:embed/>
                </p:oleObj>
              </mc:Choice>
              <mc:Fallback>
                <p:oleObj name="Equation" r:id="rId7" imgW="134604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C18F6C2-F67F-4AE0-9D35-D9B65DDC0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849" y="2165701"/>
                        <a:ext cx="1338263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B160C6A-93CD-499D-BC05-6C7F6717E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113443"/>
              </p:ext>
            </p:extLst>
          </p:nvPr>
        </p:nvGraphicFramePr>
        <p:xfrm>
          <a:off x="4464415" y="3045445"/>
          <a:ext cx="2184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" name="Equation" r:id="rId9" imgW="2184120" imgH="622080" progId="Equation.DSMT4">
                  <p:embed/>
                </p:oleObj>
              </mc:Choice>
              <mc:Fallback>
                <p:oleObj name="Equation" r:id="rId9" imgW="2184120" imgH="622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57BB9B3-D667-401B-9304-8F61C4A62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415" y="3045445"/>
                        <a:ext cx="21844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1AD0CB2-BF2E-4320-B66F-C488DCD7A1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030672"/>
              </p:ext>
            </p:extLst>
          </p:nvPr>
        </p:nvGraphicFramePr>
        <p:xfrm>
          <a:off x="6246607" y="1462107"/>
          <a:ext cx="16033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" name="Equation" r:id="rId11" imgW="1600200" imgH="406080" progId="Equation.DSMT4">
                  <p:embed/>
                </p:oleObj>
              </mc:Choice>
              <mc:Fallback>
                <p:oleObj name="Equation" r:id="rId11" imgW="160020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89FE14E-3B8F-40B4-ADC6-F3D3117DA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607" y="1462107"/>
                        <a:ext cx="160337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10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3A2904F-B81B-4064-81DF-11F6C2E4AE79}"/>
              </a:ext>
            </a:extLst>
          </p:cNvPr>
          <p:cNvGrpSpPr/>
          <p:nvPr/>
        </p:nvGrpSpPr>
        <p:grpSpPr>
          <a:xfrm>
            <a:off x="179524" y="483518"/>
            <a:ext cx="8784951" cy="952061"/>
            <a:chOff x="179512" y="555526"/>
            <a:chExt cx="8784951" cy="95206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C2C8116-2A26-4748-9086-C16E68A9E2F3}"/>
                </a:ext>
              </a:extLst>
            </p:cNvPr>
            <p:cNvSpPr/>
            <p:nvPr/>
          </p:nvSpPr>
          <p:spPr>
            <a:xfrm>
              <a:off x="827584" y="555526"/>
              <a:ext cx="23519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3 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求微分方程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082D1124-5534-4B8F-8DC6-2A2CF70705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2572311"/>
                </p:ext>
              </p:extLst>
            </p:nvPr>
          </p:nvGraphicFramePr>
          <p:xfrm>
            <a:off x="3151730" y="610939"/>
            <a:ext cx="2095500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84" name="Equation" r:id="rId3" imgW="2095200" imgH="355320" progId="Equation.DSMT4">
                    <p:embed/>
                  </p:oleObj>
                </mc:Choice>
                <mc:Fallback>
                  <p:oleObj name="Equation" r:id="rId3" imgW="2095200" imgH="3553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B28BDDE8-8D9F-4029-AAE0-92E461C0D9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730" y="610939"/>
                          <a:ext cx="2095500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E590A76-A5CC-42DB-B53B-88EBB5944F7A}"/>
                </a:ext>
              </a:extLst>
            </p:cNvPr>
            <p:cNvSpPr/>
            <p:nvPr/>
          </p:nvSpPr>
          <p:spPr>
            <a:xfrm>
              <a:off x="5148064" y="555526"/>
              <a:ext cx="38163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满足初值条件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ADA91D7-3E19-47C7-9673-D496BB1416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6426957"/>
                </p:ext>
              </p:extLst>
            </p:nvPr>
          </p:nvGraphicFramePr>
          <p:xfrm>
            <a:off x="7308304" y="587127"/>
            <a:ext cx="11049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85" name="Equation" r:id="rId5" imgW="1104840" imgH="380880" progId="Equation.DSMT4">
                    <p:embed/>
                  </p:oleObj>
                </mc:Choice>
                <mc:Fallback>
                  <p:oleObj name="Equation" r:id="rId5" imgW="110484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012EFD49-B82D-448C-8302-93EB7F125A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8304" y="587127"/>
                          <a:ext cx="11049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7D33CB6-6F0C-4849-8302-AE88A29E98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7124478"/>
                </p:ext>
              </p:extLst>
            </p:nvPr>
          </p:nvGraphicFramePr>
          <p:xfrm>
            <a:off x="179512" y="1122794"/>
            <a:ext cx="1079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86" name="Equation" r:id="rId7" imgW="1079280" imgH="380880" progId="Equation.DSMT4">
                    <p:embed/>
                  </p:oleObj>
                </mc:Choice>
                <mc:Fallback>
                  <p:oleObj name="Equation" r:id="rId7" imgW="107928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796DD9DB-54CD-47C2-9620-CB8C02D26C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9512" y="1122794"/>
                          <a:ext cx="1079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AB1B54-4624-43E6-A0A8-0529BC5FFA53}"/>
                </a:ext>
              </a:extLst>
            </p:cNvPr>
            <p:cNvSpPr/>
            <p:nvPr/>
          </p:nvSpPr>
          <p:spPr>
            <a:xfrm>
              <a:off x="1259012" y="1045922"/>
              <a:ext cx="12682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的特解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2719BE19-56C6-4EAA-939F-50872D3A8EBB}"/>
              </a:ext>
            </a:extLst>
          </p:cNvPr>
          <p:cNvSpPr/>
          <p:nvPr/>
        </p:nvSpPr>
        <p:spPr>
          <a:xfrm>
            <a:off x="955862" y="1519723"/>
            <a:ext cx="2385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特征方程为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0D3818F-E99F-4694-A20F-5AE127833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516227"/>
              </p:ext>
            </p:extLst>
          </p:nvPr>
        </p:nvGraphicFramePr>
        <p:xfrm>
          <a:off x="3527104" y="1573326"/>
          <a:ext cx="182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7" name="Equation" r:id="rId9" imgW="1828800" imgH="355320" progId="Equation.DSMT4">
                  <p:embed/>
                </p:oleObj>
              </mc:Choice>
              <mc:Fallback>
                <p:oleObj name="Equation" r:id="rId9" imgW="1828800" imgH="355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441FEBF-E710-4C13-AB67-3A0DCCB5DA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27104" y="1573326"/>
                        <a:ext cx="1828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FD3EE08-1EBE-4573-8781-6D67B3471FDE}"/>
              </a:ext>
            </a:extLst>
          </p:cNvPr>
          <p:cNvSpPr/>
          <p:nvPr/>
        </p:nvSpPr>
        <p:spPr>
          <a:xfrm>
            <a:off x="1650433" y="2179095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28659D3-C8F1-43D4-988A-30B4F609BB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861544"/>
              </p:ext>
            </p:extLst>
          </p:nvPr>
        </p:nvGraphicFramePr>
        <p:xfrm>
          <a:off x="3605656" y="2184345"/>
          <a:ext cx="123666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8" name="Equation" r:id="rId11" imgW="1244520" imgH="406080" progId="Equation.DSMT4">
                  <p:embed/>
                </p:oleObj>
              </mc:Choice>
              <mc:Fallback>
                <p:oleObj name="Equation" r:id="rId11" imgW="1244520" imgH="4060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3EF329D-C5F9-4520-A74F-DC42FDC204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656" y="2184345"/>
                        <a:ext cx="1236663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EC1B20B-635C-4208-870F-3071663CD1D2}"/>
              </a:ext>
            </a:extLst>
          </p:cNvPr>
          <p:cNvSpPr/>
          <p:nvPr/>
        </p:nvSpPr>
        <p:spPr>
          <a:xfrm>
            <a:off x="1641980" y="2818092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037AECF-5B62-40D3-A2A6-F5B1BED1E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817727"/>
              </p:ext>
            </p:extLst>
          </p:nvPr>
        </p:nvGraphicFramePr>
        <p:xfrm>
          <a:off x="4644008" y="2818092"/>
          <a:ext cx="3251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9" name="Equation" r:id="rId13" imgW="3251160" imgH="419040" progId="Equation.DSMT4">
                  <p:embed/>
                </p:oleObj>
              </mc:Choice>
              <mc:Fallback>
                <p:oleObj name="Equation" r:id="rId13" imgW="325116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C0B5749-BF60-4A00-AD47-8C3D0EA73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818092"/>
                        <a:ext cx="3251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764C2561-17C6-48A4-B1CC-4DE984C07680}"/>
              </a:ext>
            </a:extLst>
          </p:cNvPr>
          <p:cNvGrpSpPr/>
          <p:nvPr/>
        </p:nvGrpSpPr>
        <p:grpSpPr>
          <a:xfrm>
            <a:off x="1628482" y="4085342"/>
            <a:ext cx="3636896" cy="461665"/>
            <a:chOff x="766751" y="4434947"/>
            <a:chExt cx="3636896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3722508-7DDA-4A1D-8AF1-53EC6E394B0E}"/>
                </a:ext>
              </a:extLst>
            </p:cNvPr>
            <p:cNvSpPr/>
            <p:nvPr/>
          </p:nvSpPr>
          <p:spPr>
            <a:xfrm>
              <a:off x="766751" y="4434947"/>
              <a:ext cx="17315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所求特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解为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E544030-6E8C-4B12-BA88-27C9D35C39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6741337"/>
                </p:ext>
              </p:extLst>
            </p:nvPr>
          </p:nvGraphicFramePr>
          <p:xfrm>
            <a:off x="2879647" y="4451633"/>
            <a:ext cx="1524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90" name="Equation" r:id="rId15" imgW="1523880" imgH="406080" progId="Equation.DSMT4">
                    <p:embed/>
                  </p:oleObj>
                </mc:Choice>
                <mc:Fallback>
                  <p:oleObj name="Equation" r:id="rId15" imgW="1523880" imgH="4060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3DEFD581-8CA0-40A7-824B-0A99C1925B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9647" y="4451633"/>
                          <a:ext cx="15240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AA6AD0B-62FE-44CC-807D-719111FA831F}"/>
              </a:ext>
            </a:extLst>
          </p:cNvPr>
          <p:cNvGrpSpPr/>
          <p:nvPr/>
        </p:nvGrpSpPr>
        <p:grpSpPr>
          <a:xfrm>
            <a:off x="1650433" y="3414604"/>
            <a:ext cx="6623336" cy="474416"/>
            <a:chOff x="788702" y="3764209"/>
            <a:chExt cx="6623336" cy="47441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BBDE142-E061-4005-9C20-BEBE406746BA}"/>
                </a:ext>
              </a:extLst>
            </p:cNvPr>
            <p:cNvSpPr/>
            <p:nvPr/>
          </p:nvSpPr>
          <p:spPr>
            <a:xfrm>
              <a:off x="788702" y="3764209"/>
              <a:ext cx="48657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由初值条件                                    解得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C61A9BE-8FAE-4E0F-A23C-09D06D0330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9897840"/>
                </p:ext>
              </p:extLst>
            </p:nvPr>
          </p:nvGraphicFramePr>
          <p:xfrm>
            <a:off x="2536747" y="3816671"/>
            <a:ext cx="110490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91" name="Equation" r:id="rId17" imgW="1104840" imgH="380880" progId="Equation.DSMT4">
                    <p:embed/>
                  </p:oleObj>
                </mc:Choice>
                <mc:Fallback>
                  <p:oleObj name="Equation" r:id="rId17" imgW="1104840" imgH="3808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A8EB0A6E-EFCC-4409-91BA-ADECC296CC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747" y="3816671"/>
                          <a:ext cx="1104900" cy="374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73C587AD-5C7F-4B2E-865D-4033BDF726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3534095"/>
                </p:ext>
              </p:extLst>
            </p:nvPr>
          </p:nvGraphicFramePr>
          <p:xfrm>
            <a:off x="3720873" y="3816671"/>
            <a:ext cx="1079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92" name="Equation" r:id="rId18" imgW="1079280" imgH="380880" progId="Equation.DSMT4">
                    <p:embed/>
                  </p:oleObj>
                </mc:Choice>
                <mc:Fallback>
                  <p:oleObj name="Equation" r:id="rId18" imgW="107928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AAA36E80-4DCC-41C5-9D6C-927AFF54DB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20873" y="3816671"/>
                          <a:ext cx="1079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AE2D2F5-CC13-4563-9E95-04969CB14E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9744704"/>
                </p:ext>
              </p:extLst>
            </p:nvPr>
          </p:nvGraphicFramePr>
          <p:xfrm>
            <a:off x="5549700" y="3853780"/>
            <a:ext cx="850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93" name="Equation" r:id="rId19" imgW="850680" imgH="380880" progId="Equation.DSMT4">
                    <p:embed/>
                  </p:oleObj>
                </mc:Choice>
                <mc:Fallback>
                  <p:oleObj name="Equation" r:id="rId19" imgW="850680" imgH="3808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B0B9113A-826E-420B-9028-58097C77952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549700" y="3853780"/>
                          <a:ext cx="850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CBA1F78-ED7F-4957-895C-9B3CA925E2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9115895"/>
                </p:ext>
              </p:extLst>
            </p:nvPr>
          </p:nvGraphicFramePr>
          <p:xfrm>
            <a:off x="6586538" y="3857625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94" name="Equation" r:id="rId21" imgW="825480" imgH="380880" progId="Equation.DSMT4">
                    <p:embed/>
                  </p:oleObj>
                </mc:Choice>
                <mc:Fallback>
                  <p:oleObj name="Equation" r:id="rId21" imgW="825480" imgH="3808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08FB4A73-10C2-48E0-AFE6-88BF789585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586538" y="3857625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2707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47FC6B-BD10-43F6-A91D-17DCDB5803A3}"/>
              </a:ext>
            </a:extLst>
          </p:cNvPr>
          <p:cNvSpPr/>
          <p:nvPr/>
        </p:nvSpPr>
        <p:spPr>
          <a:xfrm>
            <a:off x="1259632" y="267494"/>
            <a:ext cx="7594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设底面直径为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0.5m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的圆柱形浮筒铅直放在水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中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当稍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8EA521-4A07-4A3A-8542-A8D2EECEB04F}"/>
              </a:ext>
            </a:extLst>
          </p:cNvPr>
          <p:cNvSpPr/>
          <p:nvPr/>
        </p:nvSpPr>
        <p:spPr>
          <a:xfrm>
            <a:off x="-76142" y="849695"/>
            <a:ext cx="91362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后突然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放开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浮筒在水中上下振动的周期为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2s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,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求浮筒的质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32D6D6-C87A-4C87-A2E7-F741318828A1}"/>
              </a:ext>
            </a:extLst>
          </p:cNvPr>
          <p:cNvSpPr/>
          <p:nvPr/>
        </p:nvSpPr>
        <p:spPr>
          <a:xfrm>
            <a:off x="613325" y="267494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7A513D-1734-48B3-96EC-8E6AAEE83571}"/>
              </a:ext>
            </a:extLst>
          </p:cNvPr>
          <p:cNvSpPr/>
          <p:nvPr/>
        </p:nvSpPr>
        <p:spPr>
          <a:xfrm>
            <a:off x="-20823" y="1391824"/>
            <a:ext cx="1268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引例）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5E8698-6625-4B54-A923-60B24DA4420B}"/>
              </a:ext>
            </a:extLst>
          </p:cNvPr>
          <p:cNvSpPr/>
          <p:nvPr/>
        </p:nvSpPr>
        <p:spPr>
          <a:xfrm>
            <a:off x="700545" y="1865641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srgbClr val="00206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前面已得到浮筒的运动方程为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8B148B1-2F8A-4785-A1E7-248F643B7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002872"/>
              </p:ext>
            </p:extLst>
          </p:nvPr>
        </p:nvGraphicFramePr>
        <p:xfrm>
          <a:off x="3521850" y="2430890"/>
          <a:ext cx="15620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" name="Equation" r:id="rId3" imgW="1562040" imgH="342720" progId="Equation.DSMT4">
                  <p:embed/>
                </p:oleObj>
              </mc:Choice>
              <mc:Fallback>
                <p:oleObj name="Equation" r:id="rId3" imgW="15620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5735D70-0F91-4C87-81B0-ED727CCC79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850" y="2430890"/>
                        <a:ext cx="15620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23007BF-67C0-47FA-9204-DEC0877C22CB}"/>
              </a:ext>
            </a:extLst>
          </p:cNvPr>
          <p:cNvSpPr/>
          <p:nvPr/>
        </p:nvSpPr>
        <p:spPr>
          <a:xfrm>
            <a:off x="3317507" y="3111594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492F0E-9A9A-435C-9259-283CBD4BE64D}"/>
              </a:ext>
            </a:extLst>
          </p:cNvPr>
          <p:cNvSpPr/>
          <p:nvPr/>
        </p:nvSpPr>
        <p:spPr>
          <a:xfrm>
            <a:off x="95600" y="3803876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D453D5D-C188-470D-93C5-CC02FFC302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381044"/>
              </p:ext>
            </p:extLst>
          </p:nvPr>
        </p:nvGraphicFramePr>
        <p:xfrm>
          <a:off x="1827690" y="3126955"/>
          <a:ext cx="145256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7" name="Equation" r:id="rId5" imgW="1447560" imgH="393480" progId="Equation.DSMT4">
                  <p:embed/>
                </p:oleObj>
              </mc:Choice>
              <mc:Fallback>
                <p:oleObj name="Equation" r:id="rId5" imgW="144756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593B362-1813-47E7-BE7F-D84BF23243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690" y="3126955"/>
                        <a:ext cx="1452562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7CC8F79-6533-4089-843C-6163EC2F4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54294"/>
              </p:ext>
            </p:extLst>
          </p:nvPr>
        </p:nvGraphicFramePr>
        <p:xfrm>
          <a:off x="4808621" y="3120604"/>
          <a:ext cx="13017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Equation" r:id="rId7" imgW="1307880" imgH="406080" progId="Equation.DSMT4">
                  <p:embed/>
                </p:oleObj>
              </mc:Choice>
              <mc:Fallback>
                <p:oleObj name="Equation" r:id="rId7" imgW="130788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7A550F0-A4C3-4710-9E14-8AED83D98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621" y="3120604"/>
                        <a:ext cx="130175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8322E06-E03D-4E0E-B4F0-29863B1C5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865926"/>
              </p:ext>
            </p:extLst>
          </p:nvPr>
        </p:nvGraphicFramePr>
        <p:xfrm>
          <a:off x="2903912" y="4325066"/>
          <a:ext cx="29273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9" imgW="2920680" imgH="380880" progId="Equation.DSMT4">
                  <p:embed/>
                </p:oleObj>
              </mc:Choice>
              <mc:Fallback>
                <p:oleObj name="Equation" r:id="rId9" imgW="292068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FBBC384-B4B3-4929-98BE-965BF583D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912" y="4325066"/>
                        <a:ext cx="292735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73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0A53FC-DCCB-4374-9FB4-1F9EE0262A54}"/>
              </a:ext>
            </a:extLst>
          </p:cNvPr>
          <p:cNvSpPr/>
          <p:nvPr/>
        </p:nvSpPr>
        <p:spPr>
          <a:xfrm>
            <a:off x="323528" y="465816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3E426E2-A55E-425E-9515-8436932B8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2784"/>
              </p:ext>
            </p:extLst>
          </p:nvPr>
        </p:nvGraphicFramePr>
        <p:xfrm>
          <a:off x="3113563" y="515401"/>
          <a:ext cx="29527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9" name="Equation" r:id="rId3" imgW="2946240" imgH="380880" progId="Equation.DSMT4">
                  <p:embed/>
                </p:oleObj>
              </mc:Choice>
              <mc:Fallback>
                <p:oleObj name="Equation" r:id="rId3" imgW="294624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D83182C-EB7B-4512-BBAA-AE79631AA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563" y="515401"/>
                        <a:ext cx="295275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0ACA8CE-90AD-4014-A8D1-475732A6E37D}"/>
              </a:ext>
            </a:extLst>
          </p:cNvPr>
          <p:cNvSpPr/>
          <p:nvPr/>
        </p:nvSpPr>
        <p:spPr>
          <a:xfrm>
            <a:off x="345914" y="1243493"/>
            <a:ext cx="562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又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5F8A893-1207-4F97-9015-41035544D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980094"/>
              </p:ext>
            </p:extLst>
          </p:nvPr>
        </p:nvGraphicFramePr>
        <p:xfrm>
          <a:off x="1559658" y="1288881"/>
          <a:ext cx="287496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0" name="Equation" r:id="rId5" imgW="2869920" imgH="380880" progId="Equation.DSMT4">
                  <p:embed/>
                </p:oleObj>
              </mc:Choice>
              <mc:Fallback>
                <p:oleObj name="Equation" r:id="rId5" imgW="286992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C87303F-CFE9-4BC4-A8F9-12F1A99CF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658" y="1288881"/>
                        <a:ext cx="2874962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800EAC9-BB1B-4512-BA04-4DB38DD1A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969383"/>
              </p:ext>
            </p:extLst>
          </p:nvPr>
        </p:nvGraphicFramePr>
        <p:xfrm>
          <a:off x="4443854" y="1334225"/>
          <a:ext cx="20113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1" name="Equation" r:id="rId7" imgW="2006280" imgH="342720" progId="Equation.DSMT4">
                  <p:embed/>
                </p:oleObj>
              </mc:Choice>
              <mc:Fallback>
                <p:oleObj name="Equation" r:id="rId7" imgW="20062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99CBC8F-BC2F-46DA-A9F9-B5FC6EE59B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854" y="1334225"/>
                        <a:ext cx="201136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304653D-FF28-4839-9FA6-9DDBEA1642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739790"/>
              </p:ext>
            </p:extLst>
          </p:nvPr>
        </p:nvGraphicFramePr>
        <p:xfrm>
          <a:off x="2534575" y="1903865"/>
          <a:ext cx="3365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2" name="Equation" r:id="rId9" imgW="3365280" imgH="723600" progId="Equation.DSMT4">
                  <p:embed/>
                </p:oleObj>
              </mc:Choice>
              <mc:Fallback>
                <p:oleObj name="Equation" r:id="rId9" imgW="336528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43B377B-0C10-42D4-8F6A-0A8FD6638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575" y="1903865"/>
                        <a:ext cx="3365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D547782-4DC2-48C1-BB96-3D6D5BCD31FB}"/>
              </a:ext>
            </a:extLst>
          </p:cNvPr>
          <p:cNvSpPr/>
          <p:nvPr/>
        </p:nvSpPr>
        <p:spPr>
          <a:xfrm>
            <a:off x="272187" y="2871045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从而振动周期为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A5B75D0-E329-4F9E-B1CA-93CDD55DE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88743"/>
              </p:ext>
            </p:extLst>
          </p:nvPr>
        </p:nvGraphicFramePr>
        <p:xfrm>
          <a:off x="2569171" y="2740127"/>
          <a:ext cx="14287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3" name="Equation" r:id="rId11" imgW="1434960" imgH="736560" progId="Equation.DSMT4">
                  <p:embed/>
                </p:oleObj>
              </mc:Choice>
              <mc:Fallback>
                <p:oleObj name="Equation" r:id="rId11" imgW="143496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934EA84-2E6D-4823-83D9-A065E6F22F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171" y="2740127"/>
                        <a:ext cx="142875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0B31E56-3F67-4141-9D8D-BACFFB5DF889}"/>
              </a:ext>
            </a:extLst>
          </p:cNvPr>
          <p:cNvSpPr/>
          <p:nvPr/>
        </p:nvSpPr>
        <p:spPr>
          <a:xfrm>
            <a:off x="3928486" y="287104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B825CBF-1B45-4712-99C8-1847AA728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678091"/>
              </p:ext>
            </p:extLst>
          </p:nvPr>
        </p:nvGraphicFramePr>
        <p:xfrm>
          <a:off x="4412239" y="2997524"/>
          <a:ext cx="792162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4" name="Equation" r:id="rId13" imgW="787320" imgH="266400" progId="Equation.DSMT4">
                  <p:embed/>
                </p:oleObj>
              </mc:Choice>
              <mc:Fallback>
                <p:oleObj name="Equation" r:id="rId13" imgW="787320" imgH="266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A487C08-D466-4255-99C6-AA463F52F7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2239" y="2997524"/>
                        <a:ext cx="792162" cy="2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66D30061-FBF4-42A0-9B29-BCC80B94EE09}"/>
              </a:ext>
            </a:extLst>
          </p:cNvPr>
          <p:cNvSpPr/>
          <p:nvPr/>
        </p:nvSpPr>
        <p:spPr>
          <a:xfrm>
            <a:off x="5204401" y="287104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2B7D5D5-1523-43DF-81BB-B00EF1C43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523375"/>
              </p:ext>
            </p:extLst>
          </p:nvPr>
        </p:nvGraphicFramePr>
        <p:xfrm>
          <a:off x="5693237" y="2682783"/>
          <a:ext cx="198755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5" name="Equation" r:id="rId15" imgW="1981080" imgH="774360" progId="Equation.DSMT4">
                  <p:embed/>
                </p:oleObj>
              </mc:Choice>
              <mc:Fallback>
                <p:oleObj name="Equation" r:id="rId15" imgW="1981080" imgH="7743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F1A4DDD-DC61-45E2-BCA5-D05CE8846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3237" y="2682783"/>
                        <a:ext cx="1987550" cy="77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80198FDF-EE56-4438-9858-D55ECEA317A9}"/>
              </a:ext>
            </a:extLst>
          </p:cNvPr>
          <p:cNvSpPr/>
          <p:nvPr/>
        </p:nvSpPr>
        <p:spPr>
          <a:xfrm>
            <a:off x="260965" y="385019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从中解出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A649235-3E38-4C1A-B000-757807D59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082723"/>
              </p:ext>
            </p:extLst>
          </p:nvPr>
        </p:nvGraphicFramePr>
        <p:xfrm>
          <a:off x="2938401" y="3720006"/>
          <a:ext cx="299243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6" name="Equation" r:id="rId17" imgW="2997000" imgH="774360" progId="Equation.DSMT4">
                  <p:embed/>
                </p:oleObj>
              </mc:Choice>
              <mc:Fallback>
                <p:oleObj name="Equation" r:id="rId17" imgW="2997000" imgH="7743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A64270D-A3AF-4407-B104-CA9D7AD01C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01" y="3720006"/>
                        <a:ext cx="2992438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67AEC91-2220-4067-8296-BCDAB1567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45313"/>
              </p:ext>
            </p:extLst>
          </p:nvPr>
        </p:nvGraphicFramePr>
        <p:xfrm>
          <a:off x="6876256" y="1855972"/>
          <a:ext cx="195552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7" name="Equation" r:id="rId19" imgW="1955520" imgH="774360" progId="Equation.DSMT4">
                  <p:embed/>
                </p:oleObj>
              </mc:Choice>
              <mc:Fallback>
                <p:oleObj name="Equation" r:id="rId19" imgW="1955520" imgH="7743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56B6492-5DF3-44AC-B09E-81A1FF023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1855972"/>
                        <a:ext cx="1955520" cy="774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DD4B441-D823-4F20-9CA7-D439590722CE}"/>
              </a:ext>
            </a:extLst>
          </p:cNvPr>
          <p:cNvCxnSpPr/>
          <p:nvPr/>
        </p:nvCxnSpPr>
        <p:spPr>
          <a:xfrm>
            <a:off x="0" y="936036"/>
            <a:ext cx="9108504" cy="0"/>
          </a:xfrm>
          <a:prstGeom prst="line">
            <a:avLst/>
          </a:prstGeom>
          <a:noFill/>
          <a:ln w="19050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01369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F49AE8-4B1E-4E6C-A2E3-33283166D808}"/>
              </a:ext>
            </a:extLst>
          </p:cNvPr>
          <p:cNvSpPr/>
          <p:nvPr/>
        </p:nvSpPr>
        <p:spPr>
          <a:xfrm>
            <a:off x="755576" y="267494"/>
            <a:ext cx="1733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若函数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6B53141-8E6B-4353-A740-1EA676568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587537"/>
              </p:ext>
            </p:extLst>
          </p:nvPr>
        </p:nvGraphicFramePr>
        <p:xfrm>
          <a:off x="2411859" y="379289"/>
          <a:ext cx="1295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4" name="Equation" r:id="rId3" imgW="1295280" imgH="342720" progId="Equation.DSMT4">
                  <p:embed/>
                </p:oleObj>
              </mc:Choice>
              <mc:Fallback>
                <p:oleObj name="Equation" r:id="rId3" imgW="12952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2EE5A00-E357-4CED-8B05-E20FECCBDF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859" y="379289"/>
                        <a:ext cx="12954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FDDC2FE-23CF-490A-8B1D-B629AFCEC9A7}"/>
              </a:ext>
            </a:extLst>
          </p:cNvPr>
          <p:cNvSpPr/>
          <p:nvPr/>
        </p:nvSpPr>
        <p:spPr>
          <a:xfrm>
            <a:off x="3631515" y="267494"/>
            <a:ext cx="2133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满足下列条件：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9F55ACC-82BB-4F05-883D-1B85E4BE2D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215629"/>
              </p:ext>
            </p:extLst>
          </p:nvPr>
        </p:nvGraphicFramePr>
        <p:xfrm>
          <a:off x="1193103" y="974999"/>
          <a:ext cx="60325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5" name="Equation" r:id="rId5" imgW="6032160" imgH="355320" progId="Equation.DSMT4">
                  <p:embed/>
                </p:oleObj>
              </mc:Choice>
              <mc:Fallback>
                <p:oleObj name="Equation" r:id="rId5" imgW="603216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5A51384-E20C-43DF-B541-3D539F321F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103" y="974999"/>
                        <a:ext cx="603250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8287DDA-7325-46B5-9C60-FCCB1FCD1032}"/>
              </a:ext>
            </a:extLst>
          </p:cNvPr>
          <p:cNvSpPr/>
          <p:nvPr/>
        </p:nvSpPr>
        <p:spPr>
          <a:xfrm>
            <a:off x="144863" y="166494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求曲线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AA91BE9-D89A-474D-B2D9-482B872D7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354058"/>
              </p:ext>
            </p:extLst>
          </p:nvPr>
        </p:nvGraphicFramePr>
        <p:xfrm>
          <a:off x="1194743" y="1506838"/>
          <a:ext cx="11557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6" name="Equation" r:id="rId7" imgW="1155600" imgH="787320" progId="Equation.DSMT4">
                  <p:embed/>
                </p:oleObj>
              </mc:Choice>
              <mc:Fallback>
                <p:oleObj name="Equation" r:id="rId7" imgW="1155600" imgH="787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F451F90-CCC1-4440-AA4D-8B8C07BEDB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743" y="1506838"/>
                        <a:ext cx="1155700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E5B51F0-D727-426A-8A56-DD46C24DA843}"/>
              </a:ext>
            </a:extLst>
          </p:cNvPr>
          <p:cNvSpPr/>
          <p:nvPr/>
        </p:nvSpPr>
        <p:spPr>
          <a:xfrm>
            <a:off x="2329753" y="1656847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67AAD94-EA9C-4282-B0A9-36D789ED2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823979"/>
              </p:ext>
            </p:extLst>
          </p:nvPr>
        </p:nvGraphicFramePr>
        <p:xfrm>
          <a:off x="2761553" y="1524437"/>
          <a:ext cx="14478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7" name="Equation" r:id="rId9" imgW="1447560" imgH="723600" progId="Equation.DSMT4">
                  <p:embed/>
                </p:oleObj>
              </mc:Choice>
              <mc:Fallback>
                <p:oleObj name="Equation" r:id="rId9" imgW="144756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DE1FD55-F6C1-44E6-ABEF-2C2B871C81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553" y="1524437"/>
                        <a:ext cx="14478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1D20CB0-7F9D-4FFB-94BC-5CB1587A9BCD}"/>
              </a:ext>
            </a:extLst>
          </p:cNvPr>
          <p:cNvSpPr/>
          <p:nvPr/>
        </p:nvSpPr>
        <p:spPr>
          <a:xfrm>
            <a:off x="4209353" y="1650791"/>
            <a:ext cx="2505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所围图形的面积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F1582C-4510-4163-A17E-201BA92B333E}"/>
              </a:ext>
            </a:extLst>
          </p:cNvPr>
          <p:cNvSpPr/>
          <p:nvPr/>
        </p:nvSpPr>
        <p:spPr>
          <a:xfrm>
            <a:off x="777937" y="2419825"/>
            <a:ext cx="1990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由题意得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D545B87-AAB0-46F1-BB8E-26926A3732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762882"/>
              </p:ext>
            </p:extLst>
          </p:nvPr>
        </p:nvGraphicFramePr>
        <p:xfrm>
          <a:off x="2821806" y="2496451"/>
          <a:ext cx="16637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8" name="Equation" r:id="rId11" imgW="1663560" imgH="355320" progId="Equation.DSMT4">
                  <p:embed/>
                </p:oleObj>
              </mc:Choice>
              <mc:Fallback>
                <p:oleObj name="Equation" r:id="rId11" imgW="166356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E3DE365-0E3A-4428-8A25-7FAC3E4D11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806" y="2496451"/>
                        <a:ext cx="16637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A6A86C0-C484-487C-BB3A-9ADB7E29F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19753"/>
              </p:ext>
            </p:extLst>
          </p:nvPr>
        </p:nvGraphicFramePr>
        <p:xfrm>
          <a:off x="4469158" y="2508442"/>
          <a:ext cx="11049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9" name="Equation" r:id="rId13" imgW="1104840" imgH="342720" progId="Equation.DSMT4">
                  <p:embed/>
                </p:oleObj>
              </mc:Choice>
              <mc:Fallback>
                <p:oleObj name="Equation" r:id="rId13" imgW="110484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C5DAA18-3694-46A4-9F51-9CEE7DF97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9158" y="2508442"/>
                        <a:ext cx="1104900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4ABDC85-E0ED-4B47-AC66-82934802AA0F}"/>
              </a:ext>
            </a:extLst>
          </p:cNvPr>
          <p:cNvSpPr/>
          <p:nvPr/>
        </p:nvSpPr>
        <p:spPr>
          <a:xfrm>
            <a:off x="5538625" y="2447387"/>
            <a:ext cx="19903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1EF82D4-DA8F-4CDF-8D3E-B77A9010B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691799"/>
              </p:ext>
            </p:extLst>
          </p:nvPr>
        </p:nvGraphicFramePr>
        <p:xfrm>
          <a:off x="5923308" y="2495742"/>
          <a:ext cx="21082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0" name="Equation" r:id="rId15" imgW="2108160" imgH="355320" progId="Equation.DSMT4">
                  <p:embed/>
                </p:oleObj>
              </mc:Choice>
              <mc:Fallback>
                <p:oleObj name="Equation" r:id="rId15" imgW="210816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2BA2EF4-013E-41B1-A72D-006E08DA6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3308" y="2495742"/>
                        <a:ext cx="21082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B29FC27-9CCE-4F9C-9A95-5F627667C40F}"/>
              </a:ext>
            </a:extLst>
          </p:cNvPr>
          <p:cNvSpPr/>
          <p:nvPr/>
        </p:nvSpPr>
        <p:spPr>
          <a:xfrm>
            <a:off x="3002750" y="3031616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B053666-F6CC-4574-823C-6F368DDBE8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760509"/>
              </p:ext>
            </p:extLst>
          </p:nvPr>
        </p:nvGraphicFramePr>
        <p:xfrm>
          <a:off x="1808238" y="3081456"/>
          <a:ext cx="119856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1" name="Equation" r:id="rId17" imgW="1193760" imgH="393480" progId="Equation.DSMT4">
                  <p:embed/>
                </p:oleObj>
              </mc:Choice>
              <mc:Fallback>
                <p:oleObj name="Equation" r:id="rId17" imgW="119376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941B7DC-F51D-4EAE-B644-1E11334D6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238" y="3081456"/>
                        <a:ext cx="1198562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C7C9B1D-DA78-4FBD-BDC4-723C031044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129005"/>
              </p:ext>
            </p:extLst>
          </p:nvPr>
        </p:nvGraphicFramePr>
        <p:xfrm>
          <a:off x="4379026" y="3079959"/>
          <a:ext cx="10858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2" name="Equation" r:id="rId19" imgW="1091880" imgH="406080" progId="Equation.DSMT4">
                  <p:embed/>
                </p:oleObj>
              </mc:Choice>
              <mc:Fallback>
                <p:oleObj name="Equation" r:id="rId19" imgW="1091880" imgH="406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49F0B9B-19D2-4407-AA8A-7BB4BC647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026" y="3079959"/>
                        <a:ext cx="108585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5EE5D5FA-1271-4E6C-A68C-4D8324B4F11C}"/>
              </a:ext>
            </a:extLst>
          </p:cNvPr>
          <p:cNvSpPr/>
          <p:nvPr/>
        </p:nvSpPr>
        <p:spPr>
          <a:xfrm>
            <a:off x="5538625" y="3059688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EF3162E-699B-43E2-9B41-FD33298B76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893474"/>
              </p:ext>
            </p:extLst>
          </p:nvPr>
        </p:nvGraphicFramePr>
        <p:xfrm>
          <a:off x="2821806" y="3592824"/>
          <a:ext cx="3068637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3" name="Equation" r:id="rId21" imgW="3060360" imgH="380880" progId="Equation.DSMT4">
                  <p:embed/>
                </p:oleObj>
              </mc:Choice>
              <mc:Fallback>
                <p:oleObj name="Equation" r:id="rId21" imgW="3060360" imgH="380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A5A89B8D-0FC7-4845-ABB9-507A9FAE1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806" y="3592824"/>
                        <a:ext cx="3068637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6C5412B1-E513-433E-87E8-622CA8DC940D}"/>
              </a:ext>
            </a:extLst>
          </p:cNvPr>
          <p:cNvGrpSpPr/>
          <p:nvPr/>
        </p:nvGrpSpPr>
        <p:grpSpPr>
          <a:xfrm>
            <a:off x="1483245" y="4253640"/>
            <a:ext cx="1681705" cy="461665"/>
            <a:chOff x="13855" y="4047062"/>
            <a:chExt cx="1681705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72DA874-A911-4C9A-9038-12A21B089DC0}"/>
                </a:ext>
              </a:extLst>
            </p:cNvPr>
            <p:cNvSpPr/>
            <p:nvPr/>
          </p:nvSpPr>
          <p:spPr>
            <a:xfrm>
              <a:off x="13855" y="4047062"/>
              <a:ext cx="94128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从而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B099185-2B61-4518-8D74-88F018DDD0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303903"/>
                </p:ext>
              </p:extLst>
            </p:nvPr>
          </p:nvGraphicFramePr>
          <p:xfrm>
            <a:off x="844660" y="4121060"/>
            <a:ext cx="8509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4" name="Equation" r:id="rId23" imgW="850680" imgH="380880" progId="Equation.DSMT4">
                    <p:embed/>
                  </p:oleObj>
                </mc:Choice>
                <mc:Fallback>
                  <p:oleObj name="Equation" r:id="rId23" imgW="850680" imgH="380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275059C8-5DCC-442A-8D3C-180B7C0C19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660" y="4121060"/>
                          <a:ext cx="8509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A3D3F71-5C14-4216-912F-6814401281DF}"/>
              </a:ext>
            </a:extLst>
          </p:cNvPr>
          <p:cNvGrpSpPr/>
          <p:nvPr/>
        </p:nvGrpSpPr>
        <p:grpSpPr>
          <a:xfrm>
            <a:off x="3018023" y="4237654"/>
            <a:ext cx="2499873" cy="461665"/>
            <a:chOff x="13855" y="4047062"/>
            <a:chExt cx="2499873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59E5200-BA49-4B96-8C87-36A5E8FAE211}"/>
                </a:ext>
              </a:extLst>
            </p:cNvPr>
            <p:cNvSpPr/>
            <p:nvPr/>
          </p:nvSpPr>
          <p:spPr>
            <a:xfrm>
              <a:off x="13855" y="4047062"/>
              <a:ext cx="63350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故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2F702004-79B4-4648-BBD3-FF0E622618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0946358"/>
                </p:ext>
              </p:extLst>
            </p:nvPr>
          </p:nvGraphicFramePr>
          <p:xfrm>
            <a:off x="608728" y="4099482"/>
            <a:ext cx="1905000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05" name="Equation" r:id="rId25" imgW="1904760" imgH="380880" progId="Equation.DSMT4">
                    <p:embed/>
                  </p:oleObj>
                </mc:Choice>
                <mc:Fallback>
                  <p:oleObj name="Equation" r:id="rId25" imgW="1904760" imgH="38088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445E8FE6-576C-4C42-8366-700727E682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728" y="4099482"/>
                          <a:ext cx="1905000" cy="377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E57D97B5-6224-49E2-A9E9-50B8D41AB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139167"/>
              </p:ext>
            </p:extLst>
          </p:nvPr>
        </p:nvGraphicFramePr>
        <p:xfrm>
          <a:off x="5575001" y="4271025"/>
          <a:ext cx="2844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6" name="Equation" r:id="rId27" imgW="2844720" imgH="380880" progId="Equation.DSMT4">
                  <p:embed/>
                </p:oleObj>
              </mc:Choice>
              <mc:Fallback>
                <p:oleObj name="Equation" r:id="rId27" imgW="2844720" imgH="3808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C06E1AC6-E94C-48A8-8774-395CC5610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001" y="4271025"/>
                        <a:ext cx="28448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1EF2807-FD50-4D0C-879D-380F53DF9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500691"/>
              </p:ext>
            </p:extLst>
          </p:nvPr>
        </p:nvGraphicFramePr>
        <p:xfrm>
          <a:off x="509504" y="4346818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7" name="Equation" r:id="rId29" imgW="1143000" imgH="342720" progId="Equation.DSMT4">
                  <p:embed/>
                </p:oleObj>
              </mc:Choice>
              <mc:Fallback>
                <p:oleObj name="Equation" r:id="rId2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9504" y="4346818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127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4">
            <a:extLst>
              <a:ext uri="{FF2B5EF4-FFF2-40B4-BE49-F238E27FC236}">
                <a16:creationId xmlns:a16="http://schemas.microsoft.com/office/drawing/2014/main" id="{1D6720A0-3520-44E3-9CE9-57B0D13ED150}"/>
              </a:ext>
            </a:extLst>
          </p:cNvPr>
          <p:cNvSpPr/>
          <p:nvPr/>
        </p:nvSpPr>
        <p:spPr>
          <a:xfrm>
            <a:off x="6981936" y="3198742"/>
            <a:ext cx="611362" cy="621657"/>
          </a:xfrm>
          <a:custGeom>
            <a:avLst/>
            <a:gdLst>
              <a:gd name="connsiteX0" fmla="*/ 0 w 620486"/>
              <a:gd name="connsiteY0" fmla="*/ 633549 h 633549"/>
              <a:gd name="connsiteX1" fmla="*/ 613954 w 620486"/>
              <a:gd name="connsiteY1" fmla="*/ 633549 h 633549"/>
              <a:gd name="connsiteX2" fmla="*/ 620486 w 620486"/>
              <a:gd name="connsiteY2" fmla="*/ 0 h 633549"/>
              <a:gd name="connsiteX3" fmla="*/ 587828 w 620486"/>
              <a:gd name="connsiteY3" fmla="*/ 19595 h 633549"/>
              <a:gd name="connsiteX4" fmla="*/ 574766 w 620486"/>
              <a:gd name="connsiteY4" fmla="*/ 71846 h 633549"/>
              <a:gd name="connsiteX5" fmla="*/ 561703 w 620486"/>
              <a:gd name="connsiteY5" fmla="*/ 91440 h 633549"/>
              <a:gd name="connsiteX6" fmla="*/ 555171 w 620486"/>
              <a:gd name="connsiteY6" fmla="*/ 117566 h 633549"/>
              <a:gd name="connsiteX7" fmla="*/ 542108 w 620486"/>
              <a:gd name="connsiteY7" fmla="*/ 124097 h 633549"/>
              <a:gd name="connsiteX8" fmla="*/ 535577 w 620486"/>
              <a:gd name="connsiteY8" fmla="*/ 156755 h 633549"/>
              <a:gd name="connsiteX9" fmla="*/ 529046 w 620486"/>
              <a:gd name="connsiteY9" fmla="*/ 156755 h 633549"/>
              <a:gd name="connsiteX10" fmla="*/ 522514 w 620486"/>
              <a:gd name="connsiteY10" fmla="*/ 182880 h 633549"/>
              <a:gd name="connsiteX11" fmla="*/ 502920 w 620486"/>
              <a:gd name="connsiteY11" fmla="*/ 189412 h 633549"/>
              <a:gd name="connsiteX12" fmla="*/ 502920 w 620486"/>
              <a:gd name="connsiteY12" fmla="*/ 209006 h 633549"/>
              <a:gd name="connsiteX13" fmla="*/ 496388 w 620486"/>
              <a:gd name="connsiteY13" fmla="*/ 215537 h 633549"/>
              <a:gd name="connsiteX14" fmla="*/ 463731 w 620486"/>
              <a:gd name="connsiteY14" fmla="*/ 254726 h 633549"/>
              <a:gd name="connsiteX15" fmla="*/ 463731 w 620486"/>
              <a:gd name="connsiteY15" fmla="*/ 267789 h 633549"/>
              <a:gd name="connsiteX16" fmla="*/ 457200 w 620486"/>
              <a:gd name="connsiteY16" fmla="*/ 280852 h 633549"/>
              <a:gd name="connsiteX17" fmla="*/ 450668 w 620486"/>
              <a:gd name="connsiteY17" fmla="*/ 293915 h 633549"/>
              <a:gd name="connsiteX18" fmla="*/ 437606 w 620486"/>
              <a:gd name="connsiteY18" fmla="*/ 300446 h 633549"/>
              <a:gd name="connsiteX19" fmla="*/ 431074 w 620486"/>
              <a:gd name="connsiteY19" fmla="*/ 320040 h 633549"/>
              <a:gd name="connsiteX20" fmla="*/ 411480 w 620486"/>
              <a:gd name="connsiteY20" fmla="*/ 352697 h 633549"/>
              <a:gd name="connsiteX21" fmla="*/ 398417 w 620486"/>
              <a:gd name="connsiteY21" fmla="*/ 385355 h 633549"/>
              <a:gd name="connsiteX22" fmla="*/ 378823 w 620486"/>
              <a:gd name="connsiteY22" fmla="*/ 404949 h 633549"/>
              <a:gd name="connsiteX23" fmla="*/ 339634 w 620486"/>
              <a:gd name="connsiteY23" fmla="*/ 457200 h 633549"/>
              <a:gd name="connsiteX24" fmla="*/ 333103 w 620486"/>
              <a:gd name="connsiteY24" fmla="*/ 457200 h 633549"/>
              <a:gd name="connsiteX25" fmla="*/ 313508 w 620486"/>
              <a:gd name="connsiteY25" fmla="*/ 476795 h 633549"/>
              <a:gd name="connsiteX26" fmla="*/ 293914 w 620486"/>
              <a:gd name="connsiteY26" fmla="*/ 483326 h 633549"/>
              <a:gd name="connsiteX27" fmla="*/ 261257 w 620486"/>
              <a:gd name="connsiteY27" fmla="*/ 509452 h 633549"/>
              <a:gd name="connsiteX28" fmla="*/ 241663 w 620486"/>
              <a:gd name="connsiteY28" fmla="*/ 529046 h 633549"/>
              <a:gd name="connsiteX29" fmla="*/ 228600 w 620486"/>
              <a:gd name="connsiteY29" fmla="*/ 535577 h 633549"/>
              <a:gd name="connsiteX30" fmla="*/ 189411 w 620486"/>
              <a:gd name="connsiteY30" fmla="*/ 555172 h 633549"/>
              <a:gd name="connsiteX31" fmla="*/ 163286 w 620486"/>
              <a:gd name="connsiteY31" fmla="*/ 574766 h 633549"/>
              <a:gd name="connsiteX32" fmla="*/ 143691 w 620486"/>
              <a:gd name="connsiteY32" fmla="*/ 581297 h 633549"/>
              <a:gd name="connsiteX33" fmla="*/ 104503 w 620486"/>
              <a:gd name="connsiteY33" fmla="*/ 607423 h 633549"/>
              <a:gd name="connsiteX34" fmla="*/ 91440 w 620486"/>
              <a:gd name="connsiteY34" fmla="*/ 607423 h 633549"/>
              <a:gd name="connsiteX35" fmla="*/ 84908 w 620486"/>
              <a:gd name="connsiteY35" fmla="*/ 613955 h 633549"/>
              <a:gd name="connsiteX36" fmla="*/ 58783 w 620486"/>
              <a:gd name="connsiteY36" fmla="*/ 627017 h 633549"/>
              <a:gd name="connsiteX37" fmla="*/ 0 w 620486"/>
              <a:gd name="connsiteY37" fmla="*/ 633549 h 633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20486" h="633549">
                <a:moveTo>
                  <a:pt x="0" y="633549"/>
                </a:moveTo>
                <a:lnTo>
                  <a:pt x="613954" y="633549"/>
                </a:lnTo>
                <a:cubicBezTo>
                  <a:pt x="616131" y="422366"/>
                  <a:pt x="618309" y="211183"/>
                  <a:pt x="620486" y="0"/>
                </a:cubicBezTo>
                <a:lnTo>
                  <a:pt x="587828" y="19595"/>
                </a:lnTo>
                <a:lnTo>
                  <a:pt x="574766" y="71846"/>
                </a:lnTo>
                <a:lnTo>
                  <a:pt x="561703" y="91440"/>
                </a:lnTo>
                <a:lnTo>
                  <a:pt x="555171" y="117566"/>
                </a:lnTo>
                <a:lnTo>
                  <a:pt x="542108" y="124097"/>
                </a:lnTo>
                <a:lnTo>
                  <a:pt x="535577" y="156755"/>
                </a:lnTo>
                <a:lnTo>
                  <a:pt x="529046" y="156755"/>
                </a:lnTo>
                <a:lnTo>
                  <a:pt x="522514" y="182880"/>
                </a:lnTo>
                <a:lnTo>
                  <a:pt x="502920" y="189412"/>
                </a:lnTo>
                <a:lnTo>
                  <a:pt x="502920" y="209006"/>
                </a:lnTo>
                <a:lnTo>
                  <a:pt x="496388" y="215537"/>
                </a:lnTo>
                <a:lnTo>
                  <a:pt x="463731" y="254726"/>
                </a:lnTo>
                <a:lnTo>
                  <a:pt x="463731" y="267789"/>
                </a:lnTo>
                <a:lnTo>
                  <a:pt x="457200" y="280852"/>
                </a:lnTo>
                <a:lnTo>
                  <a:pt x="450668" y="293915"/>
                </a:lnTo>
                <a:lnTo>
                  <a:pt x="437606" y="300446"/>
                </a:lnTo>
                <a:lnTo>
                  <a:pt x="431074" y="320040"/>
                </a:lnTo>
                <a:lnTo>
                  <a:pt x="411480" y="352697"/>
                </a:lnTo>
                <a:lnTo>
                  <a:pt x="398417" y="385355"/>
                </a:lnTo>
                <a:lnTo>
                  <a:pt x="378823" y="404949"/>
                </a:lnTo>
                <a:lnTo>
                  <a:pt x="339634" y="457200"/>
                </a:lnTo>
                <a:lnTo>
                  <a:pt x="333103" y="457200"/>
                </a:lnTo>
                <a:lnTo>
                  <a:pt x="313508" y="476795"/>
                </a:lnTo>
                <a:lnTo>
                  <a:pt x="293914" y="483326"/>
                </a:lnTo>
                <a:lnTo>
                  <a:pt x="261257" y="509452"/>
                </a:lnTo>
                <a:lnTo>
                  <a:pt x="241663" y="529046"/>
                </a:lnTo>
                <a:lnTo>
                  <a:pt x="228600" y="535577"/>
                </a:lnTo>
                <a:lnTo>
                  <a:pt x="189411" y="555172"/>
                </a:lnTo>
                <a:lnTo>
                  <a:pt x="163286" y="574766"/>
                </a:lnTo>
                <a:lnTo>
                  <a:pt x="143691" y="581297"/>
                </a:lnTo>
                <a:lnTo>
                  <a:pt x="104503" y="607423"/>
                </a:lnTo>
                <a:lnTo>
                  <a:pt x="91440" y="607423"/>
                </a:lnTo>
                <a:lnTo>
                  <a:pt x="84908" y="613955"/>
                </a:lnTo>
                <a:lnTo>
                  <a:pt x="58783" y="627017"/>
                </a:lnTo>
                <a:lnTo>
                  <a:pt x="0" y="633549"/>
                </a:lnTo>
                <a:close/>
              </a:path>
            </a:pathLst>
          </a:custGeom>
          <a:solidFill>
            <a:srgbClr val="FFFF00">
              <a:alpha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270FB5-37C5-46CF-9811-337FFF76E9CA}"/>
              </a:ext>
            </a:extLst>
          </p:cNvPr>
          <p:cNvSpPr/>
          <p:nvPr/>
        </p:nvSpPr>
        <p:spPr>
          <a:xfrm>
            <a:off x="827584" y="267494"/>
            <a:ext cx="1733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若函数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D62C410-8AD6-4596-BA6B-C649E1A81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439027"/>
              </p:ext>
            </p:extLst>
          </p:nvPr>
        </p:nvGraphicFramePr>
        <p:xfrm>
          <a:off x="2483768" y="379289"/>
          <a:ext cx="1295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31" name="Equation" r:id="rId3" imgW="1295280" imgH="342720" progId="Equation.DSMT4">
                  <p:embed/>
                </p:oleObj>
              </mc:Choice>
              <mc:Fallback>
                <p:oleObj name="Equation" r:id="rId3" imgW="12952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833DD74-5405-40C6-AD5D-190A61AB8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79289"/>
                        <a:ext cx="12954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4C3FC8D-3086-4378-82AC-690721432928}"/>
              </a:ext>
            </a:extLst>
          </p:cNvPr>
          <p:cNvSpPr/>
          <p:nvPr/>
        </p:nvSpPr>
        <p:spPr>
          <a:xfrm>
            <a:off x="3703523" y="26749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满足下列条件：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F9BC09C-2D8B-4F19-A340-6E74D66D3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097329"/>
              </p:ext>
            </p:extLst>
          </p:nvPr>
        </p:nvGraphicFramePr>
        <p:xfrm>
          <a:off x="1619672" y="871985"/>
          <a:ext cx="56896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32" name="Equation" r:id="rId5" imgW="5689440" imgH="355320" progId="Equation.DSMT4">
                  <p:embed/>
                </p:oleObj>
              </mc:Choice>
              <mc:Fallback>
                <p:oleObj name="Equation" r:id="rId5" imgW="568944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A8E760D-F203-4CF4-A889-FECAFABA13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871985"/>
                        <a:ext cx="568960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1B3168E-9A26-49D7-B31F-9DA0ECDDCE5B}"/>
              </a:ext>
            </a:extLst>
          </p:cNvPr>
          <p:cNvSpPr/>
          <p:nvPr/>
        </p:nvSpPr>
        <p:spPr>
          <a:xfrm>
            <a:off x="137744" y="141962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求曲线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234A989-ECA6-4565-B408-A300B10C8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845362"/>
              </p:ext>
            </p:extLst>
          </p:nvPr>
        </p:nvGraphicFramePr>
        <p:xfrm>
          <a:off x="1250549" y="1265062"/>
          <a:ext cx="11557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33" name="Equation" r:id="rId7" imgW="1155600" imgH="787320" progId="Equation.DSMT4">
                  <p:embed/>
                </p:oleObj>
              </mc:Choice>
              <mc:Fallback>
                <p:oleObj name="Equation" r:id="rId7" imgW="115560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6A36E03-4059-4E98-8B32-E56530C2B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549" y="1265062"/>
                        <a:ext cx="1155700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076E5BBB-BACB-432F-91A0-0C81808B2F1B}"/>
              </a:ext>
            </a:extLst>
          </p:cNvPr>
          <p:cNvSpPr/>
          <p:nvPr/>
        </p:nvSpPr>
        <p:spPr>
          <a:xfrm>
            <a:off x="2322634" y="1411525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DA598C7-02DE-445F-B8B0-8A49F290A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273211"/>
              </p:ext>
            </p:extLst>
          </p:nvPr>
        </p:nvGraphicFramePr>
        <p:xfrm>
          <a:off x="2754434" y="1279115"/>
          <a:ext cx="14478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34" name="Equation" r:id="rId9" imgW="1447560" imgH="723600" progId="Equation.DSMT4">
                  <p:embed/>
                </p:oleObj>
              </mc:Choice>
              <mc:Fallback>
                <p:oleObj name="Equation" r:id="rId9" imgW="144756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51F5CCF-6D42-4AAB-9144-DC94E6CF5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434" y="1279115"/>
                        <a:ext cx="14478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D4B1BB1-1A5B-4020-94DA-ECC2275416EA}"/>
              </a:ext>
            </a:extLst>
          </p:cNvPr>
          <p:cNvSpPr/>
          <p:nvPr/>
        </p:nvSpPr>
        <p:spPr>
          <a:xfrm>
            <a:off x="4202234" y="1405469"/>
            <a:ext cx="25058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所围图形的面积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0E5C4F-B81C-44C3-BA1B-BDB1557E3886}"/>
              </a:ext>
            </a:extLst>
          </p:cNvPr>
          <p:cNvSpPr/>
          <p:nvPr/>
        </p:nvSpPr>
        <p:spPr>
          <a:xfrm>
            <a:off x="137744" y="2283718"/>
            <a:ext cx="806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于是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1150E6A-1DEB-4535-ADCB-3DA7DC73D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477731"/>
              </p:ext>
            </p:extLst>
          </p:nvPr>
        </p:nvGraphicFramePr>
        <p:xfrm>
          <a:off x="1676158" y="2431760"/>
          <a:ext cx="34163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35" name="Equation" r:id="rId11" imgW="3416040" imgH="799920" progId="Equation.DSMT4">
                  <p:embed/>
                </p:oleObj>
              </mc:Choice>
              <mc:Fallback>
                <p:oleObj name="Equation" r:id="rId11" imgW="3416040" imgH="7999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B25F650-2E1A-4E48-BD35-5AE05C825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158" y="2431760"/>
                        <a:ext cx="34163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1C056789-5305-4832-8F44-49000446510C}"/>
              </a:ext>
            </a:extLst>
          </p:cNvPr>
          <p:cNvSpPr/>
          <p:nvPr/>
        </p:nvSpPr>
        <p:spPr>
          <a:xfrm>
            <a:off x="137744" y="3214301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从而所求图形面积为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1A1E9D9-948A-41F9-B818-4135BF95E850}"/>
              </a:ext>
            </a:extLst>
          </p:cNvPr>
          <p:cNvGrpSpPr/>
          <p:nvPr/>
        </p:nvGrpSpPr>
        <p:grpSpPr>
          <a:xfrm>
            <a:off x="6635046" y="2350710"/>
            <a:ext cx="2329442" cy="1984553"/>
            <a:chOff x="6313818" y="724793"/>
            <a:chExt cx="2329442" cy="1984553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B23A889-D7DB-4B7F-A379-9F9AADDF9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3818" y="2185874"/>
              <a:ext cx="2145514" cy="434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FCAB625-9303-4E09-9B46-9967D0D3F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8257" y="724793"/>
              <a:ext cx="0" cy="198455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AB57331B-71A1-4726-AD46-0F4B6FFBAF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5413738"/>
                </p:ext>
              </p:extLst>
            </p:nvPr>
          </p:nvGraphicFramePr>
          <p:xfrm>
            <a:off x="8452760" y="218090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36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19" name="Object 11">
                          <a:extLst>
                            <a:ext uri="{FF2B5EF4-FFF2-40B4-BE49-F238E27FC236}">
                              <a16:creationId xmlns:a16="http://schemas.microsoft.com/office/drawing/2014/main" id="{2A7ACEA5-64AC-423C-9B6C-BD484C8BEE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2760" y="2180902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1">
              <a:extLst>
                <a:ext uri="{FF2B5EF4-FFF2-40B4-BE49-F238E27FC236}">
                  <a16:creationId xmlns:a16="http://schemas.microsoft.com/office/drawing/2014/main" id="{56CE9044-05D8-4A70-B1E0-6B928CC6BB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2125345"/>
                </p:ext>
              </p:extLst>
            </p:nvPr>
          </p:nvGraphicFramePr>
          <p:xfrm>
            <a:off x="6339709" y="780312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37" name="Equation" r:id="rId15" imgW="215640" imgH="266400" progId="Equation.DSMT4">
                    <p:embed/>
                  </p:oleObj>
                </mc:Choice>
                <mc:Fallback>
                  <p:oleObj name="Equation" r:id="rId15" imgW="215640" imgH="266400" progId="Equation.DSMT4">
                    <p:embed/>
                    <p:pic>
                      <p:nvPicPr>
                        <p:cNvPr id="20" name="Object 11">
                          <a:extLst>
                            <a:ext uri="{FF2B5EF4-FFF2-40B4-BE49-F238E27FC236}">
                              <a16:creationId xmlns:a16="http://schemas.microsoft.com/office/drawing/2014/main" id="{1B4E3A59-255A-44DA-8499-41D5AAA78C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9709" y="780312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1">
              <a:extLst>
                <a:ext uri="{FF2B5EF4-FFF2-40B4-BE49-F238E27FC236}">
                  <a16:creationId xmlns:a16="http://schemas.microsoft.com/office/drawing/2014/main" id="{1B8037BC-E42B-48C7-81E6-4D207F475B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6593397"/>
                </p:ext>
              </p:extLst>
            </p:nvPr>
          </p:nvGraphicFramePr>
          <p:xfrm>
            <a:off x="6366697" y="2246581"/>
            <a:ext cx="188912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38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21" name="Object 11">
                          <a:extLst>
                            <a:ext uri="{FF2B5EF4-FFF2-40B4-BE49-F238E27FC236}">
                              <a16:creationId xmlns:a16="http://schemas.microsoft.com/office/drawing/2014/main" id="{38B2DD08-DCD4-46B6-B863-76BCAD1BFB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6697" y="2246581"/>
                          <a:ext cx="188912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任意多边形: 形状 49">
            <a:extLst>
              <a:ext uri="{FF2B5EF4-FFF2-40B4-BE49-F238E27FC236}">
                <a16:creationId xmlns:a16="http://schemas.microsoft.com/office/drawing/2014/main" id="{B0A00573-700D-4105-AC43-0677FE6D983C}"/>
              </a:ext>
            </a:extLst>
          </p:cNvPr>
          <p:cNvSpPr/>
          <p:nvPr/>
        </p:nvSpPr>
        <p:spPr>
          <a:xfrm>
            <a:off x="6981936" y="3214301"/>
            <a:ext cx="611362" cy="606098"/>
          </a:xfrm>
          <a:custGeom>
            <a:avLst/>
            <a:gdLst>
              <a:gd name="connsiteX0" fmla="*/ 0 w 790303"/>
              <a:gd name="connsiteY0" fmla="*/ 1018903 h 1018903"/>
              <a:gd name="connsiteX1" fmla="*/ 385354 w 790303"/>
              <a:gd name="connsiteY1" fmla="*/ 764177 h 1018903"/>
              <a:gd name="connsiteX2" fmla="*/ 790303 w 790303"/>
              <a:gd name="connsiteY2" fmla="*/ 0 h 1018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303" h="1018903">
                <a:moveTo>
                  <a:pt x="0" y="1018903"/>
                </a:moveTo>
                <a:cubicBezTo>
                  <a:pt x="126818" y="976448"/>
                  <a:pt x="253637" y="933994"/>
                  <a:pt x="385354" y="764177"/>
                </a:cubicBezTo>
                <a:cubicBezTo>
                  <a:pt x="517071" y="594360"/>
                  <a:pt x="653687" y="297180"/>
                  <a:pt x="790303" y="0"/>
                </a:cubicBezTo>
              </a:path>
            </a:pathLst>
          </a:cu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FF302DA-4148-452D-A8FB-A48C8424123B}"/>
              </a:ext>
            </a:extLst>
          </p:cNvPr>
          <p:cNvCxnSpPr>
            <a:cxnSpLocks/>
          </p:cNvCxnSpPr>
          <p:nvPr/>
        </p:nvCxnSpPr>
        <p:spPr>
          <a:xfrm flipV="1">
            <a:off x="7595746" y="3198742"/>
            <a:ext cx="0" cy="621657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0D3AEEC-B330-4918-AEE8-74B633DE9668}"/>
              </a:ext>
            </a:extLst>
          </p:cNvPr>
          <p:cNvCxnSpPr>
            <a:cxnSpLocks/>
            <a:stCxn id="21" idx="0"/>
            <a:endCxn id="2" idx="1"/>
          </p:cNvCxnSpPr>
          <p:nvPr/>
        </p:nvCxnSpPr>
        <p:spPr>
          <a:xfrm>
            <a:off x="6981936" y="3820399"/>
            <a:ext cx="604926" cy="0"/>
          </a:xfrm>
          <a:prstGeom prst="line">
            <a:avLst/>
          </a:prstGeom>
          <a:noFill/>
          <a:ln w="19050" cap="flat" cmpd="sng" algn="ctr">
            <a:solidFill>
              <a:srgbClr val="0064FF"/>
            </a:solidFill>
            <a:prstDash val="solid"/>
          </a:ln>
          <a:effectLst/>
        </p:spPr>
      </p:cxn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3487F16E-54E3-43E6-9DEE-7E21AF0976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644791"/>
              </p:ext>
            </p:extLst>
          </p:nvPr>
        </p:nvGraphicFramePr>
        <p:xfrm>
          <a:off x="1438304" y="3908419"/>
          <a:ext cx="17399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39" name="Equation" r:id="rId19" imgW="1739880" imgH="711000" progId="Equation.DSMT4">
                  <p:embed/>
                </p:oleObj>
              </mc:Choice>
              <mc:Fallback>
                <p:oleObj name="Equation" r:id="rId19" imgW="1739880" imgH="7110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FF8B73E-A1F3-4C31-8AD3-910FF21109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304" y="3908419"/>
                        <a:ext cx="1739900" cy="70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65CA7B5-3367-4B46-BC80-ED6D205B25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476461"/>
              </p:ext>
            </p:extLst>
          </p:nvPr>
        </p:nvGraphicFramePr>
        <p:xfrm>
          <a:off x="3165986" y="3974098"/>
          <a:ext cx="16891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0" name="Equation" r:id="rId21" imgW="1688760" imgH="609480" progId="Equation.DSMT4">
                  <p:embed/>
                </p:oleObj>
              </mc:Choice>
              <mc:Fallback>
                <p:oleObj name="Equation" r:id="rId21" imgW="1688760" imgH="6094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CEEF7B0E-3C6A-4F8C-819A-009E30EA8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986" y="3974098"/>
                        <a:ext cx="16891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2100151C-C635-4559-88E8-5449F80BEE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906683"/>
              </p:ext>
            </p:extLst>
          </p:nvPr>
        </p:nvGraphicFramePr>
        <p:xfrm>
          <a:off x="4864572" y="3989924"/>
          <a:ext cx="10033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1" name="Equation" r:id="rId23" imgW="1002960" imgH="723600" progId="Equation.DSMT4">
                  <p:embed/>
                </p:oleObj>
              </mc:Choice>
              <mc:Fallback>
                <p:oleObj name="Equation" r:id="rId23" imgW="1002960" imgH="7236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FAD2857D-BEBE-4EDD-A569-17B3A97D0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572" y="3989924"/>
                        <a:ext cx="10033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583A470A-2B96-4843-8A6D-972E242FC5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429685"/>
              </p:ext>
            </p:extLst>
          </p:nvPr>
        </p:nvGraphicFramePr>
        <p:xfrm>
          <a:off x="7498492" y="3774867"/>
          <a:ext cx="2159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2" name="Equation" r:id="rId25" imgW="215640" imgH="609480" progId="Equation.DSMT4">
                  <p:embed/>
                </p:oleObj>
              </mc:Choice>
              <mc:Fallback>
                <p:oleObj name="Equation" r:id="rId25" imgW="215640" imgH="6094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3FFE5189-2B81-4613-9811-07AE74691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8492" y="3774867"/>
                        <a:ext cx="215900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A37021C-8BEE-4093-885E-B9A433CB8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259277"/>
              </p:ext>
            </p:extLst>
          </p:nvPr>
        </p:nvGraphicFramePr>
        <p:xfrm>
          <a:off x="7558934" y="2580696"/>
          <a:ext cx="9271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43" name="Equation" r:id="rId27" imgW="927000" imgH="279360" progId="Equation.DSMT4">
                  <p:embed/>
                </p:oleObj>
              </mc:Choice>
              <mc:Fallback>
                <p:oleObj name="Equation" r:id="rId27" imgW="927000" imgH="27936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FA5CB1F5-C209-4747-A954-D18C9D2F5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934" y="2580696"/>
                        <a:ext cx="9271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574CFF0-EA0B-4AE8-B622-6AD198CAD625}"/>
              </a:ext>
            </a:extLst>
          </p:cNvPr>
          <p:cNvCxnSpPr/>
          <p:nvPr/>
        </p:nvCxnSpPr>
        <p:spPr>
          <a:xfrm>
            <a:off x="85830" y="2139702"/>
            <a:ext cx="8986162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426352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7E6A77-D775-4B39-8A1E-6EE8F10318F6}"/>
              </a:ext>
            </a:extLst>
          </p:cNvPr>
          <p:cNvSpPr/>
          <p:nvPr/>
        </p:nvSpPr>
        <p:spPr>
          <a:xfrm>
            <a:off x="755576" y="2340917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特征方程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7444A2D-73E0-4F4A-8123-9416493F919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91680" y="3099012"/>
          <a:ext cx="50022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name="Equation" r:id="rId3" imgW="4889160" imgH="419040" progId="Equation.DSMT4">
                  <p:embed/>
                </p:oleObj>
              </mc:Choice>
              <mc:Fallback>
                <p:oleObj name="Equation" r:id="rId3" imgW="488916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C2C6459-42C1-4F2B-A22A-C815D462B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099012"/>
                        <a:ext cx="5002213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37D9FBE-46A8-4204-A464-91231FCBF96B}"/>
              </a:ext>
            </a:extLst>
          </p:cNvPr>
          <p:cNvSpPr/>
          <p:nvPr/>
        </p:nvSpPr>
        <p:spPr>
          <a:xfrm>
            <a:off x="756752" y="4018835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微分方程的通解如下表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475E52-EFC9-4CDA-8135-6E7CB4B2FAF1}"/>
              </a:ext>
            </a:extLst>
          </p:cNvPr>
          <p:cNvSpPr/>
          <p:nvPr/>
        </p:nvSpPr>
        <p:spPr>
          <a:xfrm>
            <a:off x="470625" y="339502"/>
            <a:ext cx="68516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92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US" altLang="zh-CN" sz="2800" i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阶常系数齐次线性微分方程</a:t>
            </a:r>
            <a:endParaRPr lang="zh-CN" altLang="zh-CN" sz="2800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1BF8C9E-C44A-4E54-85B1-1BFE40C305DD}"/>
              </a:ext>
            </a:extLst>
          </p:cNvPr>
          <p:cNvGrpSpPr/>
          <p:nvPr/>
        </p:nvGrpSpPr>
        <p:grpSpPr>
          <a:xfrm>
            <a:off x="5796136" y="1764121"/>
            <a:ext cx="2756040" cy="461665"/>
            <a:chOff x="5040202" y="2091782"/>
            <a:chExt cx="2756040" cy="461665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00A4E04-AB55-4375-BF50-58ABF4A42A3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40202" y="2144401"/>
            <a:ext cx="1612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3" name="Equation" r:id="rId5" imgW="1612800" imgH="380880" progId="Equation.DSMT4">
                    <p:embed/>
                  </p:oleObj>
                </mc:Choice>
                <mc:Fallback>
                  <p:oleObj name="Equation" r:id="rId5" imgW="161280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215ADC1A-1D29-4491-8430-0CC493A6C9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202" y="2144401"/>
                          <a:ext cx="1612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1E781C9-AB90-400D-9D12-7711DD785ECA}"/>
                </a:ext>
              </a:extLst>
            </p:cNvPr>
            <p:cNvSpPr/>
            <p:nvPr/>
          </p:nvSpPr>
          <p:spPr>
            <a:xfrm>
              <a:off x="6228184" y="2091782"/>
              <a:ext cx="15680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3492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itchFamily="18" charset="0"/>
                </a:rPr>
                <a:t>为常数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9D06101-57A6-490A-9787-453BFB8FC01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87624" y="1140672"/>
          <a:ext cx="577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4" name="Equation" r:id="rId7" imgW="5778360" imgH="419040" progId="Equation.DSMT4">
                  <p:embed/>
                </p:oleObj>
              </mc:Choice>
              <mc:Fallback>
                <p:oleObj name="Equation" r:id="rId7" imgW="5778360" imgH="419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F67A77A-7FD5-4624-9940-DE4981A761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624" y="1140672"/>
                        <a:ext cx="5778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99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53">
            <a:extLst>
              <a:ext uri="{FF2B5EF4-FFF2-40B4-BE49-F238E27FC236}">
                <a16:creationId xmlns:a16="http://schemas.microsoft.com/office/drawing/2014/main" id="{5DC890CE-7FE7-497D-9FE9-4D9E2DEDBA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524" y="339502"/>
            <a:ext cx="8568952" cy="26218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直接连接符 54">
            <a:extLst>
              <a:ext uri="{FF2B5EF4-FFF2-40B4-BE49-F238E27FC236}">
                <a16:creationId xmlns:a16="http://schemas.microsoft.com/office/drawing/2014/main" id="{9EE3B95F-60CC-4677-B0CE-A261B1465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1" y="1068936"/>
            <a:ext cx="8504713" cy="0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直接连接符 56">
            <a:extLst>
              <a:ext uri="{FF2B5EF4-FFF2-40B4-BE49-F238E27FC236}">
                <a16:creationId xmlns:a16="http://schemas.microsoft.com/office/drawing/2014/main" id="{ED6BBBE8-D454-48E7-B19C-FAA51E7179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7843" y="365720"/>
            <a:ext cx="0" cy="4414062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直接连接符 54">
            <a:extLst>
              <a:ext uri="{FF2B5EF4-FFF2-40B4-BE49-F238E27FC236}">
                <a16:creationId xmlns:a16="http://schemas.microsoft.com/office/drawing/2014/main" id="{50EA903A-BC15-4326-A0E3-93F7C707C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2" y="1789016"/>
            <a:ext cx="8568952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直接连接符 54">
            <a:extLst>
              <a:ext uri="{FF2B5EF4-FFF2-40B4-BE49-F238E27FC236}">
                <a16:creationId xmlns:a16="http://schemas.microsoft.com/office/drawing/2014/main" id="{FE6384B7-FF76-4AFE-AE64-C27DF3EFD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2" y="2509096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直接连接符 55">
            <a:extLst>
              <a:ext uri="{FF2B5EF4-FFF2-40B4-BE49-F238E27FC236}">
                <a16:creationId xmlns:a16="http://schemas.microsoft.com/office/drawing/2014/main" id="{8EA4638C-FDDC-4A44-9508-9D5FAC209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594" y="4779782"/>
            <a:ext cx="8605400" cy="3297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C4922C-9CF9-44E5-BCC1-D8C53437CA09}"/>
              </a:ext>
            </a:extLst>
          </p:cNvPr>
          <p:cNvSpPr/>
          <p:nvPr/>
        </p:nvSpPr>
        <p:spPr>
          <a:xfrm>
            <a:off x="719571" y="525346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特征方程的根</a:t>
            </a:r>
            <a:r>
              <a:rPr lang="en-US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F08204-4A20-448A-B1DE-856ADEFFC7A7}"/>
              </a:ext>
            </a:extLst>
          </p:cNvPr>
          <p:cNvSpPr/>
          <p:nvPr/>
        </p:nvSpPr>
        <p:spPr>
          <a:xfrm>
            <a:off x="4184527" y="540735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微分方程</a:t>
            </a:r>
            <a:r>
              <a:rPr lang="zh-CN" altLang="en-US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</a:t>
            </a:r>
            <a:r>
              <a:rPr lang="zh-CN" altLang="zh-CN" sz="20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解中的对应项</a:t>
            </a:r>
            <a:endParaRPr lang="zh-CN" altLang="en-US" sz="20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F89C276-8E91-4038-B7AA-B75866303E88}"/>
              </a:ext>
            </a:extLst>
          </p:cNvPr>
          <p:cNvGrpSpPr/>
          <p:nvPr/>
        </p:nvGrpSpPr>
        <p:grpSpPr>
          <a:xfrm>
            <a:off x="831734" y="1214114"/>
            <a:ext cx="1086650" cy="400110"/>
            <a:chOff x="397633" y="1424991"/>
            <a:chExt cx="1086650" cy="40011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02CF6D-7040-4A66-BE73-7763FC96CD0D}"/>
                </a:ext>
              </a:extLst>
            </p:cNvPr>
            <p:cNvSpPr/>
            <p:nvPr/>
          </p:nvSpPr>
          <p:spPr>
            <a:xfrm>
              <a:off x="397633" y="1424991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单实根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D74DFEE-F811-484F-AE9D-C0A7FEAF54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5913682"/>
                </p:ext>
              </p:extLst>
            </p:nvPr>
          </p:nvGraphicFramePr>
          <p:xfrm>
            <a:off x="1331883" y="1536146"/>
            <a:ext cx="152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9" name="Equation" r:id="rId3" imgW="152280" imgH="177480" progId="Equation.DSMT4">
                    <p:embed/>
                  </p:oleObj>
                </mc:Choice>
                <mc:Fallback>
                  <p:oleObj name="Equation" r:id="rId3" imgW="152280" imgH="1774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09E52A5-D8A7-48AA-B8D4-3DA70A7D22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883" y="1536146"/>
                          <a:ext cx="152400" cy="177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285850A-E9A1-4B55-909F-3BD28A34C8E9}"/>
              </a:ext>
            </a:extLst>
          </p:cNvPr>
          <p:cNvGrpSpPr/>
          <p:nvPr/>
        </p:nvGrpSpPr>
        <p:grpSpPr>
          <a:xfrm>
            <a:off x="3293813" y="1271105"/>
            <a:ext cx="2055307" cy="400110"/>
            <a:chOff x="3403922" y="1439337"/>
            <a:chExt cx="2055307" cy="40011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EBB008E-AED2-4841-B2EA-22B437B4DE8D}"/>
                </a:ext>
              </a:extLst>
            </p:cNvPr>
            <p:cNvSpPr/>
            <p:nvPr/>
          </p:nvSpPr>
          <p:spPr>
            <a:xfrm>
              <a:off x="3403922" y="1439337"/>
              <a:ext cx="1475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给出一项：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DF62AB7-487D-4A24-AC2B-F59CACC866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1153650"/>
                </p:ext>
              </p:extLst>
            </p:nvPr>
          </p:nvGraphicFramePr>
          <p:xfrm>
            <a:off x="4948054" y="1493501"/>
            <a:ext cx="5111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0" name="Equation" r:id="rId5" imgW="507960" imgH="291960" progId="Equation.DSMT4">
                    <p:embed/>
                  </p:oleObj>
                </mc:Choice>
                <mc:Fallback>
                  <p:oleObj name="Equation" r:id="rId5" imgW="507960" imgH="2919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5C1F1B0-1115-46B0-9CC6-1C0F567414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8054" y="1493501"/>
                          <a:ext cx="511175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1CB06F9-02FF-4FCD-8BDA-185E19452E50}"/>
              </a:ext>
            </a:extLst>
          </p:cNvPr>
          <p:cNvGrpSpPr/>
          <p:nvPr/>
        </p:nvGrpSpPr>
        <p:grpSpPr>
          <a:xfrm>
            <a:off x="281992" y="1983474"/>
            <a:ext cx="2797471" cy="400110"/>
            <a:chOff x="392101" y="2151706"/>
            <a:chExt cx="2797471" cy="40011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B901FFD-F37D-44F8-8E01-2A5E1E36FBDE}"/>
                </a:ext>
              </a:extLst>
            </p:cNvPr>
            <p:cNvSpPr/>
            <p:nvPr/>
          </p:nvSpPr>
          <p:spPr>
            <a:xfrm>
              <a:off x="392101" y="2151706"/>
              <a:ext cx="1475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一对单复根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1538EB7D-4AC4-4ED3-BAD2-6C5B2B45B4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706974"/>
                </p:ext>
              </p:extLst>
            </p:nvPr>
          </p:nvGraphicFramePr>
          <p:xfrm>
            <a:off x="1867185" y="2151706"/>
            <a:ext cx="132238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1" name="Equation" r:id="rId7" imgW="1295280" imgH="355320" progId="Equation.DSMT4">
                    <p:embed/>
                  </p:oleObj>
                </mc:Choice>
                <mc:Fallback>
                  <p:oleObj name="Equation" r:id="rId7" imgW="1295280" imgH="3553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210DCBF5-A596-42C9-B83B-9FABB393AA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7185" y="2151706"/>
                          <a:ext cx="132238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D1FDD1A-88EA-446B-80A3-495E74C8169C}"/>
              </a:ext>
            </a:extLst>
          </p:cNvPr>
          <p:cNvGrpSpPr/>
          <p:nvPr/>
        </p:nvGrpSpPr>
        <p:grpSpPr>
          <a:xfrm>
            <a:off x="3293813" y="1972423"/>
            <a:ext cx="4213188" cy="400110"/>
            <a:chOff x="3403922" y="2140655"/>
            <a:chExt cx="4213188" cy="40011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C135571-A097-47D8-971C-687736B1804A}"/>
                </a:ext>
              </a:extLst>
            </p:cNvPr>
            <p:cNvSpPr/>
            <p:nvPr/>
          </p:nvSpPr>
          <p:spPr>
            <a:xfrm>
              <a:off x="3403922" y="2140655"/>
              <a:ext cx="1475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给出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两</a:t>
              </a: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项：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414B157B-E80B-45E7-BFAF-53F93DA196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1947034"/>
                </p:ext>
              </p:extLst>
            </p:nvPr>
          </p:nvGraphicFramePr>
          <p:xfrm>
            <a:off x="4926297" y="2147817"/>
            <a:ext cx="26908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2" name="Equation" r:id="rId9" imgW="2628720" imgH="355320" progId="Equation.DSMT4">
                    <p:embed/>
                  </p:oleObj>
                </mc:Choice>
                <mc:Fallback>
                  <p:oleObj name="Equation" r:id="rId9" imgW="2628720" imgH="3553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934A99F-0676-46DF-BDBC-92E30A8AF1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6297" y="2147817"/>
                          <a:ext cx="26908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DD731BA-4EEE-45B6-98BD-6660E74BF090}"/>
              </a:ext>
            </a:extLst>
          </p:cNvPr>
          <p:cNvGrpSpPr/>
          <p:nvPr/>
        </p:nvGrpSpPr>
        <p:grpSpPr>
          <a:xfrm>
            <a:off x="838989" y="2628462"/>
            <a:ext cx="1221280" cy="400110"/>
            <a:chOff x="469640" y="2796694"/>
            <a:chExt cx="1221280" cy="40011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3C1B926-E5E5-496A-BB1F-F66815DE656D}"/>
                </a:ext>
              </a:extLst>
            </p:cNvPr>
            <p:cNvSpPr/>
            <p:nvPr/>
          </p:nvSpPr>
          <p:spPr>
            <a:xfrm>
              <a:off x="655803" y="2796694"/>
              <a:ext cx="9589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重实根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38D908E-6EB4-47D6-8DFF-3AD8F3321D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803391"/>
                </p:ext>
              </p:extLst>
            </p:nvPr>
          </p:nvGraphicFramePr>
          <p:xfrm>
            <a:off x="469640" y="2889484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3" name="Equation" r:id="rId11" imgW="177480" imgH="253800" progId="Equation.DSMT4">
                    <p:embed/>
                  </p:oleObj>
                </mc:Choice>
                <mc:Fallback>
                  <p:oleObj name="Equation" r:id="rId11" imgW="177480" imgH="2538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1F02BEDC-0B9C-4877-B53E-764500FB71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640" y="2889484"/>
                          <a:ext cx="1778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AC520D71-1FA4-4A95-9128-B4EA07E285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965045"/>
                </p:ext>
              </p:extLst>
            </p:nvPr>
          </p:nvGraphicFramePr>
          <p:xfrm>
            <a:off x="1538520" y="2959884"/>
            <a:ext cx="152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4" name="Equation" r:id="rId13" imgW="152202" imgH="177569" progId="Equation.DSMT4">
                    <p:embed/>
                  </p:oleObj>
                </mc:Choice>
                <mc:Fallback>
                  <p:oleObj name="Equation" r:id="rId13" imgW="152202" imgH="177569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EA7DBBA3-AAB5-4F1C-B367-B1C66BAD19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8520" y="2959884"/>
                          <a:ext cx="152400" cy="177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43E8E8C-E726-414A-B75B-00C892FCB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437377"/>
              </p:ext>
            </p:extLst>
          </p:nvPr>
        </p:nvGraphicFramePr>
        <p:xfrm>
          <a:off x="3972339" y="2693575"/>
          <a:ext cx="177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5" name="Equation" r:id="rId15" imgW="177569" imgH="253670" progId="Equation.DSMT4">
                  <p:embed/>
                </p:oleObj>
              </mc:Choice>
              <mc:Fallback>
                <p:oleObj name="Equation" r:id="rId15" imgW="177569" imgH="25367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4D873309-714D-4CD8-B531-5B6CF337D1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339" y="2693575"/>
                        <a:ext cx="177800" cy="254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0F7F2E83-B04A-4417-846D-D2A43813B4D2}"/>
              </a:ext>
            </a:extLst>
          </p:cNvPr>
          <p:cNvGrpSpPr/>
          <p:nvPr/>
        </p:nvGrpSpPr>
        <p:grpSpPr>
          <a:xfrm>
            <a:off x="3311859" y="2628462"/>
            <a:ext cx="4255741" cy="411447"/>
            <a:chOff x="3421968" y="2796694"/>
            <a:chExt cx="4255741" cy="411447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ADE4D4D-8D0E-4A73-9C8D-B5B757C20ADD}"/>
                </a:ext>
              </a:extLst>
            </p:cNvPr>
            <p:cNvSpPr/>
            <p:nvPr/>
          </p:nvSpPr>
          <p:spPr>
            <a:xfrm>
              <a:off x="3421968" y="2796694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给出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CF80629-4079-4FE8-BBF7-522FC3E94D0A}"/>
                </a:ext>
              </a:extLst>
            </p:cNvPr>
            <p:cNvSpPr/>
            <p:nvPr/>
          </p:nvSpPr>
          <p:spPr>
            <a:xfrm>
              <a:off x="4133415" y="2808031"/>
              <a:ext cx="6751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项</a:t>
              </a:r>
              <a:r>
                <a:rPr kumimoji="0" lang="zh-CN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472433B2-EA56-42C4-8C58-4CDB594515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5510446"/>
                </p:ext>
              </p:extLst>
            </p:nvPr>
          </p:nvGraphicFramePr>
          <p:xfrm>
            <a:off x="4953559" y="2828925"/>
            <a:ext cx="272415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6" name="Equation" r:id="rId17" imgW="2654280" imgH="355320" progId="Equation.DSMT4">
                    <p:embed/>
                  </p:oleObj>
                </mc:Choice>
                <mc:Fallback>
                  <p:oleObj name="Equation" r:id="rId17" imgW="2654280" imgH="3553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0F015EF0-D3A8-4430-ACB0-8BE0608436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559" y="2828925"/>
                          <a:ext cx="272415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直接连接符 54">
            <a:extLst>
              <a:ext uri="{FF2B5EF4-FFF2-40B4-BE49-F238E27FC236}">
                <a16:creationId xmlns:a16="http://schemas.microsoft.com/office/drawing/2014/main" id="{1CAF72D6-B319-466E-89AA-F0F564F71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1" y="3286274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4A9445E-E504-4472-AB11-E58F00CE420E}"/>
              </a:ext>
            </a:extLst>
          </p:cNvPr>
          <p:cNvGrpSpPr/>
          <p:nvPr/>
        </p:nvGrpSpPr>
        <p:grpSpPr>
          <a:xfrm>
            <a:off x="562793" y="3439939"/>
            <a:ext cx="1700738" cy="830412"/>
            <a:chOff x="469640" y="3536509"/>
            <a:chExt cx="1700738" cy="83041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97B1473-33CF-45C1-9689-17E5EE753749}"/>
                </a:ext>
              </a:extLst>
            </p:cNvPr>
            <p:cNvSpPr/>
            <p:nvPr/>
          </p:nvSpPr>
          <p:spPr>
            <a:xfrm>
              <a:off x="469640" y="3536509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一对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D14793-EBBD-405F-A41C-482A85267ABD}"/>
                </a:ext>
              </a:extLst>
            </p:cNvPr>
            <p:cNvSpPr/>
            <p:nvPr/>
          </p:nvSpPr>
          <p:spPr>
            <a:xfrm>
              <a:off x="1211461" y="3536509"/>
              <a:ext cx="9589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重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复</a:t>
              </a: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5A04F6E3-A138-48D0-9FFC-5D70358372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7655067"/>
                </p:ext>
              </p:extLst>
            </p:nvPr>
          </p:nvGraphicFramePr>
          <p:xfrm>
            <a:off x="1128264" y="3629299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7" name="Equation" r:id="rId19" imgW="177480" imgH="253800" progId="Equation.DSMT4">
                    <p:embed/>
                  </p:oleObj>
                </mc:Choice>
                <mc:Fallback>
                  <p:oleObj name="Equation" r:id="rId19" imgW="177480" imgH="25380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B81A4138-AFCF-4AEA-98E7-FB561CD7A8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264" y="3629299"/>
                          <a:ext cx="1778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3A857066-9200-4E6D-AD5A-759522312B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9999237"/>
                </p:ext>
              </p:extLst>
            </p:nvPr>
          </p:nvGraphicFramePr>
          <p:xfrm>
            <a:off x="823975" y="3993858"/>
            <a:ext cx="1322387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8" name="Equation" r:id="rId20" imgW="1295280" imgH="355320" progId="Equation.DSMT4">
                    <p:embed/>
                  </p:oleObj>
                </mc:Choice>
                <mc:Fallback>
                  <p:oleObj name="Equation" r:id="rId20" imgW="1295280" imgH="3553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E21C5462-A709-4A2E-9DD2-55AE0291F1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3975" y="3993858"/>
                          <a:ext cx="1322387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1042738-3811-4F81-836A-B093FEEA50FF}"/>
              </a:ext>
            </a:extLst>
          </p:cNvPr>
          <p:cNvGrpSpPr/>
          <p:nvPr/>
        </p:nvGrpSpPr>
        <p:grpSpPr>
          <a:xfrm>
            <a:off x="3310640" y="3296269"/>
            <a:ext cx="4287416" cy="1258020"/>
            <a:chOff x="3420749" y="3464501"/>
            <a:chExt cx="4287416" cy="125802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41CDCCC-1A36-4706-9052-089AB6C34223}"/>
                </a:ext>
              </a:extLst>
            </p:cNvPr>
            <p:cNvSpPr/>
            <p:nvPr/>
          </p:nvSpPr>
          <p:spPr>
            <a:xfrm>
              <a:off x="3420749" y="3464501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给出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A23C0DD-FED1-4E3A-8A9B-51F17DBDAE0E}"/>
                </a:ext>
              </a:extLst>
            </p:cNvPr>
            <p:cNvSpPr/>
            <p:nvPr/>
          </p:nvSpPr>
          <p:spPr>
            <a:xfrm>
              <a:off x="4229469" y="3476210"/>
              <a:ext cx="6751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项</a:t>
              </a:r>
              <a:r>
                <a:rPr kumimoji="0" lang="zh-CN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511FE643-C423-458D-9633-47370B07DC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9456757"/>
                </p:ext>
              </p:extLst>
            </p:nvPr>
          </p:nvGraphicFramePr>
          <p:xfrm>
            <a:off x="4009994" y="3537349"/>
            <a:ext cx="304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89" name="Equation" r:id="rId22" imgW="304560" imgH="253800" progId="Equation.DSMT4">
                    <p:embed/>
                  </p:oleObj>
                </mc:Choice>
                <mc:Fallback>
                  <p:oleObj name="Equation" r:id="rId22" imgW="304560" imgH="25380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EAE5FED0-9265-429D-936D-9A1A5C3F06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994" y="3537349"/>
                          <a:ext cx="3048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8DCF5BF1-E1C5-4BA9-A049-42831C2823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963848"/>
                </p:ext>
              </p:extLst>
            </p:nvPr>
          </p:nvGraphicFramePr>
          <p:xfrm>
            <a:off x="3733394" y="3883299"/>
            <a:ext cx="353536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90" name="Equation" r:id="rId24" imgW="3454200" imgH="355320" progId="Equation.DSMT4">
                    <p:embed/>
                  </p:oleObj>
                </mc:Choice>
                <mc:Fallback>
                  <p:oleObj name="Equation" r:id="rId24" imgW="3454200" imgH="35532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7C0F69B8-9EC1-4652-9021-73EB52A717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394" y="3883299"/>
                          <a:ext cx="353536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95DB3E05-2DDB-4C4E-BE8C-EC5DA4741D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934615"/>
                </p:ext>
              </p:extLst>
            </p:nvPr>
          </p:nvGraphicFramePr>
          <p:xfrm>
            <a:off x="4385527" y="4366921"/>
            <a:ext cx="3322638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91" name="Equation" r:id="rId26" imgW="3327120" imgH="355320" progId="Equation.DSMT4">
                    <p:embed/>
                  </p:oleObj>
                </mc:Choice>
                <mc:Fallback>
                  <p:oleObj name="Equation" r:id="rId26" imgW="3327120" imgH="3553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AEB9900E-BDA2-4123-8B8B-7E00528B57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527" y="4366921"/>
                          <a:ext cx="3322638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37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BF4A5E-0714-4BA6-985E-CE7D9ED5F7F0}"/>
              </a:ext>
            </a:extLst>
          </p:cNvPr>
          <p:cNvSpPr/>
          <p:nvPr/>
        </p:nvSpPr>
        <p:spPr>
          <a:xfrm>
            <a:off x="971600" y="411510"/>
            <a:ext cx="2472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5 </a:t>
            </a:r>
            <a:r>
              <a:rPr lang="en-US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F41244-CF4B-49D0-A7AD-31E8A1989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170001"/>
              </p:ext>
            </p:extLst>
          </p:nvPr>
        </p:nvGraphicFramePr>
        <p:xfrm>
          <a:off x="3443752" y="466923"/>
          <a:ext cx="12636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0" name="Equation" r:id="rId3" imgW="1257120" imgH="355320" progId="Equation.DSMT4">
                  <p:embed/>
                </p:oleObj>
              </mc:Choice>
              <mc:Fallback>
                <p:oleObj name="Equation" r:id="rId3" imgW="12571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A272FC-CB0E-42A7-B991-F61940E768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752" y="466923"/>
                        <a:ext cx="1263650" cy="350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566D4EC-DE4D-4117-9B46-246ECC65A88B}"/>
              </a:ext>
            </a:extLst>
          </p:cNvPr>
          <p:cNvSpPr/>
          <p:nvPr/>
        </p:nvSpPr>
        <p:spPr>
          <a:xfrm>
            <a:off x="4707402" y="411510"/>
            <a:ext cx="1194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1509E6-20E2-4FD4-8DD0-6A79569C0688}"/>
              </a:ext>
            </a:extLst>
          </p:cNvPr>
          <p:cNvSpPr/>
          <p:nvPr/>
        </p:nvSpPr>
        <p:spPr>
          <a:xfrm>
            <a:off x="988978" y="1131590"/>
            <a:ext cx="2507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特征方程为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11E0AE-9AF0-4276-95CB-C2FDEDF57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939428"/>
              </p:ext>
            </p:extLst>
          </p:nvPr>
        </p:nvGraphicFramePr>
        <p:xfrm>
          <a:off x="3433633" y="1165572"/>
          <a:ext cx="11890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" name="Equation" r:id="rId5" imgW="1180800" imgH="393480" progId="Equation.DSMT4">
                  <p:embed/>
                </p:oleObj>
              </mc:Choice>
              <mc:Fallback>
                <p:oleObj name="Equation" r:id="rId5" imgW="118080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752CEB5-120F-41D8-AF21-A058947FB1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633" y="1165572"/>
                        <a:ext cx="118903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D12C595-26EA-499F-A003-5BE6B392ADB2}"/>
              </a:ext>
            </a:extLst>
          </p:cNvPr>
          <p:cNvSpPr/>
          <p:nvPr/>
        </p:nvSpPr>
        <p:spPr>
          <a:xfrm>
            <a:off x="4678814" y="11315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4485854-6D12-4507-A409-65D0FE05A1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150831"/>
              </p:ext>
            </p:extLst>
          </p:nvPr>
        </p:nvGraphicFramePr>
        <p:xfrm>
          <a:off x="5436096" y="1135115"/>
          <a:ext cx="25320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2" name="Equation" r:id="rId7" imgW="2527200" imgH="406080" progId="Equation.DSMT4">
                  <p:embed/>
                </p:oleObj>
              </mc:Choice>
              <mc:Fallback>
                <p:oleObj name="Equation" r:id="rId7" imgW="252720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EAF795B-7631-49B0-BA4A-E98466617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135115"/>
                        <a:ext cx="253206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9CCD0DF-A17B-4F2F-8DAE-2EE7FBCED0F7}"/>
              </a:ext>
            </a:extLst>
          </p:cNvPr>
          <p:cNvSpPr/>
          <p:nvPr/>
        </p:nvSpPr>
        <p:spPr>
          <a:xfrm>
            <a:off x="1594418" y="1936355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FC7BD03-7466-4E3D-AC72-2589CCA1DF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510759"/>
              </p:ext>
            </p:extLst>
          </p:nvPr>
        </p:nvGraphicFramePr>
        <p:xfrm>
          <a:off x="3457007" y="1680443"/>
          <a:ext cx="290036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3" name="Equation" r:id="rId9" imgW="2895480" imgH="787320" progId="Equation.DSMT4">
                  <p:embed/>
                </p:oleObj>
              </mc:Choice>
              <mc:Fallback>
                <p:oleObj name="Equation" r:id="rId9" imgW="289548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5AF839E-388C-448B-B01A-E132E8EEA3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007" y="1680443"/>
                        <a:ext cx="2900362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1C704CDF-CBA2-4EA2-A5C7-B7D1A0209D76}"/>
              </a:ext>
            </a:extLst>
          </p:cNvPr>
          <p:cNvSpPr/>
          <p:nvPr/>
        </p:nvSpPr>
        <p:spPr>
          <a:xfrm>
            <a:off x="1591544" y="2834834"/>
            <a:ext cx="27286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B59A75D-9465-457B-967A-B6C5F38EAB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441765"/>
              </p:ext>
            </p:extLst>
          </p:nvPr>
        </p:nvGraphicFramePr>
        <p:xfrm>
          <a:off x="2329602" y="3507854"/>
          <a:ext cx="507523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4" name="Equation" r:id="rId11" imgW="5079960" imgH="787320" progId="Equation.DSMT4">
                  <p:embed/>
                </p:oleObj>
              </mc:Choice>
              <mc:Fallback>
                <p:oleObj name="Equation" r:id="rId11" imgW="507996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E4EC015-0358-489B-9298-F40E85FBF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602" y="3507854"/>
                        <a:ext cx="5075237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772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62EC623-A7A8-4936-98CE-520C13CB219C}"/>
              </a:ext>
            </a:extLst>
          </p:cNvPr>
          <p:cNvCxnSpPr>
            <a:cxnSpLocks/>
          </p:cNvCxnSpPr>
          <p:nvPr/>
        </p:nvCxnSpPr>
        <p:spPr>
          <a:xfrm>
            <a:off x="5503739" y="4410124"/>
            <a:ext cx="180020" cy="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309ECB3-9FF7-4C6A-843E-A9D42B9028BE}"/>
              </a:ext>
            </a:extLst>
          </p:cNvPr>
          <p:cNvCxnSpPr>
            <a:cxnSpLocks/>
          </p:cNvCxnSpPr>
          <p:nvPr/>
        </p:nvCxnSpPr>
        <p:spPr>
          <a:xfrm>
            <a:off x="4840457" y="4411137"/>
            <a:ext cx="224505" cy="0"/>
          </a:xfrm>
          <a:prstGeom prst="line">
            <a:avLst/>
          </a:prstGeom>
          <a:noFill/>
          <a:ln w="12700" cap="flat" cmpd="sng" algn="ctr">
            <a:solidFill>
              <a:srgbClr val="0064FF"/>
            </a:solidFill>
            <a:prstDash val="solid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C053E4C-6098-4DD8-985E-5095D9A5E8B5}"/>
              </a:ext>
            </a:extLst>
          </p:cNvPr>
          <p:cNvSpPr/>
          <p:nvPr/>
        </p:nvSpPr>
        <p:spPr>
          <a:xfrm>
            <a:off x="823219" y="370756"/>
            <a:ext cx="724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</a:t>
            </a:r>
            <a:endParaRPr lang="zh-CN" altLang="en-US" sz="2400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689A52-C1CD-4D9A-86FC-50F8F85AF181}"/>
              </a:ext>
            </a:extLst>
          </p:cNvPr>
          <p:cNvSpPr/>
          <p:nvPr/>
        </p:nvSpPr>
        <p:spPr>
          <a:xfrm>
            <a:off x="1619672" y="411510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ECF517-5A43-4C19-B4C1-AA9D0332730E}"/>
              </a:ext>
            </a:extLst>
          </p:cNvPr>
          <p:cNvSpPr/>
          <p:nvPr/>
        </p:nvSpPr>
        <p:spPr>
          <a:xfrm>
            <a:off x="5663485" y="389616"/>
            <a:ext cx="1194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16CA26A-6D03-4940-859C-BD67DC53E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073632"/>
              </p:ext>
            </p:extLst>
          </p:nvPr>
        </p:nvGraphicFramePr>
        <p:xfrm>
          <a:off x="3343499" y="391412"/>
          <a:ext cx="223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" name="Equation" r:id="rId3" imgW="2234880" imgH="406080" progId="Equation.DSMT4">
                  <p:embed/>
                </p:oleObj>
              </mc:Choice>
              <mc:Fallback>
                <p:oleObj name="Equation" r:id="rId3" imgW="223488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EC5BD23-2CC3-4B61-8DE0-5AF8B84E1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499" y="391412"/>
                        <a:ext cx="22352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7A657FA-80B7-4CEA-95DA-E9F0224CE399}"/>
              </a:ext>
            </a:extLst>
          </p:cNvPr>
          <p:cNvSpPr/>
          <p:nvPr/>
        </p:nvSpPr>
        <p:spPr>
          <a:xfrm>
            <a:off x="893747" y="1020899"/>
            <a:ext cx="26629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特征方程为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7CC0B1-F09F-4501-B8C8-EB5D8D4F4672}"/>
              </a:ext>
            </a:extLst>
          </p:cNvPr>
          <p:cNvSpPr/>
          <p:nvPr/>
        </p:nvSpPr>
        <p:spPr>
          <a:xfrm>
            <a:off x="5705211" y="109697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BF61DA-FA2C-4FAF-BF52-D47B3B0A174E}"/>
              </a:ext>
            </a:extLst>
          </p:cNvPr>
          <p:cNvSpPr/>
          <p:nvPr/>
        </p:nvSpPr>
        <p:spPr>
          <a:xfrm>
            <a:off x="1619672" y="2527259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06AF40-4B3C-49B7-BCD9-A42A40E991D6}"/>
              </a:ext>
            </a:extLst>
          </p:cNvPr>
          <p:cNvSpPr/>
          <p:nvPr/>
        </p:nvSpPr>
        <p:spPr>
          <a:xfrm>
            <a:off x="1619143" y="3374956"/>
            <a:ext cx="27286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4FEFC16-F93E-4325-971F-7A0B9B2AE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311689"/>
              </p:ext>
            </p:extLst>
          </p:nvPr>
        </p:nvGraphicFramePr>
        <p:xfrm>
          <a:off x="3536349" y="1096979"/>
          <a:ext cx="20574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5" name="Equation" r:id="rId5" imgW="2057400" imgH="393480" progId="Equation.DSMT4">
                  <p:embed/>
                </p:oleObj>
              </mc:Choice>
              <mc:Fallback>
                <p:oleObj name="Equation" r:id="rId5" imgW="205740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2B586D7-5F63-4452-B0FC-F49A0BFF70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349" y="1096979"/>
                        <a:ext cx="2057400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B342F61-C7E4-49DD-8443-9F2CB50541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801126"/>
              </p:ext>
            </p:extLst>
          </p:nvPr>
        </p:nvGraphicFramePr>
        <p:xfrm>
          <a:off x="3485802" y="1720713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" name="Equation" r:id="rId7" imgW="2247840" imgH="406080" progId="Equation.DSMT4">
                  <p:embed/>
                </p:oleObj>
              </mc:Choice>
              <mc:Fallback>
                <p:oleObj name="Equation" r:id="rId7" imgW="2247840" imgH="4060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30E4DEB-EF9A-40C6-B9E6-A3AC24F7EC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5802" y="1720713"/>
                        <a:ext cx="2247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AF0EE26-AFE9-4182-91FD-C96E2B623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123629"/>
              </p:ext>
            </p:extLst>
          </p:nvPr>
        </p:nvGraphicFramePr>
        <p:xfrm>
          <a:off x="3588841" y="2552509"/>
          <a:ext cx="21971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7" name="Equation" r:id="rId9" imgW="2197080" imgH="406080" progId="Equation.DSMT4">
                  <p:embed/>
                </p:oleObj>
              </mc:Choice>
              <mc:Fallback>
                <p:oleObj name="Equation" r:id="rId9" imgW="2197080" imgH="406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85C826F-22FC-4392-83FE-27D0A1D6C9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8841" y="2552509"/>
                        <a:ext cx="219710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6D57AA-BD46-4F3E-B1BA-D52FF06211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399222"/>
              </p:ext>
            </p:extLst>
          </p:nvPr>
        </p:nvGraphicFramePr>
        <p:xfrm>
          <a:off x="2983459" y="4222653"/>
          <a:ext cx="40814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8" name="Equation" r:id="rId11" imgW="4076640" imgH="419040" progId="Equation.DSMT4">
                  <p:embed/>
                </p:oleObj>
              </mc:Choice>
              <mc:Fallback>
                <p:oleObj name="Equation" r:id="rId11" imgW="407664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CCAC2AA-5BF6-4A09-94C0-1561FDEECB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459" y="4222653"/>
                        <a:ext cx="408146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F6BCCF8E-96D3-4A57-BD2E-63C439736052}"/>
              </a:ext>
            </a:extLst>
          </p:cNvPr>
          <p:cNvGrpSpPr/>
          <p:nvPr/>
        </p:nvGrpSpPr>
        <p:grpSpPr>
          <a:xfrm>
            <a:off x="2983459" y="3907062"/>
            <a:ext cx="4464496" cy="735775"/>
            <a:chOff x="5028555" y="3282451"/>
            <a:chExt cx="4464496" cy="73577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E57EC71-00DB-4B04-9242-FD6A6DB6B404}"/>
                </a:ext>
              </a:extLst>
            </p:cNvPr>
            <p:cNvSpPr/>
            <p:nvPr/>
          </p:nvSpPr>
          <p:spPr>
            <a:xfrm>
              <a:off x="5028555" y="3282451"/>
              <a:ext cx="4464496" cy="73577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A44E3495-3A53-4584-ABD3-9E39F28220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722714"/>
                </p:ext>
              </p:extLst>
            </p:nvPr>
          </p:nvGraphicFramePr>
          <p:xfrm>
            <a:off x="5158680" y="3432221"/>
            <a:ext cx="3586162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9" name="Equation" r:id="rId13" imgW="3581280" imgH="419040" progId="Equation.DSMT4">
                    <p:embed/>
                  </p:oleObj>
                </mc:Choice>
                <mc:Fallback>
                  <p:oleObj name="Equation" r:id="rId13" imgW="3581280" imgH="41904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F164C56A-6C20-4B4C-8CA1-C6ADF1DCCA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8680" y="3432221"/>
                          <a:ext cx="3586162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9723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EFA572-BF49-48B2-8798-237D723CC27E}"/>
              </a:ext>
            </a:extLst>
          </p:cNvPr>
          <p:cNvSpPr/>
          <p:nvPr/>
        </p:nvSpPr>
        <p:spPr>
          <a:xfrm>
            <a:off x="794114" y="483518"/>
            <a:ext cx="724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 </a:t>
            </a:r>
            <a:endParaRPr lang="zh-CN" altLang="en-US" sz="2400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9EDB0B-F6CA-4814-8B46-0E6D3E429450}"/>
              </a:ext>
            </a:extLst>
          </p:cNvPr>
          <p:cNvSpPr/>
          <p:nvPr/>
        </p:nvSpPr>
        <p:spPr>
          <a:xfrm>
            <a:off x="1514194" y="474284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447684-3779-407C-B8E7-185B783A1FA1}"/>
              </a:ext>
            </a:extLst>
          </p:cNvPr>
          <p:cNvSpPr/>
          <p:nvPr/>
        </p:nvSpPr>
        <p:spPr>
          <a:xfrm>
            <a:off x="5634380" y="452390"/>
            <a:ext cx="1194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39FAFC-DD82-4893-BC81-615D419E2174}"/>
              </a:ext>
            </a:extLst>
          </p:cNvPr>
          <p:cNvSpPr/>
          <p:nvPr/>
        </p:nvSpPr>
        <p:spPr>
          <a:xfrm>
            <a:off x="907673" y="1076453"/>
            <a:ext cx="2507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特征方程为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D2ED97-803F-4E67-8EF5-344019D56640}"/>
              </a:ext>
            </a:extLst>
          </p:cNvPr>
          <p:cNvSpPr/>
          <p:nvPr/>
        </p:nvSpPr>
        <p:spPr>
          <a:xfrm>
            <a:off x="5551485" y="10908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A7252F-40E2-4A0E-82C7-42F468D95639}"/>
              </a:ext>
            </a:extLst>
          </p:cNvPr>
          <p:cNvSpPr/>
          <p:nvPr/>
        </p:nvSpPr>
        <p:spPr>
          <a:xfrm>
            <a:off x="926247" y="2571182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708E63-08C0-4A0D-964F-3CB18E1EF136}"/>
              </a:ext>
            </a:extLst>
          </p:cNvPr>
          <p:cNvSpPr/>
          <p:nvPr/>
        </p:nvSpPr>
        <p:spPr>
          <a:xfrm>
            <a:off x="1058572" y="3227756"/>
            <a:ext cx="27286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微分方程的通解为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BC57FDF-4E8F-46A5-8B23-03B914909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738407"/>
              </p:ext>
            </p:extLst>
          </p:nvPr>
        </p:nvGraphicFramePr>
        <p:xfrm>
          <a:off x="3275856" y="483518"/>
          <a:ext cx="237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3" name="Equation" r:id="rId3" imgW="2374560" imgH="406080" progId="Equation.DSMT4">
                  <p:embed/>
                </p:oleObj>
              </mc:Choice>
              <mc:Fallback>
                <p:oleObj name="Equation" r:id="rId3" imgW="237456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61CEB96-C221-4094-B4CD-69F1A2CD0D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483518"/>
                        <a:ext cx="2374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F2493D3-ECC3-4DF5-A4EC-10C6D268D1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433163"/>
              </p:ext>
            </p:extLst>
          </p:nvPr>
        </p:nvGraphicFramePr>
        <p:xfrm>
          <a:off x="3338860" y="1122484"/>
          <a:ext cx="207486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4" name="Equation" r:id="rId5" imgW="2070000" imgH="393480" progId="Equation.DSMT4">
                  <p:embed/>
                </p:oleObj>
              </mc:Choice>
              <mc:Fallback>
                <p:oleObj name="Equation" r:id="rId5" imgW="207000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7628F76-41EC-4EFB-8446-DB344C4AE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860" y="1122484"/>
                        <a:ext cx="2074862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B16CFE8-7723-4778-869B-42E94D25D6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480845"/>
              </p:ext>
            </p:extLst>
          </p:nvPr>
        </p:nvGraphicFramePr>
        <p:xfrm>
          <a:off x="3195635" y="1847232"/>
          <a:ext cx="23558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5" name="Equation" r:id="rId7" imgW="2349360" imgH="406080" progId="Equation.DSMT4">
                  <p:embed/>
                </p:oleObj>
              </mc:Choice>
              <mc:Fallback>
                <p:oleObj name="Equation" r:id="rId7" imgW="234936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6D2B1BE-D60D-4670-8EA4-554BF42E3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5" y="1847232"/>
                        <a:ext cx="23558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3BB86A1-FB81-498A-884A-C6F99A182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183839"/>
              </p:ext>
            </p:extLst>
          </p:nvPr>
        </p:nvGraphicFramePr>
        <p:xfrm>
          <a:off x="2664172" y="2608855"/>
          <a:ext cx="27495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6" name="Equation" r:id="rId9" imgW="2755800" imgH="406080" progId="Equation.DSMT4">
                  <p:embed/>
                </p:oleObj>
              </mc:Choice>
              <mc:Fallback>
                <p:oleObj name="Equation" r:id="rId9" imgW="275580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5C035BD-7973-4BF8-882E-5B7D8F01EC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4172" y="2608855"/>
                        <a:ext cx="274955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914DB09-6733-4F21-8127-E090E0385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373346"/>
              </p:ext>
            </p:extLst>
          </p:nvPr>
        </p:nvGraphicFramePr>
        <p:xfrm>
          <a:off x="2394993" y="3881205"/>
          <a:ext cx="5122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7" name="Equation" r:id="rId11" imgW="5117760" imgH="419040" progId="Equation.DSMT4">
                  <p:embed/>
                </p:oleObj>
              </mc:Choice>
              <mc:Fallback>
                <p:oleObj name="Equation" r:id="rId11" imgW="511776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D1B3F6E-D2CB-46C3-A07B-0DC7A308E2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993" y="3881205"/>
                        <a:ext cx="512286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532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68EE064-119D-4BE7-A932-67052F24D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304" y="326802"/>
            <a:ext cx="84239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28B2816-E442-4473-B651-7229EED6B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521370"/>
              </p:ext>
            </p:extLst>
          </p:nvPr>
        </p:nvGraphicFramePr>
        <p:xfrm>
          <a:off x="2726507" y="386334"/>
          <a:ext cx="229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3" name="Equation" r:id="rId3" imgW="2298600" imgH="406080" progId="Equation.DSMT4">
                  <p:embed/>
                </p:oleObj>
              </mc:Choice>
              <mc:Fallback>
                <p:oleObj name="Equation" r:id="rId3" imgW="2298600" imgH="406080" progId="Equation.DSMT4">
                  <p:embed/>
                  <p:pic>
                    <p:nvPicPr>
                      <p:cNvPr id="104452" name="Object 4">
                        <a:extLst>
                          <a:ext uri="{FF2B5EF4-FFF2-40B4-BE49-F238E27FC236}">
                            <a16:creationId xmlns:a16="http://schemas.microsoft.com/office/drawing/2014/main" id="{5874BA4A-2924-422C-96C3-D41602ACB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507" y="386334"/>
                        <a:ext cx="229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E062243C-6279-4CE8-A77F-B96D97EDF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104" y="1061169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6C012A0-EABC-4B0C-A980-7DEFB98FA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097814"/>
              </p:ext>
            </p:extLst>
          </p:nvPr>
        </p:nvGraphicFramePr>
        <p:xfrm>
          <a:off x="3107507" y="1117252"/>
          <a:ext cx="191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4" name="Equation" r:id="rId5" imgW="1917360" imgH="406080" progId="Equation.DSMT4">
                  <p:embed/>
                </p:oleObj>
              </mc:Choice>
              <mc:Fallback>
                <p:oleObj name="Equation" r:id="rId5" imgW="1917360" imgH="406080" progId="Equation.DSMT4">
                  <p:embed/>
                  <p:pic>
                    <p:nvPicPr>
                      <p:cNvPr id="104454" name="Object 6">
                        <a:extLst>
                          <a:ext uri="{FF2B5EF4-FFF2-40B4-BE49-F238E27FC236}">
                            <a16:creationId xmlns:a16="http://schemas.microsoft.com/office/drawing/2014/main" id="{5A0593AC-AC79-40EE-86F9-C618CEEE0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507" y="1117252"/>
                        <a:ext cx="1917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0E503755-131B-4801-AC5B-F5E4BEB344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395301"/>
              </p:ext>
            </p:extLst>
          </p:nvPr>
        </p:nvGraphicFramePr>
        <p:xfrm>
          <a:off x="3063057" y="1710308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5" name="Equation" r:id="rId7" imgW="1625400" imgH="406080" progId="Equation.DSMT4">
                  <p:embed/>
                </p:oleObj>
              </mc:Choice>
              <mc:Fallback>
                <p:oleObj name="Equation" r:id="rId7" imgW="1625400" imgH="406080" progId="Equation.DSMT4">
                  <p:embed/>
                  <p:pic>
                    <p:nvPicPr>
                      <p:cNvPr id="104455" name="Object 7">
                        <a:extLst>
                          <a:ext uri="{FF2B5EF4-FFF2-40B4-BE49-F238E27FC236}">
                            <a16:creationId xmlns:a16="http://schemas.microsoft.com/office/drawing/2014/main" id="{BA96B589-BDBA-4E29-9FA3-D93D23B25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057" y="1710308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04F5D358-5581-44BC-983E-4E358D6C1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904" y="2406205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特征根为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3960D689-05B7-4F41-BD73-59155D9496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823224"/>
              </p:ext>
            </p:extLst>
          </p:nvPr>
        </p:nvGraphicFramePr>
        <p:xfrm>
          <a:off x="3114204" y="2441203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6" name="Equation" r:id="rId9" imgW="1028520" imgH="406080" progId="Equation.DSMT4">
                  <p:embed/>
                </p:oleObj>
              </mc:Choice>
              <mc:Fallback>
                <p:oleObj name="Equation" r:id="rId9" imgW="1028520" imgH="406080" progId="Equation.DSMT4">
                  <p:embed/>
                  <p:pic>
                    <p:nvPicPr>
                      <p:cNvPr id="104457" name="Object 9">
                        <a:extLst>
                          <a:ext uri="{FF2B5EF4-FFF2-40B4-BE49-F238E27FC236}">
                            <a16:creationId xmlns:a16="http://schemas.microsoft.com/office/drawing/2014/main" id="{B79C4F0A-17B6-45A1-8755-B1882F9AEC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204" y="2441203"/>
                        <a:ext cx="1028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7946B86D-9DF4-4B5D-84D5-50252FD81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914854"/>
              </p:ext>
            </p:extLst>
          </p:nvPr>
        </p:nvGraphicFramePr>
        <p:xfrm>
          <a:off x="4568354" y="2434853"/>
          <a:ext cx="123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" name="Equation" r:id="rId11" imgW="1231560" imgH="419040" progId="Equation.DSMT4">
                  <p:embed/>
                </p:oleObj>
              </mc:Choice>
              <mc:Fallback>
                <p:oleObj name="Equation" r:id="rId11" imgW="1231560" imgH="419040" progId="Equation.DSMT4">
                  <p:embed/>
                  <p:pic>
                    <p:nvPicPr>
                      <p:cNvPr id="104458" name="Object 10">
                        <a:extLst>
                          <a:ext uri="{FF2B5EF4-FFF2-40B4-BE49-F238E27FC236}">
                            <a16:creationId xmlns:a16="http://schemas.microsoft.com/office/drawing/2014/main" id="{70AFE7D9-EF39-4602-9039-BA4152300B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354" y="2434853"/>
                        <a:ext cx="123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C2C2DC36-7DCC-4533-BF29-66C82FACF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904" y="3063641"/>
            <a:ext cx="2120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则方程通解为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0C59A319-B813-445B-BF37-CEF44CA3F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854675"/>
              </p:ext>
            </p:extLst>
          </p:nvPr>
        </p:nvGraphicFramePr>
        <p:xfrm>
          <a:off x="1552104" y="3771952"/>
          <a:ext cx="250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" name="Equation" r:id="rId13" imgW="2501640" imgH="380880" progId="Equation.DSMT4">
                  <p:embed/>
                </p:oleObj>
              </mc:Choice>
              <mc:Fallback>
                <p:oleObj name="Equation" r:id="rId13" imgW="2501640" imgH="380880" progId="Equation.DSMT4">
                  <p:embed/>
                  <p:pic>
                    <p:nvPicPr>
                      <p:cNvPr id="104460" name="Object 12">
                        <a:extLst>
                          <a:ext uri="{FF2B5EF4-FFF2-40B4-BE49-F238E27FC236}">
                            <a16:creationId xmlns:a16="http://schemas.microsoft.com/office/drawing/2014/main" id="{D1E25883-9A10-40E1-9855-97E5BFADA9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104" y="3771952"/>
                        <a:ext cx="2501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12CDF4F8-06F5-4EC7-A26F-806F190806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65429"/>
              </p:ext>
            </p:extLst>
          </p:nvPr>
        </p:nvGraphicFramePr>
        <p:xfrm>
          <a:off x="4054004" y="3771952"/>
          <a:ext cx="2247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9" name="Equation" r:id="rId15" imgW="2247840" imgH="380880" progId="Equation.DSMT4">
                  <p:embed/>
                </p:oleObj>
              </mc:Choice>
              <mc:Fallback>
                <p:oleObj name="Equation" r:id="rId15" imgW="2247840" imgH="380880" progId="Equation.DSMT4">
                  <p:embed/>
                  <p:pic>
                    <p:nvPicPr>
                      <p:cNvPr id="104461" name="Object 13">
                        <a:extLst>
                          <a:ext uri="{FF2B5EF4-FFF2-40B4-BE49-F238E27FC236}">
                            <a16:creationId xmlns:a16="http://schemas.microsoft.com/office/drawing/2014/main" id="{FCA87D61-8A94-4E84-B862-A87878CC2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004" y="3771952"/>
                        <a:ext cx="2247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3B3CC248-2F6A-4B82-8A3D-28D9A6F01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104" y="312937"/>
            <a:ext cx="1752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解方程</a:t>
            </a:r>
            <a:endParaRPr lang="en-US" altLang="zh-CN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C50159-1952-4169-98A4-154073338EFC}"/>
              </a:ext>
            </a:extLst>
          </p:cNvPr>
          <p:cNvSpPr/>
          <p:nvPr/>
        </p:nvSpPr>
        <p:spPr>
          <a:xfrm>
            <a:off x="1058058" y="108433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rgbClr val="0064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E68950-42AC-401C-A371-777CBF492108}"/>
              </a:ext>
            </a:extLst>
          </p:cNvPr>
          <p:cNvSpPr/>
          <p:nvPr/>
        </p:nvSpPr>
        <p:spPr>
          <a:xfrm>
            <a:off x="1058058" y="167459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077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DFB5CF3B-AB7F-4FA1-8ACB-EC43E15DD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91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79295369-EE63-4A43-B5C4-69F210BF8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801272"/>
              </p:ext>
            </p:extLst>
          </p:nvPr>
        </p:nvGraphicFramePr>
        <p:xfrm>
          <a:off x="2392363" y="403225"/>
          <a:ext cx="243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1" name="Equation" r:id="rId3" imgW="2438280" imgH="406080" progId="Equation.DSMT4">
                  <p:embed/>
                </p:oleObj>
              </mc:Choice>
              <mc:Fallback>
                <p:oleObj name="Equation" r:id="rId3" imgW="2438280" imgH="406080" progId="Equation.DSMT4">
                  <p:embed/>
                  <p:pic>
                    <p:nvPicPr>
                      <p:cNvPr id="109573" name="Object 5">
                        <a:extLst>
                          <a:ext uri="{FF2B5EF4-FFF2-40B4-BE49-F238E27FC236}">
                            <a16:creationId xmlns:a16="http://schemas.microsoft.com/office/drawing/2014/main" id="{FACC27D8-9FAA-4EB9-8DC5-BC4F047542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403225"/>
                        <a:ext cx="2438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597D15AE-1E4A-4AF8-B95C-531CCC9EC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63" y="314028"/>
            <a:ext cx="13094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43C32B04-9B12-4C23-A09C-444D2B27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896" y="1148953"/>
            <a:ext cx="15615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45B29042-1DD4-49A9-9761-8EBF3DD7FC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881688"/>
              </p:ext>
            </p:extLst>
          </p:nvPr>
        </p:nvGraphicFramePr>
        <p:xfrm>
          <a:off x="2967446" y="1213696"/>
          <a:ext cx="227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2" name="Equation" r:id="rId5" imgW="2273040" imgH="406080" progId="Equation.DSMT4">
                  <p:embed/>
                </p:oleObj>
              </mc:Choice>
              <mc:Fallback>
                <p:oleObj name="Equation" r:id="rId5" imgW="2273040" imgH="406080" progId="Equation.DSMT4">
                  <p:embed/>
                  <p:pic>
                    <p:nvPicPr>
                      <p:cNvPr id="109576" name="Object 8">
                        <a:extLst>
                          <a:ext uri="{FF2B5EF4-FFF2-40B4-BE49-F238E27FC236}">
                            <a16:creationId xmlns:a16="http://schemas.microsoft.com/office/drawing/2014/main" id="{9EE18B62-1B13-4A69-AB6B-F32AB2ED5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446" y="1213696"/>
                        <a:ext cx="2273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73D220C8-F96C-41EF-8ABF-0AF6A9780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2638585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特征根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5D9D0524-3C8C-4F0C-B57F-90AB19C06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195815"/>
              </p:ext>
            </p:extLst>
          </p:nvPr>
        </p:nvGraphicFramePr>
        <p:xfrm>
          <a:off x="2696653" y="2719188"/>
          <a:ext cx="306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3" name="Equation" r:id="rId7" imgW="3060360" imgH="419040" progId="Equation.DSMT4">
                  <p:embed/>
                </p:oleObj>
              </mc:Choice>
              <mc:Fallback>
                <p:oleObj name="Equation" r:id="rId7" imgW="3060360" imgH="419040" progId="Equation.DSMT4">
                  <p:embed/>
                  <p:pic>
                    <p:nvPicPr>
                      <p:cNvPr id="109578" name="Object 10">
                        <a:extLst>
                          <a:ext uri="{FF2B5EF4-FFF2-40B4-BE49-F238E27FC236}">
                            <a16:creationId xmlns:a16="http://schemas.microsoft.com/office/drawing/2014/main" id="{F4D7C7F8-E279-4EB4-9A18-BD55083096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653" y="2719188"/>
                        <a:ext cx="306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DA26FB81-59C1-4E0E-A725-067F1525B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2" y="3445119"/>
            <a:ext cx="27598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因此原方程通解为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72A8B173-03F4-4B2E-A44F-8DF4AC2C1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085079"/>
              </p:ext>
            </p:extLst>
          </p:nvPr>
        </p:nvGraphicFramePr>
        <p:xfrm>
          <a:off x="2044700" y="4101700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4" name="Equation" r:id="rId9" imgW="1752480" imgH="380880" progId="Equation.DSMT4">
                  <p:embed/>
                </p:oleObj>
              </mc:Choice>
              <mc:Fallback>
                <p:oleObj name="Equation" r:id="rId9" imgW="1752480" imgH="380880" progId="Equation.DSMT4">
                  <p:embed/>
                  <p:pic>
                    <p:nvPicPr>
                      <p:cNvPr id="109580" name="Object 12">
                        <a:extLst>
                          <a:ext uri="{FF2B5EF4-FFF2-40B4-BE49-F238E27FC236}">
                            <a16:creationId xmlns:a16="http://schemas.microsoft.com/office/drawing/2014/main" id="{2755F3E7-D9D9-43F3-9D39-65C55C6E52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4101700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9A58FB0B-4682-49C1-A64E-9C3A17EB4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85533"/>
              </p:ext>
            </p:extLst>
          </p:nvPr>
        </p:nvGraphicFramePr>
        <p:xfrm>
          <a:off x="3816352" y="4051825"/>
          <a:ext cx="306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5" name="Equation" r:id="rId11" imgW="3060360" imgH="419040" progId="Equation.DSMT4">
                  <p:embed/>
                </p:oleObj>
              </mc:Choice>
              <mc:Fallback>
                <p:oleObj name="Equation" r:id="rId11" imgW="3060360" imgH="419040" progId="Equation.DSMT4">
                  <p:embed/>
                  <p:pic>
                    <p:nvPicPr>
                      <p:cNvPr id="109581" name="Object 13">
                        <a:extLst>
                          <a:ext uri="{FF2B5EF4-FFF2-40B4-BE49-F238E27FC236}">
                            <a16:creationId xmlns:a16="http://schemas.microsoft.com/office/drawing/2014/main" id="{B3AA1BB8-D4CB-4783-A56A-47EA1FDA43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2" y="4051825"/>
                        <a:ext cx="306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>
            <a:extLst>
              <a:ext uri="{FF2B5EF4-FFF2-40B4-BE49-F238E27FC236}">
                <a16:creationId xmlns:a16="http://schemas.microsoft.com/office/drawing/2014/main" id="{69651EA4-4B4B-4908-A838-9E12AE96B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030" y="355601"/>
            <a:ext cx="13094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求方程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94DFFA-6C64-49D1-A3D5-E9417E39AA5F}"/>
              </a:ext>
            </a:extLst>
          </p:cNvPr>
          <p:cNvSpPr/>
          <p:nvPr/>
        </p:nvSpPr>
        <p:spPr>
          <a:xfrm>
            <a:off x="685800" y="119156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DB5B1C88-A300-4949-AC29-6925307F3C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415431"/>
              </p:ext>
            </p:extLst>
          </p:nvPr>
        </p:nvGraphicFramePr>
        <p:xfrm>
          <a:off x="2806700" y="1942305"/>
          <a:ext cx="234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6" name="Equation" r:id="rId13" imgW="2349360" imgH="406080" progId="Equation.DSMT4">
                  <p:embed/>
                </p:oleObj>
              </mc:Choice>
              <mc:Fallback>
                <p:oleObj name="Equation" r:id="rId13" imgW="2349360" imgH="40608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45B29042-1DD4-49A9-9761-8EBF3DD7FC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1942305"/>
                        <a:ext cx="2349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8CE69AD6-FB22-460B-9B29-CFAF752E1CF8}"/>
              </a:ext>
            </a:extLst>
          </p:cNvPr>
          <p:cNvSpPr/>
          <p:nvPr/>
        </p:nvSpPr>
        <p:spPr>
          <a:xfrm>
            <a:off x="1361219" y="19554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234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4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>
            <a:extLst>
              <a:ext uri="{FF2B5EF4-FFF2-40B4-BE49-F238E27FC236}">
                <a16:creationId xmlns:a16="http://schemas.microsoft.com/office/drawing/2014/main" id="{F4F20C8E-5660-4508-969A-4DDD58EFB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946" y="35379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</a:p>
        </p:txBody>
      </p:sp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7147EFF4-64F7-4D1B-A856-9E0196448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1788"/>
              </p:ext>
            </p:extLst>
          </p:nvPr>
        </p:nvGraphicFramePr>
        <p:xfrm>
          <a:off x="2768600" y="391593"/>
          <a:ext cx="180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0" name="Equation" r:id="rId3" imgW="1803240" imgH="406080" progId="Equation.DSMT4">
                  <p:embed/>
                </p:oleObj>
              </mc:Choice>
              <mc:Fallback>
                <p:oleObj name="Equation" r:id="rId3" imgW="1803240" imgH="406080" progId="Equation.DSMT4">
                  <p:embed/>
                  <p:pic>
                    <p:nvPicPr>
                      <p:cNvPr id="109583" name="Object 15">
                        <a:extLst>
                          <a:ext uri="{FF2B5EF4-FFF2-40B4-BE49-F238E27FC236}">
                            <a16:creationId xmlns:a16="http://schemas.microsoft.com/office/drawing/2014/main" id="{ABB8CCBE-6785-4F45-B602-86AC02558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391593"/>
                        <a:ext cx="1803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56CA9FF8-C1F3-4291-82C8-563061645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524" y="1204506"/>
            <a:ext cx="16450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348D28E2-83DE-4825-8470-AD10FD73A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156370"/>
              </p:ext>
            </p:extLst>
          </p:nvPr>
        </p:nvGraphicFramePr>
        <p:xfrm>
          <a:off x="3100388" y="1222243"/>
          <a:ext cx="1358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1" name="Equation" r:id="rId5" imgW="1358640" imgH="393480" progId="Equation.DSMT4">
                  <p:embed/>
                </p:oleObj>
              </mc:Choice>
              <mc:Fallback>
                <p:oleObj name="Equation" r:id="rId5" imgW="1358640" imgH="393480" progId="Equation.DSMT4">
                  <p:embed/>
                  <p:pic>
                    <p:nvPicPr>
                      <p:cNvPr id="109585" name="Object 17">
                        <a:extLst>
                          <a:ext uri="{FF2B5EF4-FFF2-40B4-BE49-F238E27FC236}">
                            <a16:creationId xmlns:a16="http://schemas.microsoft.com/office/drawing/2014/main" id="{BB69DF5C-2129-48D0-AFCB-015DA6C94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1222243"/>
                        <a:ext cx="1358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8">
            <a:extLst>
              <a:ext uri="{FF2B5EF4-FFF2-40B4-BE49-F238E27FC236}">
                <a16:creationId xmlns:a16="http://schemas.microsoft.com/office/drawing/2014/main" id="{73A6B976-9DDA-4048-950F-DB341844A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935" y="2075183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特征根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4DFBA25C-380C-4D48-9F34-6BC537F91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073816"/>
              </p:ext>
            </p:extLst>
          </p:nvPr>
        </p:nvGraphicFramePr>
        <p:xfrm>
          <a:off x="3048546" y="2133930"/>
          <a:ext cx="3321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2" name="Equation" r:id="rId7" imgW="3327120" imgH="380880" progId="Equation.DSMT4">
                  <p:embed/>
                </p:oleObj>
              </mc:Choice>
              <mc:Fallback>
                <p:oleObj name="Equation" r:id="rId7" imgW="3327120" imgH="380880" progId="Equation.DSMT4">
                  <p:embed/>
                  <p:pic>
                    <p:nvPicPr>
                      <p:cNvPr id="109587" name="Object 19">
                        <a:extLst>
                          <a:ext uri="{FF2B5EF4-FFF2-40B4-BE49-F238E27FC236}">
                            <a16:creationId xmlns:a16="http://schemas.microsoft.com/office/drawing/2014/main" id="{50C14D13-4289-4E99-B5FF-6838FFEF2D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546" y="2133930"/>
                        <a:ext cx="3321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0">
            <a:extLst>
              <a:ext uri="{FF2B5EF4-FFF2-40B4-BE49-F238E27FC236}">
                <a16:creationId xmlns:a16="http://schemas.microsoft.com/office/drawing/2014/main" id="{C06D5329-7B69-44AA-84E5-1C16989F9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707" y="3025376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原方程通解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EE12A75A-51F2-46A9-A068-30BE01538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300002"/>
              </p:ext>
            </p:extLst>
          </p:nvPr>
        </p:nvGraphicFramePr>
        <p:xfrm>
          <a:off x="2357438" y="3872785"/>
          <a:ext cx="420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3" name="Equation" r:id="rId9" imgW="4203360" imgH="419040" progId="Equation.DSMT4">
                  <p:embed/>
                </p:oleObj>
              </mc:Choice>
              <mc:Fallback>
                <p:oleObj name="Equation" r:id="rId9" imgW="4203360" imgH="419040" progId="Equation.DSMT4">
                  <p:embed/>
                  <p:pic>
                    <p:nvPicPr>
                      <p:cNvPr id="109589" name="Object 21">
                        <a:extLst>
                          <a:ext uri="{FF2B5EF4-FFF2-40B4-BE49-F238E27FC236}">
                            <a16:creationId xmlns:a16="http://schemas.microsoft.com/office/drawing/2014/main" id="{4ECD656D-DAB3-4547-BEC4-B149FBDA12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3872785"/>
                        <a:ext cx="420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4">
            <a:extLst>
              <a:ext uri="{FF2B5EF4-FFF2-40B4-BE49-F238E27FC236}">
                <a16:creationId xmlns:a16="http://schemas.microsoft.com/office/drawing/2014/main" id="{2E107765-222B-45F8-89CC-36284DFC7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195" y="349599"/>
            <a:ext cx="1933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解方程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118A7C-34AD-4F31-9054-33AE6D6537B1}"/>
              </a:ext>
            </a:extLst>
          </p:cNvPr>
          <p:cNvSpPr/>
          <p:nvPr/>
        </p:nvSpPr>
        <p:spPr>
          <a:xfrm>
            <a:off x="930661" y="124354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572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44FF375-C307-4C1D-B958-542558397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81162"/>
            <a:ext cx="106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 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35D984F-5FCC-481A-9B3E-3CA9CB642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08480"/>
              </p:ext>
            </p:extLst>
          </p:nvPr>
        </p:nvGraphicFramePr>
        <p:xfrm>
          <a:off x="2412206" y="151606"/>
          <a:ext cx="314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3" name="Equation" r:id="rId3" imgW="3149280" imgH="838080" progId="Equation.DSMT4">
                  <p:embed/>
                </p:oleObj>
              </mc:Choice>
              <mc:Fallback>
                <p:oleObj name="Equation" r:id="rId3" imgW="3149280" imgH="838080" progId="Equation.DSMT4">
                  <p:embed/>
                  <p:pic>
                    <p:nvPicPr>
                      <p:cNvPr id="103428" name="Object 4">
                        <a:extLst>
                          <a:ext uri="{FF2B5EF4-FFF2-40B4-BE49-F238E27FC236}">
                            <a16:creationId xmlns:a16="http://schemas.microsoft.com/office/drawing/2014/main" id="{B2C26CB5-855F-4136-A2C5-C99E2DA78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06" y="151606"/>
                        <a:ext cx="3149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BF3BE6B2-FFDD-4725-AAD1-B6755BDE3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982674"/>
            <a:ext cx="1471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CC85B055-745F-4DC5-A697-006801318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387487"/>
              </p:ext>
            </p:extLst>
          </p:nvPr>
        </p:nvGraphicFramePr>
        <p:xfrm>
          <a:off x="3004989" y="1051284"/>
          <a:ext cx="40211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4" name="Equation" r:id="rId5" imgW="4025880" imgH="406080" progId="Equation.DSMT4">
                  <p:embed/>
                </p:oleObj>
              </mc:Choice>
              <mc:Fallback>
                <p:oleObj name="Equation" r:id="rId5" imgW="4025880" imgH="406080" progId="Equation.DSMT4">
                  <p:embed/>
                  <p:pic>
                    <p:nvPicPr>
                      <p:cNvPr id="103430" name="Object 6">
                        <a:extLst>
                          <a:ext uri="{FF2B5EF4-FFF2-40B4-BE49-F238E27FC236}">
                            <a16:creationId xmlns:a16="http://schemas.microsoft.com/office/drawing/2014/main" id="{B668673B-9D49-48F4-AAB7-5F044EA1A9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989" y="1051284"/>
                        <a:ext cx="40211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68B2239B-E278-4F79-94CA-A94E8BDA8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737194"/>
            <a:ext cx="684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ED1BDFDA-AC15-4BBC-B2DC-B35A4BC53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666405"/>
              </p:ext>
            </p:extLst>
          </p:nvPr>
        </p:nvGraphicFramePr>
        <p:xfrm>
          <a:off x="2139950" y="1767059"/>
          <a:ext cx="501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5" name="Equation" r:id="rId7" imgW="5016240" imgH="431640" progId="Equation.DSMT4">
                  <p:embed/>
                </p:oleObj>
              </mc:Choice>
              <mc:Fallback>
                <p:oleObj name="Equation" r:id="rId7" imgW="5016240" imgH="431640" progId="Equation.DSMT4">
                  <p:embed/>
                  <p:pic>
                    <p:nvPicPr>
                      <p:cNvPr id="103432" name="Object 8">
                        <a:extLst>
                          <a:ext uri="{FF2B5EF4-FFF2-40B4-BE49-F238E27FC236}">
                            <a16:creationId xmlns:a16="http://schemas.microsoft.com/office/drawing/2014/main" id="{9653EFB9-4C93-4863-9A06-B074E12AF9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1767059"/>
                        <a:ext cx="5016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C79189D8-0CE5-4F0C-8BA3-5C22FD8A8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2" y="2511749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其根为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C2291058-B4E6-4E75-80C3-80E3A7798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944861"/>
              </p:ext>
            </p:extLst>
          </p:nvPr>
        </p:nvGraphicFramePr>
        <p:xfrm>
          <a:off x="2203450" y="2348794"/>
          <a:ext cx="20812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6" name="Equation" r:id="rId9" imgW="2082600" imgH="774360" progId="Equation.DSMT4">
                  <p:embed/>
                </p:oleObj>
              </mc:Choice>
              <mc:Fallback>
                <p:oleObj name="Equation" r:id="rId9" imgW="2082600" imgH="774360" progId="Equation.DSMT4">
                  <p:embed/>
                  <p:pic>
                    <p:nvPicPr>
                      <p:cNvPr id="103434" name="Object 10">
                        <a:extLst>
                          <a:ext uri="{FF2B5EF4-FFF2-40B4-BE49-F238E27FC236}">
                            <a16:creationId xmlns:a16="http://schemas.microsoft.com/office/drawing/2014/main" id="{29CD3F30-A22E-4F4F-8C13-972CA051C8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348794"/>
                        <a:ext cx="208121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C7CC29C6-2B86-4441-A798-28B54740B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008235"/>
              </p:ext>
            </p:extLst>
          </p:nvPr>
        </p:nvGraphicFramePr>
        <p:xfrm>
          <a:off x="4716314" y="2348794"/>
          <a:ext cx="230981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7" name="Equation" r:id="rId11" imgW="2311200" imgH="774360" progId="Equation.DSMT4">
                  <p:embed/>
                </p:oleObj>
              </mc:Choice>
              <mc:Fallback>
                <p:oleObj name="Equation" r:id="rId11" imgW="2311200" imgH="774360" progId="Equation.DSMT4">
                  <p:embed/>
                  <p:pic>
                    <p:nvPicPr>
                      <p:cNvPr id="103435" name="Object 11">
                        <a:extLst>
                          <a:ext uri="{FF2B5EF4-FFF2-40B4-BE49-F238E27FC236}">
                            <a16:creationId xmlns:a16="http://schemas.microsoft.com/office/drawing/2014/main" id="{A9E80C88-A71A-4F4D-93C3-57398246A4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314" y="2348794"/>
                        <a:ext cx="230981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>
            <a:extLst>
              <a:ext uri="{FF2B5EF4-FFF2-40B4-BE49-F238E27FC236}">
                <a16:creationId xmlns:a16="http://schemas.microsoft.com/office/drawing/2014/main" id="{590C30EA-7B45-4EF2-872B-B14F8591B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436384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方程通解 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86D19BED-164B-4EDF-A3F6-57A1447139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21563"/>
              </p:ext>
            </p:extLst>
          </p:nvPr>
        </p:nvGraphicFramePr>
        <p:xfrm>
          <a:off x="2203450" y="3189924"/>
          <a:ext cx="439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8" name="Equation" r:id="rId13" imgW="4394160" imgH="850680" progId="Equation.DSMT4">
                  <p:embed/>
                </p:oleObj>
              </mc:Choice>
              <mc:Fallback>
                <p:oleObj name="Equation" r:id="rId13" imgW="4394160" imgH="850680" progId="Equation.DSMT4">
                  <p:embed/>
                  <p:pic>
                    <p:nvPicPr>
                      <p:cNvPr id="103437" name="Object 13">
                        <a:extLst>
                          <a:ext uri="{FF2B5EF4-FFF2-40B4-BE49-F238E27FC236}">
                            <a16:creationId xmlns:a16="http://schemas.microsoft.com/office/drawing/2014/main" id="{DDEFF2F3-9B6A-415A-BA30-FCED6A4A0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3189924"/>
                        <a:ext cx="4394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ED6603AC-6F79-4E3A-91B2-45F18B4DC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319945"/>
              </p:ext>
            </p:extLst>
          </p:nvPr>
        </p:nvGraphicFramePr>
        <p:xfrm>
          <a:off x="4139952" y="4040824"/>
          <a:ext cx="4305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9" name="Equation" r:id="rId15" imgW="4305240" imgH="850680" progId="Equation.DSMT4">
                  <p:embed/>
                </p:oleObj>
              </mc:Choice>
              <mc:Fallback>
                <p:oleObj name="Equation" r:id="rId15" imgW="4305240" imgH="850680" progId="Equation.DSMT4">
                  <p:embed/>
                  <p:pic>
                    <p:nvPicPr>
                      <p:cNvPr id="103439" name="Object 15">
                        <a:extLst>
                          <a:ext uri="{FF2B5EF4-FFF2-40B4-BE49-F238E27FC236}">
                            <a16:creationId xmlns:a16="http://schemas.microsoft.com/office/drawing/2014/main" id="{0F16B397-6E46-45B1-899A-0C20C479B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40824"/>
                        <a:ext cx="4305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>
            <a:extLst>
              <a:ext uri="{FF2B5EF4-FFF2-40B4-BE49-F238E27FC236}">
                <a16:creationId xmlns:a16="http://schemas.microsoft.com/office/drawing/2014/main" id="{7D8C743B-17BE-491E-AE50-E32B3B5DE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81162"/>
            <a:ext cx="1600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解方程</a:t>
            </a:r>
            <a:endParaRPr lang="en-US" altLang="zh-CN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C2DDB6-CAA8-4A74-BB74-319D8D82DA57}"/>
              </a:ext>
            </a:extLst>
          </p:cNvPr>
          <p:cNvSpPr/>
          <p:nvPr/>
        </p:nvSpPr>
        <p:spPr>
          <a:xfrm>
            <a:off x="682292" y="100695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49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2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18089C7D-B279-43B9-A83D-D476A22BB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955" y="375171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求方程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B056973E-0A35-44D7-8CBB-C2A00F551F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193644"/>
              </p:ext>
            </p:extLst>
          </p:nvPr>
        </p:nvGraphicFramePr>
        <p:xfrm>
          <a:off x="2802260" y="432892"/>
          <a:ext cx="1409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5" name="Equation" r:id="rId3" imgW="1409400" imgH="355320" progId="Equation.DSMT4">
                  <p:embed/>
                </p:oleObj>
              </mc:Choice>
              <mc:Fallback>
                <p:oleObj name="Equation" r:id="rId3" imgW="1409400" imgH="355320" progId="Equation.DSMT4">
                  <p:embed/>
                  <p:pic>
                    <p:nvPicPr>
                      <p:cNvPr id="106500" name="Object 4">
                        <a:extLst>
                          <a:ext uri="{FF2B5EF4-FFF2-40B4-BE49-F238E27FC236}">
                            <a16:creationId xmlns:a16="http://schemas.microsoft.com/office/drawing/2014/main" id="{A08D87A3-3C74-4DB2-B5D8-ECABEE1A26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260" y="432892"/>
                        <a:ext cx="1409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>
            <a:extLst>
              <a:ext uri="{FF2B5EF4-FFF2-40B4-BE49-F238E27FC236}">
                <a16:creationId xmlns:a16="http://schemas.microsoft.com/office/drawing/2014/main" id="{50896A2D-7400-4D15-8725-00933FA98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340891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E322D5DB-67A0-40FF-8AFD-379C2D8F1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706541"/>
              </p:ext>
            </p:extLst>
          </p:nvPr>
        </p:nvGraphicFramePr>
        <p:xfrm>
          <a:off x="1608634" y="1264766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6" name="Equation" r:id="rId5" imgW="723600" imgH="330120" progId="Equation.DSMT4">
                  <p:embed/>
                </p:oleObj>
              </mc:Choice>
              <mc:Fallback>
                <p:oleObj name="Equation" r:id="rId5" imgW="723600" imgH="330120" progId="Equation.DSMT4">
                  <p:embed/>
                  <p:pic>
                    <p:nvPicPr>
                      <p:cNvPr id="106503" name="Object 7">
                        <a:extLst>
                          <a:ext uri="{FF2B5EF4-FFF2-40B4-BE49-F238E27FC236}">
                            <a16:creationId xmlns:a16="http://schemas.microsoft.com/office/drawing/2014/main" id="{EF2ED5DF-2E80-410F-9195-41F7EE0F7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634" y="1264766"/>
                        <a:ext cx="723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>
            <a:extLst>
              <a:ext uri="{FF2B5EF4-FFF2-40B4-BE49-F238E27FC236}">
                <a16:creationId xmlns:a16="http://schemas.microsoft.com/office/drawing/2014/main" id="{B56C484C-935D-4D3E-B74B-C728EC64B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116743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C64A6F18-5CB6-44F7-B10C-A3770B89D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134881"/>
              </p:ext>
            </p:extLst>
          </p:nvPr>
        </p:nvGraphicFramePr>
        <p:xfrm>
          <a:off x="4211960" y="1197620"/>
          <a:ext cx="165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7" name="Equation" r:id="rId7" imgW="1650960" imgH="380880" progId="Equation.DSMT4">
                  <p:embed/>
                </p:oleObj>
              </mc:Choice>
              <mc:Fallback>
                <p:oleObj name="Equation" r:id="rId7" imgW="1650960" imgH="380880" progId="Equation.DSMT4">
                  <p:embed/>
                  <p:pic>
                    <p:nvPicPr>
                      <p:cNvPr id="106505" name="Object 9">
                        <a:extLst>
                          <a:ext uri="{FF2B5EF4-FFF2-40B4-BE49-F238E27FC236}">
                            <a16:creationId xmlns:a16="http://schemas.microsoft.com/office/drawing/2014/main" id="{44AEAAE5-1A14-4FA4-BF93-9455BAC60D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1197620"/>
                        <a:ext cx="165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E850A295-F52E-407F-B02F-F1DBD81EA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892703"/>
              </p:ext>
            </p:extLst>
          </p:nvPr>
        </p:nvGraphicFramePr>
        <p:xfrm>
          <a:off x="1608634" y="2048991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8" name="Equation" r:id="rId9" imgW="723600" imgH="330120" progId="Equation.DSMT4">
                  <p:embed/>
                </p:oleObj>
              </mc:Choice>
              <mc:Fallback>
                <p:oleObj name="Equation" r:id="rId9" imgW="723600" imgH="330120" progId="Equation.DSMT4">
                  <p:embed/>
                  <p:pic>
                    <p:nvPicPr>
                      <p:cNvPr id="106506" name="Object 10">
                        <a:extLst>
                          <a:ext uri="{FF2B5EF4-FFF2-40B4-BE49-F238E27FC236}">
                            <a16:creationId xmlns:a16="http://schemas.microsoft.com/office/drawing/2014/main" id="{1BABF4A0-D689-4AE7-A523-2CFCC591D0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634" y="2048991"/>
                        <a:ext cx="723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E02828D3-1518-4CBF-861D-48A122C82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519" y="1940396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8997740B-10D5-494D-880B-C89701CB3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909487"/>
              </p:ext>
            </p:extLst>
          </p:nvPr>
        </p:nvGraphicFramePr>
        <p:xfrm>
          <a:off x="4211960" y="1957561"/>
          <a:ext cx="353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9" name="Equation" r:id="rId11" imgW="3530520" imgH="444240" progId="Equation.DSMT4">
                  <p:embed/>
                </p:oleObj>
              </mc:Choice>
              <mc:Fallback>
                <p:oleObj name="Equation" r:id="rId11" imgW="3530520" imgH="444240" progId="Equation.DSMT4">
                  <p:embed/>
                  <p:pic>
                    <p:nvPicPr>
                      <p:cNvPr id="106508" name="Object 12">
                        <a:extLst>
                          <a:ext uri="{FF2B5EF4-FFF2-40B4-BE49-F238E27FC236}">
                            <a16:creationId xmlns:a16="http://schemas.microsoft.com/office/drawing/2014/main" id="{1137F87D-D808-402E-8B48-09F6FF53A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1957561"/>
                        <a:ext cx="3530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717164B1-1F57-4F51-85D0-C21138D96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479862"/>
              </p:ext>
            </p:extLst>
          </p:nvPr>
        </p:nvGraphicFramePr>
        <p:xfrm>
          <a:off x="1608634" y="2889895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0" name="Equation" r:id="rId13" imgW="723600" imgH="330120" progId="Equation.DSMT4">
                  <p:embed/>
                </p:oleObj>
              </mc:Choice>
              <mc:Fallback>
                <p:oleObj name="Equation" r:id="rId13" imgW="723600" imgH="330120" progId="Equation.DSMT4">
                  <p:embed/>
                  <p:pic>
                    <p:nvPicPr>
                      <p:cNvPr id="106509" name="Object 13">
                        <a:extLst>
                          <a:ext uri="{FF2B5EF4-FFF2-40B4-BE49-F238E27FC236}">
                            <a16:creationId xmlns:a16="http://schemas.microsoft.com/office/drawing/2014/main" id="{6844E1C9-88F5-4F65-A6DB-9E414534D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634" y="2889895"/>
                        <a:ext cx="723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4">
            <a:extLst>
              <a:ext uri="{FF2B5EF4-FFF2-40B4-BE49-F238E27FC236}">
                <a16:creationId xmlns:a16="http://schemas.microsoft.com/office/drawing/2014/main" id="{42D386A9-31AA-422B-98ED-79E140852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4940" y="2824162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通解为</a:t>
            </a:r>
          </a:p>
        </p:txBody>
      </p:sp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B11F09C4-89CC-4270-8D96-DE3946B66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748757"/>
              </p:ext>
            </p:extLst>
          </p:nvPr>
        </p:nvGraphicFramePr>
        <p:xfrm>
          <a:off x="4169420" y="2847478"/>
          <a:ext cx="287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1" name="Equation" r:id="rId15" imgW="2869920" imgH="457200" progId="Equation.DSMT4">
                  <p:embed/>
                </p:oleObj>
              </mc:Choice>
              <mc:Fallback>
                <p:oleObj name="Equation" r:id="rId15" imgW="2869920" imgH="457200" progId="Equation.DSMT4">
                  <p:embed/>
                  <p:pic>
                    <p:nvPicPr>
                      <p:cNvPr id="106511" name="Object 15">
                        <a:extLst>
                          <a:ext uri="{FF2B5EF4-FFF2-40B4-BE49-F238E27FC236}">
                            <a16:creationId xmlns:a16="http://schemas.microsoft.com/office/drawing/2014/main" id="{BA078DB1-6A82-4169-A563-77636AE87F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9420" y="2847478"/>
                        <a:ext cx="287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">
            <a:extLst>
              <a:ext uri="{FF2B5EF4-FFF2-40B4-BE49-F238E27FC236}">
                <a16:creationId xmlns:a16="http://schemas.microsoft.com/office/drawing/2014/main" id="{3F4B3351-2B7E-4C9F-9A7B-4B89C11E3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09575"/>
            <a:ext cx="9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3B4665C0-2F10-40FC-A5AB-D7B77A4F5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116955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010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D90920-B719-43FF-9597-61F26604731C}"/>
              </a:ext>
            </a:extLst>
          </p:cNvPr>
          <p:cNvSpPr/>
          <p:nvPr/>
        </p:nvSpPr>
        <p:spPr>
          <a:xfrm>
            <a:off x="840929" y="364626"/>
            <a:ext cx="859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93E076-3DFD-412C-B8F5-D02CD01C0252}"/>
              </a:ext>
            </a:extLst>
          </p:cNvPr>
          <p:cNvSpPr/>
          <p:nvPr/>
        </p:nvSpPr>
        <p:spPr>
          <a:xfrm>
            <a:off x="1423913" y="364626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设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70501B2-50AF-4991-B320-33BDA91DD3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471611"/>
              </p:ext>
            </p:extLst>
          </p:nvPr>
        </p:nvGraphicFramePr>
        <p:xfrm>
          <a:off x="1907704" y="339502"/>
          <a:ext cx="3090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2" name="Equation" r:id="rId3" imgW="3085920" imgH="419040" progId="Equation.DSMT4">
                  <p:embed/>
                </p:oleObj>
              </mc:Choice>
              <mc:Fallback>
                <p:oleObj name="Equation" r:id="rId3" imgW="308592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DA41C54-8EEF-4617-8E37-50695F720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39502"/>
                        <a:ext cx="309086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73E51C-7E77-424E-B675-77FD201A3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964590"/>
              </p:ext>
            </p:extLst>
          </p:nvPr>
        </p:nvGraphicFramePr>
        <p:xfrm>
          <a:off x="5168953" y="393336"/>
          <a:ext cx="70643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3" name="Equation" r:id="rId5" imgW="711000" imgH="380880" progId="Equation.DSMT4">
                  <p:embed/>
                </p:oleObj>
              </mc:Choice>
              <mc:Fallback>
                <p:oleObj name="Equation" r:id="rId5" imgW="71100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180A264-434A-4258-B6FE-E11DB8689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53" y="393336"/>
                        <a:ext cx="706438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C0C84B4-5AD6-44AD-92BC-CEDBEB67C6D5}"/>
              </a:ext>
            </a:extLst>
          </p:cNvPr>
          <p:cNvSpPr/>
          <p:nvPr/>
        </p:nvSpPr>
        <p:spPr>
          <a:xfrm>
            <a:off x="4828478" y="345230"/>
            <a:ext cx="4090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D993EF-7D96-47C6-BD63-963381D26D81}"/>
              </a:ext>
            </a:extLst>
          </p:cNvPr>
          <p:cNvSpPr/>
          <p:nvPr/>
        </p:nvSpPr>
        <p:spPr>
          <a:xfrm>
            <a:off x="5913307" y="292545"/>
            <a:ext cx="2748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为任意常数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D67FBC-FEC2-4F39-82E9-D366E22704FF}"/>
              </a:ext>
            </a:extLst>
          </p:cNvPr>
          <p:cNvSpPr/>
          <p:nvPr/>
        </p:nvSpPr>
        <p:spPr>
          <a:xfrm>
            <a:off x="178818" y="898299"/>
            <a:ext cx="69167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二阶常系数齐次线性微分方程的通解，求该方程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33B699-7669-4987-891E-A493F8A4AEA4}"/>
              </a:ext>
            </a:extLst>
          </p:cNvPr>
          <p:cNvSpPr/>
          <p:nvPr/>
        </p:nvSpPr>
        <p:spPr>
          <a:xfrm>
            <a:off x="1450419" y="1544390"/>
            <a:ext cx="28151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由题设，特征根为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C1598A-EC44-4769-995F-09DC1C09B53A}"/>
              </a:ext>
            </a:extLst>
          </p:cNvPr>
          <p:cNvSpPr/>
          <p:nvPr/>
        </p:nvSpPr>
        <p:spPr>
          <a:xfrm>
            <a:off x="849850" y="156140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6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D873B7E-050A-4E4F-BD5E-9C96743BF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932272"/>
              </p:ext>
            </p:extLst>
          </p:nvPr>
        </p:nvGraphicFramePr>
        <p:xfrm>
          <a:off x="4245302" y="1585862"/>
          <a:ext cx="11874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4" name="Equation" r:id="rId7" imgW="1180800" imgH="406080" progId="Equation.DSMT4">
                  <p:embed/>
                </p:oleObj>
              </mc:Choice>
              <mc:Fallback>
                <p:oleObj name="Equation" r:id="rId7" imgW="118080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7F2BA16-002F-42AF-A1EC-734E66C9C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302" y="1585862"/>
                        <a:ext cx="1187450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DB013AC-A0BD-4E8B-A2F9-F2365EE2B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719431"/>
              </p:ext>
            </p:extLst>
          </p:nvPr>
        </p:nvGraphicFramePr>
        <p:xfrm>
          <a:off x="3927292" y="3526103"/>
          <a:ext cx="18224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5" name="Equation" r:id="rId9" imgW="1815840" imgH="393480" progId="Equation.DSMT4">
                  <p:embed/>
                </p:oleObj>
              </mc:Choice>
              <mc:Fallback>
                <p:oleObj name="Equation" r:id="rId9" imgW="181584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6B25176-C1EC-44DC-8ABE-54865B862B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292" y="3526103"/>
                        <a:ext cx="1822450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78B910A-AEB9-44DA-9A0E-A2FC901EB3A1}"/>
              </a:ext>
            </a:extLst>
          </p:cNvPr>
          <p:cNvSpPr/>
          <p:nvPr/>
        </p:nvSpPr>
        <p:spPr>
          <a:xfrm>
            <a:off x="849850" y="4288499"/>
            <a:ext cx="2403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微分方程为</a:t>
            </a:r>
            <a:r>
              <a:rPr lang="en-US" altLang="zh-CN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862DB8F-4854-45CD-AA22-9A7A428C8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131735"/>
              </p:ext>
            </p:extLst>
          </p:nvPr>
        </p:nvGraphicFramePr>
        <p:xfrm>
          <a:off x="3805107" y="4385039"/>
          <a:ext cx="21082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6" name="Equation" r:id="rId11" imgW="2108160" imgH="355320" progId="Equation.DSMT4">
                  <p:embed/>
                </p:oleObj>
              </mc:Choice>
              <mc:Fallback>
                <p:oleObj name="Equation" r:id="rId11" imgW="210816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BCE2122-B563-464E-85B1-31C1C5A512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107" y="4385039"/>
                        <a:ext cx="21082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2151E18-83FA-4CDE-9724-9EAAD98D5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724865"/>
              </p:ext>
            </p:extLst>
          </p:nvPr>
        </p:nvGraphicFramePr>
        <p:xfrm>
          <a:off x="3385517" y="2259225"/>
          <a:ext cx="21923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7" name="Equation" r:id="rId13" imgW="2184120" imgH="380880" progId="Equation.DSMT4">
                  <p:embed/>
                </p:oleObj>
              </mc:Choice>
              <mc:Fallback>
                <p:oleObj name="Equation" r:id="rId13" imgW="218412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6ADBB29-34B9-4D80-90B2-52FDC0C91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517" y="2259225"/>
                        <a:ext cx="2192337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B0B24C92-1884-453D-A8FD-E123A9648C28}"/>
              </a:ext>
            </a:extLst>
          </p:cNvPr>
          <p:cNvSpPr/>
          <p:nvPr/>
        </p:nvSpPr>
        <p:spPr>
          <a:xfrm>
            <a:off x="840929" y="3054882"/>
            <a:ext cx="562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E1C3772-6263-46A3-B278-E9EEDB1F2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422354"/>
              </p:ext>
            </p:extLst>
          </p:nvPr>
        </p:nvGraphicFramePr>
        <p:xfrm>
          <a:off x="3002608" y="2997292"/>
          <a:ext cx="3084513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8" name="Equation" r:id="rId15" imgW="3073320" imgH="342720" progId="Equation.DSMT4">
                  <p:embed/>
                </p:oleObj>
              </mc:Choice>
              <mc:Fallback>
                <p:oleObj name="Equation" r:id="rId15" imgW="307332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B72A73B-41E8-456B-BB3F-F05357FD4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608" y="2997292"/>
                        <a:ext cx="3084513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0274B58-EC35-470D-8267-4CBBA2ADD1C2}"/>
              </a:ext>
            </a:extLst>
          </p:cNvPr>
          <p:cNvSpPr/>
          <p:nvPr/>
        </p:nvSpPr>
        <p:spPr>
          <a:xfrm>
            <a:off x="824364" y="3612609"/>
            <a:ext cx="2111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特征方程为</a:t>
            </a:r>
            <a:r>
              <a:rPr lang="en-US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C9DD6A4-2A31-48E3-ADEE-5E127D70B920}"/>
              </a:ext>
            </a:extLst>
          </p:cNvPr>
          <p:cNvCxnSpPr>
            <a:cxnSpLocks/>
          </p:cNvCxnSpPr>
          <p:nvPr/>
        </p:nvCxnSpPr>
        <p:spPr>
          <a:xfrm>
            <a:off x="3983515" y="3924566"/>
            <a:ext cx="227732" cy="0"/>
          </a:xfrm>
          <a:prstGeom prst="line">
            <a:avLst/>
          </a:prstGeom>
          <a:noFill/>
          <a:ln w="1270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0BC0C0A-5562-4CA9-9411-8FF24D2119A3}"/>
              </a:ext>
            </a:extLst>
          </p:cNvPr>
          <p:cNvCxnSpPr>
            <a:cxnSpLocks/>
          </p:cNvCxnSpPr>
          <p:nvPr/>
        </p:nvCxnSpPr>
        <p:spPr>
          <a:xfrm>
            <a:off x="3799662" y="4769973"/>
            <a:ext cx="227732" cy="0"/>
          </a:xfrm>
          <a:prstGeom prst="line">
            <a:avLst/>
          </a:prstGeom>
          <a:noFill/>
          <a:ln w="12700" cap="flat" cmpd="sng" algn="ctr">
            <a:solidFill>
              <a:srgbClr val="0064FF"/>
            </a:solidFill>
            <a:prstDash val="soli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FFC7B01-7A5C-4035-A344-853FEE18D697}"/>
              </a:ext>
            </a:extLst>
          </p:cNvPr>
          <p:cNvCxnSpPr>
            <a:cxnSpLocks/>
          </p:cNvCxnSpPr>
          <p:nvPr/>
        </p:nvCxnSpPr>
        <p:spPr>
          <a:xfrm>
            <a:off x="4468173" y="3941754"/>
            <a:ext cx="227732" cy="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7B46BD1-6378-420C-A701-E93062FC210A}"/>
              </a:ext>
            </a:extLst>
          </p:cNvPr>
          <p:cNvCxnSpPr>
            <a:cxnSpLocks/>
          </p:cNvCxnSpPr>
          <p:nvPr/>
        </p:nvCxnSpPr>
        <p:spPr>
          <a:xfrm>
            <a:off x="4540798" y="4759720"/>
            <a:ext cx="227732" cy="0"/>
          </a:xfrm>
          <a:prstGeom prst="line">
            <a:avLst/>
          </a:prstGeom>
          <a:noFill/>
          <a:ln w="1270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9A9EA9A-3345-4FCB-AC20-559E81D4C5A2}"/>
              </a:ext>
            </a:extLst>
          </p:cNvPr>
          <p:cNvCxnSpPr>
            <a:cxnSpLocks/>
          </p:cNvCxnSpPr>
          <p:nvPr/>
        </p:nvCxnSpPr>
        <p:spPr>
          <a:xfrm>
            <a:off x="4952383" y="3941754"/>
            <a:ext cx="227732" cy="0"/>
          </a:xfrm>
          <a:prstGeom prst="line">
            <a:avLst/>
          </a:prstGeom>
          <a:noFill/>
          <a:ln w="12700" cap="flat" cmpd="sng" algn="ctr">
            <a:solidFill>
              <a:srgbClr val="10E9F4"/>
            </a:solidFill>
            <a:prstDash val="soli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8EE0CC5-148E-4386-8086-5FC1B14E8967}"/>
              </a:ext>
            </a:extLst>
          </p:cNvPr>
          <p:cNvCxnSpPr>
            <a:cxnSpLocks/>
          </p:cNvCxnSpPr>
          <p:nvPr/>
        </p:nvCxnSpPr>
        <p:spPr>
          <a:xfrm>
            <a:off x="5176308" y="4769973"/>
            <a:ext cx="227732" cy="0"/>
          </a:xfrm>
          <a:prstGeom prst="line">
            <a:avLst/>
          </a:prstGeom>
          <a:noFill/>
          <a:ln w="12700" cap="flat" cmpd="sng" algn="ctr">
            <a:solidFill>
              <a:srgbClr val="10E9F4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5399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6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B98872B-5F11-42AE-A1EC-109135D9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40486"/>
            <a:ext cx="980082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FF20C2DA-24A6-4A13-A0FC-84D2CB34C8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267755"/>
              </p:ext>
            </p:extLst>
          </p:nvPr>
        </p:nvGraphicFramePr>
        <p:xfrm>
          <a:off x="2722563" y="336550"/>
          <a:ext cx="416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8" name="Equation" r:id="rId3" imgW="4165560" imgH="419040" progId="Equation.DSMT4">
                  <p:embed/>
                </p:oleObj>
              </mc:Choice>
              <mc:Fallback>
                <p:oleObj name="Equation" r:id="rId3" imgW="4165560" imgH="419040" progId="Equation.DSMT4">
                  <p:embed/>
                  <p:pic>
                    <p:nvPicPr>
                      <p:cNvPr id="107525" name="Object 5">
                        <a:extLst>
                          <a:ext uri="{FF2B5EF4-FFF2-40B4-BE49-F238E27FC236}">
                            <a16:creationId xmlns:a16="http://schemas.microsoft.com/office/drawing/2014/main" id="{89DA909E-43B5-4F9E-A629-D7A3BD09F4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336550"/>
                        <a:ext cx="416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81D6817E-6631-4B5E-AC8F-593F9ED77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66" y="954342"/>
            <a:ext cx="56248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为特解的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阶常系数线性齐次微分方程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A88FB0DB-6D02-49E8-B550-0CC2B0414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916242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并求其通解 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7FD303-69ED-46D0-9306-249966AFE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358" y="349461"/>
            <a:ext cx="1945514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求一个以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4A6087D-256A-4DCD-A7AF-DF28B454A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298013"/>
              </p:ext>
            </p:extLst>
          </p:nvPr>
        </p:nvGraphicFramePr>
        <p:xfrm>
          <a:off x="6805116" y="349461"/>
          <a:ext cx="151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9" name="Equation" r:id="rId5" imgW="1511280" imgH="380880" progId="Equation.DSMT4">
                  <p:embed/>
                </p:oleObj>
              </mc:Choice>
              <mc:Fallback>
                <p:oleObj name="Equation" r:id="rId5" imgW="1511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05116" y="349461"/>
                        <a:ext cx="1511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22EDE4D1-20F8-4E1B-8B38-031DE72EB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8566" y="1544732"/>
            <a:ext cx="5416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根据给定的特解知特征方程有根</a:t>
            </a:r>
            <a:endParaRPr kumimoji="1" lang="en-US" altLang="zh-CN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37124FF2-206C-49BB-BF91-102DE92AC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175725"/>
              </p:ext>
            </p:extLst>
          </p:nvPr>
        </p:nvGraphicFramePr>
        <p:xfrm>
          <a:off x="1979712" y="2177576"/>
          <a:ext cx="1295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0" name="Equation" r:id="rId7" imgW="1295280" imgH="419040" progId="Equation.DSMT4">
                  <p:embed/>
                </p:oleObj>
              </mc:Choice>
              <mc:Fallback>
                <p:oleObj name="Equation" r:id="rId7" imgW="1295280" imgH="419040" progId="Equation.DSMT4">
                  <p:embed/>
                  <p:pic>
                    <p:nvPicPr>
                      <p:cNvPr id="107530" name="Object 10">
                        <a:extLst>
                          <a:ext uri="{FF2B5EF4-FFF2-40B4-BE49-F238E27FC236}">
                            <a16:creationId xmlns:a16="http://schemas.microsoft.com/office/drawing/2014/main" id="{C0B82D7E-DF73-4100-9EFA-BAFDC6A8A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177576"/>
                        <a:ext cx="1295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0E4CF229-FD40-4B9E-9803-C832ED8404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458788"/>
              </p:ext>
            </p:extLst>
          </p:nvPr>
        </p:nvGraphicFramePr>
        <p:xfrm>
          <a:off x="4211960" y="2152650"/>
          <a:ext cx="123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1" name="Equation" r:id="rId9" imgW="1231560" imgH="419040" progId="Equation.DSMT4">
                  <p:embed/>
                </p:oleObj>
              </mc:Choice>
              <mc:Fallback>
                <p:oleObj name="Equation" r:id="rId9" imgW="1231560" imgH="419040" progId="Equation.DSMT4">
                  <p:embed/>
                  <p:pic>
                    <p:nvPicPr>
                      <p:cNvPr id="107531" name="Object 11">
                        <a:extLst>
                          <a:ext uri="{FF2B5EF4-FFF2-40B4-BE49-F238E27FC236}">
                            <a16:creationId xmlns:a16="http://schemas.microsoft.com/office/drawing/2014/main" id="{E5342952-11F4-4D34-8DD4-FBDDB8233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152650"/>
                        <a:ext cx="123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7E35777C-B0A0-4493-AC58-0AC69A4C67B7}"/>
              </a:ext>
            </a:extLst>
          </p:cNvPr>
          <p:cNvSpPr/>
          <p:nvPr/>
        </p:nvSpPr>
        <p:spPr>
          <a:xfrm>
            <a:off x="858082" y="156092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rgbClr val="0064FF"/>
              </a:solidFill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B7AEF3B-3B71-40DB-BF4C-5C8DF2C7A165}"/>
              </a:ext>
            </a:extLst>
          </p:cNvPr>
          <p:cNvCxnSpPr/>
          <p:nvPr/>
        </p:nvCxnSpPr>
        <p:spPr>
          <a:xfrm>
            <a:off x="2915816" y="793961"/>
            <a:ext cx="208823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223DA1B-C370-4D94-A571-5C7F4231AB87}"/>
              </a:ext>
            </a:extLst>
          </p:cNvPr>
          <p:cNvCxnSpPr>
            <a:cxnSpLocks/>
          </p:cNvCxnSpPr>
          <p:nvPr/>
        </p:nvCxnSpPr>
        <p:spPr>
          <a:xfrm>
            <a:off x="5220072" y="793961"/>
            <a:ext cx="3096344" cy="0"/>
          </a:xfrm>
          <a:prstGeom prst="line">
            <a:avLst/>
          </a:prstGeom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12">
            <a:extLst>
              <a:ext uri="{FF2B5EF4-FFF2-40B4-BE49-F238E27FC236}">
                <a16:creationId xmlns:a16="http://schemas.microsoft.com/office/drawing/2014/main" id="{CE011DE8-6F19-4B4C-A679-CA310D1D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382" y="2725147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因此特征方程为</a:t>
            </a:r>
          </a:p>
        </p:txBody>
      </p:sp>
      <p:graphicFrame>
        <p:nvGraphicFramePr>
          <p:cNvPr id="18" name="Object 13">
            <a:extLst>
              <a:ext uri="{FF2B5EF4-FFF2-40B4-BE49-F238E27FC236}">
                <a16:creationId xmlns:a16="http://schemas.microsoft.com/office/drawing/2014/main" id="{C3013EA5-937A-45B6-9A7E-D35BAA77C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530406"/>
              </p:ext>
            </p:extLst>
          </p:nvPr>
        </p:nvGraphicFramePr>
        <p:xfrm>
          <a:off x="3419872" y="2780412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2" name="Equation" r:id="rId11" imgW="876240" imgH="406080" progId="Equation.DSMT4">
                  <p:embed/>
                </p:oleObj>
              </mc:Choice>
              <mc:Fallback>
                <p:oleObj name="Equation" r:id="rId11" imgW="876240" imgH="406080" progId="Equation.DSMT4">
                  <p:embed/>
                  <p:pic>
                    <p:nvPicPr>
                      <p:cNvPr id="107533" name="Object 13">
                        <a:extLst>
                          <a:ext uri="{FF2B5EF4-FFF2-40B4-BE49-F238E27FC236}">
                            <a16:creationId xmlns:a16="http://schemas.microsoft.com/office/drawing/2014/main" id="{6A580C79-AACA-4E42-9235-0A668BB0E6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780412"/>
                        <a:ext cx="876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>
            <a:extLst>
              <a:ext uri="{FF2B5EF4-FFF2-40B4-BE49-F238E27FC236}">
                <a16:creationId xmlns:a16="http://schemas.microsoft.com/office/drawing/2014/main" id="{D12FEE5D-681F-41EB-9C6E-E7A7B9868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390994"/>
              </p:ext>
            </p:extLst>
          </p:nvPr>
        </p:nvGraphicFramePr>
        <p:xfrm>
          <a:off x="4315594" y="2754119"/>
          <a:ext cx="149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3" name="Equation" r:id="rId13" imgW="1498320" imgH="406080" progId="Equation.DSMT4">
                  <p:embed/>
                </p:oleObj>
              </mc:Choice>
              <mc:Fallback>
                <p:oleObj name="Equation" r:id="rId13" imgW="1498320" imgH="406080" progId="Equation.DSMT4">
                  <p:embed/>
                  <p:pic>
                    <p:nvPicPr>
                      <p:cNvPr id="107534" name="Object 14">
                        <a:extLst>
                          <a:ext uri="{FF2B5EF4-FFF2-40B4-BE49-F238E27FC236}">
                            <a16:creationId xmlns:a16="http://schemas.microsoft.com/office/drawing/2014/main" id="{443E8677-B03C-4BFC-9FD0-17CABFE75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594" y="2754119"/>
                        <a:ext cx="1498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5">
            <a:extLst>
              <a:ext uri="{FF2B5EF4-FFF2-40B4-BE49-F238E27FC236}">
                <a16:creationId xmlns:a16="http://schemas.microsoft.com/office/drawing/2014/main" id="{9D050674-B03C-41C9-8B8C-084DC07A7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466" y="3344287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21" name="Object 16">
            <a:extLst>
              <a:ext uri="{FF2B5EF4-FFF2-40B4-BE49-F238E27FC236}">
                <a16:creationId xmlns:a16="http://schemas.microsoft.com/office/drawing/2014/main" id="{C97C3810-1214-4477-A278-5E91E9BC2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322755"/>
              </p:ext>
            </p:extLst>
          </p:nvPr>
        </p:nvGraphicFramePr>
        <p:xfrm>
          <a:off x="2946400" y="3395474"/>
          <a:ext cx="325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4" name="Equation" r:id="rId15" imgW="3251160" imgH="406080" progId="Equation.DSMT4">
                  <p:embed/>
                </p:oleObj>
              </mc:Choice>
              <mc:Fallback>
                <p:oleObj name="Equation" r:id="rId15" imgW="3251160" imgH="406080" progId="Equation.DSMT4">
                  <p:embed/>
                  <p:pic>
                    <p:nvPicPr>
                      <p:cNvPr id="107536" name="Object 16">
                        <a:extLst>
                          <a:ext uri="{FF2B5EF4-FFF2-40B4-BE49-F238E27FC236}">
                            <a16:creationId xmlns:a16="http://schemas.microsoft.com/office/drawing/2014/main" id="{023019EB-7654-446B-99C6-BF16777857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3395474"/>
                        <a:ext cx="3251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7">
            <a:extLst>
              <a:ext uri="{FF2B5EF4-FFF2-40B4-BE49-F238E27FC236}">
                <a16:creationId xmlns:a16="http://schemas.microsoft.com/office/drawing/2014/main" id="{54E3D618-29AB-44CC-8167-F801CB95A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054130"/>
              </p:ext>
            </p:extLst>
          </p:nvPr>
        </p:nvGraphicFramePr>
        <p:xfrm>
          <a:off x="3089895" y="4010536"/>
          <a:ext cx="3781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5" name="Equation" r:id="rId17" imgW="3784320" imgH="406080" progId="Equation.DSMT4">
                  <p:embed/>
                </p:oleObj>
              </mc:Choice>
              <mc:Fallback>
                <p:oleObj name="Equation" r:id="rId17" imgW="3784320" imgH="406080" progId="Equation.DSMT4">
                  <p:embed/>
                  <p:pic>
                    <p:nvPicPr>
                      <p:cNvPr id="107537" name="Object 17">
                        <a:extLst>
                          <a:ext uri="{FF2B5EF4-FFF2-40B4-BE49-F238E27FC236}">
                            <a16:creationId xmlns:a16="http://schemas.microsoft.com/office/drawing/2014/main" id="{C97100C7-9A63-4B25-8643-781A162DBB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895" y="4010536"/>
                        <a:ext cx="37814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8">
            <a:extLst>
              <a:ext uri="{FF2B5EF4-FFF2-40B4-BE49-F238E27FC236}">
                <a16:creationId xmlns:a16="http://schemas.microsoft.com/office/drawing/2014/main" id="{09DB2459-B4B3-4B1F-B076-7CF270481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58" y="3949809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故所求方程为</a:t>
            </a:r>
          </a:p>
        </p:txBody>
      </p:sp>
    </p:spTree>
    <p:extLst>
      <p:ext uri="{BB962C8B-B14F-4D97-AF65-F5344CB8AC3E}">
        <p14:creationId xmlns:p14="http://schemas.microsoft.com/office/powerpoint/2010/main" val="374617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7" grpId="0"/>
      <p:bldP spid="20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54">
            <a:extLst>
              <a:ext uri="{FF2B5EF4-FFF2-40B4-BE49-F238E27FC236}">
                <a16:creationId xmlns:a16="http://schemas.microsoft.com/office/drawing/2014/main" id="{0AFC878D-172A-4BC9-9E33-FF5F2E28B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3" y="2560148"/>
            <a:ext cx="8604187" cy="0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直接连接符 56">
            <a:extLst>
              <a:ext uri="{FF2B5EF4-FFF2-40B4-BE49-F238E27FC236}">
                <a16:creationId xmlns:a16="http://schemas.microsoft.com/office/drawing/2014/main" id="{56EC8DCB-E70E-46F4-9FCF-3FDA97FB1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3785" y="1635646"/>
            <a:ext cx="0" cy="3226369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直接连接符 54">
            <a:extLst>
              <a:ext uri="{FF2B5EF4-FFF2-40B4-BE49-F238E27FC236}">
                <a16:creationId xmlns:a16="http://schemas.microsoft.com/office/drawing/2014/main" id="{F86DBFD6-AB49-42DB-8E31-F462962BA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265" y="3291830"/>
            <a:ext cx="8568952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直接连接符 54">
            <a:extLst>
              <a:ext uri="{FF2B5EF4-FFF2-40B4-BE49-F238E27FC236}">
                <a16:creationId xmlns:a16="http://schemas.microsoft.com/office/drawing/2014/main" id="{1B9A3124-1BA9-4EAE-B01F-690588A0F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256" y="4083918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AF84C4-4A65-48E5-A9A0-F25EA060F310}"/>
              </a:ext>
            </a:extLst>
          </p:cNvPr>
          <p:cNvSpPr/>
          <p:nvPr/>
        </p:nvSpPr>
        <p:spPr>
          <a:xfrm>
            <a:off x="243265" y="204432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特征方程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72359AF-604D-4EE1-BE32-DF46B62AE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44422"/>
              </p:ext>
            </p:extLst>
          </p:nvPr>
        </p:nvGraphicFramePr>
        <p:xfrm>
          <a:off x="1453853" y="2072928"/>
          <a:ext cx="1508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7" name="Equation" r:id="rId3" imgW="1511280" imgH="342720" progId="Equation.DSMT4">
                  <p:embed/>
                </p:oleObj>
              </mc:Choice>
              <mc:Fallback>
                <p:oleObj name="Equation" r:id="rId3" imgW="15112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0E9ECD6-3913-43A3-B824-2C719C9310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853" y="2072928"/>
                        <a:ext cx="15081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EFF86BB-4E3D-4FE7-845B-9CF9D05D4755}"/>
              </a:ext>
            </a:extLst>
          </p:cNvPr>
          <p:cNvSpPr/>
          <p:nvPr/>
        </p:nvSpPr>
        <p:spPr>
          <a:xfrm>
            <a:off x="2955232" y="204005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的两个根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96BA91C-A2D0-48E7-BE3B-DE379BC26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23099"/>
              </p:ext>
            </p:extLst>
          </p:nvPr>
        </p:nvGraphicFramePr>
        <p:xfrm>
          <a:off x="4113819" y="2070247"/>
          <a:ext cx="5762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8" name="Equation" r:id="rId5" imgW="558720" imgH="330120" progId="Equation.DSMT4">
                  <p:embed/>
                </p:oleObj>
              </mc:Choice>
              <mc:Fallback>
                <p:oleObj name="Equation" r:id="rId5" imgW="55872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B40B2B9-7B9B-4EC6-990A-608BAA16E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819" y="2070247"/>
                        <a:ext cx="57626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864EBFFD-925C-48DA-9CC5-7192475D99DC}"/>
              </a:ext>
            </a:extLst>
          </p:cNvPr>
          <p:cNvSpPr/>
          <p:nvPr/>
        </p:nvSpPr>
        <p:spPr>
          <a:xfrm>
            <a:off x="4923785" y="201693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微分方程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DD3D810-76CB-4E42-A6F9-FAC3DFBD9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280428"/>
              </p:ext>
            </p:extLst>
          </p:nvPr>
        </p:nvGraphicFramePr>
        <p:xfrm>
          <a:off x="6070753" y="2118959"/>
          <a:ext cx="1706562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9" name="Equation" r:id="rId7" imgW="1701720" imgH="304560" progId="Equation.DSMT4">
                  <p:embed/>
                </p:oleObj>
              </mc:Choice>
              <mc:Fallback>
                <p:oleObj name="Equation" r:id="rId7" imgW="170172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0217CFC-8F9D-4FFA-BBA7-B64752DD9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753" y="2118959"/>
                        <a:ext cx="1706562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0CDE3C4-F2F5-4D99-B84B-6D907237BD74}"/>
              </a:ext>
            </a:extLst>
          </p:cNvPr>
          <p:cNvSpPr/>
          <p:nvPr/>
        </p:nvSpPr>
        <p:spPr>
          <a:xfrm>
            <a:off x="7752213" y="2040055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的通解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BCCCA6-356B-4A4C-B0FD-DDE385646F18}"/>
              </a:ext>
            </a:extLst>
          </p:cNvPr>
          <p:cNvSpPr/>
          <p:nvPr/>
        </p:nvSpPr>
        <p:spPr>
          <a:xfrm>
            <a:off x="243265" y="274282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两个不相等的实根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71845AE-AE75-48B0-84C7-EDA020A285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02746"/>
              </p:ext>
            </p:extLst>
          </p:nvPr>
        </p:nvGraphicFramePr>
        <p:xfrm>
          <a:off x="2496200" y="2773015"/>
          <a:ext cx="5762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0" name="Equation" r:id="rId9" imgW="558800" imgH="330200" progId="Equation.DSMT4">
                  <p:embed/>
                </p:oleObj>
              </mc:Choice>
              <mc:Fallback>
                <p:oleObj name="Equation" r:id="rId9" imgW="558800" imgH="330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4573D74-11D0-408A-A379-5131911626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200" y="2773015"/>
                        <a:ext cx="57626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9BAF33D-B03C-4BCB-B8B6-4D55EF1C91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78088"/>
              </p:ext>
            </p:extLst>
          </p:nvPr>
        </p:nvGraphicFramePr>
        <p:xfrm>
          <a:off x="5260454" y="2757406"/>
          <a:ext cx="17478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1" name="Equation" r:id="rId11" imgW="1752480" imgH="355320" progId="Equation.DSMT4">
                  <p:embed/>
                </p:oleObj>
              </mc:Choice>
              <mc:Fallback>
                <p:oleObj name="Equation" r:id="rId11" imgW="175248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BAB6533-C8C7-404D-881D-75309BFBC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454" y="2757406"/>
                        <a:ext cx="1747837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56DFA250-BE17-4459-B938-84F6789CF85B}"/>
              </a:ext>
            </a:extLst>
          </p:cNvPr>
          <p:cNvSpPr/>
          <p:nvPr/>
        </p:nvSpPr>
        <p:spPr>
          <a:xfrm>
            <a:off x="226476" y="346250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两个相等的实根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48B91D9-8A7F-4662-B3A2-BC3713D86B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52495"/>
              </p:ext>
            </p:extLst>
          </p:nvPr>
        </p:nvGraphicFramePr>
        <p:xfrm>
          <a:off x="2384554" y="3492153"/>
          <a:ext cx="6810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2" name="Equation" r:id="rId13" imgW="660240" imgH="330120" progId="Equation.DSMT4">
                  <p:embed/>
                </p:oleObj>
              </mc:Choice>
              <mc:Fallback>
                <p:oleObj name="Equation" r:id="rId13" imgW="660240" imgH="3301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07272D6-2D34-4BEE-90F4-7ABAFCD8D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554" y="3492153"/>
                        <a:ext cx="681038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F8F2E0D-2FB2-4498-9D9E-4E23A9B566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200898"/>
              </p:ext>
            </p:extLst>
          </p:nvPr>
        </p:nvGraphicFramePr>
        <p:xfrm>
          <a:off x="5239816" y="3494316"/>
          <a:ext cx="1789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3" name="Equation" r:id="rId15" imgW="1752480" imgH="355320" progId="Equation.DSMT4">
                  <p:embed/>
                </p:oleObj>
              </mc:Choice>
              <mc:Fallback>
                <p:oleObj name="Equation" r:id="rId15" imgW="175248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B74A2EC-12E1-4203-9966-9195EA997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816" y="3494316"/>
                        <a:ext cx="17891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885A37C-5E00-4740-8433-A96FA19210F2}"/>
              </a:ext>
            </a:extLst>
          </p:cNvPr>
          <p:cNvSpPr/>
          <p:nvPr/>
        </p:nvSpPr>
        <p:spPr>
          <a:xfrm>
            <a:off x="267903" y="4141936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一对共轭复根 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2D85B15-4BCD-4D44-A5FD-EDB9F2E8B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826758"/>
              </p:ext>
            </p:extLst>
          </p:nvPr>
        </p:nvGraphicFramePr>
        <p:xfrm>
          <a:off x="2119692" y="4167396"/>
          <a:ext cx="13223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4" name="Equation" r:id="rId17" imgW="1295280" imgH="355320" progId="Equation.DSMT4">
                  <p:embed/>
                </p:oleObj>
              </mc:Choice>
              <mc:Fallback>
                <p:oleObj name="Equation" r:id="rId17" imgW="1295280" imgH="355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5A9602B-6ED3-43AB-AF20-5F74C3A51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692" y="4167396"/>
                        <a:ext cx="1322387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D13BB27-6D58-4523-B999-FA221A61A0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822526"/>
              </p:ext>
            </p:extLst>
          </p:nvPr>
        </p:nvGraphicFramePr>
        <p:xfrm>
          <a:off x="5215542" y="4141936"/>
          <a:ext cx="31067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5" name="Equation" r:id="rId19" imgW="3035160" imgH="355320" progId="Equation.DSMT4">
                  <p:embed/>
                </p:oleObj>
              </mc:Choice>
              <mc:Fallback>
                <p:oleObj name="Equation" r:id="rId19" imgW="3035160" imgH="3553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5F1E0571-BE2F-4EB8-A465-BC4061AE67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5542" y="4141936"/>
                        <a:ext cx="3106737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5299EF84-C6DF-417C-8F52-D159B540F44F}"/>
              </a:ext>
            </a:extLst>
          </p:cNvPr>
          <p:cNvSpPr/>
          <p:nvPr/>
        </p:nvSpPr>
        <p:spPr>
          <a:xfrm>
            <a:off x="583136" y="46032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ea typeface="宋体" panose="02010600030101010101" pitchFamily="2" charset="-122"/>
              </a:rPr>
              <a:t>总结</a:t>
            </a:r>
            <a:endParaRPr lang="zh-CN" altLang="en-US" sz="2800" dirty="0">
              <a:solidFill>
                <a:srgbClr val="0066FF"/>
              </a:solidFill>
              <a:ea typeface="宋体" panose="02010600030101010101" pitchFamily="2" charset="-122"/>
            </a:endParaRPr>
          </a:p>
        </p:txBody>
      </p:sp>
      <p:sp>
        <p:nvSpPr>
          <p:cNvPr id="23" name="直接连接符 54">
            <a:extLst>
              <a:ext uri="{FF2B5EF4-FFF2-40B4-BE49-F238E27FC236}">
                <a16:creationId xmlns:a16="http://schemas.microsoft.com/office/drawing/2014/main" id="{E5EF9AD0-B3EF-4E26-BAFE-8586EF7F9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03" y="4862015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4" name="直接连接符 54">
            <a:extLst>
              <a:ext uri="{FF2B5EF4-FFF2-40B4-BE49-F238E27FC236}">
                <a16:creationId xmlns:a16="http://schemas.microsoft.com/office/drawing/2014/main" id="{7531249C-C94C-4D03-B0D8-1C8C7B313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03" y="1635646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CD28A22-DCCD-463E-A9F2-06F43CA91CE0}"/>
              </a:ext>
            </a:extLst>
          </p:cNvPr>
          <p:cNvSpPr/>
          <p:nvPr/>
        </p:nvSpPr>
        <p:spPr>
          <a:xfrm>
            <a:off x="481878" y="981846"/>
            <a:ext cx="3898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二阶常系数齐次线性方程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zh-CN" altLang="zh-CN" sz="2400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6135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53">
            <a:extLst>
              <a:ext uri="{FF2B5EF4-FFF2-40B4-BE49-F238E27FC236}">
                <a16:creationId xmlns:a16="http://schemas.microsoft.com/office/drawing/2014/main" id="{20E4AF25-6B69-4A15-8A9A-7FB605B0F7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524" y="707411"/>
            <a:ext cx="8568952" cy="26218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直接连接符 54">
            <a:extLst>
              <a:ext uri="{FF2B5EF4-FFF2-40B4-BE49-F238E27FC236}">
                <a16:creationId xmlns:a16="http://schemas.microsoft.com/office/drawing/2014/main" id="{7522265E-CAA9-4163-A518-AB30BFA4F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1" y="1436845"/>
            <a:ext cx="8504713" cy="0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直接连接符 56">
            <a:extLst>
              <a:ext uri="{FF2B5EF4-FFF2-40B4-BE49-F238E27FC236}">
                <a16:creationId xmlns:a16="http://schemas.microsoft.com/office/drawing/2014/main" id="{AB76C983-77D1-4C81-8814-D1926DE6C8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1754" y="733629"/>
            <a:ext cx="6089" cy="4286751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直接连接符 54">
            <a:extLst>
              <a:ext uri="{FF2B5EF4-FFF2-40B4-BE49-F238E27FC236}">
                <a16:creationId xmlns:a16="http://schemas.microsoft.com/office/drawing/2014/main" id="{44E0E32D-E453-4C75-B63A-26C3A5ED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2" y="2156925"/>
            <a:ext cx="8568952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直接连接符 54">
            <a:extLst>
              <a:ext uri="{FF2B5EF4-FFF2-40B4-BE49-F238E27FC236}">
                <a16:creationId xmlns:a16="http://schemas.microsoft.com/office/drawing/2014/main" id="{1487A7FA-B358-478C-87F3-C0FFC62F1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2" y="2877005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直接连接符 55">
            <a:extLst>
              <a:ext uri="{FF2B5EF4-FFF2-40B4-BE49-F238E27FC236}">
                <a16:creationId xmlns:a16="http://schemas.microsoft.com/office/drawing/2014/main" id="{E39CE38D-8541-4C61-823D-EE2F37D21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832" y="4957780"/>
            <a:ext cx="8504713" cy="62602"/>
          </a:xfrm>
          <a:prstGeom prst="line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43CB42-2E8A-47A8-90B9-6EF7C4736432}"/>
              </a:ext>
            </a:extLst>
          </p:cNvPr>
          <p:cNvSpPr/>
          <p:nvPr/>
        </p:nvSpPr>
        <p:spPr>
          <a:xfrm>
            <a:off x="719571" y="893255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特征方程的根</a:t>
            </a:r>
            <a:r>
              <a:rPr lang="en-US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 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2869DD-47AD-46E4-AA3B-7DED3CE0F7C4}"/>
              </a:ext>
            </a:extLst>
          </p:cNvPr>
          <p:cNvSpPr/>
          <p:nvPr/>
        </p:nvSpPr>
        <p:spPr>
          <a:xfrm>
            <a:off x="4184527" y="908644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微分方程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通</a:t>
            </a:r>
            <a:r>
              <a:rPr lang="zh-CN" altLang="zh-CN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解中的对应项</a:t>
            </a:r>
            <a:endParaRPr lang="zh-CN" altLang="en-US" sz="20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D2F213-F24B-4230-AA98-6A3D74F7E4D8}"/>
              </a:ext>
            </a:extLst>
          </p:cNvPr>
          <p:cNvGrpSpPr/>
          <p:nvPr/>
        </p:nvGrpSpPr>
        <p:grpSpPr>
          <a:xfrm>
            <a:off x="744352" y="1640008"/>
            <a:ext cx="1086650" cy="400110"/>
            <a:chOff x="397633" y="1424991"/>
            <a:chExt cx="1086650" cy="40011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2E85657-BBE6-4784-A94C-49036332F9AF}"/>
                </a:ext>
              </a:extLst>
            </p:cNvPr>
            <p:cNvSpPr/>
            <p:nvPr/>
          </p:nvSpPr>
          <p:spPr>
            <a:xfrm>
              <a:off x="397633" y="1424991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单实根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4455AF4-A050-4EF5-B8B5-A64C6E1F7D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109449"/>
                </p:ext>
              </p:extLst>
            </p:nvPr>
          </p:nvGraphicFramePr>
          <p:xfrm>
            <a:off x="1331883" y="1536146"/>
            <a:ext cx="152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6" name="Equation" r:id="rId3" imgW="152280" imgH="177480" progId="Equation.DSMT4">
                    <p:embed/>
                  </p:oleObj>
                </mc:Choice>
                <mc:Fallback>
                  <p:oleObj name="Equation" r:id="rId3" imgW="152280" imgH="1774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8EC2BC16-59A3-40FB-9C1B-F96DB32FFA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883" y="1536146"/>
                          <a:ext cx="152400" cy="177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8138535-CB42-4255-B812-66185610BEE2}"/>
              </a:ext>
            </a:extLst>
          </p:cNvPr>
          <p:cNvGrpSpPr/>
          <p:nvPr/>
        </p:nvGrpSpPr>
        <p:grpSpPr>
          <a:xfrm>
            <a:off x="3293813" y="1639014"/>
            <a:ext cx="1915853" cy="400110"/>
            <a:chOff x="3403922" y="1439337"/>
            <a:chExt cx="1915853" cy="40011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D92FB8B-1463-4E19-854A-D680D852EB23}"/>
                </a:ext>
              </a:extLst>
            </p:cNvPr>
            <p:cNvSpPr/>
            <p:nvPr/>
          </p:nvSpPr>
          <p:spPr>
            <a:xfrm>
              <a:off x="3403922" y="1439337"/>
              <a:ext cx="1475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给出一项：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D3CFC64A-EE3A-4C7E-8583-406D065D69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427005"/>
                </p:ext>
              </p:extLst>
            </p:nvPr>
          </p:nvGraphicFramePr>
          <p:xfrm>
            <a:off x="4808600" y="1493546"/>
            <a:ext cx="5111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7" name="Equation" r:id="rId5" imgW="507960" imgH="291960" progId="Equation.DSMT4">
                    <p:embed/>
                  </p:oleObj>
                </mc:Choice>
                <mc:Fallback>
                  <p:oleObj name="Equation" r:id="rId5" imgW="507960" imgH="2919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4DC582E0-A835-4645-B2B9-671DE2EB30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600" y="1493546"/>
                          <a:ext cx="511175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7C120F4-713D-45E3-AC97-3D32956A310C}"/>
              </a:ext>
            </a:extLst>
          </p:cNvPr>
          <p:cNvGrpSpPr/>
          <p:nvPr/>
        </p:nvGrpSpPr>
        <p:grpSpPr>
          <a:xfrm>
            <a:off x="281992" y="2351383"/>
            <a:ext cx="2797471" cy="400110"/>
            <a:chOff x="392101" y="2151706"/>
            <a:chExt cx="2797471" cy="40011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C069A9B-5E8F-47F1-9145-B17EB2F70CDA}"/>
                </a:ext>
              </a:extLst>
            </p:cNvPr>
            <p:cNvSpPr/>
            <p:nvPr/>
          </p:nvSpPr>
          <p:spPr>
            <a:xfrm>
              <a:off x="392101" y="2151706"/>
              <a:ext cx="1475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一对单复根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F88CC7A-FA93-49FC-A254-6C4AA5E21F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1573558"/>
                </p:ext>
              </p:extLst>
            </p:nvPr>
          </p:nvGraphicFramePr>
          <p:xfrm>
            <a:off x="1867185" y="2151706"/>
            <a:ext cx="1322387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8" name="Equation" r:id="rId7" imgW="1295280" imgH="355320" progId="Equation.DSMT4">
                    <p:embed/>
                  </p:oleObj>
                </mc:Choice>
                <mc:Fallback>
                  <p:oleObj name="Equation" r:id="rId7" imgW="1295280" imgH="3553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3CAA039C-F499-4DA2-80F7-FE0A0D8540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7185" y="2151706"/>
                          <a:ext cx="1322387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961E375-1508-4D12-92C8-AB49D0CA3A91}"/>
              </a:ext>
            </a:extLst>
          </p:cNvPr>
          <p:cNvGrpSpPr/>
          <p:nvPr/>
        </p:nvGrpSpPr>
        <p:grpSpPr>
          <a:xfrm>
            <a:off x="3293813" y="2340332"/>
            <a:ext cx="4213188" cy="400110"/>
            <a:chOff x="3403922" y="2140655"/>
            <a:chExt cx="4213188" cy="40011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1B25DAB-AB09-48A4-9C71-3FF76EC49497}"/>
                </a:ext>
              </a:extLst>
            </p:cNvPr>
            <p:cNvSpPr/>
            <p:nvPr/>
          </p:nvSpPr>
          <p:spPr>
            <a:xfrm>
              <a:off x="3403922" y="2140655"/>
              <a:ext cx="14750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给出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两</a:t>
              </a: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项：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23E4669B-F132-4E91-910D-74700321C2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41640"/>
                </p:ext>
              </p:extLst>
            </p:nvPr>
          </p:nvGraphicFramePr>
          <p:xfrm>
            <a:off x="4926297" y="2147817"/>
            <a:ext cx="26908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19" name="Equation" r:id="rId9" imgW="2628720" imgH="355320" progId="Equation.DSMT4">
                    <p:embed/>
                  </p:oleObj>
                </mc:Choice>
                <mc:Fallback>
                  <p:oleObj name="Equation" r:id="rId9" imgW="2628720" imgH="3553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62D2570B-19D7-46C0-A0B7-BA1EB9B453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6297" y="2147817"/>
                          <a:ext cx="269081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A1941F9-16D1-4CB8-9DEF-C22F20D78C7A}"/>
              </a:ext>
            </a:extLst>
          </p:cNvPr>
          <p:cNvGrpSpPr/>
          <p:nvPr/>
        </p:nvGrpSpPr>
        <p:grpSpPr>
          <a:xfrm>
            <a:off x="709947" y="2996371"/>
            <a:ext cx="1221280" cy="400110"/>
            <a:chOff x="469640" y="2796694"/>
            <a:chExt cx="1221280" cy="40011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A753085-E4DD-428E-9A78-1304227EAFE9}"/>
                </a:ext>
              </a:extLst>
            </p:cNvPr>
            <p:cNvSpPr/>
            <p:nvPr/>
          </p:nvSpPr>
          <p:spPr>
            <a:xfrm>
              <a:off x="655803" y="2796694"/>
              <a:ext cx="9589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重实根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2C823FC-D233-47C2-99E2-1F06BDE6CF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2515522"/>
                </p:ext>
              </p:extLst>
            </p:nvPr>
          </p:nvGraphicFramePr>
          <p:xfrm>
            <a:off x="469640" y="2889484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0" name="Equation" r:id="rId11" imgW="177480" imgH="253800" progId="Equation.DSMT4">
                    <p:embed/>
                  </p:oleObj>
                </mc:Choice>
                <mc:Fallback>
                  <p:oleObj name="Equation" r:id="rId11" imgW="177480" imgH="2538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EF1A5D70-1FA9-4E69-B558-0EF93F6D90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640" y="2889484"/>
                          <a:ext cx="1778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B3D8A7BB-599A-4143-854A-E22E40EF3B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5610221"/>
                </p:ext>
              </p:extLst>
            </p:nvPr>
          </p:nvGraphicFramePr>
          <p:xfrm>
            <a:off x="1538520" y="2959884"/>
            <a:ext cx="152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1" name="Equation" r:id="rId13" imgW="152202" imgH="177569" progId="Equation.DSMT4">
                    <p:embed/>
                  </p:oleObj>
                </mc:Choice>
                <mc:Fallback>
                  <p:oleObj name="Equation" r:id="rId13" imgW="152202" imgH="177569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3C0AD613-1055-4B7E-9A22-1CECB9FD06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8520" y="2959884"/>
                          <a:ext cx="152400" cy="177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15F8260-B0EA-4D8F-80F4-C00CBD12C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44095"/>
              </p:ext>
            </p:extLst>
          </p:nvPr>
        </p:nvGraphicFramePr>
        <p:xfrm>
          <a:off x="3930668" y="3069426"/>
          <a:ext cx="177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22" name="Equation" r:id="rId15" imgW="177569" imgH="253670" progId="Equation.DSMT4">
                  <p:embed/>
                </p:oleObj>
              </mc:Choice>
              <mc:Fallback>
                <p:oleObj name="Equation" r:id="rId15" imgW="177569" imgH="25367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3CAC064E-621F-4113-9C58-B04077BB72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68" y="3069426"/>
                        <a:ext cx="177800" cy="254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EAB5DF58-F3FB-4E31-B546-4B59C04836C7}"/>
              </a:ext>
            </a:extLst>
          </p:cNvPr>
          <p:cNvGrpSpPr/>
          <p:nvPr/>
        </p:nvGrpSpPr>
        <p:grpSpPr>
          <a:xfrm>
            <a:off x="3311859" y="2996371"/>
            <a:ext cx="4255741" cy="411447"/>
            <a:chOff x="3421968" y="2796694"/>
            <a:chExt cx="4255741" cy="411447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C153D4D-7580-4445-A6D2-36FEBA80CFDE}"/>
                </a:ext>
              </a:extLst>
            </p:cNvPr>
            <p:cNvSpPr/>
            <p:nvPr/>
          </p:nvSpPr>
          <p:spPr>
            <a:xfrm>
              <a:off x="3421968" y="2796694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给出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DAC0BBF-5C27-4C42-B646-0300E40A0431}"/>
                </a:ext>
              </a:extLst>
            </p:cNvPr>
            <p:cNvSpPr/>
            <p:nvPr/>
          </p:nvSpPr>
          <p:spPr>
            <a:xfrm>
              <a:off x="4133415" y="2808031"/>
              <a:ext cx="6751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项</a:t>
              </a:r>
              <a:r>
                <a:rPr kumimoji="0" lang="zh-CN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36A301A2-CE80-4E54-828A-DE4DA7C217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2424025"/>
                </p:ext>
              </p:extLst>
            </p:nvPr>
          </p:nvGraphicFramePr>
          <p:xfrm>
            <a:off x="4953559" y="2828925"/>
            <a:ext cx="272415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3" name="Equation" r:id="rId17" imgW="2654280" imgH="355320" progId="Equation.DSMT4">
                    <p:embed/>
                  </p:oleObj>
                </mc:Choice>
                <mc:Fallback>
                  <p:oleObj name="Equation" r:id="rId17" imgW="2654280" imgH="35532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78F93C44-21D4-402E-8A79-3397DF86B3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559" y="2828925"/>
                          <a:ext cx="272415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直接连接符 54">
            <a:extLst>
              <a:ext uri="{FF2B5EF4-FFF2-40B4-BE49-F238E27FC236}">
                <a16:creationId xmlns:a16="http://schemas.microsoft.com/office/drawing/2014/main" id="{391FFE63-690C-4149-810A-919F24727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1" y="3654183"/>
            <a:ext cx="8608194" cy="0"/>
          </a:xfrm>
          <a:prstGeom prst="line">
            <a:avLst/>
          </a:prstGeom>
          <a:noFill/>
          <a:ln w="63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ACE9AEA-5A2A-494E-9798-BEFCEB60B7E9}"/>
              </a:ext>
            </a:extLst>
          </p:cNvPr>
          <p:cNvGrpSpPr/>
          <p:nvPr/>
        </p:nvGrpSpPr>
        <p:grpSpPr>
          <a:xfrm>
            <a:off x="464911" y="3864026"/>
            <a:ext cx="1700738" cy="830412"/>
            <a:chOff x="469640" y="3536509"/>
            <a:chExt cx="1700738" cy="83041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CB4E54F-E949-4452-B16D-E1C4AD9D82DC}"/>
                </a:ext>
              </a:extLst>
            </p:cNvPr>
            <p:cNvSpPr/>
            <p:nvPr/>
          </p:nvSpPr>
          <p:spPr>
            <a:xfrm>
              <a:off x="469640" y="3536509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一对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B35866E-CFC6-438B-8997-81D8FE36D940}"/>
                </a:ext>
              </a:extLst>
            </p:cNvPr>
            <p:cNvSpPr/>
            <p:nvPr/>
          </p:nvSpPr>
          <p:spPr>
            <a:xfrm>
              <a:off x="1211461" y="3536509"/>
              <a:ext cx="9589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重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复</a:t>
              </a: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8A88D574-F09D-4AB8-ABCA-7048BE1E14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7756198"/>
                </p:ext>
              </p:extLst>
            </p:nvPr>
          </p:nvGraphicFramePr>
          <p:xfrm>
            <a:off x="1128264" y="3629299"/>
            <a:ext cx="177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4" name="Equation" r:id="rId19" imgW="177480" imgH="253800" progId="Equation.DSMT4">
                    <p:embed/>
                  </p:oleObj>
                </mc:Choice>
                <mc:Fallback>
                  <p:oleObj name="Equation" r:id="rId19" imgW="177480" imgH="25380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766CBFCF-89D6-45C4-8C53-B97EE04E9B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264" y="3629299"/>
                          <a:ext cx="1778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6095A1B-871C-43AB-8191-03D27140F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4334230"/>
                </p:ext>
              </p:extLst>
            </p:nvPr>
          </p:nvGraphicFramePr>
          <p:xfrm>
            <a:off x="823975" y="3993858"/>
            <a:ext cx="1322387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5" name="Equation" r:id="rId20" imgW="1295280" imgH="355320" progId="Equation.DSMT4">
                    <p:embed/>
                  </p:oleObj>
                </mc:Choice>
                <mc:Fallback>
                  <p:oleObj name="Equation" r:id="rId20" imgW="1295280" imgH="3553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6087D78D-EFCE-40DD-AAA1-97FEFCF7CE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3975" y="3993858"/>
                          <a:ext cx="1322387" cy="373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155BF18-1EF3-495D-BF04-D985E7F3516F}"/>
              </a:ext>
            </a:extLst>
          </p:cNvPr>
          <p:cNvGrpSpPr/>
          <p:nvPr/>
        </p:nvGrpSpPr>
        <p:grpSpPr>
          <a:xfrm>
            <a:off x="3310640" y="3664178"/>
            <a:ext cx="4287416" cy="1258020"/>
            <a:chOff x="3420749" y="3464501"/>
            <a:chExt cx="4287416" cy="125802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9084FC9-EBAF-4831-AABF-6534ECA6A481}"/>
                </a:ext>
              </a:extLst>
            </p:cNvPr>
            <p:cNvSpPr/>
            <p:nvPr/>
          </p:nvSpPr>
          <p:spPr>
            <a:xfrm>
              <a:off x="3420749" y="3464501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给出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D47F4BC-DBB4-4588-8F01-2ACBE084690D}"/>
                </a:ext>
              </a:extLst>
            </p:cNvPr>
            <p:cNvSpPr/>
            <p:nvPr/>
          </p:nvSpPr>
          <p:spPr>
            <a:xfrm>
              <a:off x="4229469" y="3476210"/>
              <a:ext cx="67518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项</a:t>
              </a:r>
              <a:r>
                <a:rPr kumimoji="0" lang="zh-CN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</a:rPr>
                <a:t>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F11B75A2-0794-4BA0-B3EF-DC9766CF50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6059616"/>
                </p:ext>
              </p:extLst>
            </p:nvPr>
          </p:nvGraphicFramePr>
          <p:xfrm>
            <a:off x="4009994" y="3537349"/>
            <a:ext cx="304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6" name="Equation" r:id="rId22" imgW="304560" imgH="253800" progId="Equation.DSMT4">
                    <p:embed/>
                  </p:oleObj>
                </mc:Choice>
                <mc:Fallback>
                  <p:oleObj name="Equation" r:id="rId22" imgW="304560" imgH="25380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F71B5C98-EDAD-48D4-BDB2-A00155B154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994" y="3537349"/>
                          <a:ext cx="304800" cy="254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94CF67DB-5680-477E-AD75-DD1F299868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9621006"/>
                </p:ext>
              </p:extLst>
            </p:nvPr>
          </p:nvGraphicFramePr>
          <p:xfrm>
            <a:off x="3733394" y="3883299"/>
            <a:ext cx="353536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7" name="Equation" r:id="rId24" imgW="3454200" imgH="355320" progId="Equation.DSMT4">
                    <p:embed/>
                  </p:oleObj>
                </mc:Choice>
                <mc:Fallback>
                  <p:oleObj name="Equation" r:id="rId24" imgW="3454200" imgH="35532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E34147ED-0089-4038-AF21-C6095602F7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394" y="3883299"/>
                          <a:ext cx="3535363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BA03182A-66B6-491C-A1A5-E5C728AED1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8487808"/>
                </p:ext>
              </p:extLst>
            </p:nvPr>
          </p:nvGraphicFramePr>
          <p:xfrm>
            <a:off x="4385527" y="4366921"/>
            <a:ext cx="3322638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28" name="Equation" r:id="rId26" imgW="3327120" imgH="355320" progId="Equation.DSMT4">
                    <p:embed/>
                  </p:oleObj>
                </mc:Choice>
                <mc:Fallback>
                  <p:oleObj name="Equation" r:id="rId26" imgW="3327120" imgH="35532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36810950-3861-4604-8DE7-97A3CE8F04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527" y="4366921"/>
                          <a:ext cx="3322638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75CD1474-5863-4A08-888F-741BA485E4A2}"/>
              </a:ext>
            </a:extLst>
          </p:cNvPr>
          <p:cNvSpPr/>
          <p:nvPr/>
        </p:nvSpPr>
        <p:spPr>
          <a:xfrm>
            <a:off x="558128" y="306335"/>
            <a:ext cx="3900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阶常系数齐次线性方程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zh-CN" altLang="zh-CN" sz="2400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F153703A-B278-42B1-855A-35EFF8ADE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290624"/>
              </p:ext>
            </p:extLst>
          </p:nvPr>
        </p:nvGraphicFramePr>
        <p:xfrm>
          <a:off x="649102" y="46902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29" name="Equation" r:id="rId28" imgW="190440" imgH="203040" progId="Equation.DSMT4">
                  <p:embed/>
                </p:oleObj>
              </mc:Choice>
              <mc:Fallback>
                <p:oleObj name="Equation" r:id="rId28" imgW="190440" imgH="20304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55AE3196-0F5C-458B-975F-B0916796CA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49102" y="46902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7399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1A57B6A0-6EA1-4F5A-835C-5F742DA46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000" y="1491630"/>
            <a:ext cx="5968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第六、七节 三、四题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A7FAE23B-0728-4C85-8DAA-E5DD81DB5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000" y="779934"/>
            <a:ext cx="1152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作业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10DA2BFF-6D9F-494B-85CF-87FC0DA33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000" y="2211437"/>
            <a:ext cx="38800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课本题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P389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7-7.</a:t>
            </a:r>
          </a:p>
        </p:txBody>
      </p:sp>
    </p:spTree>
    <p:extLst>
      <p:ext uri="{BB962C8B-B14F-4D97-AF65-F5344CB8AC3E}">
        <p14:creationId xmlns:p14="http://schemas.microsoft.com/office/powerpoint/2010/main" val="29351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79C4-1451-4ED1-88D5-4FDACC7E6EE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07B635-87AE-4133-9EE1-DABF5CCB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6304</TotalTime>
  <Words>1116</Words>
  <Application>Microsoft Office PowerPoint</Application>
  <PresentationFormat>全屏显示(16:9)</PresentationFormat>
  <Paragraphs>288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等线</vt:lpstr>
      <vt:lpstr>等线 Light</vt:lpstr>
      <vt:lpstr>楷体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354</cp:revision>
  <cp:lastPrinted>2019-07-22T12:21:14Z</cp:lastPrinted>
  <dcterms:created xsi:type="dcterms:W3CDTF">2019-07-22T11:45:41Z</dcterms:created>
  <dcterms:modified xsi:type="dcterms:W3CDTF">2023-12-26T14:52:02Z</dcterms:modified>
</cp:coreProperties>
</file>