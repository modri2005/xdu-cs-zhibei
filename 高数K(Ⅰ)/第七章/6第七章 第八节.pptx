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0"/>
  </p:notesMasterIdLst>
  <p:sldIdLst>
    <p:sldId id="649" r:id="rId3"/>
    <p:sldId id="755" r:id="rId4"/>
    <p:sldId id="756" r:id="rId5"/>
    <p:sldId id="757" r:id="rId6"/>
    <p:sldId id="758" r:id="rId7"/>
    <p:sldId id="759" r:id="rId8"/>
    <p:sldId id="760" r:id="rId9"/>
    <p:sldId id="761" r:id="rId10"/>
    <p:sldId id="762" r:id="rId11"/>
    <p:sldId id="763" r:id="rId12"/>
    <p:sldId id="764" r:id="rId13"/>
    <p:sldId id="765" r:id="rId14"/>
    <p:sldId id="766" r:id="rId15"/>
    <p:sldId id="767" r:id="rId16"/>
    <p:sldId id="768" r:id="rId17"/>
    <p:sldId id="769" r:id="rId18"/>
    <p:sldId id="770" r:id="rId19"/>
    <p:sldId id="771" r:id="rId20"/>
    <p:sldId id="772" r:id="rId21"/>
    <p:sldId id="773" r:id="rId22"/>
    <p:sldId id="774" r:id="rId23"/>
    <p:sldId id="775" r:id="rId24"/>
    <p:sldId id="776" r:id="rId25"/>
    <p:sldId id="777" r:id="rId26"/>
    <p:sldId id="778" r:id="rId27"/>
    <p:sldId id="779" r:id="rId28"/>
    <p:sldId id="780" r:id="rId29"/>
    <p:sldId id="781" r:id="rId30"/>
    <p:sldId id="782" r:id="rId31"/>
    <p:sldId id="783" r:id="rId32"/>
    <p:sldId id="784" r:id="rId33"/>
    <p:sldId id="785" r:id="rId34"/>
    <p:sldId id="786" r:id="rId35"/>
    <p:sldId id="787" r:id="rId36"/>
    <p:sldId id="788" r:id="rId37"/>
    <p:sldId id="789" r:id="rId38"/>
    <p:sldId id="790" r:id="rId39"/>
    <p:sldId id="791" r:id="rId40"/>
    <p:sldId id="792" r:id="rId41"/>
    <p:sldId id="794" r:id="rId42"/>
    <p:sldId id="795" r:id="rId43"/>
    <p:sldId id="796" r:id="rId44"/>
    <p:sldId id="793" r:id="rId45"/>
    <p:sldId id="797" r:id="rId46"/>
    <p:sldId id="800" r:id="rId47"/>
    <p:sldId id="716" r:id="rId48"/>
    <p:sldId id="717" r:id="rId49"/>
  </p:sldIdLst>
  <p:sldSz cx="9144000" cy="5143500" type="screen16x9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4234FE"/>
    <a:srgbClr val="0099CC"/>
    <a:srgbClr val="993300"/>
    <a:srgbClr val="F2BFFF"/>
    <a:srgbClr val="FFFFFF"/>
    <a:srgbClr val="660033"/>
    <a:srgbClr val="990000"/>
    <a:srgbClr val="2F4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4" autoAdjust="0"/>
    <p:restoredTop sz="84249" autoAdjust="0"/>
  </p:normalViewPr>
  <p:slideViewPr>
    <p:cSldViewPr>
      <p:cViewPr varScale="1">
        <p:scale>
          <a:sx n="146" d="100"/>
          <a:sy n="146" d="100"/>
        </p:scale>
        <p:origin x="486" y="108"/>
      </p:cViewPr>
      <p:guideLst>
        <p:guide orient="horz" pos="1620"/>
        <p:guide pos="6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10" Type="http://schemas.openxmlformats.org/officeDocument/2006/relationships/image" Target="../media/image17.wmf"/><Relationship Id="rId4" Type="http://schemas.openxmlformats.org/officeDocument/2006/relationships/image" Target="../media/image11.wmf"/><Relationship Id="rId9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image" Target="../media/image19.wmf"/><Relationship Id="rId1" Type="http://schemas.openxmlformats.org/officeDocument/2006/relationships/image" Target="../media/image26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31.wmf"/><Relationship Id="rId7" Type="http://schemas.openxmlformats.org/officeDocument/2006/relationships/image" Target="../media/image23.wmf"/><Relationship Id="rId2" Type="http://schemas.openxmlformats.org/officeDocument/2006/relationships/image" Target="../media/image19.wmf"/><Relationship Id="rId1" Type="http://schemas.openxmlformats.org/officeDocument/2006/relationships/image" Target="../media/image26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5.wmf"/><Relationship Id="rId7" Type="http://schemas.openxmlformats.org/officeDocument/2006/relationships/image" Target="../media/image3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3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9" Type="http://schemas.openxmlformats.org/officeDocument/2006/relationships/image" Target="../media/image4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55.wmf"/><Relationship Id="rId2" Type="http://schemas.openxmlformats.org/officeDocument/2006/relationships/image" Target="../media/image56.wmf"/><Relationship Id="rId1" Type="http://schemas.openxmlformats.org/officeDocument/2006/relationships/image" Target="../media/image50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50.wmf"/><Relationship Id="rId4" Type="http://schemas.openxmlformats.org/officeDocument/2006/relationships/image" Target="../media/image6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55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6.wmf"/><Relationship Id="rId7" Type="http://schemas.openxmlformats.org/officeDocument/2006/relationships/image" Target="../media/image75.wmf"/><Relationship Id="rId2" Type="http://schemas.openxmlformats.org/officeDocument/2006/relationships/image" Target="../media/image71.wmf"/><Relationship Id="rId1" Type="http://schemas.openxmlformats.org/officeDocument/2006/relationships/image" Target="../media/image6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6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6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55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2" Type="http://schemas.openxmlformats.org/officeDocument/2006/relationships/image" Target="../media/image83.wmf"/><Relationship Id="rId1" Type="http://schemas.openxmlformats.org/officeDocument/2006/relationships/image" Target="../media/image88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6" Type="http://schemas.openxmlformats.org/officeDocument/2006/relationships/image" Target="../media/image55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141.wmf"/><Relationship Id="rId7" Type="http://schemas.openxmlformats.org/officeDocument/2006/relationships/image" Target="../media/image12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6" Type="http://schemas.openxmlformats.org/officeDocument/2006/relationships/image" Target="../media/image144.wmf"/><Relationship Id="rId11" Type="http://schemas.openxmlformats.org/officeDocument/2006/relationships/image" Target="../media/image125.wmf"/><Relationship Id="rId5" Type="http://schemas.openxmlformats.org/officeDocument/2006/relationships/image" Target="../media/image143.wmf"/><Relationship Id="rId10" Type="http://schemas.openxmlformats.org/officeDocument/2006/relationships/image" Target="../media/image124.wmf"/><Relationship Id="rId4" Type="http://schemas.openxmlformats.org/officeDocument/2006/relationships/image" Target="../media/image142.wmf"/><Relationship Id="rId9" Type="http://schemas.openxmlformats.org/officeDocument/2006/relationships/image" Target="../media/image123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image" Target="../media/image150.wmf"/><Relationship Id="rId3" Type="http://schemas.openxmlformats.org/officeDocument/2006/relationships/image" Target="../media/image147.wmf"/><Relationship Id="rId7" Type="http://schemas.openxmlformats.org/officeDocument/2006/relationships/image" Target="../media/image144.wmf"/><Relationship Id="rId12" Type="http://schemas.openxmlformats.org/officeDocument/2006/relationships/image" Target="../media/image149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43.wmf"/><Relationship Id="rId11" Type="http://schemas.openxmlformats.org/officeDocument/2006/relationships/image" Target="../media/image124.wmf"/><Relationship Id="rId5" Type="http://schemas.openxmlformats.org/officeDocument/2006/relationships/image" Target="../media/image142.wmf"/><Relationship Id="rId10" Type="http://schemas.openxmlformats.org/officeDocument/2006/relationships/image" Target="../media/image123.wmf"/><Relationship Id="rId4" Type="http://schemas.openxmlformats.org/officeDocument/2006/relationships/image" Target="../media/image148.wmf"/><Relationship Id="rId9" Type="http://schemas.openxmlformats.org/officeDocument/2006/relationships/image" Target="../media/image12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4" Type="http://schemas.openxmlformats.org/officeDocument/2006/relationships/image" Target="../media/image190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image" Target="../media/image193.wmf"/><Relationship Id="rId7" Type="http://schemas.openxmlformats.org/officeDocument/2006/relationships/image" Target="../media/image197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4.wmf"/><Relationship Id="rId2" Type="http://schemas.openxmlformats.org/officeDocument/2006/relationships/image" Target="../media/image199.wmf"/><Relationship Id="rId1" Type="http://schemas.openxmlformats.org/officeDocument/2006/relationships/image" Target="../media/image191.w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01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3" Type="http://schemas.openxmlformats.org/officeDocument/2006/relationships/image" Target="../media/image208.wmf"/><Relationship Id="rId7" Type="http://schemas.openxmlformats.org/officeDocument/2006/relationships/image" Target="../media/image212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10" Type="http://schemas.openxmlformats.org/officeDocument/2006/relationships/image" Target="../media/image215.wmf"/><Relationship Id="rId4" Type="http://schemas.openxmlformats.org/officeDocument/2006/relationships/image" Target="../media/image209.wmf"/><Relationship Id="rId9" Type="http://schemas.openxmlformats.org/officeDocument/2006/relationships/image" Target="../media/image214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image" Target="../media/image227.wmf"/><Relationship Id="rId3" Type="http://schemas.openxmlformats.org/officeDocument/2006/relationships/image" Target="../media/image217.wmf"/><Relationship Id="rId7" Type="http://schemas.openxmlformats.org/officeDocument/2006/relationships/image" Target="../media/image221.wmf"/><Relationship Id="rId12" Type="http://schemas.openxmlformats.org/officeDocument/2006/relationships/image" Target="../media/image226.wmf"/><Relationship Id="rId2" Type="http://schemas.openxmlformats.org/officeDocument/2006/relationships/image" Target="../media/image213.wmf"/><Relationship Id="rId1" Type="http://schemas.openxmlformats.org/officeDocument/2006/relationships/image" Target="../media/image216.wmf"/><Relationship Id="rId6" Type="http://schemas.openxmlformats.org/officeDocument/2006/relationships/image" Target="../media/image220.wmf"/><Relationship Id="rId11" Type="http://schemas.openxmlformats.org/officeDocument/2006/relationships/image" Target="../media/image225.wmf"/><Relationship Id="rId5" Type="http://schemas.openxmlformats.org/officeDocument/2006/relationships/image" Target="../media/image219.wmf"/><Relationship Id="rId10" Type="http://schemas.openxmlformats.org/officeDocument/2006/relationships/image" Target="../media/image224.wmf"/><Relationship Id="rId4" Type="http://schemas.openxmlformats.org/officeDocument/2006/relationships/image" Target="../media/image218.wmf"/><Relationship Id="rId9" Type="http://schemas.openxmlformats.org/officeDocument/2006/relationships/image" Target="../media/image223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image" Target="../media/image238.wmf"/><Relationship Id="rId7" Type="http://schemas.openxmlformats.org/officeDocument/2006/relationships/image" Target="../media/image242.wmf"/><Relationship Id="rId2" Type="http://schemas.openxmlformats.org/officeDocument/2006/relationships/image" Target="../media/image237.wmf"/><Relationship Id="rId1" Type="http://schemas.openxmlformats.org/officeDocument/2006/relationships/image" Target="../media/image236.wmf"/><Relationship Id="rId6" Type="http://schemas.openxmlformats.org/officeDocument/2006/relationships/image" Target="../media/image241.wmf"/><Relationship Id="rId5" Type="http://schemas.openxmlformats.org/officeDocument/2006/relationships/image" Target="../media/image240.wmf"/><Relationship Id="rId10" Type="http://schemas.openxmlformats.org/officeDocument/2006/relationships/image" Target="../media/image245.wmf"/><Relationship Id="rId4" Type="http://schemas.openxmlformats.org/officeDocument/2006/relationships/image" Target="../media/image239.wmf"/><Relationship Id="rId9" Type="http://schemas.openxmlformats.org/officeDocument/2006/relationships/image" Target="../media/image244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3" Type="http://schemas.openxmlformats.org/officeDocument/2006/relationships/image" Target="../media/image248.wmf"/><Relationship Id="rId7" Type="http://schemas.openxmlformats.org/officeDocument/2006/relationships/image" Target="../media/image252.wmf"/><Relationship Id="rId12" Type="http://schemas.openxmlformats.org/officeDocument/2006/relationships/image" Target="../media/image245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Relationship Id="rId6" Type="http://schemas.openxmlformats.org/officeDocument/2006/relationships/image" Target="../media/image251.wmf"/><Relationship Id="rId11" Type="http://schemas.openxmlformats.org/officeDocument/2006/relationships/image" Target="../media/image256.wmf"/><Relationship Id="rId5" Type="http://schemas.openxmlformats.org/officeDocument/2006/relationships/image" Target="../media/image250.wmf"/><Relationship Id="rId10" Type="http://schemas.openxmlformats.org/officeDocument/2006/relationships/image" Target="../media/image255.wmf"/><Relationship Id="rId4" Type="http://schemas.openxmlformats.org/officeDocument/2006/relationships/image" Target="../media/image249.wmf"/><Relationship Id="rId9" Type="http://schemas.openxmlformats.org/officeDocument/2006/relationships/image" Target="../media/image254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3" Type="http://schemas.openxmlformats.org/officeDocument/2006/relationships/image" Target="../media/image259.wmf"/><Relationship Id="rId7" Type="http://schemas.openxmlformats.org/officeDocument/2006/relationships/image" Target="../media/image263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6" Type="http://schemas.openxmlformats.org/officeDocument/2006/relationships/image" Target="../media/image262.wmf"/><Relationship Id="rId11" Type="http://schemas.openxmlformats.org/officeDocument/2006/relationships/image" Target="../media/image245.wmf"/><Relationship Id="rId5" Type="http://schemas.openxmlformats.org/officeDocument/2006/relationships/image" Target="../media/image261.wmf"/><Relationship Id="rId10" Type="http://schemas.openxmlformats.org/officeDocument/2006/relationships/image" Target="../media/image266.wmf"/><Relationship Id="rId4" Type="http://schemas.openxmlformats.org/officeDocument/2006/relationships/image" Target="../media/image260.wmf"/><Relationship Id="rId9" Type="http://schemas.openxmlformats.org/officeDocument/2006/relationships/image" Target="../media/image265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Relationship Id="rId6" Type="http://schemas.openxmlformats.org/officeDocument/2006/relationships/image" Target="../media/image272.w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3" Type="http://schemas.openxmlformats.org/officeDocument/2006/relationships/image" Target="../media/image275.wmf"/><Relationship Id="rId7" Type="http://schemas.openxmlformats.org/officeDocument/2006/relationships/image" Target="../media/image279.wmf"/><Relationship Id="rId2" Type="http://schemas.openxmlformats.org/officeDocument/2006/relationships/image" Target="../media/image274.wmf"/><Relationship Id="rId1" Type="http://schemas.openxmlformats.org/officeDocument/2006/relationships/image" Target="../media/image273.wmf"/><Relationship Id="rId6" Type="http://schemas.openxmlformats.org/officeDocument/2006/relationships/image" Target="../media/image278.wmf"/><Relationship Id="rId5" Type="http://schemas.openxmlformats.org/officeDocument/2006/relationships/image" Target="../media/image277.wmf"/><Relationship Id="rId4" Type="http://schemas.openxmlformats.org/officeDocument/2006/relationships/image" Target="../media/image276.wmf"/><Relationship Id="rId9" Type="http://schemas.openxmlformats.org/officeDocument/2006/relationships/image" Target="../media/image281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3" Type="http://schemas.openxmlformats.org/officeDocument/2006/relationships/image" Target="../media/image284.wmf"/><Relationship Id="rId7" Type="http://schemas.openxmlformats.org/officeDocument/2006/relationships/image" Target="../media/image288.wmf"/><Relationship Id="rId12" Type="http://schemas.openxmlformats.org/officeDocument/2006/relationships/image" Target="../media/image293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11" Type="http://schemas.openxmlformats.org/officeDocument/2006/relationships/image" Target="../media/image292.wmf"/><Relationship Id="rId5" Type="http://schemas.openxmlformats.org/officeDocument/2006/relationships/image" Target="../media/image286.wmf"/><Relationship Id="rId10" Type="http://schemas.openxmlformats.org/officeDocument/2006/relationships/image" Target="../media/image291.wmf"/><Relationship Id="rId4" Type="http://schemas.openxmlformats.org/officeDocument/2006/relationships/image" Target="../media/image285.wmf"/><Relationship Id="rId9" Type="http://schemas.openxmlformats.org/officeDocument/2006/relationships/image" Target="../media/image29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B16FA-C879-4226-B89F-E7EB85904D3A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2D36-8605-4790-AF9E-62C1D973FA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7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2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34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02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876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163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78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0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201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863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09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29069-2240-4358-9C35-99F8413EC972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C5591-ABB3-4D43-AA71-1CCFE0A89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3.wmf"/><Relationship Id="rId22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0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8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32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45.bin"/><Relationship Id="rId18" Type="http://schemas.openxmlformats.org/officeDocument/2006/relationships/oleObject" Target="../embeddings/oleObject48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39.wmf"/><Relationship Id="rId17" Type="http://schemas.openxmlformats.org/officeDocument/2006/relationships/image" Target="../media/image41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47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image" Target="../media/image40.wmf"/><Relationship Id="rId10" Type="http://schemas.openxmlformats.org/officeDocument/2006/relationships/image" Target="../media/image38.wmf"/><Relationship Id="rId19" Type="http://schemas.openxmlformats.org/officeDocument/2006/relationships/image" Target="../media/image42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43.bin"/><Relationship Id="rId14" Type="http://schemas.openxmlformats.org/officeDocument/2006/relationships/oleObject" Target="../embeddings/oleObject4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49.bin"/><Relationship Id="rId21" Type="http://schemas.openxmlformats.org/officeDocument/2006/relationships/image" Target="../media/image49.wmf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9.wmf"/><Relationship Id="rId20" Type="http://schemas.openxmlformats.org/officeDocument/2006/relationships/oleObject" Target="../embeddings/oleObject58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46.w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3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5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5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58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6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7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81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5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7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88.bin"/><Relationship Id="rId18" Type="http://schemas.openxmlformats.org/officeDocument/2006/relationships/image" Target="../media/image55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9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10" Type="http://schemas.openxmlformats.org/officeDocument/2006/relationships/image" Target="../media/image72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7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96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7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7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8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6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105.bin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5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93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10" Type="http://schemas.openxmlformats.org/officeDocument/2006/relationships/image" Target="../media/image90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9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118.bin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5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24.bin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0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0" Type="http://schemas.openxmlformats.org/officeDocument/2006/relationships/image" Target="../media/image101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0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11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3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33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0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39.bin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9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1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4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26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2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oleObject" Target="../embeddings/oleObject153.bin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31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33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3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3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37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5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22.wmf"/><Relationship Id="rId3" Type="http://schemas.openxmlformats.org/officeDocument/2006/relationships/oleObject" Target="../embeddings/oleObject160.bin"/><Relationship Id="rId21" Type="http://schemas.openxmlformats.org/officeDocument/2006/relationships/oleObject" Target="../embeddings/oleObject169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43.wmf"/><Relationship Id="rId17" Type="http://schemas.openxmlformats.org/officeDocument/2006/relationships/oleObject" Target="../embeddings/oleObject16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21.wmf"/><Relationship Id="rId20" Type="http://schemas.openxmlformats.org/officeDocument/2006/relationships/image" Target="../media/image123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64.bin"/><Relationship Id="rId24" Type="http://schemas.openxmlformats.org/officeDocument/2006/relationships/image" Target="../media/image125.wmf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23" Type="http://schemas.openxmlformats.org/officeDocument/2006/relationships/oleObject" Target="../embeddings/oleObject170.bin"/><Relationship Id="rId10" Type="http://schemas.openxmlformats.org/officeDocument/2006/relationships/image" Target="../media/image142.w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44.wmf"/><Relationship Id="rId22" Type="http://schemas.openxmlformats.org/officeDocument/2006/relationships/image" Target="../media/image12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21.wmf"/><Relationship Id="rId26" Type="http://schemas.openxmlformats.org/officeDocument/2006/relationships/image" Target="../media/image149.wmf"/><Relationship Id="rId3" Type="http://schemas.openxmlformats.org/officeDocument/2006/relationships/oleObject" Target="../embeddings/oleObject171.bin"/><Relationship Id="rId21" Type="http://schemas.openxmlformats.org/officeDocument/2006/relationships/oleObject" Target="../embeddings/oleObject180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78.bin"/><Relationship Id="rId25" Type="http://schemas.openxmlformats.org/officeDocument/2006/relationships/oleObject" Target="../embeddings/oleObject18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44.wmf"/><Relationship Id="rId20" Type="http://schemas.openxmlformats.org/officeDocument/2006/relationships/image" Target="../media/image122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75.bin"/><Relationship Id="rId24" Type="http://schemas.openxmlformats.org/officeDocument/2006/relationships/image" Target="../media/image124.wmf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23" Type="http://schemas.openxmlformats.org/officeDocument/2006/relationships/oleObject" Target="../embeddings/oleObject181.bin"/><Relationship Id="rId28" Type="http://schemas.openxmlformats.org/officeDocument/2006/relationships/image" Target="../media/image150.wmf"/><Relationship Id="rId10" Type="http://schemas.openxmlformats.org/officeDocument/2006/relationships/image" Target="../media/image148.wmf"/><Relationship Id="rId19" Type="http://schemas.openxmlformats.org/officeDocument/2006/relationships/oleObject" Target="../embeddings/oleObject179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43.wmf"/><Relationship Id="rId22" Type="http://schemas.openxmlformats.org/officeDocument/2006/relationships/image" Target="../media/image123.wmf"/><Relationship Id="rId27" Type="http://schemas.openxmlformats.org/officeDocument/2006/relationships/oleObject" Target="../embeddings/oleObject18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89.bin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5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5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6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160.wmf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9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16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0" Type="http://schemas.openxmlformats.org/officeDocument/2006/relationships/image" Target="../media/image165.w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9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oleObject" Target="../embeddings/oleObject200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17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201.bin"/><Relationship Id="rId10" Type="http://schemas.openxmlformats.org/officeDocument/2006/relationships/image" Target="../media/image170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203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oleObject" Target="../embeddings/oleObject210.bin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176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8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1.bin"/><Relationship Id="rId10" Type="http://schemas.openxmlformats.org/officeDocument/2006/relationships/image" Target="../media/image175.wmf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177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217.bin"/><Relationship Id="rId18" Type="http://schemas.openxmlformats.org/officeDocument/2006/relationships/image" Target="../media/image186.w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183.wmf"/><Relationship Id="rId17" Type="http://schemas.openxmlformats.org/officeDocument/2006/relationships/oleObject" Target="../embeddings/oleObject21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85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218.bin"/><Relationship Id="rId10" Type="http://schemas.openxmlformats.org/officeDocument/2006/relationships/image" Target="../media/image182.wmf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18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221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2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229.bin"/><Relationship Id="rId18" Type="http://schemas.openxmlformats.org/officeDocument/2006/relationships/image" Target="../media/image198.wmf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23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7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228.bin"/><Relationship Id="rId5" Type="http://schemas.openxmlformats.org/officeDocument/2006/relationships/oleObject" Target="../embeddings/oleObject225.bin"/><Relationship Id="rId15" Type="http://schemas.openxmlformats.org/officeDocument/2006/relationships/oleObject" Target="../embeddings/oleObject230.bin"/><Relationship Id="rId10" Type="http://schemas.openxmlformats.org/officeDocument/2006/relationships/image" Target="../media/image194.wmf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196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37.bin"/><Relationship Id="rId18" Type="http://schemas.openxmlformats.org/officeDocument/2006/relationships/image" Target="../media/image205.wmf"/><Relationship Id="rId3" Type="http://schemas.openxmlformats.org/officeDocument/2006/relationships/oleObject" Target="../embeddings/oleObject232.bin"/><Relationship Id="rId7" Type="http://schemas.openxmlformats.org/officeDocument/2006/relationships/oleObject" Target="../embeddings/oleObject234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3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04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36.bin"/><Relationship Id="rId5" Type="http://schemas.openxmlformats.org/officeDocument/2006/relationships/oleObject" Target="../embeddings/oleObject233.bin"/><Relationship Id="rId15" Type="http://schemas.openxmlformats.org/officeDocument/2006/relationships/oleObject" Target="../embeddings/oleObject238.bin"/><Relationship Id="rId10" Type="http://schemas.openxmlformats.org/officeDocument/2006/relationships/image" Target="../media/image201.wmf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235.bin"/><Relationship Id="rId14" Type="http://schemas.openxmlformats.org/officeDocument/2006/relationships/image" Target="../media/image20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oleObject" Target="../embeddings/oleObject245.bin"/><Relationship Id="rId18" Type="http://schemas.openxmlformats.org/officeDocument/2006/relationships/image" Target="../media/image213.wmf"/><Relationship Id="rId3" Type="http://schemas.openxmlformats.org/officeDocument/2006/relationships/oleObject" Target="../embeddings/oleObject240.bin"/><Relationship Id="rId21" Type="http://schemas.openxmlformats.org/officeDocument/2006/relationships/oleObject" Target="../embeddings/oleObject249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10.wmf"/><Relationship Id="rId17" Type="http://schemas.openxmlformats.org/officeDocument/2006/relationships/oleObject" Target="../embeddings/oleObject24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12.wmf"/><Relationship Id="rId20" Type="http://schemas.openxmlformats.org/officeDocument/2006/relationships/image" Target="../media/image214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41.bin"/><Relationship Id="rId15" Type="http://schemas.openxmlformats.org/officeDocument/2006/relationships/oleObject" Target="../embeddings/oleObject246.bin"/><Relationship Id="rId10" Type="http://schemas.openxmlformats.org/officeDocument/2006/relationships/image" Target="../media/image209.wmf"/><Relationship Id="rId19" Type="http://schemas.openxmlformats.org/officeDocument/2006/relationships/oleObject" Target="../embeddings/oleObject248.bin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211.wmf"/><Relationship Id="rId22" Type="http://schemas.openxmlformats.org/officeDocument/2006/relationships/image" Target="../media/image21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255.bin"/><Relationship Id="rId18" Type="http://schemas.openxmlformats.org/officeDocument/2006/relationships/image" Target="../media/image222.wmf"/><Relationship Id="rId26" Type="http://schemas.openxmlformats.org/officeDocument/2006/relationships/image" Target="../media/image226.wmf"/><Relationship Id="rId3" Type="http://schemas.openxmlformats.org/officeDocument/2006/relationships/oleObject" Target="../embeddings/oleObject250.bin"/><Relationship Id="rId21" Type="http://schemas.openxmlformats.org/officeDocument/2006/relationships/oleObject" Target="../embeddings/oleObject259.bin"/><Relationship Id="rId7" Type="http://schemas.openxmlformats.org/officeDocument/2006/relationships/oleObject" Target="../embeddings/oleObject252.bin"/><Relationship Id="rId12" Type="http://schemas.openxmlformats.org/officeDocument/2006/relationships/image" Target="../media/image219.wmf"/><Relationship Id="rId17" Type="http://schemas.openxmlformats.org/officeDocument/2006/relationships/oleObject" Target="../embeddings/oleObject257.bin"/><Relationship Id="rId25" Type="http://schemas.openxmlformats.org/officeDocument/2006/relationships/oleObject" Target="../embeddings/oleObject26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21.wmf"/><Relationship Id="rId20" Type="http://schemas.openxmlformats.org/officeDocument/2006/relationships/image" Target="../media/image223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254.bin"/><Relationship Id="rId24" Type="http://schemas.openxmlformats.org/officeDocument/2006/relationships/image" Target="../media/image225.wmf"/><Relationship Id="rId5" Type="http://schemas.openxmlformats.org/officeDocument/2006/relationships/oleObject" Target="../embeddings/oleObject251.bin"/><Relationship Id="rId15" Type="http://schemas.openxmlformats.org/officeDocument/2006/relationships/oleObject" Target="../embeddings/oleObject256.bin"/><Relationship Id="rId23" Type="http://schemas.openxmlformats.org/officeDocument/2006/relationships/oleObject" Target="../embeddings/oleObject260.bin"/><Relationship Id="rId28" Type="http://schemas.openxmlformats.org/officeDocument/2006/relationships/image" Target="../media/image227.wmf"/><Relationship Id="rId10" Type="http://schemas.openxmlformats.org/officeDocument/2006/relationships/image" Target="../media/image218.wmf"/><Relationship Id="rId19" Type="http://schemas.openxmlformats.org/officeDocument/2006/relationships/oleObject" Target="../embeddings/oleObject258.bin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53.bin"/><Relationship Id="rId14" Type="http://schemas.openxmlformats.org/officeDocument/2006/relationships/image" Target="../media/image220.wmf"/><Relationship Id="rId22" Type="http://schemas.openxmlformats.org/officeDocument/2006/relationships/image" Target="../media/image224.wmf"/><Relationship Id="rId27" Type="http://schemas.openxmlformats.org/officeDocument/2006/relationships/oleObject" Target="../embeddings/oleObject262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oleObject" Target="../embeddings/oleObject268.bin"/><Relationship Id="rId18" Type="http://schemas.openxmlformats.org/officeDocument/2006/relationships/image" Target="../media/image235.wmf"/><Relationship Id="rId3" Type="http://schemas.openxmlformats.org/officeDocument/2006/relationships/oleObject" Target="../embeddings/oleObject263.bin"/><Relationship Id="rId7" Type="http://schemas.openxmlformats.org/officeDocument/2006/relationships/oleObject" Target="../embeddings/oleObject265.bin"/><Relationship Id="rId12" Type="http://schemas.openxmlformats.org/officeDocument/2006/relationships/image" Target="../media/image232.wmf"/><Relationship Id="rId17" Type="http://schemas.openxmlformats.org/officeDocument/2006/relationships/oleObject" Target="../embeddings/oleObject27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4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67.bin"/><Relationship Id="rId5" Type="http://schemas.openxmlformats.org/officeDocument/2006/relationships/oleObject" Target="../embeddings/oleObject264.bin"/><Relationship Id="rId15" Type="http://schemas.openxmlformats.org/officeDocument/2006/relationships/oleObject" Target="../embeddings/oleObject269.bin"/><Relationship Id="rId10" Type="http://schemas.openxmlformats.org/officeDocument/2006/relationships/image" Target="../media/image231.wmf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66.bin"/><Relationship Id="rId14" Type="http://schemas.openxmlformats.org/officeDocument/2006/relationships/image" Target="../media/image233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13" Type="http://schemas.openxmlformats.org/officeDocument/2006/relationships/oleObject" Target="../embeddings/oleObject276.bin"/><Relationship Id="rId18" Type="http://schemas.openxmlformats.org/officeDocument/2006/relationships/image" Target="../media/image243.wmf"/><Relationship Id="rId3" Type="http://schemas.openxmlformats.org/officeDocument/2006/relationships/oleObject" Target="../embeddings/oleObject271.bin"/><Relationship Id="rId21" Type="http://schemas.openxmlformats.org/officeDocument/2006/relationships/oleObject" Target="../embeddings/oleObject280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40.wmf"/><Relationship Id="rId17" Type="http://schemas.openxmlformats.org/officeDocument/2006/relationships/oleObject" Target="../embeddings/oleObject27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42.wmf"/><Relationship Id="rId20" Type="http://schemas.openxmlformats.org/officeDocument/2006/relationships/image" Target="../media/image244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37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77.bin"/><Relationship Id="rId10" Type="http://schemas.openxmlformats.org/officeDocument/2006/relationships/image" Target="../media/image239.wmf"/><Relationship Id="rId19" Type="http://schemas.openxmlformats.org/officeDocument/2006/relationships/oleObject" Target="../embeddings/oleObject279.bin"/><Relationship Id="rId4" Type="http://schemas.openxmlformats.org/officeDocument/2006/relationships/image" Target="../media/image236.w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41.wmf"/><Relationship Id="rId22" Type="http://schemas.openxmlformats.org/officeDocument/2006/relationships/image" Target="../media/image24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13" Type="http://schemas.openxmlformats.org/officeDocument/2006/relationships/oleObject" Target="../embeddings/oleObject286.bin"/><Relationship Id="rId18" Type="http://schemas.openxmlformats.org/officeDocument/2006/relationships/image" Target="../media/image253.wmf"/><Relationship Id="rId26" Type="http://schemas.openxmlformats.org/officeDocument/2006/relationships/image" Target="../media/image245.wmf"/><Relationship Id="rId3" Type="http://schemas.openxmlformats.org/officeDocument/2006/relationships/oleObject" Target="../embeddings/oleObject281.bin"/><Relationship Id="rId21" Type="http://schemas.openxmlformats.org/officeDocument/2006/relationships/oleObject" Target="../embeddings/oleObject290.bin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250.wmf"/><Relationship Id="rId17" Type="http://schemas.openxmlformats.org/officeDocument/2006/relationships/oleObject" Target="../embeddings/oleObject288.bin"/><Relationship Id="rId25" Type="http://schemas.openxmlformats.org/officeDocument/2006/relationships/oleObject" Target="../embeddings/oleObject29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52.wmf"/><Relationship Id="rId20" Type="http://schemas.openxmlformats.org/officeDocument/2006/relationships/image" Target="../media/image254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47.wmf"/><Relationship Id="rId11" Type="http://schemas.openxmlformats.org/officeDocument/2006/relationships/oleObject" Target="../embeddings/oleObject285.bin"/><Relationship Id="rId24" Type="http://schemas.openxmlformats.org/officeDocument/2006/relationships/image" Target="../media/image256.wmf"/><Relationship Id="rId5" Type="http://schemas.openxmlformats.org/officeDocument/2006/relationships/oleObject" Target="../embeddings/oleObject282.bin"/><Relationship Id="rId15" Type="http://schemas.openxmlformats.org/officeDocument/2006/relationships/oleObject" Target="../embeddings/oleObject287.bin"/><Relationship Id="rId23" Type="http://schemas.openxmlformats.org/officeDocument/2006/relationships/oleObject" Target="../embeddings/oleObject291.bin"/><Relationship Id="rId10" Type="http://schemas.openxmlformats.org/officeDocument/2006/relationships/image" Target="../media/image249.wmf"/><Relationship Id="rId19" Type="http://schemas.openxmlformats.org/officeDocument/2006/relationships/oleObject" Target="../embeddings/oleObject289.bin"/><Relationship Id="rId4" Type="http://schemas.openxmlformats.org/officeDocument/2006/relationships/image" Target="../media/image246.wmf"/><Relationship Id="rId9" Type="http://schemas.openxmlformats.org/officeDocument/2006/relationships/oleObject" Target="../embeddings/oleObject284.bin"/><Relationship Id="rId14" Type="http://schemas.openxmlformats.org/officeDocument/2006/relationships/image" Target="../media/image251.wmf"/><Relationship Id="rId22" Type="http://schemas.openxmlformats.org/officeDocument/2006/relationships/image" Target="../media/image255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264.wmf"/><Relationship Id="rId3" Type="http://schemas.openxmlformats.org/officeDocument/2006/relationships/oleObject" Target="../embeddings/oleObject293.bin"/><Relationship Id="rId21" Type="http://schemas.openxmlformats.org/officeDocument/2006/relationships/oleObject" Target="../embeddings/oleObject302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261.wmf"/><Relationship Id="rId17" Type="http://schemas.openxmlformats.org/officeDocument/2006/relationships/oleObject" Target="../embeddings/oleObject30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63.wmf"/><Relationship Id="rId20" Type="http://schemas.openxmlformats.org/officeDocument/2006/relationships/image" Target="../media/image265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297.bin"/><Relationship Id="rId24" Type="http://schemas.openxmlformats.org/officeDocument/2006/relationships/image" Target="../media/image245.wmf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23" Type="http://schemas.openxmlformats.org/officeDocument/2006/relationships/oleObject" Target="../embeddings/oleObject292.bin"/><Relationship Id="rId10" Type="http://schemas.openxmlformats.org/officeDocument/2006/relationships/image" Target="../media/image260.wmf"/><Relationship Id="rId19" Type="http://schemas.openxmlformats.org/officeDocument/2006/relationships/oleObject" Target="../embeddings/oleObject301.bin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262.wmf"/><Relationship Id="rId22" Type="http://schemas.openxmlformats.org/officeDocument/2006/relationships/image" Target="../media/image266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6.bin"/><Relationship Id="rId13" Type="http://schemas.openxmlformats.org/officeDocument/2006/relationships/image" Target="../media/image271.wmf"/><Relationship Id="rId3" Type="http://schemas.openxmlformats.org/officeDocument/2006/relationships/oleObject" Target="../embeddings/oleObject303.bin"/><Relationship Id="rId7" Type="http://schemas.openxmlformats.org/officeDocument/2006/relationships/oleObject" Target="../embeddings/oleObject305.bin"/><Relationship Id="rId12" Type="http://schemas.openxmlformats.org/officeDocument/2006/relationships/oleObject" Target="../embeddings/oleObject30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68.wmf"/><Relationship Id="rId11" Type="http://schemas.openxmlformats.org/officeDocument/2006/relationships/image" Target="../media/image270.wmf"/><Relationship Id="rId5" Type="http://schemas.openxmlformats.org/officeDocument/2006/relationships/oleObject" Target="../embeddings/oleObject304.bin"/><Relationship Id="rId15" Type="http://schemas.openxmlformats.org/officeDocument/2006/relationships/image" Target="../media/image272.wmf"/><Relationship Id="rId10" Type="http://schemas.openxmlformats.org/officeDocument/2006/relationships/oleObject" Target="../embeddings/oleObject307.bin"/><Relationship Id="rId4" Type="http://schemas.openxmlformats.org/officeDocument/2006/relationships/image" Target="../media/image267.wmf"/><Relationship Id="rId9" Type="http://schemas.openxmlformats.org/officeDocument/2006/relationships/image" Target="../media/image269.wmf"/><Relationship Id="rId14" Type="http://schemas.openxmlformats.org/officeDocument/2006/relationships/oleObject" Target="../embeddings/oleObject30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13" Type="http://schemas.openxmlformats.org/officeDocument/2006/relationships/oleObject" Target="../embeddings/oleObject315.bin"/><Relationship Id="rId18" Type="http://schemas.openxmlformats.org/officeDocument/2006/relationships/image" Target="../media/image280.wmf"/><Relationship Id="rId3" Type="http://schemas.openxmlformats.org/officeDocument/2006/relationships/oleObject" Target="../embeddings/oleObject310.bin"/><Relationship Id="rId7" Type="http://schemas.openxmlformats.org/officeDocument/2006/relationships/oleObject" Target="../embeddings/oleObject312.bin"/><Relationship Id="rId12" Type="http://schemas.openxmlformats.org/officeDocument/2006/relationships/image" Target="../media/image277.wmf"/><Relationship Id="rId17" Type="http://schemas.openxmlformats.org/officeDocument/2006/relationships/oleObject" Target="../embeddings/oleObject31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79.wmf"/><Relationship Id="rId20" Type="http://schemas.openxmlformats.org/officeDocument/2006/relationships/image" Target="../media/image281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74.wmf"/><Relationship Id="rId11" Type="http://schemas.openxmlformats.org/officeDocument/2006/relationships/oleObject" Target="../embeddings/oleObject314.bin"/><Relationship Id="rId5" Type="http://schemas.openxmlformats.org/officeDocument/2006/relationships/oleObject" Target="../embeddings/oleObject311.bin"/><Relationship Id="rId15" Type="http://schemas.openxmlformats.org/officeDocument/2006/relationships/oleObject" Target="../embeddings/oleObject316.bin"/><Relationship Id="rId10" Type="http://schemas.openxmlformats.org/officeDocument/2006/relationships/image" Target="../media/image276.wmf"/><Relationship Id="rId19" Type="http://schemas.openxmlformats.org/officeDocument/2006/relationships/oleObject" Target="../embeddings/oleObject318.bin"/><Relationship Id="rId4" Type="http://schemas.openxmlformats.org/officeDocument/2006/relationships/image" Target="../media/image273.wmf"/><Relationship Id="rId9" Type="http://schemas.openxmlformats.org/officeDocument/2006/relationships/oleObject" Target="../embeddings/oleObject313.bin"/><Relationship Id="rId14" Type="http://schemas.openxmlformats.org/officeDocument/2006/relationships/image" Target="../media/image278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324.bin"/><Relationship Id="rId18" Type="http://schemas.openxmlformats.org/officeDocument/2006/relationships/image" Target="../media/image289.wmf"/><Relationship Id="rId26" Type="http://schemas.openxmlformats.org/officeDocument/2006/relationships/image" Target="../media/image293.wmf"/><Relationship Id="rId3" Type="http://schemas.openxmlformats.org/officeDocument/2006/relationships/oleObject" Target="../embeddings/oleObject319.bin"/><Relationship Id="rId21" Type="http://schemas.openxmlformats.org/officeDocument/2006/relationships/oleObject" Target="../embeddings/oleObject328.bin"/><Relationship Id="rId7" Type="http://schemas.openxmlformats.org/officeDocument/2006/relationships/oleObject" Target="../embeddings/oleObject321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326.bin"/><Relationship Id="rId25" Type="http://schemas.openxmlformats.org/officeDocument/2006/relationships/oleObject" Target="../embeddings/oleObject33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88.wmf"/><Relationship Id="rId20" Type="http://schemas.openxmlformats.org/officeDocument/2006/relationships/image" Target="../media/image290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323.bin"/><Relationship Id="rId24" Type="http://schemas.openxmlformats.org/officeDocument/2006/relationships/image" Target="../media/image292.wmf"/><Relationship Id="rId5" Type="http://schemas.openxmlformats.org/officeDocument/2006/relationships/oleObject" Target="../embeddings/oleObject320.bin"/><Relationship Id="rId15" Type="http://schemas.openxmlformats.org/officeDocument/2006/relationships/oleObject" Target="../embeddings/oleObject325.bin"/><Relationship Id="rId23" Type="http://schemas.openxmlformats.org/officeDocument/2006/relationships/oleObject" Target="../embeddings/oleObject329.bin"/><Relationship Id="rId10" Type="http://schemas.openxmlformats.org/officeDocument/2006/relationships/image" Target="../media/image285.wmf"/><Relationship Id="rId19" Type="http://schemas.openxmlformats.org/officeDocument/2006/relationships/oleObject" Target="../embeddings/oleObject327.bin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322.bin"/><Relationship Id="rId14" Type="http://schemas.openxmlformats.org/officeDocument/2006/relationships/image" Target="../media/image287.wmf"/><Relationship Id="rId22" Type="http://schemas.openxmlformats.org/officeDocument/2006/relationships/image" Target="../media/image291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FC95C00-4339-41AC-BAB2-E349390BE417}"/>
              </a:ext>
            </a:extLst>
          </p:cNvPr>
          <p:cNvSpPr txBox="1">
            <a:spLocks/>
          </p:cNvSpPr>
          <p:nvPr/>
        </p:nvSpPr>
        <p:spPr>
          <a:xfrm>
            <a:off x="685800" y="1275606"/>
            <a:ext cx="7772400" cy="11017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第七章  微分方程及其应用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10944D23-DF9F-43A8-A1E6-DDEFDE7E67B1}"/>
              </a:ext>
            </a:extLst>
          </p:cNvPr>
          <p:cNvSpPr txBox="1">
            <a:spLocks/>
          </p:cNvSpPr>
          <p:nvPr/>
        </p:nvSpPr>
        <p:spPr>
          <a:xfrm>
            <a:off x="1835696" y="2377331"/>
            <a:ext cx="6048672" cy="45591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第八节  常系数非齐次线性微分方程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C4B80DE7-7E79-418C-B3FB-4865754E458A}"/>
              </a:ext>
            </a:extLst>
          </p:cNvPr>
          <p:cNvSpPr txBox="1">
            <a:spLocks/>
          </p:cNvSpPr>
          <p:nvPr/>
        </p:nvSpPr>
        <p:spPr>
          <a:xfrm>
            <a:off x="2483768" y="3446389"/>
            <a:ext cx="3816424" cy="45591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 郭晓峰</a:t>
            </a:r>
          </a:p>
        </p:txBody>
      </p:sp>
    </p:spTree>
    <p:extLst>
      <p:ext uri="{BB962C8B-B14F-4D97-AF65-F5344CB8AC3E}">
        <p14:creationId xmlns:p14="http://schemas.microsoft.com/office/powerpoint/2010/main" val="368812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AE5826-5738-4BEF-BF87-8B4F3B7E0AEE}"/>
              </a:ext>
            </a:extLst>
          </p:cNvPr>
          <p:cNvSpPr/>
          <p:nvPr/>
        </p:nvSpPr>
        <p:spPr>
          <a:xfrm>
            <a:off x="755576" y="684613"/>
            <a:ext cx="6372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由第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六节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已知二阶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常系数非齐次线性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微分方程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22DCE7-BA05-4DD3-8CD7-212BA65E9CC5}"/>
              </a:ext>
            </a:extLst>
          </p:cNvPr>
          <p:cNvSpPr/>
          <p:nvPr/>
        </p:nvSpPr>
        <p:spPr>
          <a:xfrm>
            <a:off x="755576" y="195486"/>
            <a:ext cx="17742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ea typeface="宋体" panose="02010600030101010101" pitchFamily="2" charset="-122"/>
              </a:rPr>
              <a:t>内容回顾</a:t>
            </a:r>
            <a:endParaRPr lang="zh-CN" altLang="zh-CN" sz="2400" b="1" dirty="0">
              <a:solidFill>
                <a:srgbClr val="0064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2CABE71-3F23-449D-AC21-7D593D8B24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784881"/>
              </p:ext>
            </p:extLst>
          </p:nvPr>
        </p:nvGraphicFramePr>
        <p:xfrm>
          <a:off x="2369576" y="1329385"/>
          <a:ext cx="2616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Equation" r:id="rId3" imgW="2552400" imgH="355320" progId="Equation.DSMT4">
                  <p:embed/>
                </p:oleObj>
              </mc:Choice>
              <mc:Fallback>
                <p:oleObj name="Equation" r:id="rId3" imgW="255240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0189EAC-CC66-4F5B-B95E-0EDFBBA392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576" y="1329385"/>
                        <a:ext cx="26162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91DAD95-EAEA-4F4B-8400-10DD63455CB5}"/>
              </a:ext>
            </a:extLst>
          </p:cNvPr>
          <p:cNvSpPr/>
          <p:nvPr/>
        </p:nvSpPr>
        <p:spPr>
          <a:xfrm>
            <a:off x="7825221" y="1337427"/>
            <a:ext cx="620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(1)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D13FC4-09C1-47EE-A598-C632D9DABAE2}"/>
              </a:ext>
            </a:extLst>
          </p:cNvPr>
          <p:cNvSpPr/>
          <p:nvPr/>
        </p:nvSpPr>
        <p:spPr>
          <a:xfrm>
            <a:off x="129167" y="1891905"/>
            <a:ext cx="480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通解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为对应常系数齐次线性方程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EC4F978-0059-4B08-AFCD-849D7F637B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752825"/>
              </p:ext>
            </p:extLst>
          </p:nvPr>
        </p:nvGraphicFramePr>
        <p:xfrm>
          <a:off x="2370712" y="2634924"/>
          <a:ext cx="20701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5" imgW="2019240" imgH="355320" progId="Equation.DSMT4">
                  <p:embed/>
                </p:oleObj>
              </mc:Choice>
              <mc:Fallback>
                <p:oleObj name="Equation" r:id="rId5" imgW="201924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5F35319-CFA0-463D-ABC7-FF71B472FC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712" y="2634924"/>
                        <a:ext cx="20701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73369A5-4478-42D6-804B-E8991A593D38}"/>
              </a:ext>
            </a:extLst>
          </p:cNvPr>
          <p:cNvSpPr/>
          <p:nvPr/>
        </p:nvSpPr>
        <p:spPr>
          <a:xfrm>
            <a:off x="7825221" y="2607969"/>
            <a:ext cx="620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(2)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DF8FD1-7917-478C-83BD-9A1ACD15CA65}"/>
              </a:ext>
            </a:extLst>
          </p:cNvPr>
          <p:cNvSpPr/>
          <p:nvPr/>
        </p:nvSpPr>
        <p:spPr>
          <a:xfrm>
            <a:off x="167091" y="3399852"/>
            <a:ext cx="89573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的通解（第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节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已经讨论）与非齐次线性方程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的一个特解之和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246B5A-8627-48C4-BA78-DBB6EF7666D4}"/>
              </a:ext>
            </a:extLst>
          </p:cNvPr>
          <p:cNvSpPr/>
          <p:nvPr/>
        </p:nvSpPr>
        <p:spPr>
          <a:xfrm>
            <a:off x="784987" y="4044624"/>
            <a:ext cx="55450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求方程</a:t>
            </a:r>
            <a:r>
              <a:rPr lang="en-US" altLang="zh-CN" sz="2400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的通解</a:t>
            </a:r>
            <a:r>
              <a:rPr lang="zh-CN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归结为求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</a:t>
            </a:r>
            <a:r>
              <a:rPr lang="zh-CN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一个特解</a:t>
            </a:r>
            <a:r>
              <a:rPr lang="en-US" altLang="zh-CN" sz="2400" dirty="0">
                <a:solidFill>
                  <a:srgbClr val="0064FF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srgbClr val="0064FF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45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A5DC282-1A86-4277-97AF-B7945D8429AC}"/>
              </a:ext>
            </a:extLst>
          </p:cNvPr>
          <p:cNvSpPr/>
          <p:nvPr/>
        </p:nvSpPr>
        <p:spPr>
          <a:xfrm>
            <a:off x="1007096" y="555526"/>
            <a:ext cx="8136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本节重点讨论二阶常系数非齐次线性方程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的右端函数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2E48B76-2EA5-4FF0-8471-630988065E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820849"/>
              </p:ext>
            </p:extLst>
          </p:nvPr>
        </p:nvGraphicFramePr>
        <p:xfrm>
          <a:off x="384796" y="123654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DFCB663-E6A1-4690-9D7F-45FF5C4CCD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796" y="123654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B3F2944-62FD-4242-A8B2-5896ED5D411A}"/>
              </a:ext>
            </a:extLst>
          </p:cNvPr>
          <p:cNvSpPr/>
          <p:nvPr/>
        </p:nvSpPr>
        <p:spPr>
          <a:xfrm>
            <a:off x="1007096" y="1177166"/>
            <a:ext cx="5764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为两种特殊形式时如何求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方程的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一个特解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7C88EC4-74F6-4C32-941F-7760321BB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647150"/>
              </p:ext>
            </p:extLst>
          </p:nvPr>
        </p:nvGraphicFramePr>
        <p:xfrm>
          <a:off x="6677942" y="1157173"/>
          <a:ext cx="3778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Equation" r:id="rId5" imgW="368280" imgH="406080" progId="Equation.DSMT4">
                  <p:embed/>
                </p:oleObj>
              </mc:Choice>
              <mc:Fallback>
                <p:oleObj name="Equation" r:id="rId5" imgW="36828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6C82EE1-4156-4899-94C5-0AB4DE2852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942" y="1157173"/>
                        <a:ext cx="37782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BCD3CAD-352E-4DDB-8880-FBB04F6EF8D0}"/>
              </a:ext>
            </a:extLst>
          </p:cNvPr>
          <p:cNvSpPr/>
          <p:nvPr/>
        </p:nvSpPr>
        <p:spPr>
          <a:xfrm>
            <a:off x="1032137" y="1987720"/>
            <a:ext cx="8244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待定系数法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358DFD-571A-4B8E-AE7A-536003516938}"/>
              </a:ext>
            </a:extLst>
          </p:cNvPr>
          <p:cNvSpPr/>
          <p:nvPr/>
        </p:nvSpPr>
        <p:spPr>
          <a:xfrm>
            <a:off x="1052300" y="2805703"/>
            <a:ext cx="4131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不用积分，就可以求出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FB7CB8A-6DD8-4158-BA69-2E862F8477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298194"/>
              </p:ext>
            </p:extLst>
          </p:nvPr>
        </p:nvGraphicFramePr>
        <p:xfrm>
          <a:off x="5096299" y="2845093"/>
          <a:ext cx="3778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Equation" r:id="rId7" imgW="368280" imgH="406080" progId="Equation.DSMT4">
                  <p:embed/>
                </p:oleObj>
              </mc:Choice>
              <mc:Fallback>
                <p:oleObj name="Equation" r:id="rId7" imgW="368280" imgH="406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26DCAA9-BA02-4136-955C-2711FCD062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6299" y="2845093"/>
                        <a:ext cx="37782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9A9B2073-0A9E-489C-A9B6-85F8AD9C2C34}"/>
              </a:ext>
            </a:extLst>
          </p:cNvPr>
          <p:cNvSpPr/>
          <p:nvPr/>
        </p:nvSpPr>
        <p:spPr>
          <a:xfrm>
            <a:off x="1007095" y="3651870"/>
            <a:ext cx="30075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最后，将结论推广到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540EBE-D8A5-4B9B-93BB-B6BD86A8B16D}"/>
              </a:ext>
            </a:extLst>
          </p:cNvPr>
          <p:cNvSpPr/>
          <p:nvPr/>
        </p:nvSpPr>
        <p:spPr>
          <a:xfrm>
            <a:off x="4103439" y="3640008"/>
            <a:ext cx="4339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阶常系数非齐次线性方程情形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1355668-9095-48EF-B457-E178C66E3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413138"/>
              </p:ext>
            </p:extLst>
          </p:nvPr>
        </p:nvGraphicFramePr>
        <p:xfrm>
          <a:off x="3959423" y="3795973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Equation" r:id="rId9" imgW="190440" imgH="203040" progId="Equation.DSMT4">
                  <p:embed/>
                </p:oleObj>
              </mc:Choice>
              <mc:Fallback>
                <p:oleObj name="Equation" r:id="rId9" imgW="190440" imgH="203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093A5A9-B617-4623-821C-D0E1B261D1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9423" y="3795973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511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3A432E3-FD6F-4BFB-8D2D-62B5C8A4D7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248559"/>
              </p:ext>
            </p:extLst>
          </p:nvPr>
        </p:nvGraphicFramePr>
        <p:xfrm>
          <a:off x="1450975" y="339725"/>
          <a:ext cx="20161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Equation" r:id="rId3" imgW="1968480" imgH="419040" progId="Equation.DSMT4">
                  <p:embed/>
                </p:oleObj>
              </mc:Choice>
              <mc:Fallback>
                <p:oleObj name="Equation" r:id="rId3" imgW="196848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2988286-0AA4-4020-B00A-8510B225F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339725"/>
                        <a:ext cx="2016125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6DA1821-1EB3-402F-BE66-EE7AC33C90C0}"/>
              </a:ext>
            </a:extLst>
          </p:cNvPr>
          <p:cNvSpPr/>
          <p:nvPr/>
        </p:nvSpPr>
        <p:spPr>
          <a:xfrm>
            <a:off x="792883" y="35804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一、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A7C4BF-F25A-430F-8EFF-B1F6A478BBD1}"/>
              </a:ext>
            </a:extLst>
          </p:cNvPr>
          <p:cNvSpPr/>
          <p:nvPr/>
        </p:nvSpPr>
        <p:spPr>
          <a:xfrm>
            <a:off x="3482932" y="312171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80BECBD-E2E9-4F45-8EAD-8CAABA765A83}"/>
              </a:ext>
            </a:extLst>
          </p:cNvPr>
          <p:cNvGrpSpPr/>
          <p:nvPr/>
        </p:nvGrpSpPr>
        <p:grpSpPr>
          <a:xfrm>
            <a:off x="918419" y="932948"/>
            <a:ext cx="4359759" cy="464858"/>
            <a:chOff x="1043608" y="987574"/>
            <a:chExt cx="4359759" cy="46485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09B5669-43F8-474A-BF30-01B98DD2CB49}"/>
                </a:ext>
              </a:extLst>
            </p:cNvPr>
            <p:cNvSpPr/>
            <p:nvPr/>
          </p:nvSpPr>
          <p:spPr>
            <a:xfrm>
              <a:off x="1222001" y="987574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是常数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，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776AAC40-9955-4DAC-B5E7-EDF0BE153C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8760050"/>
                </p:ext>
              </p:extLst>
            </p:nvPr>
          </p:nvGraphicFramePr>
          <p:xfrm>
            <a:off x="1043608" y="1078097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5" name="Equation" r:id="rId5" imgW="228600" imgH="279360" progId="Equation.DSMT4">
                    <p:embed/>
                  </p:oleObj>
                </mc:Choice>
                <mc:Fallback>
                  <p:oleObj name="Equation" r:id="rId5" imgW="228600" imgH="2793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E24136BA-F063-462B-8409-E80234A15AD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43608" y="1078097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5DB40EA-37B9-414D-838A-77B2E0538B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7017988"/>
                </p:ext>
              </p:extLst>
            </p:nvPr>
          </p:nvGraphicFramePr>
          <p:xfrm>
            <a:off x="2446137" y="1027906"/>
            <a:ext cx="723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Equation" r:id="rId7" imgW="723600" imgH="380880" progId="Equation.DSMT4">
                    <p:embed/>
                  </p:oleObj>
                </mc:Choice>
                <mc:Fallback>
                  <p:oleObj name="Equation" r:id="rId7" imgW="723600" imgH="380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A0FC1508-6977-4B93-BCF8-42C6A9E829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46137" y="1027906"/>
                          <a:ext cx="7239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8DBD4D2-2E0A-4549-BAB3-17315DAF009E}"/>
                </a:ext>
              </a:extLst>
            </p:cNvPr>
            <p:cNvSpPr/>
            <p:nvPr/>
          </p:nvSpPr>
          <p:spPr>
            <a:xfrm>
              <a:off x="3112693" y="98757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为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6EE5268-C9D9-4016-A325-47785A59E1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6038862"/>
                </p:ext>
              </p:extLst>
            </p:nvPr>
          </p:nvGraphicFramePr>
          <p:xfrm>
            <a:off x="3557085" y="1123490"/>
            <a:ext cx="2667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" name="Equation" r:id="rId9" imgW="266400" imgH="203040" progId="Equation.DSMT4">
                    <p:embed/>
                  </p:oleObj>
                </mc:Choice>
                <mc:Fallback>
                  <p:oleObj name="Equation" r:id="rId9" imgW="266400" imgH="203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F84B28E4-AB3F-4E7C-9E28-0724D649AF2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57085" y="1123490"/>
                          <a:ext cx="2667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074521D-68A2-4522-925F-F836741647E9}"/>
                </a:ext>
              </a:extLst>
            </p:cNvPr>
            <p:cNvSpPr/>
            <p:nvPr/>
          </p:nvSpPr>
          <p:spPr>
            <a:xfrm>
              <a:off x="3825691" y="990767"/>
              <a:ext cx="157767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次多项式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  <a:endPara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8D4509A4-A0A6-4F7A-ABE9-1F9C7C3DBC0E}"/>
              </a:ext>
            </a:extLst>
          </p:cNvPr>
          <p:cNvSpPr/>
          <p:nvPr/>
        </p:nvSpPr>
        <p:spPr>
          <a:xfrm>
            <a:off x="841013" y="1618871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猜想</a:t>
            </a:r>
            <a:endParaRPr lang="zh-CN" altLang="en-US" sz="2400" b="1" dirty="0">
              <a:solidFill>
                <a:srgbClr val="0064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C2D7D62-0659-433F-9F2A-78779929AF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709607"/>
              </p:ext>
            </p:extLst>
          </p:nvPr>
        </p:nvGraphicFramePr>
        <p:xfrm>
          <a:off x="1619250" y="1619250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Equation" r:id="rId11" imgW="1549080" imgH="406080" progId="Equation.DSMT4">
                  <p:embed/>
                </p:oleObj>
              </mc:Choice>
              <mc:Fallback>
                <p:oleObj name="Equation" r:id="rId11" imgW="1549080" imgH="4060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FDC361F-C4E3-4A78-A20E-212CC8D6B8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619250"/>
                        <a:ext cx="1549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56272194-0027-4EBF-8AA3-05C9B064E006}"/>
              </a:ext>
            </a:extLst>
          </p:cNvPr>
          <p:cNvGrpSpPr/>
          <p:nvPr/>
        </p:nvGrpSpPr>
        <p:grpSpPr>
          <a:xfrm>
            <a:off x="3050328" y="1583521"/>
            <a:ext cx="5958764" cy="465475"/>
            <a:chOff x="5148533" y="2164791"/>
            <a:chExt cx="4358262" cy="46547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A3357DF-E976-4AEC-8EB0-2D00890B309D}"/>
                </a:ext>
              </a:extLst>
            </p:cNvPr>
            <p:cNvSpPr/>
            <p:nvPr/>
          </p:nvSpPr>
          <p:spPr>
            <a:xfrm>
              <a:off x="5148533" y="2168601"/>
              <a:ext cx="28725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9F38AE4-965E-4019-A83E-97A1A1B1A8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5935603"/>
                </p:ext>
              </p:extLst>
            </p:nvPr>
          </p:nvGraphicFramePr>
          <p:xfrm>
            <a:off x="5345257" y="2262074"/>
            <a:ext cx="445776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Equation" r:id="rId13" imgW="609480" imgH="342720" progId="Equation.DSMT4">
                    <p:embed/>
                  </p:oleObj>
                </mc:Choice>
                <mc:Fallback>
                  <p:oleObj name="Equation" r:id="rId13" imgW="60948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0A4606C2-D7A9-4738-9C7E-D6EFAE6DF8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5257" y="2262074"/>
                          <a:ext cx="445776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8081C58-BC63-47C5-9FD0-AB36B245DE4E}"/>
                </a:ext>
              </a:extLst>
            </p:cNvPr>
            <p:cNvSpPr/>
            <p:nvPr/>
          </p:nvSpPr>
          <p:spPr>
            <a:xfrm>
              <a:off x="5751575" y="2164791"/>
              <a:ext cx="3755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为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某个多项式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可能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的特解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1CC983DC-4B2D-436F-B064-4B106BC7AF5B}"/>
              </a:ext>
            </a:extLst>
          </p:cNvPr>
          <p:cNvSpPr/>
          <p:nvPr/>
        </p:nvSpPr>
        <p:spPr>
          <a:xfrm>
            <a:off x="899996" y="220255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6A7E23D-24DC-4B3D-9013-E8985231AF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916701"/>
              </p:ext>
            </p:extLst>
          </p:nvPr>
        </p:nvGraphicFramePr>
        <p:xfrm>
          <a:off x="2671836" y="2223046"/>
          <a:ext cx="169703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Equation" r:id="rId15" imgW="1650960" imgH="406080" progId="Equation.DSMT4">
                  <p:embed/>
                </p:oleObj>
              </mc:Choice>
              <mc:Fallback>
                <p:oleObj name="Equation" r:id="rId15" imgW="1650960" imgH="4060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94505A5F-EC91-49CF-B558-A1AF76B3F9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836" y="2223046"/>
                        <a:ext cx="1697037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CB7EDC9-5915-47FF-B7A4-7EACF7B846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565136"/>
              </p:ext>
            </p:extLst>
          </p:nvPr>
        </p:nvGraphicFramePr>
        <p:xfrm>
          <a:off x="2671836" y="2780177"/>
          <a:ext cx="30702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Equation" r:id="rId17" imgW="2997000" imgH="469800" progId="Equation.DSMT4">
                  <p:embed/>
                </p:oleObj>
              </mc:Choice>
              <mc:Fallback>
                <p:oleObj name="Equation" r:id="rId17" imgW="2997000" imgH="4698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91E8316F-0B3D-4A08-B3DD-4996CC02E3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836" y="2780177"/>
                        <a:ext cx="3070225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09EB6A2-EAA5-4B53-AD7D-F40B1B55C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334050"/>
              </p:ext>
            </p:extLst>
          </p:nvPr>
        </p:nvGraphicFramePr>
        <p:xfrm>
          <a:off x="2671836" y="3456437"/>
          <a:ext cx="44688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Equation" r:id="rId19" imgW="4356000" imgH="469800" progId="Equation.DSMT4">
                  <p:embed/>
                </p:oleObj>
              </mc:Choice>
              <mc:Fallback>
                <p:oleObj name="Equation" r:id="rId19" imgW="4356000" imgH="4698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862B18E2-F582-4BF9-A95D-AFEB54520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836" y="3456437"/>
                        <a:ext cx="4468812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2265A9B9-ACA6-42A7-A7A6-86B5E8B41892}"/>
              </a:ext>
            </a:extLst>
          </p:cNvPr>
          <p:cNvSpPr/>
          <p:nvPr/>
        </p:nvSpPr>
        <p:spPr>
          <a:xfrm>
            <a:off x="790834" y="4069630"/>
            <a:ext cx="3126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代入方程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itchFamily="18" charset="0"/>
              </a:rPr>
              <a:t>(1)</a:t>
            </a:r>
            <a:r>
              <a:rPr lang="zh-CN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并消去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4151B08-2FAE-4529-89D4-F826D861FD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303850"/>
              </p:ext>
            </p:extLst>
          </p:nvPr>
        </p:nvGraphicFramePr>
        <p:xfrm>
          <a:off x="3814973" y="4103612"/>
          <a:ext cx="48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Equation" r:id="rId21" imgW="482400" imgH="393480" progId="Equation.DSMT4">
                  <p:embed/>
                </p:oleObj>
              </mc:Choice>
              <mc:Fallback>
                <p:oleObj name="Equation" r:id="rId21" imgW="482400" imgH="3934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A2166A32-E104-4BE0-9C26-FAC1CBF356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973" y="4103612"/>
                        <a:ext cx="48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5C454597-6C84-49B2-B310-6D7FC7C4FA77}"/>
              </a:ext>
            </a:extLst>
          </p:cNvPr>
          <p:cNvSpPr/>
          <p:nvPr/>
        </p:nvSpPr>
        <p:spPr>
          <a:xfrm>
            <a:off x="4297573" y="406951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</a:p>
        </p:txBody>
      </p:sp>
    </p:spTree>
    <p:extLst>
      <p:ext uri="{BB962C8B-B14F-4D97-AF65-F5344CB8AC3E}">
        <p14:creationId xmlns:p14="http://schemas.microsoft.com/office/powerpoint/2010/main" val="239855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5B18570-30B2-4931-87D8-CD0E0CE01F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973851"/>
              </p:ext>
            </p:extLst>
          </p:nvPr>
        </p:nvGraphicFramePr>
        <p:xfrm>
          <a:off x="971600" y="411510"/>
          <a:ext cx="62595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" name="Equation" r:id="rId3" imgW="6108480" imgH="419040" progId="Equation.DSMT4">
                  <p:embed/>
                </p:oleObj>
              </mc:Choice>
              <mc:Fallback>
                <p:oleObj name="Equation" r:id="rId3" imgW="610848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87097C7-8D91-45CD-ACB7-85773173F8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11510"/>
                        <a:ext cx="6259513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6AE4E8A-552A-4AA5-AE36-87B9774AB4FA}"/>
              </a:ext>
            </a:extLst>
          </p:cNvPr>
          <p:cNvSpPr/>
          <p:nvPr/>
        </p:nvSpPr>
        <p:spPr>
          <a:xfrm>
            <a:off x="8218591" y="411510"/>
            <a:ext cx="620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(3)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821958-5DC7-4FFA-89C6-49C7D92044B1}"/>
              </a:ext>
            </a:extLst>
          </p:cNvPr>
          <p:cNvSpPr/>
          <p:nvPr/>
        </p:nvSpPr>
        <p:spPr>
          <a:xfrm>
            <a:off x="755576" y="1016780"/>
            <a:ext cx="8883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）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192E8E-5E1C-4E7E-B334-931B574A1682}"/>
              </a:ext>
            </a:extLst>
          </p:cNvPr>
          <p:cNvSpPr/>
          <p:nvPr/>
        </p:nvSpPr>
        <p:spPr>
          <a:xfrm>
            <a:off x="1412894" y="101677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如果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39AA669-3ED6-4C4D-9D6B-8E61AAE4D3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731216"/>
              </p:ext>
            </p:extLst>
          </p:nvPr>
        </p:nvGraphicFramePr>
        <p:xfrm>
          <a:off x="2216319" y="1097420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" name="Equation" r:id="rId5" imgW="228600" imgH="279360" progId="Equation.DSMT4">
                  <p:embed/>
                </p:oleObj>
              </mc:Choice>
              <mc:Fallback>
                <p:oleObj name="Equation" r:id="rId5" imgW="22860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50A6E28-318D-4034-A228-A530C6AEA3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16319" y="1097420"/>
                        <a:ext cx="228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8326F0E-DBC4-49BC-B82D-C8EA3261BDF0}"/>
              </a:ext>
            </a:extLst>
          </p:cNvPr>
          <p:cNvSpPr/>
          <p:nvPr/>
        </p:nvSpPr>
        <p:spPr>
          <a:xfrm>
            <a:off x="2413700" y="1016777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不为特征方程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F29BFB0-1EEC-4E59-812D-2D5C49FA01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718446"/>
              </p:ext>
            </p:extLst>
          </p:nvPr>
        </p:nvGraphicFramePr>
        <p:xfrm>
          <a:off x="4471416" y="1015689"/>
          <a:ext cx="179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" name="Equation" r:id="rId7" imgW="1790640" imgH="406080" progId="Equation.DSMT4">
                  <p:embed/>
                </p:oleObj>
              </mc:Choice>
              <mc:Fallback>
                <p:oleObj name="Equation" r:id="rId7" imgW="1790640" imgH="406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CA67477-03CE-49B2-B37C-9B019CB202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71416" y="1015689"/>
                        <a:ext cx="1790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F11C80A-F126-420F-A9A1-3381BD49452E}"/>
              </a:ext>
            </a:extLst>
          </p:cNvPr>
          <p:cNvSpPr/>
          <p:nvPr/>
        </p:nvSpPr>
        <p:spPr>
          <a:xfrm>
            <a:off x="6288508" y="1023219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的根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D6847E8-80AE-4571-AB54-A333301DF4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032912"/>
              </p:ext>
            </p:extLst>
          </p:nvPr>
        </p:nvGraphicFramePr>
        <p:xfrm>
          <a:off x="476419" y="1623413"/>
          <a:ext cx="196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" name="Equation" r:id="rId9" imgW="1968480" imgH="406080" progId="Equation.DSMT4">
                  <p:embed/>
                </p:oleObj>
              </mc:Choice>
              <mc:Fallback>
                <p:oleObj name="Equation" r:id="rId9" imgW="1968480" imgH="406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7E07395-8A92-4CBF-B96C-1D60FE0F93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19" y="1623413"/>
                        <a:ext cx="1968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5F634E14-851A-47A1-9F89-63F568085133}"/>
              </a:ext>
            </a:extLst>
          </p:cNvPr>
          <p:cNvSpPr/>
          <p:nvPr/>
        </p:nvSpPr>
        <p:spPr>
          <a:xfrm>
            <a:off x="2444919" y="163043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令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0FBCC02-0B57-4E73-87EC-157149F230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433858"/>
              </p:ext>
            </p:extLst>
          </p:nvPr>
        </p:nvGraphicFramePr>
        <p:xfrm>
          <a:off x="1660525" y="2228539"/>
          <a:ext cx="548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" name="Equation" r:id="rId11" imgW="5486400" imgH="419040" progId="Equation.DSMT4">
                  <p:embed/>
                </p:oleObj>
              </mc:Choice>
              <mc:Fallback>
                <p:oleObj name="Equation" r:id="rId11" imgW="5486400" imgH="4190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DE81335-E995-4E1F-8A15-7F53F6F271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2228539"/>
                        <a:ext cx="5486400" cy="4191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3BD4684B-92DA-498A-8001-42DC3050E0B9}"/>
              </a:ext>
            </a:extLst>
          </p:cNvPr>
          <p:cNvSpPr/>
          <p:nvPr/>
        </p:nvSpPr>
        <p:spPr>
          <a:xfrm>
            <a:off x="323725" y="2911011"/>
            <a:ext cx="71883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itchFamily="18" charset="0"/>
              </a:rPr>
              <a:t>(3)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</a:t>
            </a:r>
            <a:r>
              <a:rPr lang="zh-CN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比较等式两端同次数幂的系数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可得到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975E046-7FA2-4947-836A-60EF048B7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791220"/>
              </p:ext>
            </p:extLst>
          </p:nvPr>
        </p:nvGraphicFramePr>
        <p:xfrm>
          <a:off x="7231113" y="2970265"/>
          <a:ext cx="14271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" name="Equation" r:id="rId13" imgW="1422360" imgH="380880" progId="Equation.DSMT4">
                  <p:embed/>
                </p:oleObj>
              </mc:Choice>
              <mc:Fallback>
                <p:oleObj name="Equation" r:id="rId13" imgW="142236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B29CCED-FA5B-4EFE-8DC0-B61249D1CD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1113" y="2970265"/>
                        <a:ext cx="1427163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F421A1D1-7C6D-43A1-849E-DF680EE80BFF}"/>
              </a:ext>
            </a:extLst>
          </p:cNvPr>
          <p:cNvGrpSpPr/>
          <p:nvPr/>
        </p:nvGrpSpPr>
        <p:grpSpPr>
          <a:xfrm>
            <a:off x="456444" y="3606859"/>
            <a:ext cx="6195174" cy="466907"/>
            <a:chOff x="257313" y="4314311"/>
            <a:chExt cx="6195174" cy="466907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CE3C6A46-0E1A-4105-9A2C-838E805370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5242898"/>
                </p:ext>
              </p:extLst>
            </p:nvPr>
          </p:nvGraphicFramePr>
          <p:xfrm>
            <a:off x="257313" y="4405405"/>
            <a:ext cx="76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" name="Equation" r:id="rId15" imgW="761760" imgH="342720" progId="Equation.DSMT4">
                    <p:embed/>
                  </p:oleObj>
                </mc:Choice>
                <mc:Fallback>
                  <p:oleObj name="Equation" r:id="rId15" imgW="76176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AF209F3F-E61A-4EFF-B4F4-AB2238B84D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7313" y="4405405"/>
                          <a:ext cx="76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CF0DB08-09DF-466B-9F9C-030E43C4B2B9}"/>
                </a:ext>
              </a:extLst>
            </p:cNvPr>
            <p:cNvSpPr/>
            <p:nvPr/>
          </p:nvSpPr>
          <p:spPr>
            <a:xfrm>
              <a:off x="1019313" y="4319553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的值</a:t>
              </a:r>
              <a:r>
                <a:rPr kumimoji="0" lang="zh-CN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，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23AD8B0-6582-4323-BC74-5F468BE67944}"/>
                </a:ext>
              </a:extLst>
            </p:cNvPr>
            <p:cNvSpPr/>
            <p:nvPr/>
          </p:nvSpPr>
          <p:spPr>
            <a:xfrm>
              <a:off x="1886814" y="4314311"/>
              <a:ext cx="456567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从而得到微分方程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的一个特解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15D1B0C-730D-468F-820A-EAE38F96A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596673"/>
              </p:ext>
            </p:extLst>
          </p:nvPr>
        </p:nvGraphicFramePr>
        <p:xfrm>
          <a:off x="6484938" y="3594100"/>
          <a:ext cx="18176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" name="Equation" r:id="rId17" imgW="1777680" imgH="419040" progId="Equation.DSMT4">
                  <p:embed/>
                </p:oleObj>
              </mc:Choice>
              <mc:Fallback>
                <p:oleObj name="Equation" r:id="rId17" imgW="1777680" imgH="4190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DB3E6A1E-70AA-4D5F-81F3-1BFF5062EB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8" y="3594100"/>
                        <a:ext cx="1817687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71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5BC7CC2-9A07-451F-B218-7F0EB7E784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925625"/>
              </p:ext>
            </p:extLst>
          </p:nvPr>
        </p:nvGraphicFramePr>
        <p:xfrm>
          <a:off x="683568" y="339502"/>
          <a:ext cx="62595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" name="Equation" r:id="rId3" imgW="6108480" imgH="419040" progId="Equation.DSMT4">
                  <p:embed/>
                </p:oleObj>
              </mc:Choice>
              <mc:Fallback>
                <p:oleObj name="Equation" r:id="rId3" imgW="610848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286B668-6B87-44C0-9158-ACF4E2AC50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39502"/>
                        <a:ext cx="6259513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C62DD941-9D14-4122-B4C2-B6E15C38F790}"/>
              </a:ext>
            </a:extLst>
          </p:cNvPr>
          <p:cNvSpPr/>
          <p:nvPr/>
        </p:nvSpPr>
        <p:spPr>
          <a:xfrm>
            <a:off x="7956376" y="326156"/>
            <a:ext cx="620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(3)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8108D2B-39D7-4BE2-8D89-7D17A3477B79}"/>
              </a:ext>
            </a:extLst>
          </p:cNvPr>
          <p:cNvCxnSpPr/>
          <p:nvPr/>
        </p:nvCxnSpPr>
        <p:spPr>
          <a:xfrm>
            <a:off x="0" y="882489"/>
            <a:ext cx="9036496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7FB3EBB7-ED83-4B5B-AF3E-BE6867757597}"/>
              </a:ext>
            </a:extLst>
          </p:cNvPr>
          <p:cNvGrpSpPr/>
          <p:nvPr/>
        </p:nvGrpSpPr>
        <p:grpSpPr>
          <a:xfrm>
            <a:off x="805937" y="1200472"/>
            <a:ext cx="4778688" cy="481677"/>
            <a:chOff x="989985" y="483518"/>
            <a:chExt cx="4778688" cy="48167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A831A3A-E63A-4996-95A3-0A0F91DD3D8D}"/>
                </a:ext>
              </a:extLst>
            </p:cNvPr>
            <p:cNvSpPr/>
            <p:nvPr/>
          </p:nvSpPr>
          <p:spPr>
            <a:xfrm>
              <a:off x="989985" y="483518"/>
              <a:ext cx="9733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（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ii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）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907770C-6271-4210-9035-DD6DA8A2EE82}"/>
                </a:ext>
              </a:extLst>
            </p:cNvPr>
            <p:cNvSpPr/>
            <p:nvPr/>
          </p:nvSpPr>
          <p:spPr>
            <a:xfrm>
              <a:off x="1770994" y="483518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如果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A7426921-76AF-44CF-9725-BFF6BEAB06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542698"/>
                </p:ext>
              </p:extLst>
            </p:nvPr>
          </p:nvGraphicFramePr>
          <p:xfrm>
            <a:off x="2549924" y="555526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" name="Equation" r:id="rId5" imgW="228600" imgH="279360" progId="Equation.DSMT4">
                    <p:embed/>
                  </p:oleObj>
                </mc:Choice>
                <mc:Fallback>
                  <p:oleObj name="Equation" r:id="rId5" imgW="228600" imgH="2793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ECCDDCE4-6BD3-433E-B2B1-42A117A98C2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49924" y="555526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B5A4E90-065D-4E56-BD9F-2C46EEE2A7A4}"/>
                </a:ext>
              </a:extLst>
            </p:cNvPr>
            <p:cNvSpPr/>
            <p:nvPr/>
          </p:nvSpPr>
          <p:spPr>
            <a:xfrm>
              <a:off x="2744337" y="503530"/>
              <a:ext cx="30243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为特征方程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的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单根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，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CDEDE33-0B23-45DC-95F7-AE65162D590E}"/>
              </a:ext>
            </a:extLst>
          </p:cNvPr>
          <p:cNvSpPr/>
          <p:nvPr/>
        </p:nvSpPr>
        <p:spPr>
          <a:xfrm>
            <a:off x="5218063" y="122048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F647DF5-350F-4E28-A70A-9B5D25404B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533669"/>
              </p:ext>
            </p:extLst>
          </p:nvPr>
        </p:nvGraphicFramePr>
        <p:xfrm>
          <a:off x="5711883" y="1248117"/>
          <a:ext cx="196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" name="Equation" r:id="rId7" imgW="1968480" imgH="406080" progId="Equation.DSMT4">
                  <p:embed/>
                </p:oleObj>
              </mc:Choice>
              <mc:Fallback>
                <p:oleObj name="Equation" r:id="rId7" imgW="196848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2BB4D58D-35BE-4533-A4E0-B65EBC030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1883" y="1248117"/>
                        <a:ext cx="19685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35F6EAE9-00D8-429C-9A37-3C54F2C9500F}"/>
              </a:ext>
            </a:extLst>
          </p:cNvPr>
          <p:cNvSpPr/>
          <p:nvPr/>
        </p:nvSpPr>
        <p:spPr>
          <a:xfrm>
            <a:off x="1719560" y="186569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令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DD7E8AD-5621-41FA-AF0D-A596FBF37C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483639"/>
              </p:ext>
            </p:extLst>
          </p:nvPr>
        </p:nvGraphicFramePr>
        <p:xfrm>
          <a:off x="1481501" y="2538379"/>
          <a:ext cx="599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" name="Equation" r:id="rId9" imgW="5994360" imgH="419040" progId="Equation.DSMT4">
                  <p:embed/>
                </p:oleObj>
              </mc:Choice>
              <mc:Fallback>
                <p:oleObj name="Equation" r:id="rId9" imgW="599436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FAB473E-705A-4DD6-A5E0-C8084659B7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501" y="2538379"/>
                        <a:ext cx="5994400" cy="4191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D14F97B2-2051-48CF-AF7E-29317205CE5C}"/>
              </a:ext>
            </a:extLst>
          </p:cNvPr>
          <p:cNvSpPr/>
          <p:nvPr/>
        </p:nvSpPr>
        <p:spPr>
          <a:xfrm>
            <a:off x="273444" y="3207931"/>
            <a:ext cx="71140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</a:t>
            </a:r>
            <a:r>
              <a:rPr lang="zh-CN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比较等式两端同次幂的系数</a:t>
            </a:r>
            <a:r>
              <a:rPr lang="zh-CN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可得到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F443AFD-E4A3-4BE5-9A55-0321A9947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537787"/>
              </p:ext>
            </p:extLst>
          </p:nvPr>
        </p:nvGraphicFramePr>
        <p:xfrm>
          <a:off x="6902818" y="3262390"/>
          <a:ext cx="14271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" name="Equation" r:id="rId11" imgW="1422360" imgH="380880" progId="Equation.DSMT4">
                  <p:embed/>
                </p:oleObj>
              </mc:Choice>
              <mc:Fallback>
                <p:oleObj name="Equation" r:id="rId11" imgW="1422360" imgH="380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CD5F059-2FD0-42CC-9EC3-1B4179E4C3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818" y="3262390"/>
                        <a:ext cx="1427163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72005A6-8FA8-4B22-AE98-AFC10009E4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716005"/>
              </p:ext>
            </p:extLst>
          </p:nvPr>
        </p:nvGraphicFramePr>
        <p:xfrm>
          <a:off x="373138" y="4109297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" name="Equation" r:id="rId13" imgW="761760" imgH="342720" progId="Equation.DSMT4">
                  <p:embed/>
                </p:oleObj>
              </mc:Choice>
              <mc:Fallback>
                <p:oleObj name="Equation" r:id="rId13" imgW="76176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B82D7F9-039E-4EA4-82F8-0E5E209FBC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3138" y="4109297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E7A93E28-2973-43E9-9004-FA7B3EAC6B2E}"/>
              </a:ext>
            </a:extLst>
          </p:cNvPr>
          <p:cNvSpPr/>
          <p:nvPr/>
        </p:nvSpPr>
        <p:spPr>
          <a:xfrm>
            <a:off x="1044745" y="4021224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的值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C582D3-9D22-4364-9573-D77A65CB140A}"/>
              </a:ext>
            </a:extLst>
          </p:cNvPr>
          <p:cNvSpPr/>
          <p:nvPr/>
        </p:nvSpPr>
        <p:spPr>
          <a:xfrm>
            <a:off x="1912246" y="4015982"/>
            <a:ext cx="46730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从而得到微分方程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的一个特解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1BCF97F-F28D-415F-90C6-8DFBAFF4DA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077757"/>
              </p:ext>
            </p:extLst>
          </p:nvPr>
        </p:nvGraphicFramePr>
        <p:xfrm>
          <a:off x="6496050" y="4019550"/>
          <a:ext cx="19589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" name="Equation" r:id="rId15" imgW="1917360" imgH="419040" progId="Equation.DSMT4">
                  <p:embed/>
                </p:oleObj>
              </mc:Choice>
              <mc:Fallback>
                <p:oleObj name="Equation" r:id="rId15" imgW="1917360" imgH="4190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88CD841E-7456-4103-A752-8E5F245B18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4019550"/>
                        <a:ext cx="1958975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CD30C721-CF9B-4233-92EE-892806D3F89E}"/>
              </a:ext>
            </a:extLst>
          </p:cNvPr>
          <p:cNvSpPr/>
          <p:nvPr/>
        </p:nvSpPr>
        <p:spPr>
          <a:xfrm>
            <a:off x="7616400" y="121276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但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6D14D9D-C2E0-4041-825F-FB70A02B47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808095"/>
              </p:ext>
            </p:extLst>
          </p:nvPr>
        </p:nvGraphicFramePr>
        <p:xfrm>
          <a:off x="382793" y="1971088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" name="Equation" r:id="rId17" imgW="1384200" imgH="342720" progId="Equation.DSMT4">
                  <p:embed/>
                </p:oleObj>
              </mc:Choice>
              <mc:Fallback>
                <p:oleObj name="Equation" r:id="rId17" imgW="1384200" imgH="3427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BCCC6D09-CFE1-4DD9-81FD-21E92C65F5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93" y="1971088"/>
                        <a:ext cx="1384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035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7" grpId="0"/>
      <p:bldP spid="18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0EBF364-A799-430A-A058-8D3745482D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265966"/>
              </p:ext>
            </p:extLst>
          </p:nvPr>
        </p:nvGraphicFramePr>
        <p:xfrm>
          <a:off x="755576" y="411510"/>
          <a:ext cx="62595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" name="Equation" r:id="rId3" imgW="6108480" imgH="419040" progId="Equation.DSMT4">
                  <p:embed/>
                </p:oleObj>
              </mc:Choice>
              <mc:Fallback>
                <p:oleObj name="Equation" r:id="rId3" imgW="610848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73159F8-F3FD-4D54-B52E-A71F25A881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11510"/>
                        <a:ext cx="6259513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1BFCAD6-8015-4B1A-9DDE-5B44069F05CB}"/>
              </a:ext>
            </a:extLst>
          </p:cNvPr>
          <p:cNvSpPr/>
          <p:nvPr/>
        </p:nvSpPr>
        <p:spPr>
          <a:xfrm>
            <a:off x="8028384" y="398164"/>
            <a:ext cx="620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(3)</a:t>
            </a:r>
            <a:endParaRPr lang="zh-CN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E237830-F8F1-47F4-A654-0CB126EA84FA}"/>
              </a:ext>
            </a:extLst>
          </p:cNvPr>
          <p:cNvCxnSpPr/>
          <p:nvPr/>
        </p:nvCxnSpPr>
        <p:spPr>
          <a:xfrm>
            <a:off x="72008" y="954497"/>
            <a:ext cx="9036496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034E0256-62BE-4322-B27E-834CC73262B5}"/>
              </a:ext>
            </a:extLst>
          </p:cNvPr>
          <p:cNvSpPr/>
          <p:nvPr/>
        </p:nvSpPr>
        <p:spPr>
          <a:xfrm>
            <a:off x="988450" y="1178239"/>
            <a:ext cx="1058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iii</a:t>
            </a:r>
            <a:r>
              <a:rPr lang="zh-CN" altLang="zh-CN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）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38F91B-C55E-4B73-8BA7-62F8BBBF5DC2}"/>
              </a:ext>
            </a:extLst>
          </p:cNvPr>
          <p:cNvSpPr/>
          <p:nvPr/>
        </p:nvSpPr>
        <p:spPr>
          <a:xfrm>
            <a:off x="1905440" y="117824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如果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C419A06-3901-4F97-B2F8-9177185588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07489"/>
              </p:ext>
            </p:extLst>
          </p:nvPr>
        </p:nvGraphicFramePr>
        <p:xfrm>
          <a:off x="2708865" y="1258882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" name="Equation" r:id="rId5" imgW="228600" imgH="279360" progId="Equation.DSMT4">
                  <p:embed/>
                </p:oleObj>
              </mc:Choice>
              <mc:Fallback>
                <p:oleObj name="Equation" r:id="rId5" imgW="22860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3717938-3ECA-4D14-86D1-91431221FE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8865" y="1258882"/>
                        <a:ext cx="228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C772C62-8304-4DA6-94E3-0CC24286B218}"/>
              </a:ext>
            </a:extLst>
          </p:cNvPr>
          <p:cNvSpPr/>
          <p:nvPr/>
        </p:nvSpPr>
        <p:spPr>
          <a:xfrm>
            <a:off x="2906246" y="1178239"/>
            <a:ext cx="3438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为特征方程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的二重实根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3558F5-D8B5-4D94-B7C7-DE3CD44D5C41}"/>
              </a:ext>
            </a:extLst>
          </p:cNvPr>
          <p:cNvSpPr/>
          <p:nvPr/>
        </p:nvSpPr>
        <p:spPr>
          <a:xfrm>
            <a:off x="6241331" y="117085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14E4103-86D7-4F19-A694-AB52CCA47D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350661"/>
              </p:ext>
            </p:extLst>
          </p:nvPr>
        </p:nvGraphicFramePr>
        <p:xfrm>
          <a:off x="6735377" y="1178240"/>
          <a:ext cx="196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0" name="Equation" r:id="rId7" imgW="1968480" imgH="406080" progId="Equation.DSMT4">
                  <p:embed/>
                </p:oleObj>
              </mc:Choice>
              <mc:Fallback>
                <p:oleObj name="Equation" r:id="rId7" imgW="1968480" imgH="406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6EE690E-46AD-47EA-9A8C-4A6C4B3984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5377" y="1178240"/>
                        <a:ext cx="1968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73CB8A5-6F10-4E42-A617-463871043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502645"/>
              </p:ext>
            </p:extLst>
          </p:nvPr>
        </p:nvGraphicFramePr>
        <p:xfrm>
          <a:off x="533840" y="1917672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" name="Equation" r:id="rId9" imgW="1371600" imgH="342720" progId="Equation.DSMT4">
                  <p:embed/>
                </p:oleObj>
              </mc:Choice>
              <mc:Fallback>
                <p:oleObj name="Equation" r:id="rId9" imgW="137160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DA968B9-8982-42FD-A082-54D3FDCB15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40" y="1917672"/>
                        <a:ext cx="1371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508DB012-1C8B-4B7E-A695-A1DBADCE6766}"/>
              </a:ext>
            </a:extLst>
          </p:cNvPr>
          <p:cNvSpPr/>
          <p:nvPr/>
        </p:nvSpPr>
        <p:spPr>
          <a:xfrm>
            <a:off x="1984254" y="181463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令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4C63D1B-7F7C-4913-AAC5-BFC8547734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168567"/>
              </p:ext>
            </p:extLst>
          </p:nvPr>
        </p:nvGraphicFramePr>
        <p:xfrm>
          <a:off x="1216065" y="2566054"/>
          <a:ext cx="62674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" name="Equation" r:id="rId11" imgW="6260760" imgH="419040" progId="Equation.DSMT4">
                  <p:embed/>
                </p:oleObj>
              </mc:Choice>
              <mc:Fallback>
                <p:oleObj name="Equation" r:id="rId11" imgW="626076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3A427AF-8469-47D9-8542-359D4AB307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65" y="2566054"/>
                        <a:ext cx="6267450" cy="4191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73C3A87-FB2A-4B36-9E22-69C6DC983A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6242"/>
              </p:ext>
            </p:extLst>
          </p:nvPr>
        </p:nvGraphicFramePr>
        <p:xfrm>
          <a:off x="6532563" y="3937000"/>
          <a:ext cx="20891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3" name="Equation" r:id="rId13" imgW="2044440" imgH="419040" progId="Equation.DSMT4">
                  <p:embed/>
                </p:oleObj>
              </mc:Choice>
              <mc:Fallback>
                <p:oleObj name="Equation" r:id="rId13" imgW="2044440" imgH="419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8C28C54-27C3-44D2-B679-0FF3029932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2563" y="3937000"/>
                        <a:ext cx="2089150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87C44262-A5E4-4763-9BFB-42C455EE33CD}"/>
              </a:ext>
            </a:extLst>
          </p:cNvPr>
          <p:cNvSpPr/>
          <p:nvPr/>
        </p:nvSpPr>
        <p:spPr>
          <a:xfrm>
            <a:off x="345452" y="3220450"/>
            <a:ext cx="71140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代入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式</a:t>
            </a:r>
            <a:r>
              <a:rPr lang="zh-CN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比较等式两端同次幂的系数</a:t>
            </a:r>
            <a:r>
              <a:rPr lang="zh-CN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可得到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024F775-057E-47AF-A0A6-C007D731B5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185266"/>
              </p:ext>
            </p:extLst>
          </p:nvPr>
        </p:nvGraphicFramePr>
        <p:xfrm>
          <a:off x="6974826" y="3274909"/>
          <a:ext cx="14271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" name="Equation" r:id="rId15" imgW="1422360" imgH="380880" progId="Equation.DSMT4">
                  <p:embed/>
                </p:oleObj>
              </mc:Choice>
              <mc:Fallback>
                <p:oleObj name="Equation" r:id="rId15" imgW="1422360" imgH="380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320A69F-6A81-4FE6-B066-EB9C5BA434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4826" y="3274909"/>
                        <a:ext cx="1427163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5CDE6D1-6AF2-4B7C-A6D5-12C9A2465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514147"/>
              </p:ext>
            </p:extLst>
          </p:nvPr>
        </p:nvGraphicFramePr>
        <p:xfrm>
          <a:off x="445146" y="4037289"/>
          <a:ext cx="76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" name="Equation" r:id="rId17" imgW="761760" imgH="342720" progId="Equation.DSMT4">
                  <p:embed/>
                </p:oleObj>
              </mc:Choice>
              <mc:Fallback>
                <p:oleObj name="Equation" r:id="rId17" imgW="76176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94D92B46-4B06-49B2-B33B-F023BE9193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146" y="4037289"/>
                        <a:ext cx="762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993366DB-949E-4696-B558-313DC38309BB}"/>
              </a:ext>
            </a:extLst>
          </p:cNvPr>
          <p:cNvSpPr/>
          <p:nvPr/>
        </p:nvSpPr>
        <p:spPr>
          <a:xfrm>
            <a:off x="1116753" y="3949216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的值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333162-C436-47EF-86CA-D00C645DCB2C}"/>
              </a:ext>
            </a:extLst>
          </p:cNvPr>
          <p:cNvSpPr/>
          <p:nvPr/>
        </p:nvSpPr>
        <p:spPr>
          <a:xfrm>
            <a:off x="1984254" y="3943974"/>
            <a:ext cx="46730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从而得到微分方程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的一个特解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587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2" grpId="0"/>
      <p:bldP spid="15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684E3D-CAD0-476A-BC12-CB047C489ACF}"/>
              </a:ext>
            </a:extLst>
          </p:cNvPr>
          <p:cNvSpPr/>
          <p:nvPr/>
        </p:nvSpPr>
        <p:spPr>
          <a:xfrm>
            <a:off x="819325" y="411510"/>
            <a:ext cx="8723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ea typeface="宋体" panose="02010600030101010101" pitchFamily="2" charset="-122"/>
              </a:rPr>
              <a:t>结论 </a:t>
            </a:r>
            <a:endParaRPr lang="zh-CN" altLang="en-US" sz="2400" dirty="0">
              <a:solidFill>
                <a:srgbClr val="0064FF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BCB20D-5DEB-4370-9C23-9996ED7E16B6}"/>
              </a:ext>
            </a:extLst>
          </p:cNvPr>
          <p:cNvSpPr/>
          <p:nvPr/>
        </p:nvSpPr>
        <p:spPr>
          <a:xfrm>
            <a:off x="1691680" y="411510"/>
            <a:ext cx="5469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综上所述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二阶常系数非齐次线性方程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AC5D6BF-EB91-4D2C-90BF-70D04BBB74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337779"/>
              </p:ext>
            </p:extLst>
          </p:nvPr>
        </p:nvGraphicFramePr>
        <p:xfrm>
          <a:off x="1755775" y="1038225"/>
          <a:ext cx="29765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" name="Equation" r:id="rId3" imgW="2908080" imgH="419040" progId="Equation.DSMT4">
                  <p:embed/>
                </p:oleObj>
              </mc:Choice>
              <mc:Fallback>
                <p:oleObj name="Equation" r:id="rId3" imgW="290808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BBA0D41-D094-4B71-BF0E-2A9D91EFD2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1038225"/>
                        <a:ext cx="2976563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EF9C77E-FDC5-48FA-BA05-16DCE0B18E0F}"/>
              </a:ext>
            </a:extLst>
          </p:cNvPr>
          <p:cNvSpPr/>
          <p:nvPr/>
        </p:nvSpPr>
        <p:spPr>
          <a:xfrm>
            <a:off x="296164" y="1689506"/>
            <a:ext cx="1888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具有形如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A881D87-30B9-42A5-86A0-45A80178B2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688940"/>
              </p:ext>
            </p:extLst>
          </p:nvPr>
        </p:nvGraphicFramePr>
        <p:xfrm>
          <a:off x="3092450" y="2025650"/>
          <a:ext cx="19732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3" name="Equation" r:id="rId5" imgW="1968480" imgH="419040" progId="Equation.DSMT4">
                  <p:embed/>
                </p:oleObj>
              </mc:Choice>
              <mc:Fallback>
                <p:oleObj name="Equation" r:id="rId5" imgW="196848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A0A5CF7-0B18-4421-AE31-7BC80E0D24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2025650"/>
                        <a:ext cx="197326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8F97431-228C-4A23-9DA4-F18B6AEE08E6}"/>
              </a:ext>
            </a:extLst>
          </p:cNvPr>
          <p:cNvSpPr/>
          <p:nvPr/>
        </p:nvSpPr>
        <p:spPr>
          <a:xfrm>
            <a:off x="290933" y="2777852"/>
            <a:ext cx="1268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的特解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7C6774-50AE-44D0-B206-5797FF2B1F5F}"/>
              </a:ext>
            </a:extLst>
          </p:cNvPr>
          <p:cNvSpPr/>
          <p:nvPr/>
        </p:nvSpPr>
        <p:spPr>
          <a:xfrm>
            <a:off x="1404517" y="2807921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其中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5673843-FC6B-4270-966B-C16D5EAB04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67100"/>
              </p:ext>
            </p:extLst>
          </p:nvPr>
        </p:nvGraphicFramePr>
        <p:xfrm>
          <a:off x="2416300" y="3239517"/>
          <a:ext cx="81915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4" name="Equation" r:id="rId7" imgW="799920" imgH="1346040" progId="Equation.DSMT4">
                  <p:embed/>
                </p:oleObj>
              </mc:Choice>
              <mc:Fallback>
                <p:oleObj name="Equation" r:id="rId7" imgW="799920" imgH="1346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51CE354-AA2A-4F80-9FC5-7A924633FB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300" y="3239517"/>
                        <a:ext cx="819150" cy="1400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C8B65DCD-7283-4AF8-8F46-FC4BA2FFF8C2}"/>
              </a:ext>
            </a:extLst>
          </p:cNvPr>
          <p:cNvGrpSpPr/>
          <p:nvPr/>
        </p:nvGrpSpPr>
        <p:grpSpPr>
          <a:xfrm>
            <a:off x="4090359" y="3189175"/>
            <a:ext cx="2262705" cy="461665"/>
            <a:chOff x="4197963" y="3190205"/>
            <a:chExt cx="2262705" cy="461665"/>
          </a:xfrm>
        </p:grpSpPr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B7642AA-3F40-421B-AE6C-65D40DA6A1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7911687"/>
                </p:ext>
              </p:extLst>
            </p:nvPr>
          </p:nvGraphicFramePr>
          <p:xfrm>
            <a:off x="4197963" y="3281337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5" name="Equation" r:id="rId9" imgW="228600" imgH="279360" progId="Equation.DSMT4">
                    <p:embed/>
                  </p:oleObj>
                </mc:Choice>
                <mc:Fallback>
                  <p:oleObj name="Equation" r:id="rId9" imgW="228600" imgH="2793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3A70E81-01FF-431D-BACA-BE4F4189F7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197963" y="3281337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722A447-2753-4621-A0E0-2461EEC61BDA}"/>
                </a:ext>
              </a:extLst>
            </p:cNvPr>
            <p:cNvSpPr/>
            <p:nvPr/>
          </p:nvSpPr>
          <p:spPr>
            <a:xfrm>
              <a:off x="4419725" y="3190205"/>
              <a:ext cx="20409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不是特征根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</a:p>
          </p:txBody>
        </p:sp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970FFF6-5B58-4180-B15C-74B8776A70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193878"/>
              </p:ext>
            </p:extLst>
          </p:nvPr>
        </p:nvGraphicFramePr>
        <p:xfrm>
          <a:off x="3205533" y="3320640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6" name="Equation" r:id="rId11" imgW="253800" imgH="330120" progId="Equation.DSMT4">
                  <p:embed/>
                </p:oleObj>
              </mc:Choice>
              <mc:Fallback>
                <p:oleObj name="Equation" r:id="rId11" imgW="253800" imgH="3301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650A8B5-57FB-4E55-A26B-560F841D3D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05533" y="3320640"/>
                        <a:ext cx="254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0626CA5F-2240-4731-A2AB-0A3AF0E23661}"/>
              </a:ext>
            </a:extLst>
          </p:cNvPr>
          <p:cNvGrpSpPr/>
          <p:nvPr/>
        </p:nvGrpSpPr>
        <p:grpSpPr>
          <a:xfrm>
            <a:off x="4067944" y="3716916"/>
            <a:ext cx="2285119" cy="461665"/>
            <a:chOff x="4239119" y="3716916"/>
            <a:chExt cx="2285119" cy="461665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37FC8A3-5440-4E0C-A874-A1084258E1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1161500"/>
                </p:ext>
              </p:extLst>
            </p:nvPr>
          </p:nvGraphicFramePr>
          <p:xfrm>
            <a:off x="4239119" y="3857784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7" name="Equation" r:id="rId13" imgW="228600" imgH="279360" progId="Equation.DSMT4">
                    <p:embed/>
                  </p:oleObj>
                </mc:Choice>
                <mc:Fallback>
                  <p:oleObj name="Equation" r:id="rId13" imgW="228600" imgH="27936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08A29BE1-1F5E-4BB7-B673-930A247E96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39119" y="3857784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DC3DA01-406C-4BF6-8512-D34089881445}"/>
                </a:ext>
              </a:extLst>
            </p:cNvPr>
            <p:cNvSpPr/>
            <p:nvPr/>
          </p:nvSpPr>
          <p:spPr>
            <a:xfrm>
              <a:off x="4483295" y="3716916"/>
              <a:ext cx="20409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是单特征根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</a:p>
          </p:txBody>
        </p:sp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5277C3C-D689-4BDA-B10E-48DED9106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849890"/>
              </p:ext>
            </p:extLst>
          </p:nvPr>
        </p:nvGraphicFramePr>
        <p:xfrm>
          <a:off x="3235450" y="3857784"/>
          <a:ext cx="20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8" name="Equation" r:id="rId14" imgW="203040" imgH="330120" progId="Equation.DSMT4">
                  <p:embed/>
                </p:oleObj>
              </mc:Choice>
              <mc:Fallback>
                <p:oleObj name="Equation" r:id="rId14" imgW="203040" imgH="3301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80CDA8E5-AE0B-40B2-8E16-02AD4B192C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450" y="3857784"/>
                        <a:ext cx="203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EF665207-269F-4F4A-B6FF-7D63300751A5}"/>
              </a:ext>
            </a:extLst>
          </p:cNvPr>
          <p:cNvGrpSpPr/>
          <p:nvPr/>
        </p:nvGrpSpPr>
        <p:grpSpPr>
          <a:xfrm>
            <a:off x="4099245" y="4243759"/>
            <a:ext cx="2382541" cy="461665"/>
            <a:chOff x="4281613" y="4218359"/>
            <a:chExt cx="2382541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DE04D2A-380E-4213-AE32-DA2FC2B52B4F}"/>
                </a:ext>
              </a:extLst>
            </p:cNvPr>
            <p:cNvSpPr/>
            <p:nvPr/>
          </p:nvSpPr>
          <p:spPr>
            <a:xfrm>
              <a:off x="4467719" y="4218359"/>
              <a:ext cx="219643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是二重特征根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2755EE0-A1C7-4610-8427-531AC9EBC8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7627563"/>
                </p:ext>
              </p:extLst>
            </p:nvPr>
          </p:nvGraphicFramePr>
          <p:xfrm>
            <a:off x="4281613" y="4309492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9" name="Equation" r:id="rId16" imgW="228600" imgH="279360" progId="Equation.DSMT4">
                    <p:embed/>
                  </p:oleObj>
                </mc:Choice>
                <mc:Fallback>
                  <p:oleObj name="Equation" r:id="rId16" imgW="228600" imgH="27936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7B05B511-7EDF-4732-BE0A-C6F51B5FD5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1613" y="4309492"/>
                          <a:ext cx="2286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99E232E4-5679-4BDF-8F19-1FF00ED573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677898"/>
              </p:ext>
            </p:extLst>
          </p:nvPr>
        </p:nvGraphicFramePr>
        <p:xfrm>
          <a:off x="3225925" y="4309492"/>
          <a:ext cx="26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0" name="Equation" r:id="rId18" imgW="266400" imgH="330120" progId="Equation.DSMT4">
                  <p:embed/>
                </p:oleObj>
              </mc:Choice>
              <mc:Fallback>
                <p:oleObj name="Equation" r:id="rId18" imgW="266400" imgH="3301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4D02BF50-5B53-4A5F-B507-7C0DF1E0F2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925" y="4309492"/>
                        <a:ext cx="266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109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7435A3-9324-43EA-8CF9-D5214A5348AE}"/>
              </a:ext>
            </a:extLst>
          </p:cNvPr>
          <p:cNvSpPr/>
          <p:nvPr/>
        </p:nvSpPr>
        <p:spPr>
          <a:xfrm>
            <a:off x="869400" y="472861"/>
            <a:ext cx="856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ea typeface="宋体" panose="02010600030101010101" pitchFamily="2" charset="-122"/>
              </a:rPr>
              <a:t>推论</a:t>
            </a:r>
            <a:r>
              <a:rPr lang="en-US" altLang="zh-CN" b="1" dirty="0">
                <a:solidFill>
                  <a:srgbClr val="0064FF"/>
                </a:solidFill>
                <a:ea typeface="宋体" panose="02010600030101010101" pitchFamily="2" charset="-122"/>
              </a:rPr>
              <a:t> </a:t>
            </a:r>
            <a:endParaRPr lang="zh-CN" altLang="en-US" dirty="0">
              <a:solidFill>
                <a:srgbClr val="0064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306D35A-A50D-4D35-9486-D93C6A4BF9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310825"/>
              </p:ext>
            </p:extLst>
          </p:nvPr>
        </p:nvGraphicFramePr>
        <p:xfrm>
          <a:off x="1725725" y="654804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" name="Equation" r:id="rId3" imgW="190440" imgH="203040" progId="Equation.DSMT4">
                  <p:embed/>
                </p:oleObj>
              </mc:Choice>
              <mc:Fallback>
                <p:oleObj name="Equation" r:id="rId3" imgW="190440" imgH="2030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BD1CCEC-6203-4C8A-B981-BD2D9B3F63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725" y="654804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E0FDA82-28E1-4FBD-B1F2-5A536E9B7A27}"/>
              </a:ext>
            </a:extLst>
          </p:cNvPr>
          <p:cNvSpPr/>
          <p:nvPr/>
        </p:nvSpPr>
        <p:spPr>
          <a:xfrm>
            <a:off x="1835696" y="483518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阶常系数非齐次线性方程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63BEC35-1F74-48DE-B991-4CF17482A0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708889"/>
              </p:ext>
            </p:extLst>
          </p:nvPr>
        </p:nvGraphicFramePr>
        <p:xfrm>
          <a:off x="1296609" y="1217528"/>
          <a:ext cx="54038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5" name="Equation" r:id="rId5" imgW="5270400" imgH="419040" progId="Equation.DSMT4">
                  <p:embed/>
                </p:oleObj>
              </mc:Choice>
              <mc:Fallback>
                <p:oleObj name="Equation" r:id="rId5" imgW="5270400" imgH="419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C32AD45-0EB8-45E5-871E-778DE621B1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609" y="1217528"/>
                        <a:ext cx="5403850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9D6EA36-5BF8-40DE-8E7E-DF58366291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618892"/>
              </p:ext>
            </p:extLst>
          </p:nvPr>
        </p:nvGraphicFramePr>
        <p:xfrm>
          <a:off x="6615533" y="1247691"/>
          <a:ext cx="12493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6" name="Equation" r:id="rId7" imgW="1244520" imgH="419040" progId="Equation.DSMT4">
                  <p:embed/>
                </p:oleObj>
              </mc:Choice>
              <mc:Fallback>
                <p:oleObj name="Equation" r:id="rId7" imgW="1244520" imgH="419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385823A-B1A6-439F-BE74-F1C06C54FC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533" y="1247691"/>
                        <a:ext cx="124936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AD53A25-E69A-411D-9438-4D92322A4055}"/>
              </a:ext>
            </a:extLst>
          </p:cNvPr>
          <p:cNvSpPr/>
          <p:nvPr/>
        </p:nvSpPr>
        <p:spPr>
          <a:xfrm>
            <a:off x="856006" y="1957741"/>
            <a:ext cx="1888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具有形如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67CA617-657E-4D5A-9BD8-14EBB0E4E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214353"/>
              </p:ext>
            </p:extLst>
          </p:nvPr>
        </p:nvGraphicFramePr>
        <p:xfrm>
          <a:off x="3141663" y="2343150"/>
          <a:ext cx="19732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" name="Equation" r:id="rId9" imgW="1968480" imgH="419040" progId="Equation.DSMT4">
                  <p:embed/>
                </p:oleObj>
              </mc:Choice>
              <mc:Fallback>
                <p:oleObj name="Equation" r:id="rId9" imgW="196848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B8109C4-6A13-4470-8510-8C52D2902B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2343150"/>
                        <a:ext cx="197326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95E8C6A9-628A-4CC4-A0CE-958CC57B0167}"/>
              </a:ext>
            </a:extLst>
          </p:cNvPr>
          <p:cNvSpPr/>
          <p:nvPr/>
        </p:nvSpPr>
        <p:spPr>
          <a:xfrm>
            <a:off x="894912" y="2980956"/>
            <a:ext cx="1268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的特解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BDDF89-663D-4B10-B3B4-DCD9759217CD}"/>
              </a:ext>
            </a:extLst>
          </p:cNvPr>
          <p:cNvSpPr/>
          <p:nvPr/>
        </p:nvSpPr>
        <p:spPr>
          <a:xfrm>
            <a:off x="928507" y="386503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其中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BCEBD06-1EB2-4195-BFBB-0657B3880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127036"/>
              </p:ext>
            </p:extLst>
          </p:nvPr>
        </p:nvGraphicFramePr>
        <p:xfrm>
          <a:off x="2378745" y="3722976"/>
          <a:ext cx="8191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8" name="Equation" r:id="rId11" imgW="799920" imgH="863280" progId="Equation.DSMT4">
                  <p:embed/>
                </p:oleObj>
              </mc:Choice>
              <mc:Fallback>
                <p:oleObj name="Equation" r:id="rId11" imgW="799920" imgH="863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34503B8-E65F-4DBA-99E9-7B0BB9D4F0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745" y="3722976"/>
                        <a:ext cx="819150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AD2086F0-8572-4FCA-9CC1-CB552401F692}"/>
              </a:ext>
            </a:extLst>
          </p:cNvPr>
          <p:cNvGrpSpPr/>
          <p:nvPr/>
        </p:nvGrpSpPr>
        <p:grpSpPr>
          <a:xfrm>
            <a:off x="4259149" y="3641213"/>
            <a:ext cx="2262705" cy="461665"/>
            <a:chOff x="4259149" y="3641213"/>
            <a:chExt cx="2262705" cy="461665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89D2AA6-463B-4CD3-BAE8-249E25776C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9129900"/>
                </p:ext>
              </p:extLst>
            </p:nvPr>
          </p:nvGraphicFramePr>
          <p:xfrm>
            <a:off x="4259149" y="3732345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29" name="Equation" r:id="rId13" imgW="228600" imgH="279360" progId="Equation.DSMT4">
                    <p:embed/>
                  </p:oleObj>
                </mc:Choice>
                <mc:Fallback>
                  <p:oleObj name="Equation" r:id="rId13" imgW="228600" imgH="2793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3C141D9F-8146-4E69-AA13-0DDB5B9B3B5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259149" y="3732345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61FC275-067E-41F7-8707-5C73E3CD070D}"/>
                </a:ext>
              </a:extLst>
            </p:cNvPr>
            <p:cNvSpPr/>
            <p:nvPr/>
          </p:nvSpPr>
          <p:spPr>
            <a:xfrm>
              <a:off x="4480911" y="3641213"/>
              <a:ext cx="20409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不是特征根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</a:p>
          </p:txBody>
        </p:sp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979BACE-8C62-43EF-BB21-9188A10D7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83440"/>
              </p:ext>
            </p:extLst>
          </p:nvPr>
        </p:nvGraphicFramePr>
        <p:xfrm>
          <a:off x="3210607" y="3706945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" name="Equation" r:id="rId15" imgW="253800" imgH="330120" progId="Equation.DSMT4">
                  <p:embed/>
                </p:oleObj>
              </mc:Choice>
              <mc:Fallback>
                <p:oleObj name="Equation" r:id="rId15" imgW="253800" imgH="3301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4ABB89AD-7AD6-4084-B811-F6D62BF5D0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10607" y="3706945"/>
                        <a:ext cx="254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295D1B0-108C-4846-94BE-C0DD14668F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101415"/>
              </p:ext>
            </p:extLst>
          </p:nvPr>
        </p:nvGraphicFramePr>
        <p:xfrm>
          <a:off x="3223307" y="4381118"/>
          <a:ext cx="241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" name="Equation" r:id="rId17" imgW="241200" imgH="253800" progId="Equation.DSMT4">
                  <p:embed/>
                </p:oleObj>
              </mc:Choice>
              <mc:Fallback>
                <p:oleObj name="Equation" r:id="rId17" imgW="241200" imgH="2538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FDE9F19-A30A-44B3-B6C8-231E675990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307" y="4381118"/>
                        <a:ext cx="241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F346431A-308B-489C-91F3-DCB84DC5BF41}"/>
              </a:ext>
            </a:extLst>
          </p:cNvPr>
          <p:cNvGrpSpPr/>
          <p:nvPr/>
        </p:nvGrpSpPr>
        <p:grpSpPr>
          <a:xfrm>
            <a:off x="4263989" y="4159836"/>
            <a:ext cx="2295364" cy="476715"/>
            <a:chOff x="4263989" y="4159836"/>
            <a:chExt cx="2295364" cy="476715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9DF16724-CBCB-4471-BC22-DCB67532F7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0201999"/>
                </p:ext>
              </p:extLst>
            </p:nvPr>
          </p:nvGraphicFramePr>
          <p:xfrm>
            <a:off x="4263989" y="4286308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2" name="Equation" r:id="rId19" imgW="228600" imgH="279360" progId="Equation.DSMT4">
                    <p:embed/>
                  </p:oleObj>
                </mc:Choice>
                <mc:Fallback>
                  <p:oleObj name="Equation" r:id="rId19" imgW="228600" imgH="2793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9A3D5A91-8E92-4672-9B71-5F223CF6B2A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263989" y="4286308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B4F9DC9-E586-4C3F-A7D9-8606408E73B2}"/>
                </a:ext>
              </a:extLst>
            </p:cNvPr>
            <p:cNvSpPr/>
            <p:nvPr/>
          </p:nvSpPr>
          <p:spPr>
            <a:xfrm>
              <a:off x="4476071" y="4159836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3A5F6EE4-7318-40A5-A4BC-DC00A8F178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9081176"/>
                </p:ext>
              </p:extLst>
            </p:nvPr>
          </p:nvGraphicFramePr>
          <p:xfrm>
            <a:off x="4929430" y="4326282"/>
            <a:ext cx="1651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3" name="Equation" r:id="rId20" imgW="164880" imgH="203040" progId="Equation.DSMT4">
                    <p:embed/>
                  </p:oleObj>
                </mc:Choice>
                <mc:Fallback>
                  <p:oleObj name="Equation" r:id="rId20" imgW="164880" imgH="20304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8154FF3A-91D7-4D5B-9C3D-7182F61E6F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929430" y="4326282"/>
                          <a:ext cx="1651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1CB1F95-FEEF-4A79-B70C-76347792BD60}"/>
                </a:ext>
              </a:extLst>
            </p:cNvPr>
            <p:cNvSpPr/>
            <p:nvPr/>
          </p:nvSpPr>
          <p:spPr>
            <a:xfrm>
              <a:off x="5060225" y="4174886"/>
              <a:ext cx="149912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重特征根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252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830B7A8-1919-4ABF-87B8-37F898641F0B}"/>
              </a:ext>
            </a:extLst>
          </p:cNvPr>
          <p:cNvSpPr/>
          <p:nvPr/>
        </p:nvSpPr>
        <p:spPr>
          <a:xfrm>
            <a:off x="1126399" y="526331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A4C6C5-0F07-4A66-801B-022D0004E247}"/>
              </a:ext>
            </a:extLst>
          </p:cNvPr>
          <p:cNvSpPr/>
          <p:nvPr/>
        </p:nvSpPr>
        <p:spPr>
          <a:xfrm>
            <a:off x="1835696" y="555526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82CAC33-5E50-422F-92DA-1D782E337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359786"/>
              </p:ext>
            </p:extLst>
          </p:nvPr>
        </p:nvGraphicFramePr>
        <p:xfrm>
          <a:off x="3563888" y="546862"/>
          <a:ext cx="191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Equation" r:id="rId3" imgW="1917360" imgH="406080" progId="Equation.DSMT4">
                  <p:embed/>
                </p:oleObj>
              </mc:Choice>
              <mc:Fallback>
                <p:oleObj name="Equation" r:id="rId3" imgW="191736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5C01A60-E22D-4075-BFB4-E4D0272B0D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546862"/>
                        <a:ext cx="1917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4350F8C-2C69-4C65-878D-BDB0A9C58CA4}"/>
              </a:ext>
            </a:extLst>
          </p:cNvPr>
          <p:cNvSpPr/>
          <p:nvPr/>
        </p:nvSpPr>
        <p:spPr>
          <a:xfrm>
            <a:off x="5462668" y="491596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614B7B-ECD6-479E-B5C5-544BAD72F165}"/>
              </a:ext>
            </a:extLst>
          </p:cNvPr>
          <p:cNvSpPr/>
          <p:nvPr/>
        </p:nvSpPr>
        <p:spPr>
          <a:xfrm>
            <a:off x="1126399" y="116959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F592B54-AC13-4B24-A173-451822462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753653"/>
              </p:ext>
            </p:extLst>
          </p:nvPr>
        </p:nvGraphicFramePr>
        <p:xfrm>
          <a:off x="1765153" y="1229648"/>
          <a:ext cx="28368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3" name="Equation" r:id="rId5" imgW="2831760" imgH="419040" progId="Equation.DSMT4">
                  <p:embed/>
                </p:oleObj>
              </mc:Choice>
              <mc:Fallback>
                <p:oleObj name="Equation" r:id="rId5" imgW="283176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9E18677-5DF0-47A4-AC5B-9A171C0649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153" y="1229648"/>
                        <a:ext cx="283686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88CD1A21-A4E7-41E9-A6F4-916E1F02E4A0}"/>
              </a:ext>
            </a:extLst>
          </p:cNvPr>
          <p:cNvSpPr/>
          <p:nvPr/>
        </p:nvSpPr>
        <p:spPr>
          <a:xfrm>
            <a:off x="1126399" y="1872908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齐次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的特征方程为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826709E-E0E7-4649-8D59-07D04DE5E7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262237"/>
              </p:ext>
            </p:extLst>
          </p:nvPr>
        </p:nvGraphicFramePr>
        <p:xfrm>
          <a:off x="5172860" y="1923957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4" name="Equation" r:id="rId7" imgW="1180800" imgH="342720" progId="Equation.DSMT4">
                  <p:embed/>
                </p:oleObj>
              </mc:Choice>
              <mc:Fallback>
                <p:oleObj name="Equation" r:id="rId7" imgW="118080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A05D6AE-8A50-4666-93EB-17E9578B3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860" y="1923957"/>
                        <a:ext cx="1181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34FE068-1ABE-4E95-B59E-1DAEC6B1868F}"/>
              </a:ext>
            </a:extLst>
          </p:cNvPr>
          <p:cNvSpPr/>
          <p:nvPr/>
        </p:nvSpPr>
        <p:spPr>
          <a:xfrm>
            <a:off x="1111453" y="2560198"/>
            <a:ext cx="2408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有一对共轭复根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3EAB55A-91BF-48BF-91E3-0CFC0D2CB8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052935"/>
              </p:ext>
            </p:extLst>
          </p:nvPr>
        </p:nvGraphicFramePr>
        <p:xfrm>
          <a:off x="5233129" y="2651910"/>
          <a:ext cx="99536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5" name="Equation" r:id="rId9" imgW="990360" imgH="406080" progId="Equation.DSMT4">
                  <p:embed/>
                </p:oleObj>
              </mc:Choice>
              <mc:Fallback>
                <p:oleObj name="Equation" r:id="rId9" imgW="99036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BB88B8B-57A6-4AF7-AF34-49D7992391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129" y="2651910"/>
                        <a:ext cx="995363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EDEE90BB-B86F-4502-9D42-D33A3E06ED32}"/>
              </a:ext>
            </a:extLst>
          </p:cNvPr>
          <p:cNvSpPr/>
          <p:nvPr/>
        </p:nvSpPr>
        <p:spPr>
          <a:xfrm>
            <a:off x="1126399" y="3320250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对应齐次方程的通解为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F96D85A-D9EC-4028-BBD0-DC4E60BB0A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95035"/>
              </p:ext>
            </p:extLst>
          </p:nvPr>
        </p:nvGraphicFramePr>
        <p:xfrm>
          <a:off x="5148978" y="3365128"/>
          <a:ext cx="26622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6" name="Equation" r:id="rId11" imgW="2666880" imgH="380880" progId="Equation.DSMT4">
                  <p:embed/>
                </p:oleObj>
              </mc:Choice>
              <mc:Fallback>
                <p:oleObj name="Equation" r:id="rId11" imgW="266688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09735AA-3902-4838-8534-36D1DA203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978" y="3365128"/>
                        <a:ext cx="2662238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D533296-6FF1-4C4F-A870-7DA0086F2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165934"/>
              </p:ext>
            </p:extLst>
          </p:nvPr>
        </p:nvGraphicFramePr>
        <p:xfrm>
          <a:off x="6002338" y="1084263"/>
          <a:ext cx="24971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7" name="Equation" r:id="rId13" imgW="2438280" imgH="355320" progId="Equation.DSMT4">
                  <p:embed/>
                </p:oleObj>
              </mc:Choice>
              <mc:Fallback>
                <p:oleObj name="Equation" r:id="rId13" imgW="243828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AC5D6BF-EB91-4D2C-90BF-70D04BBB74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338" y="1084263"/>
                        <a:ext cx="2497137" cy="3778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981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1502172-8740-4377-A4F3-FD4C4CA9F5B0}"/>
              </a:ext>
            </a:extLst>
          </p:cNvPr>
          <p:cNvGrpSpPr/>
          <p:nvPr/>
        </p:nvGrpSpPr>
        <p:grpSpPr>
          <a:xfrm>
            <a:off x="789588" y="231831"/>
            <a:ext cx="5526018" cy="525595"/>
            <a:chOff x="838367" y="323821"/>
            <a:chExt cx="5526018" cy="52559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0A6990F-A5CF-4021-9D23-AC07F8A24CAD}"/>
                </a:ext>
              </a:extLst>
            </p:cNvPr>
            <p:cNvSpPr/>
            <p:nvPr/>
          </p:nvSpPr>
          <p:spPr>
            <a:xfrm>
              <a:off x="838367" y="358134"/>
              <a:ext cx="6495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B364DD4-2A5A-4E0F-BD0E-BEE92FC412B1}"/>
                </a:ext>
              </a:extLst>
            </p:cNvPr>
            <p:cNvSpPr/>
            <p:nvPr/>
          </p:nvSpPr>
          <p:spPr>
            <a:xfrm>
              <a:off x="1547664" y="387751"/>
              <a:ext cx="180049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求微分方程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877A3B00-0C28-4856-B378-B61B1D8782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2200542"/>
                </p:ext>
              </p:extLst>
            </p:nvPr>
          </p:nvGraphicFramePr>
          <p:xfrm>
            <a:off x="3275856" y="379087"/>
            <a:ext cx="1917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9" name="Equation" r:id="rId3" imgW="1917360" imgH="406080" progId="Equation.DSMT4">
                    <p:embed/>
                  </p:oleObj>
                </mc:Choice>
                <mc:Fallback>
                  <p:oleObj name="Equation" r:id="rId3" imgW="1917360" imgH="4060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7C3F1C58-B88C-4BC1-8B66-37F9A70D11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379087"/>
                          <a:ext cx="1917700" cy="4064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EB6DA12-A2E1-44F5-A1ED-0683B6877F68}"/>
                </a:ext>
              </a:extLst>
            </p:cNvPr>
            <p:cNvSpPr/>
            <p:nvPr/>
          </p:nvSpPr>
          <p:spPr>
            <a:xfrm>
              <a:off x="5174636" y="323821"/>
              <a:ext cx="118974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的通解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FE58E76-A7D6-4BB6-ACF5-93091C3F0C81}"/>
              </a:ext>
            </a:extLst>
          </p:cNvPr>
          <p:cNvCxnSpPr/>
          <p:nvPr/>
        </p:nvCxnSpPr>
        <p:spPr>
          <a:xfrm>
            <a:off x="89756" y="890733"/>
            <a:ext cx="8964488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68330810-FC22-4B85-864B-589B618EB418}"/>
              </a:ext>
            </a:extLst>
          </p:cNvPr>
          <p:cNvSpPr/>
          <p:nvPr/>
        </p:nvSpPr>
        <p:spPr>
          <a:xfrm>
            <a:off x="736465" y="1119673"/>
            <a:ext cx="800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由于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7C3B3F1-0B55-4C18-94FE-558DA0E8C2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566466"/>
              </p:ext>
            </p:extLst>
          </p:nvPr>
        </p:nvGraphicFramePr>
        <p:xfrm>
          <a:off x="1479716" y="1211475"/>
          <a:ext cx="673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0" name="Equation" r:id="rId5" imgW="672840" imgH="279360" progId="Equation.DSMT4">
                  <p:embed/>
                </p:oleObj>
              </mc:Choice>
              <mc:Fallback>
                <p:oleObj name="Equation" r:id="rId5" imgW="67284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1DA15BB-CEA4-4D40-9EF2-EFC0A53EB7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716" y="1211475"/>
                        <a:ext cx="673100" cy="279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2781368-4E58-47B7-82E9-84C9B4830887}"/>
              </a:ext>
            </a:extLst>
          </p:cNvPr>
          <p:cNvSpPr/>
          <p:nvPr/>
        </p:nvSpPr>
        <p:spPr>
          <a:xfrm>
            <a:off x="2153482" y="1119673"/>
            <a:ext cx="2040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不为特征根，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52BB10-D1FB-4AB9-A9CA-E66E9CB2AB27}"/>
              </a:ext>
            </a:extLst>
          </p:cNvPr>
          <p:cNvSpPr/>
          <p:nvPr/>
        </p:nvSpPr>
        <p:spPr>
          <a:xfrm>
            <a:off x="3995936" y="1119672"/>
            <a:ext cx="34264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所以应设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原方程有特解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3A60255-7314-4E46-9327-119775E51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840624"/>
              </p:ext>
            </p:extLst>
          </p:nvPr>
        </p:nvGraphicFramePr>
        <p:xfrm>
          <a:off x="2957930" y="1679631"/>
          <a:ext cx="23669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1" name="Equation" r:id="rId7" imgW="2361960" imgH="419040" progId="Equation.DSMT4">
                  <p:embed/>
                </p:oleObj>
              </mc:Choice>
              <mc:Fallback>
                <p:oleObj name="Equation" r:id="rId7" imgW="2361960" imgH="419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6D846C7-514E-49E7-9674-22C41BA932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930" y="1679631"/>
                        <a:ext cx="2366963" cy="419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0A5E3121-B6F4-4794-B8EF-7F51EB3EAC0C}"/>
              </a:ext>
            </a:extLst>
          </p:cNvPr>
          <p:cNvSpPr/>
          <p:nvPr/>
        </p:nvSpPr>
        <p:spPr>
          <a:xfrm>
            <a:off x="736465" y="2212748"/>
            <a:ext cx="5469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且</a:t>
            </a:r>
            <a:r>
              <a:rPr lang="en-US" altLang="zh-CN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56EADF8-53EC-4228-A2FF-B91E6728EF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011900"/>
              </p:ext>
            </p:extLst>
          </p:nvPr>
        </p:nvGraphicFramePr>
        <p:xfrm>
          <a:off x="2813642" y="2230232"/>
          <a:ext cx="1790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" name="Equation" r:id="rId9" imgW="1790640" imgH="482400" progId="Equation.DSMT4">
                  <p:embed/>
                </p:oleObj>
              </mc:Choice>
              <mc:Fallback>
                <p:oleObj name="Equation" r:id="rId9" imgW="1790640" imgH="482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4D1180C-F6CD-4004-A196-5297AFFCF2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642" y="2230232"/>
                        <a:ext cx="1790700" cy="482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42E8617-0317-4106-84D2-C6AA77114D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825265"/>
              </p:ext>
            </p:extLst>
          </p:nvPr>
        </p:nvGraphicFramePr>
        <p:xfrm>
          <a:off x="5102756" y="2225971"/>
          <a:ext cx="12128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3" name="Equation" r:id="rId11" imgW="1206360" imgH="482400" progId="Equation.DSMT4">
                  <p:embed/>
                </p:oleObj>
              </mc:Choice>
              <mc:Fallback>
                <p:oleObj name="Equation" r:id="rId11" imgW="1206360" imgH="4824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D12146C-F71A-4AD2-AF01-B254BF7BE9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756" y="2225971"/>
                        <a:ext cx="1212850" cy="482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2470252B-92B2-457A-90AF-BF474D45D869}"/>
              </a:ext>
            </a:extLst>
          </p:cNvPr>
          <p:cNvSpPr/>
          <p:nvPr/>
        </p:nvSpPr>
        <p:spPr>
          <a:xfrm>
            <a:off x="764903" y="2994778"/>
            <a:ext cx="23503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代入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方程，得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67F8D5D-EB31-4F1F-886E-CA196A362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755229"/>
              </p:ext>
            </p:extLst>
          </p:nvPr>
        </p:nvGraphicFramePr>
        <p:xfrm>
          <a:off x="3297768" y="3020936"/>
          <a:ext cx="36099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4" name="Equation" r:id="rId13" imgW="3606480" imgH="419040" progId="Equation.DSMT4">
                  <p:embed/>
                </p:oleObj>
              </mc:Choice>
              <mc:Fallback>
                <p:oleObj name="Equation" r:id="rId13" imgW="3606480" imgH="4190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F18A964B-18FE-4622-AE57-2992BF8714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768" y="3020936"/>
                        <a:ext cx="3609975" cy="419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DEC8BD62-7D4A-4970-A608-FAA386349D6E}"/>
              </a:ext>
            </a:extLst>
          </p:cNvPr>
          <p:cNvSpPr/>
          <p:nvPr/>
        </p:nvSpPr>
        <p:spPr>
          <a:xfrm>
            <a:off x="764903" y="3857020"/>
            <a:ext cx="48253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比较等式两端同次数幂的系数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724DCAE-A58E-4412-9C82-EC55525F6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818615"/>
              </p:ext>
            </p:extLst>
          </p:nvPr>
        </p:nvGraphicFramePr>
        <p:xfrm>
          <a:off x="6396546" y="273750"/>
          <a:ext cx="24971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5" name="Equation" r:id="rId15" imgW="2438280" imgH="355320" progId="Equation.DSMT4">
                  <p:embed/>
                </p:oleObj>
              </mc:Choice>
              <mc:Fallback>
                <p:oleObj name="Equation" r:id="rId15" imgW="2438280" imgH="355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CD533296-6FF1-4C4F-A870-7DA0086F23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546" y="273750"/>
                        <a:ext cx="2497137" cy="3778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349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D4F0C72-BC67-4F79-A9F7-91D219CD09BF}"/>
              </a:ext>
            </a:extLst>
          </p:cNvPr>
          <p:cNvCxnSpPr>
            <a:cxnSpLocks/>
          </p:cNvCxnSpPr>
          <p:nvPr/>
        </p:nvCxnSpPr>
        <p:spPr>
          <a:xfrm flipV="1">
            <a:off x="9659" y="944160"/>
            <a:ext cx="9101797" cy="15234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18B1515-9A5A-498F-9BBE-D95F0F4CB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183864"/>
              </p:ext>
            </p:extLst>
          </p:nvPr>
        </p:nvGraphicFramePr>
        <p:xfrm>
          <a:off x="3069491" y="1156978"/>
          <a:ext cx="1798638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1" name="Equation" r:id="rId3" imgW="1803240" imgH="1371600" progId="Equation.DSMT4">
                  <p:embed/>
                </p:oleObj>
              </mc:Choice>
              <mc:Fallback>
                <p:oleObj name="Equation" r:id="rId3" imgW="1803240" imgH="1371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428283C-E7E9-4B2D-978D-04204D36C6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9491" y="1156978"/>
                        <a:ext cx="1798638" cy="1376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B8182DEF-AA87-47D7-96C7-012DBA2167A2}"/>
              </a:ext>
            </a:extLst>
          </p:cNvPr>
          <p:cNvSpPr/>
          <p:nvPr/>
        </p:nvSpPr>
        <p:spPr>
          <a:xfrm>
            <a:off x="1142531" y="261248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解得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EE09758-A7E6-4157-AB1C-8D4546F11C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290636"/>
              </p:ext>
            </p:extLst>
          </p:nvPr>
        </p:nvGraphicFramePr>
        <p:xfrm>
          <a:off x="2079189" y="2672129"/>
          <a:ext cx="25527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2" name="Equation" r:id="rId5" imgW="2552400" imgH="380880" progId="Equation.DSMT4">
                  <p:embed/>
                </p:oleObj>
              </mc:Choice>
              <mc:Fallback>
                <p:oleObj name="Equation" r:id="rId5" imgW="255240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79D209A-0534-45C4-B414-B9A8CFCF2B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189" y="2672129"/>
                        <a:ext cx="25527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2A58214-0DAD-446D-98C7-5E96EB6C728F}"/>
              </a:ext>
            </a:extLst>
          </p:cNvPr>
          <p:cNvSpPr/>
          <p:nvPr/>
        </p:nvSpPr>
        <p:spPr>
          <a:xfrm>
            <a:off x="4797683" y="2622569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因此求得一个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特解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2817302-8EBA-4BE4-A8DC-B4087C50B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488692"/>
              </p:ext>
            </p:extLst>
          </p:nvPr>
        </p:nvGraphicFramePr>
        <p:xfrm>
          <a:off x="3040661" y="3168706"/>
          <a:ext cx="15668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name="Equation" r:id="rId7" imgW="1562040" imgH="406080" progId="Equation.DSMT4">
                  <p:embed/>
                </p:oleObj>
              </mc:Choice>
              <mc:Fallback>
                <p:oleObj name="Equation" r:id="rId7" imgW="156204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D642444-C70D-43DA-82EE-64C549BA3F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661" y="3168706"/>
                        <a:ext cx="156686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82C8E41-600C-4603-86A4-AB22BFE8E51A}"/>
              </a:ext>
            </a:extLst>
          </p:cNvPr>
          <p:cNvSpPr/>
          <p:nvPr/>
        </p:nvSpPr>
        <p:spPr>
          <a:xfrm>
            <a:off x="1062449" y="3748401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从而所求的通解为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AF46730-B67A-4D60-B6E8-6F164DCB0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942115"/>
              </p:ext>
            </p:extLst>
          </p:nvPr>
        </p:nvGraphicFramePr>
        <p:xfrm>
          <a:off x="3861579" y="3738249"/>
          <a:ext cx="379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name="Equation" r:id="rId9" imgW="3797280" imgH="419040" progId="Equation.DSMT4">
                  <p:embed/>
                </p:oleObj>
              </mc:Choice>
              <mc:Fallback>
                <p:oleObj name="Equation" r:id="rId9" imgW="3797280" imgH="419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AA60998-C9C2-497D-A550-76B281DA3B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579" y="3738249"/>
                        <a:ext cx="3797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221F22B2-5B36-4B16-9927-A070953CCF4D}"/>
              </a:ext>
            </a:extLst>
          </p:cNvPr>
          <p:cNvGrpSpPr/>
          <p:nvPr/>
        </p:nvGrpSpPr>
        <p:grpSpPr>
          <a:xfrm>
            <a:off x="1187624" y="269794"/>
            <a:ext cx="5526018" cy="525595"/>
            <a:chOff x="838367" y="323821"/>
            <a:chExt cx="5526018" cy="52559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BD6E776-2EB5-45D1-BF75-CEE1EDF419A8}"/>
                </a:ext>
              </a:extLst>
            </p:cNvPr>
            <p:cNvSpPr/>
            <p:nvPr/>
          </p:nvSpPr>
          <p:spPr>
            <a:xfrm>
              <a:off x="838367" y="358134"/>
              <a:ext cx="6495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D5ED8D2-BD6F-495B-8A63-2AC62DCB600D}"/>
                </a:ext>
              </a:extLst>
            </p:cNvPr>
            <p:cNvSpPr/>
            <p:nvPr/>
          </p:nvSpPr>
          <p:spPr>
            <a:xfrm>
              <a:off x="1547664" y="387751"/>
              <a:ext cx="180049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求微分方程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FABADD15-D47E-4B49-881E-E9A5D617C1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333792"/>
                </p:ext>
              </p:extLst>
            </p:nvPr>
          </p:nvGraphicFramePr>
          <p:xfrm>
            <a:off x="3275856" y="379087"/>
            <a:ext cx="1917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5" name="Equation" r:id="rId11" imgW="1917360" imgH="406080" progId="Equation.DSMT4">
                    <p:embed/>
                  </p:oleObj>
                </mc:Choice>
                <mc:Fallback>
                  <p:oleObj name="Equation" r:id="rId11" imgW="1917360" imgH="4060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31A69F78-A0A4-4705-90CF-9C2D74FF52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379087"/>
                          <a:ext cx="1917700" cy="4064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7EDD270-250D-48B7-9098-A6076040A233}"/>
                </a:ext>
              </a:extLst>
            </p:cNvPr>
            <p:cNvSpPr/>
            <p:nvPr/>
          </p:nvSpPr>
          <p:spPr>
            <a:xfrm>
              <a:off x="5174636" y="323821"/>
              <a:ext cx="118974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的通解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.</a:t>
              </a:r>
              <a:endPara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109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D2FB66-E783-48B2-9C50-C40AB5EEC0E7}"/>
              </a:ext>
            </a:extLst>
          </p:cNvPr>
          <p:cNvSpPr/>
          <p:nvPr/>
        </p:nvSpPr>
        <p:spPr>
          <a:xfrm>
            <a:off x="775301" y="683454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9CFDA8-EB8D-4DBC-B9BD-47BE775EF24C}"/>
              </a:ext>
            </a:extLst>
          </p:cNvPr>
          <p:cNvSpPr/>
          <p:nvPr/>
        </p:nvSpPr>
        <p:spPr>
          <a:xfrm>
            <a:off x="1403648" y="699542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求解初值问题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A2BB73B-571E-468D-A649-FD4C5E4188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989524"/>
              </p:ext>
            </p:extLst>
          </p:nvPr>
        </p:nvGraphicFramePr>
        <p:xfrm>
          <a:off x="3443275" y="385113"/>
          <a:ext cx="241935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1" name="Equation" r:id="rId3" imgW="2425680" imgH="1244520" progId="Equation.DSMT4">
                  <p:embed/>
                </p:oleObj>
              </mc:Choice>
              <mc:Fallback>
                <p:oleObj name="Equation" r:id="rId3" imgW="2425680" imgH="1244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DD1DFDE-6D1C-46DC-9633-4DD17D1F70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75" y="385113"/>
                        <a:ext cx="2419350" cy="1249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9C228B3-0E05-4355-A415-E565712A9593}"/>
              </a:ext>
            </a:extLst>
          </p:cNvPr>
          <p:cNvSpPr/>
          <p:nvPr/>
        </p:nvSpPr>
        <p:spPr>
          <a:xfrm>
            <a:off x="775301" y="163645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96551D-C7A2-4E09-85EE-B360E5581D06}"/>
              </a:ext>
            </a:extLst>
          </p:cNvPr>
          <p:cNvSpPr/>
          <p:nvPr/>
        </p:nvSpPr>
        <p:spPr>
          <a:xfrm>
            <a:off x="755729" y="2256937"/>
            <a:ext cx="3897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对应齐次方程的特征方程为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085865E-6B93-4C80-B019-EA81B9B495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501050"/>
              </p:ext>
            </p:extLst>
          </p:nvPr>
        </p:nvGraphicFramePr>
        <p:xfrm>
          <a:off x="3214688" y="2703513"/>
          <a:ext cx="14335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2" name="Equation" r:id="rId5" imgW="1422360" imgH="736560" progId="Equation.DSMT4">
                  <p:embed/>
                </p:oleObj>
              </mc:Choice>
              <mc:Fallback>
                <p:oleObj name="Equation" r:id="rId5" imgW="142236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8639E65-3459-4716-9B07-39EB5BA0C8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2703513"/>
                        <a:ext cx="1433512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74E017D-354B-4F77-B8F5-9431DA7FA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799767"/>
              </p:ext>
            </p:extLst>
          </p:nvPr>
        </p:nvGraphicFramePr>
        <p:xfrm>
          <a:off x="1403648" y="1717116"/>
          <a:ext cx="23399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3" name="Equation" r:id="rId7" imgW="2336760" imgH="380880" progId="Equation.DSMT4">
                  <p:embed/>
                </p:oleObj>
              </mc:Choice>
              <mc:Fallback>
                <p:oleObj name="Equation" r:id="rId7" imgW="233676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50DDF44-6A53-486E-9192-C7AB8D0BF6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717116"/>
                        <a:ext cx="23399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16E124D-4E5D-42A4-A8C8-78263FF3A324}"/>
              </a:ext>
            </a:extLst>
          </p:cNvPr>
          <p:cNvSpPr/>
          <p:nvPr/>
        </p:nvSpPr>
        <p:spPr>
          <a:xfrm>
            <a:off x="805702" y="3383816"/>
            <a:ext cx="1577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特征根为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C4A4D02-4E2E-4571-9193-D4C19576CB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280302"/>
              </p:ext>
            </p:extLst>
          </p:nvPr>
        </p:nvGraphicFramePr>
        <p:xfrm>
          <a:off x="3202868" y="3845578"/>
          <a:ext cx="14478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4" name="Equation" r:id="rId9" imgW="1447560" imgH="825480" progId="Equation.DSMT4">
                  <p:embed/>
                </p:oleObj>
              </mc:Choice>
              <mc:Fallback>
                <p:oleObj name="Equation" r:id="rId9" imgW="1447560" imgH="825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85B228B-87A7-417D-B56D-BEC5F5BB13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868" y="3845578"/>
                        <a:ext cx="1447800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E8A40578-074F-469D-B3B7-B6B51CA43109}"/>
              </a:ext>
            </a:extLst>
          </p:cNvPr>
          <p:cNvGrpSpPr/>
          <p:nvPr/>
        </p:nvGrpSpPr>
        <p:grpSpPr>
          <a:xfrm>
            <a:off x="6432096" y="1796718"/>
            <a:ext cx="2071702" cy="1843768"/>
            <a:chOff x="6286512" y="1857370"/>
            <a:chExt cx="2071702" cy="1843768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981D62A-FE53-48C9-BC7D-377C00A0FED4}"/>
                </a:ext>
              </a:extLst>
            </p:cNvPr>
            <p:cNvCxnSpPr/>
            <p:nvPr/>
          </p:nvCxnSpPr>
          <p:spPr>
            <a:xfrm>
              <a:off x="6286512" y="1857370"/>
              <a:ext cx="2071702" cy="1588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1C1B1A8-6FEB-4E58-8040-78CD7AAF497D}"/>
                </a:ext>
              </a:extLst>
            </p:cNvPr>
            <p:cNvSpPr/>
            <p:nvPr/>
          </p:nvSpPr>
          <p:spPr>
            <a:xfrm>
              <a:off x="7092280" y="1870989"/>
              <a:ext cx="396000" cy="396000"/>
            </a:xfrm>
            <a:prstGeom prst="ellips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588DF2E-F4A3-4DBA-AD6A-AF2292D56D00}"/>
                </a:ext>
              </a:extLst>
            </p:cNvPr>
            <p:cNvCxnSpPr/>
            <p:nvPr/>
          </p:nvCxnSpPr>
          <p:spPr>
            <a:xfrm rot="5400000" flipH="1" flipV="1">
              <a:off x="6570574" y="2551393"/>
              <a:ext cx="1045001" cy="1588"/>
            </a:xfrm>
            <a:prstGeom prst="line">
              <a:avLst/>
            </a:prstGeom>
            <a:noFill/>
            <a:ln w="12700" cap="flat" cmpd="sng" algn="ctr">
              <a:solidFill>
                <a:srgbClr val="0064FF"/>
              </a:solidFill>
              <a:prstDash val="solid"/>
            </a:ln>
            <a:effectLst/>
          </p:spPr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F2656E4-1A50-4531-990C-38A14F1E8B92}"/>
                </a:ext>
              </a:extLst>
            </p:cNvPr>
            <p:cNvCxnSpPr/>
            <p:nvPr/>
          </p:nvCxnSpPr>
          <p:spPr>
            <a:xfrm rot="5400000">
              <a:off x="6672625" y="2883896"/>
              <a:ext cx="1632897" cy="158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</a:ln>
            <a:effectLst/>
          </p:spPr>
        </p:cxn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5063ADD-4411-4817-996D-A5E1E6667F1E}"/>
              </a:ext>
            </a:extLst>
          </p:cNvPr>
          <p:cNvCxnSpPr/>
          <p:nvPr/>
        </p:nvCxnSpPr>
        <p:spPr>
          <a:xfrm>
            <a:off x="6603550" y="3013597"/>
            <a:ext cx="635903" cy="11449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BB368CE-926F-4D09-8456-786E6D66F105}"/>
              </a:ext>
            </a:extLst>
          </p:cNvPr>
          <p:cNvCxnSpPr/>
          <p:nvPr/>
        </p:nvCxnSpPr>
        <p:spPr>
          <a:xfrm rot="5400000">
            <a:off x="6336407" y="2391241"/>
            <a:ext cx="1224635" cy="1588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arrow"/>
            <a:tailEnd type="arrow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A148F12-A24B-4FB6-B022-E9384916E1F7}"/>
              </a:ext>
            </a:extLst>
          </p:cNvPr>
          <p:cNvCxnSpPr/>
          <p:nvPr/>
        </p:nvCxnSpPr>
        <p:spPr>
          <a:xfrm>
            <a:off x="7635452" y="3640487"/>
            <a:ext cx="635903" cy="11449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C055D99-7A23-4D16-B9D5-E52386D6D7BE}"/>
              </a:ext>
            </a:extLst>
          </p:cNvPr>
          <p:cNvCxnSpPr/>
          <p:nvPr/>
        </p:nvCxnSpPr>
        <p:spPr>
          <a:xfrm rot="5400000">
            <a:off x="7105219" y="2724619"/>
            <a:ext cx="1830152" cy="158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arrow"/>
            <a:tailEnd type="arrow"/>
          </a:ln>
          <a:effectLst/>
        </p:spPr>
      </p:cxn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18A19A7-741B-44FB-BB2F-323BA0834C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509832"/>
              </p:ext>
            </p:extLst>
          </p:nvPr>
        </p:nvGraphicFramePr>
        <p:xfrm>
          <a:off x="6463728" y="2343942"/>
          <a:ext cx="355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" name="Equation" r:id="rId11" imgW="355320" imgH="241200" progId="Equation.DSMT4">
                  <p:embed/>
                </p:oleObj>
              </mc:Choice>
              <mc:Fallback>
                <p:oleObj name="Equation" r:id="rId11" imgW="355320" imgH="2412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7B5A457F-8149-4185-AD75-1B78DC8404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728" y="2343942"/>
                        <a:ext cx="3556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56E1FBA-69A0-46AA-8328-6C4BFA8FF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092205"/>
              </p:ext>
            </p:extLst>
          </p:nvPr>
        </p:nvGraphicFramePr>
        <p:xfrm>
          <a:off x="8268848" y="2381584"/>
          <a:ext cx="469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6" name="Equation" r:id="rId13" imgW="469800" imgH="228600" progId="Equation.DSMT4">
                  <p:embed/>
                </p:oleObj>
              </mc:Choice>
              <mc:Fallback>
                <p:oleObj name="Equation" r:id="rId13" imgW="469800" imgH="228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CA7D6782-9372-4277-B5A8-27DB86C84B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8848" y="2381584"/>
                        <a:ext cx="4699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9005E376-F193-4348-A789-1076CC8258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536901"/>
              </p:ext>
            </p:extLst>
          </p:nvPr>
        </p:nvGraphicFramePr>
        <p:xfrm>
          <a:off x="6025139" y="631969"/>
          <a:ext cx="24971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7" name="Equation" r:id="rId15" imgW="2438280" imgH="355320" progId="Equation.DSMT4">
                  <p:embed/>
                </p:oleObj>
              </mc:Choice>
              <mc:Fallback>
                <p:oleObj name="Equation" r:id="rId15" imgW="2438280" imgH="3553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724DCAE-A58E-4412-9C82-EC55525F6B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5139" y="631969"/>
                        <a:ext cx="2497137" cy="3778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530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DBFC90E-9180-49EA-BFBF-DC28F83E46F4}"/>
              </a:ext>
            </a:extLst>
          </p:cNvPr>
          <p:cNvCxnSpPr/>
          <p:nvPr/>
        </p:nvCxnSpPr>
        <p:spPr>
          <a:xfrm>
            <a:off x="-21641" y="1506851"/>
            <a:ext cx="9144000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44A62BA2-1492-4CC5-831A-205FD5D65B9D}"/>
              </a:ext>
            </a:extLst>
          </p:cNvPr>
          <p:cNvSpPr/>
          <p:nvPr/>
        </p:nvSpPr>
        <p:spPr>
          <a:xfrm>
            <a:off x="1092510" y="591575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6F6128-130C-4FC9-B610-BB30B13E029F}"/>
              </a:ext>
            </a:extLst>
          </p:cNvPr>
          <p:cNvSpPr/>
          <p:nvPr/>
        </p:nvSpPr>
        <p:spPr>
          <a:xfrm>
            <a:off x="1742047" y="591576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求解初值问题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6B8129E-B29D-4FA2-9A08-AC915779F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752217"/>
              </p:ext>
            </p:extLst>
          </p:nvPr>
        </p:nvGraphicFramePr>
        <p:xfrm>
          <a:off x="3851920" y="123478"/>
          <a:ext cx="241935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9" name="Equation" r:id="rId3" imgW="2425680" imgH="1244520" progId="Equation.DSMT4">
                  <p:embed/>
                </p:oleObj>
              </mc:Choice>
              <mc:Fallback>
                <p:oleObj name="Equation" r:id="rId3" imgW="2425680" imgH="12445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714EC15-5A76-4FBE-B382-69331CE821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23478"/>
                        <a:ext cx="2419350" cy="1249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75D89E9-05A8-45B2-BB38-6DB6467012A0}"/>
              </a:ext>
            </a:extLst>
          </p:cNvPr>
          <p:cNvSpPr/>
          <p:nvPr/>
        </p:nvSpPr>
        <p:spPr>
          <a:xfrm>
            <a:off x="1137087" y="1682813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对应齐次方程的通解为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54773C9-9611-4F14-A692-530C439C4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62156"/>
              </p:ext>
            </p:extLst>
          </p:nvPr>
        </p:nvGraphicFramePr>
        <p:xfrm>
          <a:off x="3367837" y="2057447"/>
          <a:ext cx="283686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0" name="Equation" r:id="rId5" imgW="2831760" imgH="672840" progId="Equation.DSMT4">
                  <p:embed/>
                </p:oleObj>
              </mc:Choice>
              <mc:Fallback>
                <p:oleObj name="Equation" r:id="rId5" imgW="2831760" imgH="6728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53A1069-EF16-400A-9C30-44450F9458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837" y="2057447"/>
                        <a:ext cx="2836863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765A2D6-127F-4D3B-9177-36EF8C69F2DD}"/>
              </a:ext>
            </a:extLst>
          </p:cNvPr>
          <p:cNvSpPr/>
          <p:nvPr/>
        </p:nvSpPr>
        <p:spPr>
          <a:xfrm>
            <a:off x="1211863" y="294775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由于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E29FD2B-E335-415D-9989-5BC38353C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245398"/>
              </p:ext>
            </p:extLst>
          </p:nvPr>
        </p:nvGraphicFramePr>
        <p:xfrm>
          <a:off x="1878989" y="3051296"/>
          <a:ext cx="673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1" name="Equation" r:id="rId7" imgW="672840" imgH="279360" progId="Equation.DSMT4">
                  <p:embed/>
                </p:oleObj>
              </mc:Choice>
              <mc:Fallback>
                <p:oleObj name="Equation" r:id="rId7" imgW="672840" imgH="2793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EB9DBC7-EB75-4C56-A800-2CCD147BEE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989" y="3051296"/>
                        <a:ext cx="6731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D754306-284A-416E-87F2-0EAC098F2760}"/>
              </a:ext>
            </a:extLst>
          </p:cNvPr>
          <p:cNvSpPr/>
          <p:nvPr/>
        </p:nvSpPr>
        <p:spPr>
          <a:xfrm>
            <a:off x="2453178" y="2954848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不为特征根，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419E35-007F-4947-9516-D6C85A7628D1}"/>
              </a:ext>
            </a:extLst>
          </p:cNvPr>
          <p:cNvSpPr/>
          <p:nvPr/>
        </p:nvSpPr>
        <p:spPr>
          <a:xfrm>
            <a:off x="4203248" y="2945812"/>
            <a:ext cx="34264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所以应设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原方程有特解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501BFA2-1CFD-43D8-A05A-84EAEA632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489060"/>
              </p:ext>
            </p:extLst>
          </p:nvPr>
        </p:nvGraphicFramePr>
        <p:xfrm>
          <a:off x="4156825" y="3510010"/>
          <a:ext cx="838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2" name="Equation" r:id="rId9" imgW="838080" imgH="393480" progId="Equation.DSMT4">
                  <p:embed/>
                </p:oleObj>
              </mc:Choice>
              <mc:Fallback>
                <p:oleObj name="Equation" r:id="rId9" imgW="838080" imgH="3934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9DADBEC-DFF2-4146-A41B-8D740C4758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825" y="3510010"/>
                        <a:ext cx="838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B9F71BB9-F3BA-4C15-94B2-4F1376E852D0}"/>
              </a:ext>
            </a:extLst>
          </p:cNvPr>
          <p:cNvSpPr/>
          <p:nvPr/>
        </p:nvSpPr>
        <p:spPr>
          <a:xfrm>
            <a:off x="1195707" y="3979785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代入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方程，得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30EA1B6-F4D9-40EB-9824-6BEDC78BA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450956"/>
              </p:ext>
            </p:extLst>
          </p:nvPr>
        </p:nvGraphicFramePr>
        <p:xfrm>
          <a:off x="3469436" y="4050365"/>
          <a:ext cx="8445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3" name="Equation" r:id="rId11" imgW="850680" imgH="330120" progId="Equation.DSMT4">
                  <p:embed/>
                </p:oleObj>
              </mc:Choice>
              <mc:Fallback>
                <p:oleObj name="Equation" r:id="rId11" imgW="850680" imgH="3301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077B113-EA5A-4D2A-A5CA-372D468F1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9436" y="4050365"/>
                        <a:ext cx="844550" cy="334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D8B738D-0404-486D-A505-7CAA5123BC36}"/>
              </a:ext>
            </a:extLst>
          </p:cNvPr>
          <p:cNvSpPr/>
          <p:nvPr/>
        </p:nvSpPr>
        <p:spPr>
          <a:xfrm>
            <a:off x="4385804" y="39870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C546263-C9DB-4013-ABAF-B0AF726A5A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175063"/>
              </p:ext>
            </p:extLst>
          </p:nvPr>
        </p:nvGraphicFramePr>
        <p:xfrm>
          <a:off x="5181995" y="4005511"/>
          <a:ext cx="939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name="Equation" r:id="rId13" imgW="939600" imgH="342720" progId="Equation.DSMT4">
                  <p:embed/>
                </p:oleObj>
              </mc:Choice>
              <mc:Fallback>
                <p:oleObj name="Equation" r:id="rId13" imgW="939600" imgH="342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958CC54-2A96-436D-BA1B-350B4F86EC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995" y="4005511"/>
                        <a:ext cx="939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E598F3A9-E4D1-45A3-B344-A8B4237E8C75}"/>
              </a:ext>
            </a:extLst>
          </p:cNvPr>
          <p:cNvGrpSpPr/>
          <p:nvPr/>
        </p:nvGrpSpPr>
        <p:grpSpPr>
          <a:xfrm>
            <a:off x="6405602" y="1722117"/>
            <a:ext cx="2448272" cy="524054"/>
            <a:chOff x="6588224" y="1779662"/>
            <a:chExt cx="2448272" cy="524054"/>
          </a:xfrm>
        </p:grpSpPr>
        <p:sp>
          <p:nvSpPr>
            <p:cNvPr id="18" name="矩形: 圆角 10">
              <a:extLst>
                <a:ext uri="{FF2B5EF4-FFF2-40B4-BE49-F238E27FC236}">
                  <a16:creationId xmlns:a16="http://schemas.microsoft.com/office/drawing/2014/main" id="{0D71163E-9E2F-4FD5-82AB-10970E51C2A9}"/>
                </a:ext>
              </a:extLst>
            </p:cNvPr>
            <p:cNvSpPr/>
            <p:nvPr/>
          </p:nvSpPr>
          <p:spPr>
            <a:xfrm>
              <a:off x="6588224" y="1779662"/>
              <a:ext cx="2448272" cy="524054"/>
            </a:xfrm>
            <a:prstGeom prst="round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EC7E9D20-C08C-4DAD-B5BA-A61AA496BC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3239919"/>
                </p:ext>
              </p:extLst>
            </p:nvPr>
          </p:nvGraphicFramePr>
          <p:xfrm>
            <a:off x="6660232" y="1857447"/>
            <a:ext cx="22891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05" name="Equation" r:id="rId15" imgW="2286000" imgH="380880" progId="Equation.DSMT4">
                    <p:embed/>
                  </p:oleObj>
                </mc:Choice>
                <mc:Fallback>
                  <p:oleObj name="Equation" r:id="rId15" imgW="2286000" imgH="38088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C9669054-38D4-4B0B-BAA0-A02F5DB335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232" y="1857447"/>
                          <a:ext cx="22891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515B85E-E94C-42F2-81C6-426A0D9DB6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024211"/>
              </p:ext>
            </p:extLst>
          </p:nvPr>
        </p:nvGraphicFramePr>
        <p:xfrm>
          <a:off x="6477610" y="67891"/>
          <a:ext cx="24971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6" name="Equation" r:id="rId17" imgW="2438280" imgH="355320" progId="Equation.DSMT4">
                  <p:embed/>
                </p:oleObj>
              </mc:Choice>
              <mc:Fallback>
                <p:oleObj name="Equation" r:id="rId17" imgW="2438280" imgH="3553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9005E376-F193-4348-A789-1076CC8258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610" y="67891"/>
                        <a:ext cx="2497137" cy="3778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762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3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BBE7D05-CC5F-42CE-976E-A4D59234B07B}"/>
              </a:ext>
            </a:extLst>
          </p:cNvPr>
          <p:cNvCxnSpPr>
            <a:cxnSpLocks/>
          </p:cNvCxnSpPr>
          <p:nvPr/>
        </p:nvCxnSpPr>
        <p:spPr>
          <a:xfrm>
            <a:off x="72008" y="1542809"/>
            <a:ext cx="9071992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DDC1543A-6967-4125-A4D0-761946650935}"/>
              </a:ext>
            </a:extLst>
          </p:cNvPr>
          <p:cNvSpPr/>
          <p:nvPr/>
        </p:nvSpPr>
        <p:spPr>
          <a:xfrm>
            <a:off x="899592" y="591484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39308C-F4ED-44B1-9026-1FC65DE6EBCD}"/>
              </a:ext>
            </a:extLst>
          </p:cNvPr>
          <p:cNvSpPr/>
          <p:nvPr/>
        </p:nvSpPr>
        <p:spPr>
          <a:xfrm>
            <a:off x="1475656" y="627534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求解初值问题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6BBBB3A-8225-492A-8438-733B515EA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693654"/>
              </p:ext>
            </p:extLst>
          </p:nvPr>
        </p:nvGraphicFramePr>
        <p:xfrm>
          <a:off x="3585529" y="159436"/>
          <a:ext cx="241935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name="Equation" r:id="rId3" imgW="2425680" imgH="1244520" progId="Equation.DSMT4">
                  <p:embed/>
                </p:oleObj>
              </mc:Choice>
              <mc:Fallback>
                <p:oleObj name="Equation" r:id="rId3" imgW="2425680" imgH="12445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4FEFE40-A0C5-4A27-922E-283C03F6B6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5529" y="159436"/>
                        <a:ext cx="2419350" cy="1249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A939289E-BE3B-4F25-9451-00D3C39A160C}"/>
              </a:ext>
            </a:extLst>
          </p:cNvPr>
          <p:cNvSpPr/>
          <p:nvPr/>
        </p:nvSpPr>
        <p:spPr>
          <a:xfrm>
            <a:off x="341130" y="1689227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方程的通解为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24EAF03-5031-4FD2-A75E-9A6E53F173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041843"/>
              </p:ext>
            </p:extLst>
          </p:nvPr>
        </p:nvGraphicFramePr>
        <p:xfrm>
          <a:off x="2885058" y="1880509"/>
          <a:ext cx="32956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name="Equation" r:id="rId5" imgW="3288960" imgH="672840" progId="Equation.DSMT4">
                  <p:embed/>
                </p:oleObj>
              </mc:Choice>
              <mc:Fallback>
                <p:oleObj name="Equation" r:id="rId5" imgW="3288960" imgH="6728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928AED8-C7A6-4DAD-BFC8-B9D43B4A3C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5058" y="1880509"/>
                        <a:ext cx="3295650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D51AB58-7334-4725-A3AD-4193A77C4D5C}"/>
              </a:ext>
            </a:extLst>
          </p:cNvPr>
          <p:cNvSpPr/>
          <p:nvPr/>
        </p:nvSpPr>
        <p:spPr>
          <a:xfrm>
            <a:off x="349294" y="2723022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由初值条件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5FAEF3B-993F-4B95-AC1E-6A22729A5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202970"/>
              </p:ext>
            </p:extLst>
          </p:nvPr>
        </p:nvGraphicFramePr>
        <p:xfrm>
          <a:off x="1999760" y="2758976"/>
          <a:ext cx="22098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6" name="Equation" r:id="rId7" imgW="2209680" imgH="380880" progId="Equation.DSMT4">
                  <p:embed/>
                </p:oleObj>
              </mc:Choice>
              <mc:Fallback>
                <p:oleObj name="Equation" r:id="rId7" imgW="2209680" imgH="380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0314F52-06C5-4B86-9D0C-23D626BCC4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760" y="2758976"/>
                        <a:ext cx="220980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D684B0FD-755D-4613-B091-ACEFB0180D4A}"/>
              </a:ext>
            </a:extLst>
          </p:cNvPr>
          <p:cNvSpPr/>
          <p:nvPr/>
        </p:nvSpPr>
        <p:spPr>
          <a:xfrm>
            <a:off x="4172157" y="272130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EE8E77A-4D68-427F-91E7-011F4EABD1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553277"/>
              </p:ext>
            </p:extLst>
          </p:nvPr>
        </p:nvGraphicFramePr>
        <p:xfrm>
          <a:off x="4598520" y="2785414"/>
          <a:ext cx="14414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7" name="Equation" r:id="rId9" imgW="1434960" imgH="380880" progId="Equation.DSMT4">
                  <p:embed/>
                </p:oleObj>
              </mc:Choice>
              <mc:Fallback>
                <p:oleObj name="Equation" r:id="rId9" imgW="143496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7D523CA-E3C4-4E52-AD03-BC69C9FB9B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520" y="2785414"/>
                        <a:ext cx="144145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E2294DBD-073F-4A63-BC75-05C562EB8B19}"/>
              </a:ext>
            </a:extLst>
          </p:cNvPr>
          <p:cNvSpPr/>
          <p:nvPr/>
        </p:nvSpPr>
        <p:spPr>
          <a:xfrm>
            <a:off x="5942090" y="2723021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故满足初值条件的特解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4D444BD-0C16-4990-85E1-A9149A205E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571854"/>
              </p:ext>
            </p:extLst>
          </p:nvPr>
        </p:nvGraphicFramePr>
        <p:xfrm>
          <a:off x="3140646" y="3302909"/>
          <a:ext cx="272573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8" name="Equation" r:id="rId11" imgW="2730240" imgH="647640" progId="Equation.DSMT4">
                  <p:embed/>
                </p:oleObj>
              </mc:Choice>
              <mc:Fallback>
                <p:oleObj name="Equation" r:id="rId11" imgW="2730240" imgH="6476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0911EB3-0DBB-4467-840E-026790EDD0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646" y="3302909"/>
                        <a:ext cx="2725737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0358E742-D4A7-46A4-B895-D5675B84DB32}"/>
              </a:ext>
            </a:extLst>
          </p:cNvPr>
          <p:cNvSpPr/>
          <p:nvPr/>
        </p:nvSpPr>
        <p:spPr>
          <a:xfrm>
            <a:off x="411117" y="413247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取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E202EFB-C673-4C62-95DB-BD13FEA82F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957902"/>
              </p:ext>
            </p:extLst>
          </p:nvPr>
        </p:nvGraphicFramePr>
        <p:xfrm>
          <a:off x="804056" y="4208198"/>
          <a:ext cx="876300" cy="322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9" name="Equation" r:id="rId13" imgW="876240" imgH="330120" progId="Equation.DSMT4">
                  <p:embed/>
                </p:oleObj>
              </mc:Choice>
              <mc:Fallback>
                <p:oleObj name="Equation" r:id="rId13" imgW="876240" imgH="3301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7ED7311-87D3-4581-A3B6-C1DBD8A51E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56" y="4208198"/>
                        <a:ext cx="876300" cy="3225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49E91B33-F828-4360-A744-2314345B9D3C}"/>
              </a:ext>
            </a:extLst>
          </p:cNvPr>
          <p:cNvSpPr/>
          <p:nvPr/>
        </p:nvSpPr>
        <p:spPr>
          <a:xfrm>
            <a:off x="1752737" y="412054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</a:p>
        </p:txBody>
      </p:sp>
    </p:spTree>
    <p:extLst>
      <p:ext uri="{BB962C8B-B14F-4D97-AF65-F5344CB8AC3E}">
        <p14:creationId xmlns:p14="http://schemas.microsoft.com/office/powerpoint/2010/main" val="4713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0F61E8-9303-4421-8646-5E13F5E517A3}"/>
              </a:ext>
            </a:extLst>
          </p:cNvPr>
          <p:cNvSpPr/>
          <p:nvPr/>
        </p:nvSpPr>
        <p:spPr>
          <a:xfrm>
            <a:off x="805943" y="771550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E4CFC1-2B32-40B6-B362-BF7F016EC12A}"/>
              </a:ext>
            </a:extLst>
          </p:cNvPr>
          <p:cNvSpPr/>
          <p:nvPr/>
        </p:nvSpPr>
        <p:spPr>
          <a:xfrm>
            <a:off x="1526023" y="807600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求解初值问题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B8E5370-095D-4E5C-90DF-087465FB9E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610207"/>
              </p:ext>
            </p:extLst>
          </p:nvPr>
        </p:nvGraphicFramePr>
        <p:xfrm>
          <a:off x="3635896" y="339502"/>
          <a:ext cx="241935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name="Equation" r:id="rId3" imgW="2425680" imgH="1244520" progId="Equation.DSMT4">
                  <p:embed/>
                </p:oleObj>
              </mc:Choice>
              <mc:Fallback>
                <p:oleObj name="Equation" r:id="rId3" imgW="2425680" imgH="1244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02C21B5-0ECD-491E-BDB9-5492B5EE3B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339502"/>
                        <a:ext cx="2419350" cy="1249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2DBCF59-5FC7-4358-914E-8DB227A38E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997661"/>
              </p:ext>
            </p:extLst>
          </p:nvPr>
        </p:nvGraphicFramePr>
        <p:xfrm>
          <a:off x="2796983" y="2355726"/>
          <a:ext cx="29670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3" name="Equation" r:id="rId5" imgW="2971800" imgH="825480" progId="Equation.DSMT4">
                  <p:embed/>
                </p:oleObj>
              </mc:Choice>
              <mc:Fallback>
                <p:oleObj name="Equation" r:id="rId5" imgW="2971800" imgH="825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072752B-BC4D-4EC0-A0A3-F973F28564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983" y="2355726"/>
                        <a:ext cx="2967038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71C2363-11F5-4F34-8051-34DE9230E48F}"/>
              </a:ext>
            </a:extLst>
          </p:cNvPr>
          <p:cNvSpPr/>
          <p:nvPr/>
        </p:nvSpPr>
        <p:spPr>
          <a:xfrm>
            <a:off x="229879" y="177966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解得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691A2E-4A6B-48A2-B105-775B8424A42B}"/>
              </a:ext>
            </a:extLst>
          </p:cNvPr>
          <p:cNvSpPr/>
          <p:nvPr/>
        </p:nvSpPr>
        <p:spPr>
          <a:xfrm>
            <a:off x="960742" y="3882039"/>
            <a:ext cx="24192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即链条下滑需要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94017FD-3F05-404E-9A5E-79FDB1536C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435984"/>
              </p:ext>
            </p:extLst>
          </p:nvPr>
        </p:nvGraphicFramePr>
        <p:xfrm>
          <a:off x="3372734" y="3702502"/>
          <a:ext cx="2354262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Equation" r:id="rId7" imgW="2349360" imgH="825480" progId="Equation.DSMT4">
                  <p:embed/>
                </p:oleObj>
              </mc:Choice>
              <mc:Fallback>
                <p:oleObj name="Equation" r:id="rId7" imgW="2349360" imgH="825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893B846-C131-4736-A7DA-280A57686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2734" y="3702502"/>
                        <a:ext cx="2354262" cy="82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8AD7B55-B725-4862-9C47-C9466D2C86AC}"/>
              </a:ext>
            </a:extLst>
          </p:cNvPr>
          <p:cNvSpPr/>
          <p:nvPr/>
        </p:nvSpPr>
        <p:spPr>
          <a:xfrm>
            <a:off x="5269819" y="768689"/>
            <a:ext cx="3897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楷体" pitchFamily="49" charset="-122"/>
                <a:ea typeface="楷体" pitchFamily="49" charset="-122"/>
              </a:rPr>
              <a:t>（并求出链条下滑的时间）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2EE39CE-8265-4625-938E-18AA778B8CFD}"/>
              </a:ext>
            </a:extLst>
          </p:cNvPr>
          <p:cNvCxnSpPr>
            <a:cxnSpLocks/>
          </p:cNvCxnSpPr>
          <p:nvPr/>
        </p:nvCxnSpPr>
        <p:spPr>
          <a:xfrm>
            <a:off x="73838" y="1650867"/>
            <a:ext cx="9071992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72468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3B74F3-7608-42BC-B7F0-5C298758BB86}"/>
              </a:ext>
            </a:extLst>
          </p:cNvPr>
          <p:cNvSpPr/>
          <p:nvPr/>
        </p:nvSpPr>
        <p:spPr>
          <a:xfrm>
            <a:off x="1078819" y="445738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BBA32A-8A33-4A8F-BE60-EABD5E6A30C8}"/>
              </a:ext>
            </a:extLst>
          </p:cNvPr>
          <p:cNvSpPr/>
          <p:nvPr/>
        </p:nvSpPr>
        <p:spPr>
          <a:xfrm>
            <a:off x="1678978" y="483518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47F895-7613-4280-999F-C9681B47200F}"/>
              </a:ext>
            </a:extLst>
          </p:cNvPr>
          <p:cNvSpPr/>
          <p:nvPr/>
        </p:nvSpPr>
        <p:spPr>
          <a:xfrm>
            <a:off x="5858305" y="490237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EF307B-3AB7-4744-AFFB-E25E7771E9AE}"/>
              </a:ext>
            </a:extLst>
          </p:cNvPr>
          <p:cNvSpPr/>
          <p:nvPr/>
        </p:nvSpPr>
        <p:spPr>
          <a:xfrm>
            <a:off x="1095291" y="108526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BEED44-C886-4369-AF2B-74A2292AA769}"/>
              </a:ext>
            </a:extLst>
          </p:cNvPr>
          <p:cNvSpPr/>
          <p:nvPr/>
        </p:nvSpPr>
        <p:spPr>
          <a:xfrm>
            <a:off x="1074762" y="1738029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的特征方程为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C3660D-A995-427F-849F-BEC502C1777F}"/>
              </a:ext>
            </a:extLst>
          </p:cNvPr>
          <p:cNvSpPr/>
          <p:nvPr/>
        </p:nvSpPr>
        <p:spPr>
          <a:xfrm>
            <a:off x="1003300" y="2505338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有两个不相等的实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 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63975C-412C-42A0-A2AE-504147B06BF1}"/>
              </a:ext>
            </a:extLst>
          </p:cNvPr>
          <p:cNvSpPr/>
          <p:nvPr/>
        </p:nvSpPr>
        <p:spPr>
          <a:xfrm>
            <a:off x="1060172" y="3490172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对应齐次方程的通解为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EEBBF95-D27B-485A-90D7-543E396212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325512"/>
              </p:ext>
            </p:extLst>
          </p:nvPr>
        </p:nvGraphicFramePr>
        <p:xfrm>
          <a:off x="3361065" y="490237"/>
          <a:ext cx="25225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name="Equation" r:id="rId3" imgW="2527200" imgH="406080" progId="Equation.DSMT4">
                  <p:embed/>
                </p:oleObj>
              </mc:Choice>
              <mc:Fallback>
                <p:oleObj name="Equation" r:id="rId3" imgW="2527200" imgH="406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9C2B969-F83D-40BE-8FE5-540DA143F0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065" y="490237"/>
                        <a:ext cx="2522537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92DC005-8A7C-446B-B34B-AFEB13BFB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372671"/>
              </p:ext>
            </p:extLst>
          </p:nvPr>
        </p:nvGraphicFramePr>
        <p:xfrm>
          <a:off x="1893332" y="1173032"/>
          <a:ext cx="24384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0" name="Equation" r:id="rId5" imgW="2438280" imgH="380880" progId="Equation.DSMT4">
                  <p:embed/>
                </p:oleObj>
              </mc:Choice>
              <mc:Fallback>
                <p:oleObj name="Equation" r:id="rId5" imgW="2438280" imgH="380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994E8B1-11BC-4677-A80A-2D347F0D43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332" y="1173032"/>
                        <a:ext cx="24384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8E79DBD-7F73-414E-B1EE-B66240CD0E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60392"/>
              </p:ext>
            </p:extLst>
          </p:nvPr>
        </p:nvGraphicFramePr>
        <p:xfrm>
          <a:off x="5207370" y="1799413"/>
          <a:ext cx="17986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Equation" r:id="rId7" imgW="1803240" imgH="393480" progId="Equation.DSMT4">
                  <p:embed/>
                </p:oleObj>
              </mc:Choice>
              <mc:Fallback>
                <p:oleObj name="Equation" r:id="rId7" imgW="180324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48F44DA-3DB2-44F5-98E7-3FC08FA21C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370" y="1799413"/>
                        <a:ext cx="1798638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685C83D-2804-4C47-A665-7059DBA73D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580502"/>
              </p:ext>
            </p:extLst>
          </p:nvPr>
        </p:nvGraphicFramePr>
        <p:xfrm>
          <a:off x="5177208" y="2611586"/>
          <a:ext cx="18288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2" name="Equation" r:id="rId9" imgW="1828800" imgH="380880" progId="Equation.DSMT4">
                  <p:embed/>
                </p:oleObj>
              </mc:Choice>
              <mc:Fallback>
                <p:oleObj name="Equation" r:id="rId9" imgW="182880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E98CC0D-0A3A-4842-BE4F-8A7F33ABAB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7208" y="2611586"/>
                        <a:ext cx="18288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EEB72A6-EBDE-45A9-9E17-FE53C0A05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629662"/>
              </p:ext>
            </p:extLst>
          </p:nvPr>
        </p:nvGraphicFramePr>
        <p:xfrm>
          <a:off x="5063354" y="3484206"/>
          <a:ext cx="226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3" name="Equation" r:id="rId11" imgW="2260440" imgH="419040" progId="Equation.DSMT4">
                  <p:embed/>
                </p:oleObj>
              </mc:Choice>
              <mc:Fallback>
                <p:oleObj name="Equation" r:id="rId11" imgW="226044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559BDC9-047F-4F87-929B-C9A19A5379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3354" y="3484206"/>
                        <a:ext cx="2260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DC7CC86-E275-47F3-9479-783AC43463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158146"/>
              </p:ext>
            </p:extLst>
          </p:nvPr>
        </p:nvGraphicFramePr>
        <p:xfrm>
          <a:off x="6477610" y="67891"/>
          <a:ext cx="24971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4" name="Equation" r:id="rId13" imgW="2438280" imgH="355320" progId="Equation.DSMT4">
                  <p:embed/>
                </p:oleObj>
              </mc:Choice>
              <mc:Fallback>
                <p:oleObj name="Equation" r:id="rId13" imgW="2438280" imgH="355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515B85E-E94C-42F2-81C6-426A0D9DB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610" y="67891"/>
                        <a:ext cx="2497137" cy="3778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343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498FED-B37E-4F47-AE7E-A42627476740}"/>
              </a:ext>
            </a:extLst>
          </p:cNvPr>
          <p:cNvSpPr/>
          <p:nvPr/>
        </p:nvSpPr>
        <p:spPr>
          <a:xfrm>
            <a:off x="1155880" y="110422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由于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B8CE0C4-38BC-4FBF-A020-7D9D3D682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4195"/>
              </p:ext>
            </p:extLst>
          </p:nvPr>
        </p:nvGraphicFramePr>
        <p:xfrm>
          <a:off x="1822704" y="1196476"/>
          <a:ext cx="825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0" name="Equation" r:id="rId3" imgW="825480" imgH="279360" progId="Equation.DSMT4">
                  <p:embed/>
                </p:oleObj>
              </mc:Choice>
              <mc:Fallback>
                <p:oleObj name="Equation" r:id="rId3" imgW="825480" imgH="279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691310E-AF6C-40C9-A998-D2EA5D6545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704" y="1196476"/>
                        <a:ext cx="8255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1639973-FCBC-495F-8519-C0FF0B685556}"/>
              </a:ext>
            </a:extLst>
          </p:cNvPr>
          <p:cNvSpPr/>
          <p:nvPr/>
        </p:nvSpPr>
        <p:spPr>
          <a:xfrm>
            <a:off x="2572897" y="1104228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为特征根，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AB3E49-6E31-449A-AE06-F3DCDE8D326A}"/>
              </a:ext>
            </a:extLst>
          </p:cNvPr>
          <p:cNvSpPr/>
          <p:nvPr/>
        </p:nvSpPr>
        <p:spPr>
          <a:xfrm>
            <a:off x="4211991" y="1104227"/>
            <a:ext cx="34264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所以应设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原方程有特解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F840B2-CF2D-4DBA-B910-34EAA1DC7F9D}"/>
              </a:ext>
            </a:extLst>
          </p:cNvPr>
          <p:cNvSpPr/>
          <p:nvPr/>
        </p:nvSpPr>
        <p:spPr>
          <a:xfrm>
            <a:off x="1088356" y="2067440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代入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8EB0485-22FE-4004-A517-E74F5A6203F5}"/>
              </a:ext>
            </a:extLst>
          </p:cNvPr>
          <p:cNvCxnSpPr/>
          <p:nvPr/>
        </p:nvCxnSpPr>
        <p:spPr>
          <a:xfrm>
            <a:off x="-18404" y="857242"/>
            <a:ext cx="9144000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54AC0332-A881-4950-BBE0-18C2B5B6C37D}"/>
              </a:ext>
            </a:extLst>
          </p:cNvPr>
          <p:cNvSpPr/>
          <p:nvPr/>
        </p:nvSpPr>
        <p:spPr>
          <a:xfrm>
            <a:off x="982414" y="222995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7A77A8-105A-43E4-9A9C-8C353B29979C}"/>
              </a:ext>
            </a:extLst>
          </p:cNvPr>
          <p:cNvSpPr/>
          <p:nvPr/>
        </p:nvSpPr>
        <p:spPr>
          <a:xfrm>
            <a:off x="1691711" y="252190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1F5076-F85D-4609-90F3-F0BFFEFDFA14}"/>
              </a:ext>
            </a:extLst>
          </p:cNvPr>
          <p:cNvSpPr/>
          <p:nvPr/>
        </p:nvSpPr>
        <p:spPr>
          <a:xfrm>
            <a:off x="6017699" y="267494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25CCED1-36FA-456D-BAD0-1EA2A04F2B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761228"/>
              </p:ext>
            </p:extLst>
          </p:nvPr>
        </p:nvGraphicFramePr>
        <p:xfrm>
          <a:off x="3495162" y="267494"/>
          <a:ext cx="25225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name="Equation" r:id="rId5" imgW="2527200" imgH="406080" progId="Equation.DSMT4">
                  <p:embed/>
                </p:oleObj>
              </mc:Choice>
              <mc:Fallback>
                <p:oleObj name="Equation" r:id="rId5" imgW="252720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776062C-F25A-4BC5-BEA8-3AE8EE5373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162" y="267494"/>
                        <a:ext cx="2522537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54ABD67-B52D-428E-AA58-73E641D154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05346"/>
              </p:ext>
            </p:extLst>
          </p:nvPr>
        </p:nvGraphicFramePr>
        <p:xfrm>
          <a:off x="3580209" y="1607583"/>
          <a:ext cx="23431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2" name="Equation" r:id="rId7" imgW="2336760" imgH="419040" progId="Equation.DSMT4">
                  <p:embed/>
                </p:oleObj>
              </mc:Choice>
              <mc:Fallback>
                <p:oleObj name="Equation" r:id="rId7" imgW="2336760" imgH="4190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189AA52-AA5F-43E7-8CCC-DB99EE3B59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0209" y="1607583"/>
                        <a:ext cx="234315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8E06C1B-B8C6-4AE2-9AF8-98EF3B75DF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01448"/>
              </p:ext>
            </p:extLst>
          </p:nvPr>
        </p:nvGraphicFramePr>
        <p:xfrm>
          <a:off x="3624909" y="2170315"/>
          <a:ext cx="26289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name="Equation" r:id="rId9" imgW="2628720" imgH="380880" progId="Equation.DSMT4">
                  <p:embed/>
                </p:oleObj>
              </mc:Choice>
              <mc:Fallback>
                <p:oleObj name="Equation" r:id="rId9" imgW="262872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9519CAA-2AA3-4B58-BA26-14AEC0E1CA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909" y="2170315"/>
                        <a:ext cx="2628900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38CC754D-8FDD-4753-A2D3-4E8338555451}"/>
              </a:ext>
            </a:extLst>
          </p:cNvPr>
          <p:cNvSpPr/>
          <p:nvPr/>
        </p:nvSpPr>
        <p:spPr>
          <a:xfrm>
            <a:off x="989541" y="2805749"/>
            <a:ext cx="5134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比较等式两端同次数幂的系数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41C1B3C-EAE6-4665-9766-1485E6468C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476259"/>
              </p:ext>
            </p:extLst>
          </p:nvPr>
        </p:nvGraphicFramePr>
        <p:xfrm>
          <a:off x="6142684" y="2659724"/>
          <a:ext cx="18288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4" name="Equation" r:id="rId11" imgW="1828800" imgH="723600" progId="Equation.DSMT4">
                  <p:embed/>
                </p:oleObj>
              </mc:Choice>
              <mc:Fallback>
                <p:oleObj name="Equation" r:id="rId11" imgW="1828800" imgH="723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5B645BB-1351-462B-A199-105FAE8C58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684" y="2659724"/>
                        <a:ext cx="1828800" cy="72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FE7E00F-3D0D-4819-8B43-09A39B60D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092798"/>
              </p:ext>
            </p:extLst>
          </p:nvPr>
        </p:nvGraphicFramePr>
        <p:xfrm>
          <a:off x="2943871" y="3273715"/>
          <a:ext cx="2532063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5" name="Equation" r:id="rId13" imgW="2527200" imgH="812520" progId="Equation.DSMT4">
                  <p:embed/>
                </p:oleObj>
              </mc:Choice>
              <mc:Fallback>
                <p:oleObj name="Equation" r:id="rId13" imgW="2527200" imgH="8125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2F3129E-D465-48A9-A0CC-5482902729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871" y="3273715"/>
                        <a:ext cx="2532063" cy="817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C77AFD88-36A6-4010-8E4E-97FB7E052860}"/>
              </a:ext>
            </a:extLst>
          </p:cNvPr>
          <p:cNvSpPr/>
          <p:nvPr/>
        </p:nvSpPr>
        <p:spPr>
          <a:xfrm>
            <a:off x="7958219" y="279322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F2E380-67F7-40B1-92F6-90E550E6CCAF}"/>
              </a:ext>
            </a:extLst>
          </p:cNvPr>
          <p:cNvSpPr/>
          <p:nvPr/>
        </p:nvSpPr>
        <p:spPr>
          <a:xfrm>
            <a:off x="1062500" y="4091277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从而所求的通解为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E5C4A6F-960B-4AE5-9344-5842EC8A9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663372"/>
              </p:ext>
            </p:extLst>
          </p:nvPr>
        </p:nvGraphicFramePr>
        <p:xfrm>
          <a:off x="3682382" y="3939459"/>
          <a:ext cx="42354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6" name="Equation" r:id="rId15" imgW="4241520" imgH="812520" progId="Equation.DSMT4">
                  <p:embed/>
                </p:oleObj>
              </mc:Choice>
              <mc:Fallback>
                <p:oleObj name="Equation" r:id="rId15" imgW="4241520" imgH="8125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CACEC38B-08E4-4F1D-A9E8-69A1B15CF3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2382" y="3939459"/>
                        <a:ext cx="4235450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746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14" grpId="0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B83B67-6AA0-4D46-A9DA-7843A10FDFC7}"/>
              </a:ext>
            </a:extLst>
          </p:cNvPr>
          <p:cNvSpPr/>
          <p:nvPr/>
        </p:nvSpPr>
        <p:spPr>
          <a:xfrm>
            <a:off x="982383" y="382315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1DCAA8-440C-465E-BE6D-5A57F7A59469}"/>
              </a:ext>
            </a:extLst>
          </p:cNvPr>
          <p:cNvSpPr/>
          <p:nvPr/>
        </p:nvSpPr>
        <p:spPr>
          <a:xfrm>
            <a:off x="1691680" y="411510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B61276-6229-48A3-A2FA-E28401181BDB}"/>
              </a:ext>
            </a:extLst>
          </p:cNvPr>
          <p:cNvSpPr/>
          <p:nvPr/>
        </p:nvSpPr>
        <p:spPr>
          <a:xfrm>
            <a:off x="6294264" y="411510"/>
            <a:ext cx="1266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6A1A02-9307-40E3-9B72-2F94800B3FDB}"/>
              </a:ext>
            </a:extLst>
          </p:cNvPr>
          <p:cNvSpPr/>
          <p:nvPr/>
        </p:nvSpPr>
        <p:spPr>
          <a:xfrm>
            <a:off x="982383" y="102557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6F31F8-C949-4877-8674-122911343463}"/>
              </a:ext>
            </a:extLst>
          </p:cNvPr>
          <p:cNvSpPr/>
          <p:nvPr/>
        </p:nvSpPr>
        <p:spPr>
          <a:xfrm>
            <a:off x="985394" y="1745853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的特征方程为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A9EDB2-4C6F-478F-A8E4-9B0D32A7A2AE}"/>
              </a:ext>
            </a:extLst>
          </p:cNvPr>
          <p:cNvSpPr/>
          <p:nvPr/>
        </p:nvSpPr>
        <p:spPr>
          <a:xfrm>
            <a:off x="982383" y="2734964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有二重实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根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03B831-A505-480F-81A3-A967A17F40A8}"/>
              </a:ext>
            </a:extLst>
          </p:cNvPr>
          <p:cNvSpPr/>
          <p:nvPr/>
        </p:nvSpPr>
        <p:spPr>
          <a:xfrm>
            <a:off x="1006496" y="356698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对应齐次方程的通解为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C32BFE4-530F-4C20-BC09-2297D1F0A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854128"/>
              </p:ext>
            </p:extLst>
          </p:nvPr>
        </p:nvGraphicFramePr>
        <p:xfrm>
          <a:off x="3347864" y="443838"/>
          <a:ext cx="294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7" name="Equation" r:id="rId3" imgW="2946240" imgH="406080" progId="Equation.DSMT4">
                  <p:embed/>
                </p:oleObj>
              </mc:Choice>
              <mc:Fallback>
                <p:oleObj name="Equation" r:id="rId3" imgW="2946240" imgH="406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AF3818A-A0F4-443E-B801-9E6ABA863E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43838"/>
                        <a:ext cx="2946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3AD0206-B7E5-47CA-9151-D5A1DC35C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101471"/>
              </p:ext>
            </p:extLst>
          </p:nvPr>
        </p:nvGraphicFramePr>
        <p:xfrm>
          <a:off x="1645518" y="1111003"/>
          <a:ext cx="25146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8" name="Equation" r:id="rId5" imgW="2514600" imgH="380880" progId="Equation.DSMT4">
                  <p:embed/>
                </p:oleObj>
              </mc:Choice>
              <mc:Fallback>
                <p:oleObj name="Equation" r:id="rId5" imgW="2514600" imgH="380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3BFFC05-C278-4A0C-A211-A40CE0C994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518" y="1111003"/>
                        <a:ext cx="251460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C29C02E-B792-47F2-A9A9-F749E81D0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131691"/>
              </p:ext>
            </p:extLst>
          </p:nvPr>
        </p:nvGraphicFramePr>
        <p:xfrm>
          <a:off x="3305661" y="2279423"/>
          <a:ext cx="18034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9" name="Equation" r:id="rId7" imgW="1803240" imgH="393480" progId="Equation.DSMT4">
                  <p:embed/>
                </p:oleObj>
              </mc:Choice>
              <mc:Fallback>
                <p:oleObj name="Equation" r:id="rId7" imgW="180324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160DA49-2B64-42CB-8820-A0534A64AC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661" y="2279423"/>
                        <a:ext cx="1803400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C13949B-07E7-42BD-9CE4-F29D01DD6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719457"/>
              </p:ext>
            </p:extLst>
          </p:nvPr>
        </p:nvGraphicFramePr>
        <p:xfrm>
          <a:off x="3380846" y="2859088"/>
          <a:ext cx="8810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0" name="Equation" r:id="rId9" imgW="876240" imgH="406080" progId="Equation.DSMT4">
                  <p:embed/>
                </p:oleObj>
              </mc:Choice>
              <mc:Fallback>
                <p:oleObj name="Equation" r:id="rId9" imgW="87624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64380F3-F11D-4C7F-AE23-953E65B971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846" y="2859088"/>
                        <a:ext cx="881063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9152BDC-C516-4DF2-BCAB-D9DA0D0FFE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866064"/>
              </p:ext>
            </p:extLst>
          </p:nvPr>
        </p:nvGraphicFramePr>
        <p:xfrm>
          <a:off x="4572000" y="3609549"/>
          <a:ext cx="21637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1" name="Equation" r:id="rId11" imgW="2158920" imgH="419040" progId="Equation.DSMT4">
                  <p:embed/>
                </p:oleObj>
              </mc:Choice>
              <mc:Fallback>
                <p:oleObj name="Equation" r:id="rId11" imgW="215892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7733223-293A-4085-9927-1498B8906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609549"/>
                        <a:ext cx="216376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9FA0811-D282-4E3D-AA7C-E03A32B40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158146"/>
              </p:ext>
            </p:extLst>
          </p:nvPr>
        </p:nvGraphicFramePr>
        <p:xfrm>
          <a:off x="6477610" y="67891"/>
          <a:ext cx="24971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2" name="Equation" r:id="rId13" imgW="2438280" imgH="355320" progId="Equation.DSMT4">
                  <p:embed/>
                </p:oleObj>
              </mc:Choice>
              <mc:Fallback>
                <p:oleObj name="Equation" r:id="rId13" imgW="2438280" imgH="355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515B85E-E94C-42F2-81C6-426A0D9DB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610" y="67891"/>
                        <a:ext cx="2497137" cy="3778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542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DCD9BE-CF97-4A72-87F8-1BC14519BF99}"/>
              </a:ext>
            </a:extLst>
          </p:cNvPr>
          <p:cNvSpPr/>
          <p:nvPr/>
        </p:nvSpPr>
        <p:spPr>
          <a:xfrm>
            <a:off x="994965" y="205971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C330D6-66A4-41B7-B745-9D9CED44E6CD}"/>
              </a:ext>
            </a:extLst>
          </p:cNvPr>
          <p:cNvSpPr/>
          <p:nvPr/>
        </p:nvSpPr>
        <p:spPr>
          <a:xfrm>
            <a:off x="1704262" y="235166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B2FC33-37F5-4C1A-8ABA-59D15D43405E}"/>
              </a:ext>
            </a:extLst>
          </p:cNvPr>
          <p:cNvSpPr/>
          <p:nvPr/>
        </p:nvSpPr>
        <p:spPr>
          <a:xfrm>
            <a:off x="6306846" y="235166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1D43436-3265-4EC7-9A42-CEB458325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423118"/>
              </p:ext>
            </p:extLst>
          </p:nvPr>
        </p:nvGraphicFramePr>
        <p:xfrm>
          <a:off x="3360446" y="267494"/>
          <a:ext cx="294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8" name="Equation" r:id="rId3" imgW="2946240" imgH="406080" progId="Equation.DSMT4">
                  <p:embed/>
                </p:oleObj>
              </mc:Choice>
              <mc:Fallback>
                <p:oleObj name="Equation" r:id="rId3" imgW="294624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B9230F2-A2A2-4A01-8DB5-82046E61F6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446" y="267494"/>
                        <a:ext cx="2946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A206CDE0-5405-426B-98DB-E69EA1F4A8C8}"/>
              </a:ext>
            </a:extLst>
          </p:cNvPr>
          <p:cNvSpPr/>
          <p:nvPr/>
        </p:nvSpPr>
        <p:spPr>
          <a:xfrm>
            <a:off x="1018701" y="95500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由于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D39B244-4A1F-464F-B839-87B34C52FF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003355"/>
              </p:ext>
            </p:extLst>
          </p:nvPr>
        </p:nvGraphicFramePr>
        <p:xfrm>
          <a:off x="1768075" y="1047251"/>
          <a:ext cx="660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" name="Equation" r:id="rId5" imgW="660240" imgH="279360" progId="Equation.DSMT4">
                  <p:embed/>
                </p:oleObj>
              </mc:Choice>
              <mc:Fallback>
                <p:oleObj name="Equation" r:id="rId5" imgW="66024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21AF654-55EC-4B59-8D55-E4ADD5BD12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075" y="1047251"/>
                        <a:ext cx="6604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5858C0C-8BC8-4C36-AA5D-B79122D9B1D7}"/>
              </a:ext>
            </a:extLst>
          </p:cNvPr>
          <p:cNvSpPr/>
          <p:nvPr/>
        </p:nvSpPr>
        <p:spPr>
          <a:xfrm>
            <a:off x="2435718" y="955003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二重实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根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A87AF5-7DA4-4E9E-AA5E-C71E804BC2EC}"/>
              </a:ext>
            </a:extLst>
          </p:cNvPr>
          <p:cNvSpPr/>
          <p:nvPr/>
        </p:nvSpPr>
        <p:spPr>
          <a:xfrm>
            <a:off x="4151866" y="955002"/>
            <a:ext cx="34264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所以应设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原方程有特解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390E41-67BA-42BD-BF59-7D4CA2DCBA60}"/>
              </a:ext>
            </a:extLst>
          </p:cNvPr>
          <p:cNvSpPr/>
          <p:nvPr/>
        </p:nvSpPr>
        <p:spPr>
          <a:xfrm>
            <a:off x="996365" y="2234474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代入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5C7C04-F4FA-4435-9098-56F7489ECC79}"/>
              </a:ext>
            </a:extLst>
          </p:cNvPr>
          <p:cNvSpPr/>
          <p:nvPr/>
        </p:nvSpPr>
        <p:spPr>
          <a:xfrm>
            <a:off x="5547429" y="227156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</a:t>
            </a:r>
            <a:endParaRPr lang="zh-CN" altLang="zh-CN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98A830-D694-4393-AC03-82E64EFFB22C}"/>
              </a:ext>
            </a:extLst>
          </p:cNvPr>
          <p:cNvSpPr/>
          <p:nvPr/>
        </p:nvSpPr>
        <p:spPr>
          <a:xfrm>
            <a:off x="1039687" y="3585709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从而所求的通解为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3DE68D8-86C9-4564-A9D0-EFC630E1F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587388"/>
              </p:ext>
            </p:extLst>
          </p:nvPr>
        </p:nvGraphicFramePr>
        <p:xfrm>
          <a:off x="3519370" y="1521711"/>
          <a:ext cx="24479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0" name="Equation" r:id="rId7" imgW="2438280" imgH="419040" progId="Equation.DSMT4">
                  <p:embed/>
                </p:oleObj>
              </mc:Choice>
              <mc:Fallback>
                <p:oleObj name="Equation" r:id="rId7" imgW="243828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1E00EBE-28A6-4C25-AD22-1D09CB6EE8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370" y="1521711"/>
                        <a:ext cx="244792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B17ECCA-1BA8-438C-898D-EEDE773AE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639760"/>
              </p:ext>
            </p:extLst>
          </p:nvPr>
        </p:nvGraphicFramePr>
        <p:xfrm>
          <a:off x="3717807" y="2099114"/>
          <a:ext cx="17335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1" name="Equation" r:id="rId9" imgW="1739880" imgH="736560" progId="Equation.DSMT4">
                  <p:embed/>
                </p:oleObj>
              </mc:Choice>
              <mc:Fallback>
                <p:oleObj name="Equation" r:id="rId9" imgW="173988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CE2F187-7485-4248-81A4-8D2C9354E4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807" y="2099114"/>
                        <a:ext cx="173355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633F072-0526-4FAA-B5C4-4788D72D54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459513"/>
              </p:ext>
            </p:extLst>
          </p:nvPr>
        </p:nvGraphicFramePr>
        <p:xfrm>
          <a:off x="3490718" y="2934636"/>
          <a:ext cx="23939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2" name="Equation" r:id="rId11" imgW="2387520" imgH="812520" progId="Equation.DSMT4">
                  <p:embed/>
                </p:oleObj>
              </mc:Choice>
              <mc:Fallback>
                <p:oleObj name="Equation" r:id="rId11" imgW="2387520" imgH="8125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29028D7-4102-4179-96F5-9A481A7CC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718" y="2934636"/>
                        <a:ext cx="239395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FC2F1B5-8BD0-4549-AC67-15CDD6ACBC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255662"/>
              </p:ext>
            </p:extLst>
          </p:nvPr>
        </p:nvGraphicFramePr>
        <p:xfrm>
          <a:off x="2496350" y="3998063"/>
          <a:ext cx="39957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name="Equation" r:id="rId13" imgW="4000320" imgH="812520" progId="Equation.DSMT4">
                  <p:embed/>
                </p:oleObj>
              </mc:Choice>
              <mc:Fallback>
                <p:oleObj name="Equation" r:id="rId13" imgW="4000320" imgH="8125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ABFB1D5-DAD4-4C1A-9619-9ADCE936A7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350" y="3998063"/>
                        <a:ext cx="3995737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691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41BC299-79C2-47AF-B404-E07114E74B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739181"/>
              </p:ext>
            </p:extLst>
          </p:nvPr>
        </p:nvGraphicFramePr>
        <p:xfrm>
          <a:off x="1528763" y="411163"/>
          <a:ext cx="47974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2" name="Equation" r:id="rId3" imgW="4686120" imgH="419040" progId="Equation.DSMT4">
                  <p:embed/>
                </p:oleObj>
              </mc:Choice>
              <mc:Fallback>
                <p:oleObj name="Equation" r:id="rId3" imgW="468612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790CDC4-2BD6-47A8-AFB9-726B41C116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411163"/>
                        <a:ext cx="4797425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06EE955-F5C4-4E9C-854F-2F1B37D15A49}"/>
              </a:ext>
            </a:extLst>
          </p:cNvPr>
          <p:cNvSpPr/>
          <p:nvPr/>
        </p:nvSpPr>
        <p:spPr>
          <a:xfrm>
            <a:off x="888255" y="40004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二、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5B2906-B1A4-4F85-8272-9FEC0890B480}"/>
              </a:ext>
            </a:extLst>
          </p:cNvPr>
          <p:cNvSpPr/>
          <p:nvPr/>
        </p:nvSpPr>
        <p:spPr>
          <a:xfrm>
            <a:off x="6305401" y="41151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型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BBC2D00-43DD-42B7-A5E0-DF13CF41C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293666"/>
              </p:ext>
            </p:extLst>
          </p:nvPr>
        </p:nvGraphicFramePr>
        <p:xfrm>
          <a:off x="1037582" y="1075481"/>
          <a:ext cx="538162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3" name="Equation" r:id="rId5" imgW="533160" imgH="330120" progId="Equation.DSMT4">
                  <p:embed/>
                </p:oleObj>
              </mc:Choice>
              <mc:Fallback>
                <p:oleObj name="Equation" r:id="rId5" imgW="533160" imgH="3301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ACC23DD-62C5-4538-B1FC-9EEA2C8EC7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582" y="1075481"/>
                        <a:ext cx="538162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5B67598-C87A-4644-953A-531B6D8161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270569"/>
              </p:ext>
            </p:extLst>
          </p:nvPr>
        </p:nvGraphicFramePr>
        <p:xfrm>
          <a:off x="2787712" y="1075482"/>
          <a:ext cx="80010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4" name="Equation" r:id="rId7" imgW="774360" imgH="330120" progId="Equation.DSMT4">
                  <p:embed/>
                </p:oleObj>
              </mc:Choice>
              <mc:Fallback>
                <p:oleObj name="Equation" r:id="rId7" imgW="774360" imgH="330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10DBB84-49A2-462B-8AC9-F40C7C534F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712" y="1075482"/>
                        <a:ext cx="800100" cy="334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DA1D77B-A2E1-4DCE-B163-21D720D1A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997242"/>
              </p:ext>
            </p:extLst>
          </p:nvPr>
        </p:nvGraphicFramePr>
        <p:xfrm>
          <a:off x="3627236" y="1044429"/>
          <a:ext cx="145256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5" name="Equation" r:id="rId9" imgW="1447560" imgH="380880" progId="Equation.DSMT4">
                  <p:embed/>
                </p:oleObj>
              </mc:Choice>
              <mc:Fallback>
                <p:oleObj name="Equation" r:id="rId9" imgW="144756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361ED0B-B68D-4A35-B4E4-04125772BA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236" y="1044429"/>
                        <a:ext cx="1452562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BB5F6CB-9EBA-44D1-9286-F86D6E6F60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164275"/>
              </p:ext>
            </p:extLst>
          </p:nvPr>
        </p:nvGraphicFramePr>
        <p:xfrm>
          <a:off x="6216715" y="1075481"/>
          <a:ext cx="127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6" name="Equation" r:id="rId11" imgW="126720" imgH="279360" progId="Equation.DSMT4">
                  <p:embed/>
                </p:oleObj>
              </mc:Choice>
              <mc:Fallback>
                <p:oleObj name="Equation" r:id="rId11" imgW="12672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D1F940F6-EF04-4852-8A81-36B1E33681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715" y="1075481"/>
                        <a:ext cx="127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F598892-91EF-44DA-9A87-A9BCA3990F99}"/>
              </a:ext>
            </a:extLst>
          </p:cNvPr>
          <p:cNvSpPr/>
          <p:nvPr/>
        </p:nvSpPr>
        <p:spPr>
          <a:xfrm>
            <a:off x="1616300" y="98757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是常数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38A205-CA01-4C79-A4D7-002CB16C9A9C}"/>
              </a:ext>
            </a:extLst>
          </p:cNvPr>
          <p:cNvSpPr/>
          <p:nvPr/>
        </p:nvSpPr>
        <p:spPr>
          <a:xfrm>
            <a:off x="5079798" y="979816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分别是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FA179B-4B25-4438-B53D-1467B3C6BBDB}"/>
              </a:ext>
            </a:extLst>
          </p:cNvPr>
          <p:cNvSpPr/>
          <p:nvPr/>
        </p:nvSpPr>
        <p:spPr>
          <a:xfrm>
            <a:off x="6280215" y="98757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次和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95269B9-A4D8-4DDD-BAC1-16F3DE0E23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636849"/>
              </p:ext>
            </p:extLst>
          </p:nvPr>
        </p:nvGraphicFramePr>
        <p:xfrm>
          <a:off x="7083640" y="111680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7" name="Equation" r:id="rId13" imgW="190440" imgH="203040" progId="Equation.DSMT4">
                  <p:embed/>
                </p:oleObj>
              </mc:Choice>
              <mc:Fallback>
                <p:oleObj name="Equation" r:id="rId13" imgW="190440" imgH="2030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DD01AD4-41CB-4CBD-91C9-36B5A1173D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83640" y="1116806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5675A1BF-3F2F-4E0E-8DAD-20FC6A0FB159}"/>
              </a:ext>
            </a:extLst>
          </p:cNvPr>
          <p:cNvSpPr/>
          <p:nvPr/>
        </p:nvSpPr>
        <p:spPr>
          <a:xfrm>
            <a:off x="7250947" y="987574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次多项式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D0796D-AE2A-48B6-BCBA-574C6B905963}"/>
              </a:ext>
            </a:extLst>
          </p:cNvPr>
          <p:cNvSpPr/>
          <p:nvPr/>
        </p:nvSpPr>
        <p:spPr>
          <a:xfrm>
            <a:off x="251520" y="1762026"/>
            <a:ext cx="3124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且仅有一个可以为零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4B83CF-9C83-4226-8D6D-5D5AAE99C619}"/>
              </a:ext>
            </a:extLst>
          </p:cNvPr>
          <p:cNvSpPr/>
          <p:nvPr/>
        </p:nvSpPr>
        <p:spPr>
          <a:xfrm>
            <a:off x="917491" y="2401143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应用</a:t>
            </a:r>
            <a:r>
              <a:rPr lang="zh-CN" altLang="zh-CN" sz="2400" b="1" dirty="0">
                <a:solidFill>
                  <a:srgbClr val="0064FF"/>
                </a:solidFill>
                <a:ea typeface="宋体" panose="02010600030101010101" pitchFamily="2" charset="-122"/>
              </a:rPr>
              <a:t>欧拉公式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87B60A4-7D20-430A-9B5B-F820109600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150143"/>
              </p:ext>
            </p:extLst>
          </p:nvPr>
        </p:nvGraphicFramePr>
        <p:xfrm>
          <a:off x="1442042" y="3029086"/>
          <a:ext cx="58229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8" name="Equation" r:id="rId15" imgW="5689440" imgH="723600" progId="Equation.DSMT4">
                  <p:embed/>
                </p:oleObj>
              </mc:Choice>
              <mc:Fallback>
                <p:oleObj name="Equation" r:id="rId15" imgW="5689440" imgH="723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B8104E2-CBCB-474E-B6DD-61CCBE60F6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042" y="3029086"/>
                        <a:ext cx="5822950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0E9F2D6-1AEA-49AD-8431-B32F477F2A0D}"/>
              </a:ext>
            </a:extLst>
          </p:cNvPr>
          <p:cNvSpPr/>
          <p:nvPr/>
        </p:nvSpPr>
        <p:spPr>
          <a:xfrm>
            <a:off x="1256066" y="3968595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表示成</a:t>
            </a:r>
            <a:r>
              <a:rPr lang="zh-CN" altLang="zh-CN" sz="2400" b="1" dirty="0">
                <a:solidFill>
                  <a:srgbClr val="0064FF"/>
                </a:solidFill>
                <a:ea typeface="宋体" panose="02010600030101010101" pitchFamily="2" charset="-122"/>
              </a:rPr>
              <a:t>复变指数函数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的形式，有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9BE0D9-48F7-4587-80A9-24598C481575}"/>
              </a:ext>
            </a:extLst>
          </p:cNvPr>
          <p:cNvSpPr/>
          <p:nvPr/>
        </p:nvSpPr>
        <p:spPr>
          <a:xfrm>
            <a:off x="239942" y="395931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把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DE75D04-44DF-42E2-AA83-42B700CBC9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816034"/>
              </p:ext>
            </p:extLst>
          </p:nvPr>
        </p:nvGraphicFramePr>
        <p:xfrm>
          <a:off x="653630" y="401870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9" name="Equation" r:id="rId17" imgW="622080" imgH="342720" progId="Equation.DSMT4">
                  <p:embed/>
                </p:oleObj>
              </mc:Choice>
              <mc:Fallback>
                <p:oleObj name="Equation" r:id="rId17" imgW="62208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71691E9E-5930-4191-9043-9E44AFF00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3630" y="401870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141F6441-EC8F-434E-8CAD-EC012B518E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070370"/>
              </p:ext>
            </p:extLst>
          </p:nvPr>
        </p:nvGraphicFramePr>
        <p:xfrm>
          <a:off x="3524701" y="2417251"/>
          <a:ext cx="223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0" name="Equation" r:id="rId19" imgW="2234880" imgH="342720" progId="Equation.DSMT4">
                  <p:embed/>
                </p:oleObj>
              </mc:Choice>
              <mc:Fallback>
                <p:oleObj name="Equation" r:id="rId19" imgW="2234880" imgH="3427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B8C17ECE-92EA-4B4C-89A1-DF40D58374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24701" y="2417251"/>
                        <a:ext cx="2235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08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4CEF6FF-E6D9-4690-A5B1-93E9046E8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24288"/>
              </p:ext>
            </p:extLst>
          </p:nvPr>
        </p:nvGraphicFramePr>
        <p:xfrm>
          <a:off x="1547664" y="195486"/>
          <a:ext cx="499903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6" name="Equation" r:id="rId3" imgW="4876560" imgH="419040" progId="Equation.DSMT4">
                  <p:embed/>
                </p:oleObj>
              </mc:Choice>
              <mc:Fallback>
                <p:oleObj name="Equation" r:id="rId3" imgW="487656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375542E-39BE-403D-8627-01197303A5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95486"/>
                        <a:ext cx="4999037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5568AFC-6BFB-454B-9177-B0968A626F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584642"/>
              </p:ext>
            </p:extLst>
          </p:nvPr>
        </p:nvGraphicFramePr>
        <p:xfrm>
          <a:off x="2345307" y="750841"/>
          <a:ext cx="534193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7" name="Equation" r:id="rId5" imgW="5206680" imgH="761760" progId="Equation.DSMT4">
                  <p:embed/>
                </p:oleObj>
              </mc:Choice>
              <mc:Fallback>
                <p:oleObj name="Equation" r:id="rId5" imgW="5206680" imgH="7617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340FD70-1373-44A3-B8D3-ED3DB50680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307" y="750841"/>
                        <a:ext cx="5341937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D90C6A7-617B-4435-8B87-954D1DA6C7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496003"/>
              </p:ext>
            </p:extLst>
          </p:nvPr>
        </p:nvGraphicFramePr>
        <p:xfrm>
          <a:off x="2205806" y="1640047"/>
          <a:ext cx="489267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8" name="Equation" r:id="rId7" imgW="4775040" imgH="723600" progId="Equation.DSMT4">
                  <p:embed/>
                </p:oleObj>
              </mc:Choice>
              <mc:Fallback>
                <p:oleObj name="Equation" r:id="rId7" imgW="4775040" imgH="723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105F6AC-3466-435A-A21D-140885AE7B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806" y="1640047"/>
                        <a:ext cx="4892675" cy="744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FA75562-F2B6-46D7-BF9C-5EE6792FE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456117"/>
              </p:ext>
            </p:extLst>
          </p:nvPr>
        </p:nvGraphicFramePr>
        <p:xfrm>
          <a:off x="2264197" y="2571403"/>
          <a:ext cx="35052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9" name="Equation" r:id="rId9" imgW="3416040" imgH="406080" progId="Equation.DSMT4">
                  <p:embed/>
                </p:oleObj>
              </mc:Choice>
              <mc:Fallback>
                <p:oleObj name="Equation" r:id="rId9" imgW="341604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D2B04D3-D4F9-4D56-B957-3183A5CA86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4197" y="2571403"/>
                        <a:ext cx="3505200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8712884-0FE2-4FFE-AA32-26BDE8B7CC97}"/>
              </a:ext>
            </a:extLst>
          </p:cNvPr>
          <p:cNvSpPr/>
          <p:nvPr/>
        </p:nvSpPr>
        <p:spPr>
          <a:xfrm>
            <a:off x="257422" y="329125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其中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5BF731F-0837-4566-A84E-53E26F55F9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660850"/>
              </p:ext>
            </p:extLst>
          </p:nvPr>
        </p:nvGraphicFramePr>
        <p:xfrm>
          <a:off x="952351" y="3149823"/>
          <a:ext cx="7634288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0" name="Equation" r:id="rId11" imgW="7441920" imgH="723600" progId="Equation.DSMT4">
                  <p:embed/>
                </p:oleObj>
              </mc:Choice>
              <mc:Fallback>
                <p:oleObj name="Equation" r:id="rId11" imgW="744192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6385A6B-3877-4923-9C9C-A138CE5E40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351" y="3149823"/>
                        <a:ext cx="7634288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E228EB2-76E6-4E41-BDD9-9119365F53B3}"/>
              </a:ext>
            </a:extLst>
          </p:cNvPr>
          <p:cNvSpPr/>
          <p:nvPr/>
        </p:nvSpPr>
        <p:spPr>
          <a:xfrm>
            <a:off x="242620" y="4013209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是互成共轭的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2CC4A4-CE92-4C46-B586-2148A042A562}"/>
              </a:ext>
            </a:extLst>
          </p:cNvPr>
          <p:cNvSpPr/>
          <p:nvPr/>
        </p:nvSpPr>
        <p:spPr>
          <a:xfrm>
            <a:off x="2417961" y="3981623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次多项式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且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E616F0D-42D4-49AC-A2BE-5B0378C5FE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144885"/>
              </p:ext>
            </p:extLst>
          </p:nvPr>
        </p:nvGraphicFramePr>
        <p:xfrm>
          <a:off x="2211957" y="4121863"/>
          <a:ext cx="266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1" name="Equation" r:id="rId13" imgW="266400" imgH="203040" progId="Equation.DSMT4">
                  <p:embed/>
                </p:oleObj>
              </mc:Choice>
              <mc:Fallback>
                <p:oleObj name="Equation" r:id="rId13" imgW="26640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2151C8A-0509-446E-99D9-96B9DA2866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11957" y="4121863"/>
                        <a:ext cx="266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9C03D83-F458-4A9C-AB73-C76FE107A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628422"/>
              </p:ext>
            </p:extLst>
          </p:nvPr>
        </p:nvGraphicFramePr>
        <p:xfrm>
          <a:off x="4530912" y="4085599"/>
          <a:ext cx="17827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2" name="Equation" r:id="rId15" imgW="1777680" imgH="342720" progId="Equation.DSMT4">
                  <p:embed/>
                </p:oleObj>
              </mc:Choice>
              <mc:Fallback>
                <p:oleObj name="Equation" r:id="rId15" imgW="177768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658ACCC-A17A-4268-B817-2450A36419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912" y="4085599"/>
                        <a:ext cx="178276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188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E94312-D756-4038-9BC6-CDBB17BE5C27}"/>
              </a:ext>
            </a:extLst>
          </p:cNvPr>
          <p:cNvSpPr/>
          <p:nvPr/>
        </p:nvSpPr>
        <p:spPr>
          <a:xfrm>
            <a:off x="889589" y="488407"/>
            <a:ext cx="3897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利用情形一所得结果，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343288-7006-4C74-94BF-C74CFD9BFB70}"/>
              </a:ext>
            </a:extLst>
          </p:cNvPr>
          <p:cNvSpPr/>
          <p:nvPr/>
        </p:nvSpPr>
        <p:spPr>
          <a:xfrm>
            <a:off x="945150" y="278170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9B2DDF9-74BB-4725-BF51-20FAA1462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837378"/>
              </p:ext>
            </p:extLst>
          </p:nvPr>
        </p:nvGraphicFramePr>
        <p:xfrm>
          <a:off x="2883294" y="2268709"/>
          <a:ext cx="25765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0" name="Equation" r:id="rId3" imgW="2565360" imgH="419040" progId="Equation.DSMT4">
                  <p:embed/>
                </p:oleObj>
              </mc:Choice>
              <mc:Fallback>
                <p:oleObj name="Equation" r:id="rId3" imgW="256536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FB53FE2-EE07-43FD-812F-3E3C9C0D7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294" y="2268709"/>
                        <a:ext cx="25765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0F436B3-FD96-4F22-B53A-FBCDFA251F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548686"/>
              </p:ext>
            </p:extLst>
          </p:nvPr>
        </p:nvGraphicFramePr>
        <p:xfrm>
          <a:off x="1942852" y="3185787"/>
          <a:ext cx="11684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1" name="Equation" r:id="rId5" imgW="1143000" imgH="863280" progId="Equation.DSMT4">
                  <p:embed/>
                </p:oleObj>
              </mc:Choice>
              <mc:Fallback>
                <p:oleObj name="Equation" r:id="rId5" imgW="1143000" imgH="8632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BAF55FE-1BF4-4A42-8601-C8E351668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852" y="3185787"/>
                        <a:ext cx="1168400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522AC08-5BD1-400F-9198-F92A2848AC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433181"/>
              </p:ext>
            </p:extLst>
          </p:nvPr>
        </p:nvGraphicFramePr>
        <p:xfrm>
          <a:off x="3491880" y="3243368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2" name="Equation" r:id="rId7" imgW="876240" imgH="279360" progId="Equation.DSMT4">
                  <p:embed/>
                </p:oleObj>
              </mc:Choice>
              <mc:Fallback>
                <p:oleObj name="Equation" r:id="rId7" imgW="876240" imgH="2793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AF5F87E-1839-4A54-BE6F-A325F5DC13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1880" y="3243368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1179960-4EB4-4998-96EE-183FDA9972B7}"/>
              </a:ext>
            </a:extLst>
          </p:cNvPr>
          <p:cNvSpPr/>
          <p:nvPr/>
        </p:nvSpPr>
        <p:spPr>
          <a:xfrm>
            <a:off x="4355976" y="3147814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不是特征根，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4DB8226-CE71-491F-B1E4-185B550C5A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830380"/>
              </p:ext>
            </p:extLst>
          </p:nvPr>
        </p:nvGraphicFramePr>
        <p:xfrm>
          <a:off x="2627784" y="3213546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3" name="Equation" r:id="rId9" imgW="253800" imgH="330120" progId="Equation.DSMT4">
                  <p:embed/>
                </p:oleObj>
              </mc:Choice>
              <mc:Fallback>
                <p:oleObj name="Equation" r:id="rId9" imgW="253800" imgH="3301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9169D17-DCA3-44F2-AB00-F0A5B1CE12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7784" y="3213546"/>
                        <a:ext cx="254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F7404D5-D4B0-4579-BD77-8C9259A49E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10178"/>
              </p:ext>
            </p:extLst>
          </p:nvPr>
        </p:nvGraphicFramePr>
        <p:xfrm>
          <a:off x="3471270" y="3705033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4" name="Equation" r:id="rId11" imgW="876240" imgH="279360" progId="Equation.DSMT4">
                  <p:embed/>
                </p:oleObj>
              </mc:Choice>
              <mc:Fallback>
                <p:oleObj name="Equation" r:id="rId11" imgW="876240" imgH="2793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ED4E41A-99DB-4141-A677-1C711AD384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71270" y="3705033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3BCB51C-B442-456E-AE1A-9766E6F58DFF}"/>
              </a:ext>
            </a:extLst>
          </p:cNvPr>
          <p:cNvSpPr/>
          <p:nvPr/>
        </p:nvSpPr>
        <p:spPr>
          <a:xfrm>
            <a:off x="4335366" y="3609479"/>
            <a:ext cx="18870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是单特征根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60B382C-06EA-4B59-B5C8-C8202AD061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859445"/>
              </p:ext>
            </p:extLst>
          </p:nvPr>
        </p:nvGraphicFramePr>
        <p:xfrm>
          <a:off x="2662263" y="3675211"/>
          <a:ext cx="20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5" name="Equation" r:id="rId13" imgW="203040" imgH="330120" progId="Equation.DSMT4">
                  <p:embed/>
                </p:oleObj>
              </mc:Choice>
              <mc:Fallback>
                <p:oleObj name="Equation" r:id="rId13" imgW="203040" imgH="3301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AB318A6-4A2F-4ECC-AD61-6966DD3477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62263" y="3675211"/>
                        <a:ext cx="203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C665FBD-1853-406D-8DAC-9A73DCC903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522205"/>
              </p:ext>
            </p:extLst>
          </p:nvPr>
        </p:nvGraphicFramePr>
        <p:xfrm>
          <a:off x="2339752" y="1107635"/>
          <a:ext cx="33242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6" name="Equation" r:id="rId15" imgW="3238200" imgH="406080" progId="Equation.DSMT4">
                  <p:embed/>
                </p:oleObj>
              </mc:Choice>
              <mc:Fallback>
                <p:oleObj name="Equation" r:id="rId15" imgW="3238200" imgH="4060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131C3A2B-F6C4-4DA7-A5AC-607627DD1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107635"/>
                        <a:ext cx="33242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B4A6E13-044F-426C-9A75-E9F33DCCE374}"/>
              </a:ext>
            </a:extLst>
          </p:cNvPr>
          <p:cNvSpPr/>
          <p:nvPr/>
        </p:nvSpPr>
        <p:spPr>
          <a:xfrm>
            <a:off x="945150" y="1837097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特解</a:t>
            </a:r>
          </a:p>
        </p:txBody>
      </p:sp>
    </p:spTree>
    <p:extLst>
      <p:ext uri="{BB962C8B-B14F-4D97-AF65-F5344CB8AC3E}">
        <p14:creationId xmlns:p14="http://schemas.microsoft.com/office/powerpoint/2010/main" val="14792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C9D4734-851B-4EC4-B007-8D1FFEEA7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799486"/>
              </p:ext>
            </p:extLst>
          </p:nvPr>
        </p:nvGraphicFramePr>
        <p:xfrm>
          <a:off x="2093602" y="1114948"/>
          <a:ext cx="26019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4" name="Equation" r:id="rId3" imgW="2590560" imgH="419040" progId="Equation.DSMT4">
                  <p:embed/>
                </p:oleObj>
              </mc:Choice>
              <mc:Fallback>
                <p:oleObj name="Equation" r:id="rId3" imgW="2590560" imgH="419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6E06F0C-9F48-4373-86E2-AACB70409B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602" y="1114948"/>
                        <a:ext cx="26019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5706777-ED21-4D83-9A5B-479812A706AD}"/>
              </a:ext>
            </a:extLst>
          </p:cNvPr>
          <p:cNvSpPr/>
          <p:nvPr/>
        </p:nvSpPr>
        <p:spPr>
          <a:xfrm>
            <a:off x="652803" y="184866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这里，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92AC1C8-91A1-4C85-A879-628D676C9D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313182"/>
              </p:ext>
            </p:extLst>
          </p:nvPr>
        </p:nvGraphicFramePr>
        <p:xfrm>
          <a:off x="1588907" y="1820122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5" name="Equation" r:id="rId5" imgW="342720" imgH="419040" progId="Equation.DSMT4">
                  <p:embed/>
                </p:oleObj>
              </mc:Choice>
              <mc:Fallback>
                <p:oleObj name="Equation" r:id="rId5" imgW="34272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E358932-6FAD-43FA-9ED6-3613AE5F4B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907" y="1820122"/>
                        <a:ext cx="342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2BE9F6D-9B78-416E-90FE-4BB6E8A60A94}"/>
              </a:ext>
            </a:extLst>
          </p:cNvPr>
          <p:cNvSpPr/>
          <p:nvPr/>
        </p:nvSpPr>
        <p:spPr>
          <a:xfrm>
            <a:off x="1940861" y="184866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和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33B0A2E-084A-4CA6-8FF7-30880BCC1D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761889"/>
              </p:ext>
            </p:extLst>
          </p:nvPr>
        </p:nvGraphicFramePr>
        <p:xfrm>
          <a:off x="2434907" y="1819337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6" name="Equation" r:id="rId7" imgW="380880" imgH="419040" progId="Equation.DSMT4">
                  <p:embed/>
                </p:oleObj>
              </mc:Choice>
              <mc:Fallback>
                <p:oleObj name="Equation" r:id="rId7" imgW="380880" imgH="419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533B129-6277-4919-A650-5A5A673B0C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34907" y="1819337"/>
                        <a:ext cx="381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1827C89-FC3F-4407-BE52-731F6FEBAFA6}"/>
              </a:ext>
            </a:extLst>
          </p:cNvPr>
          <p:cNvSpPr/>
          <p:nvPr/>
        </p:nvSpPr>
        <p:spPr>
          <a:xfrm>
            <a:off x="2831778" y="1863448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为共轭函数；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8A6A546-607F-4175-9B83-8AEE1736B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965925"/>
              </p:ext>
            </p:extLst>
          </p:nvPr>
        </p:nvGraphicFramePr>
        <p:xfrm>
          <a:off x="4829267" y="1891005"/>
          <a:ext cx="76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7" name="Equation" r:id="rId9" imgW="761760" imgH="380880" progId="Equation.DSMT4">
                  <p:embed/>
                </p:oleObj>
              </mc:Choice>
              <mc:Fallback>
                <p:oleObj name="Equation" r:id="rId9" imgW="76176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17E7493-169A-4FFD-85B1-C9B991297B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29267" y="1891005"/>
                        <a:ext cx="762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5130A02-09C3-4D2B-BD3B-701B60B49C5A}"/>
              </a:ext>
            </a:extLst>
          </p:cNvPr>
          <p:cNvSpPr/>
          <p:nvPr/>
        </p:nvSpPr>
        <p:spPr>
          <a:xfrm>
            <a:off x="5591267" y="183995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和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E478451-5227-45D1-9172-E4650DAF30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939686"/>
              </p:ext>
            </p:extLst>
          </p:nvPr>
        </p:nvGraphicFramePr>
        <p:xfrm>
          <a:off x="6102608" y="1876296"/>
          <a:ext cx="76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8" name="Equation" r:id="rId11" imgW="761760" imgH="406080" progId="Equation.DSMT4">
                  <p:embed/>
                </p:oleObj>
              </mc:Choice>
              <mc:Fallback>
                <p:oleObj name="Equation" r:id="rId11" imgW="761760" imgH="4060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F04902D-1626-45A1-959C-F3DC14B50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02608" y="1876296"/>
                        <a:ext cx="762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DA88972F-6192-4F48-9AC4-CA90C7CCE422}"/>
              </a:ext>
            </a:extLst>
          </p:cNvPr>
          <p:cNvSpPr/>
          <p:nvPr/>
        </p:nvSpPr>
        <p:spPr>
          <a:xfrm>
            <a:off x="6880220" y="1839957"/>
            <a:ext cx="21226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为共轭多项式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51E211-0530-47EB-ABE6-3D950BE39958}"/>
              </a:ext>
            </a:extLst>
          </p:cNvPr>
          <p:cNvSpPr/>
          <p:nvPr/>
        </p:nvSpPr>
        <p:spPr>
          <a:xfrm>
            <a:off x="699071" y="2639729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</a:t>
            </a:r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非齐次线性方程解的叠加原理，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方程（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）有形如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22D4EF2-1F5B-4423-B12A-8B3784A517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917551"/>
              </p:ext>
            </p:extLst>
          </p:nvPr>
        </p:nvGraphicFramePr>
        <p:xfrm>
          <a:off x="1895674" y="3501901"/>
          <a:ext cx="45164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9" name="Equation" r:id="rId13" imgW="4495680" imgH="419040" progId="Equation.DSMT4">
                  <p:embed/>
                </p:oleObj>
              </mc:Choice>
              <mc:Fallback>
                <p:oleObj name="Equation" r:id="rId13" imgW="4495680" imgH="419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0C03B16-5FE3-402C-8ACF-5AF68FD6C7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674" y="3501901"/>
                        <a:ext cx="4516438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0AD681EB-EAE4-4DC3-87FE-71A8961F5BB4}"/>
              </a:ext>
            </a:extLst>
          </p:cNvPr>
          <p:cNvSpPr/>
          <p:nvPr/>
        </p:nvSpPr>
        <p:spPr>
          <a:xfrm>
            <a:off x="713658" y="4059981"/>
            <a:ext cx="219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复函数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C8B421-5A48-4928-846C-917BE12AAB8C}"/>
              </a:ext>
            </a:extLst>
          </p:cNvPr>
          <p:cNvSpPr/>
          <p:nvPr/>
        </p:nvSpPr>
        <p:spPr>
          <a:xfrm>
            <a:off x="681272" y="34518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AE7D28-9036-43AF-B0E5-FF0A8C649C25}"/>
              </a:ext>
            </a:extLst>
          </p:cNvPr>
          <p:cNvSpPr/>
          <p:nvPr/>
        </p:nvSpPr>
        <p:spPr>
          <a:xfrm>
            <a:off x="699071" y="1146769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特解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CFEFC16-E2A4-4D82-AC02-41040957D4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941527"/>
              </p:ext>
            </p:extLst>
          </p:nvPr>
        </p:nvGraphicFramePr>
        <p:xfrm>
          <a:off x="1979712" y="339502"/>
          <a:ext cx="33226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0" name="Equation" r:id="rId15" imgW="3238200" imgH="406080" progId="Equation.DSMT4">
                  <p:embed/>
                </p:oleObj>
              </mc:Choice>
              <mc:Fallback>
                <p:oleObj name="Equation" r:id="rId15" imgW="3238200" imgH="4060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707B94EC-0FF4-4DAF-BEB2-8AFFA17F1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39502"/>
                        <a:ext cx="33226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666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1" grpId="0"/>
      <p:bldP spid="12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BE3175-71B5-4C5D-89A9-196640E68A00}"/>
              </a:ext>
            </a:extLst>
          </p:cNvPr>
          <p:cNvSpPr/>
          <p:nvPr/>
        </p:nvSpPr>
        <p:spPr>
          <a:xfrm>
            <a:off x="464227" y="32935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又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5EFAA17-3E18-47B8-B6A5-7C6994B6E6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322311"/>
              </p:ext>
            </p:extLst>
          </p:nvPr>
        </p:nvGraphicFramePr>
        <p:xfrm>
          <a:off x="1245443" y="739920"/>
          <a:ext cx="45180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8" name="Equation" r:id="rId3" imgW="4495680" imgH="419040" progId="Equation.DSMT4">
                  <p:embed/>
                </p:oleObj>
              </mc:Choice>
              <mc:Fallback>
                <p:oleObj name="Equation" r:id="rId3" imgW="4495680" imgH="4190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B668095-4C19-4285-BDE9-D6154DADAF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5443" y="739920"/>
                        <a:ext cx="451802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9A27F03-99B8-4092-8A6C-F9A0675893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56513"/>
              </p:ext>
            </p:extLst>
          </p:nvPr>
        </p:nvGraphicFramePr>
        <p:xfrm>
          <a:off x="1582788" y="1334542"/>
          <a:ext cx="38433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" name="Equation" r:id="rId5" imgW="3835080" imgH="419040" progId="Equation.DSMT4">
                  <p:embed/>
                </p:oleObj>
              </mc:Choice>
              <mc:Fallback>
                <p:oleObj name="Equation" r:id="rId5" imgW="383508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1626A1D-1724-4A28-AF77-DB037EDEA6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88" y="1334542"/>
                        <a:ext cx="3843337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766B3A1-256B-47AC-87B5-EFF3B80C1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262806"/>
              </p:ext>
            </p:extLst>
          </p:nvPr>
        </p:nvGraphicFramePr>
        <p:xfrm>
          <a:off x="1582788" y="1996900"/>
          <a:ext cx="6835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0" name="Equation" r:id="rId7" imgW="6819840" imgH="419040" progId="Equation.DSMT4">
                  <p:embed/>
                </p:oleObj>
              </mc:Choice>
              <mc:Fallback>
                <p:oleObj name="Equation" r:id="rId7" imgW="6819840" imgH="419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EE3F7F6-73EF-4F3F-8AB3-91ED1B47AC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88" y="1996900"/>
                        <a:ext cx="683577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5BC052B-72DB-449E-9708-4409B95BBF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15258"/>
              </p:ext>
            </p:extLst>
          </p:nvPr>
        </p:nvGraphicFramePr>
        <p:xfrm>
          <a:off x="1582788" y="2727501"/>
          <a:ext cx="49260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1" name="Equation" r:id="rId9" imgW="4914720" imgH="457200" progId="Equation.DSMT4">
                  <p:embed/>
                </p:oleObj>
              </mc:Choice>
              <mc:Fallback>
                <p:oleObj name="Equation" r:id="rId9" imgW="4914720" imgH="457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BDB9C1F-AF13-404D-BF90-EF1A48CB97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88" y="2727501"/>
                        <a:ext cx="4926012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BAEA5F0-7790-434C-BA86-154764A559C0}"/>
              </a:ext>
            </a:extLst>
          </p:cNvPr>
          <p:cNvSpPr/>
          <p:nvPr/>
        </p:nvSpPr>
        <p:spPr>
          <a:xfrm>
            <a:off x="423020" y="3373789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即方程有形如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0F1A5C7-136A-4E77-AED9-E8D20F9222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995231"/>
              </p:ext>
            </p:extLst>
          </p:nvPr>
        </p:nvGraphicFramePr>
        <p:xfrm>
          <a:off x="2320975" y="3835702"/>
          <a:ext cx="52705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2" name="Equation" r:id="rId11" imgW="5257800" imgH="457200" progId="Equation.DSMT4">
                  <p:embed/>
                </p:oleObj>
              </mc:Choice>
              <mc:Fallback>
                <p:oleObj name="Equation" r:id="rId11" imgW="5257800" imgH="457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9F3C567-69A3-4636-9E18-55B30B47C1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975" y="3835702"/>
                        <a:ext cx="5270500" cy="4635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075A712-0488-498D-9887-0C1C3E73E609}"/>
              </a:ext>
            </a:extLst>
          </p:cNvPr>
          <p:cNvSpPr/>
          <p:nvPr/>
        </p:nvSpPr>
        <p:spPr>
          <a:xfrm>
            <a:off x="366260" y="4299252"/>
            <a:ext cx="219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实函数</a:t>
            </a:r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402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64A6FB-8E26-41ED-B1A0-32E7D386DFCE}"/>
              </a:ext>
            </a:extLst>
          </p:cNvPr>
          <p:cNvSpPr/>
          <p:nvPr/>
        </p:nvSpPr>
        <p:spPr>
          <a:xfrm>
            <a:off x="899592" y="411510"/>
            <a:ext cx="958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3897C-7A08-45ED-9644-8CFED4FAC926}"/>
              </a:ext>
            </a:extLst>
          </p:cNvPr>
          <p:cNvSpPr/>
          <p:nvPr/>
        </p:nvSpPr>
        <p:spPr>
          <a:xfrm>
            <a:off x="1863349" y="414709"/>
            <a:ext cx="5444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综上所述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，二阶常系数非齐次线性方程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35D0ADE-DBDA-4CDC-9E45-2A7295F67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629160"/>
              </p:ext>
            </p:extLst>
          </p:nvPr>
        </p:nvGraphicFramePr>
        <p:xfrm>
          <a:off x="1379050" y="1122156"/>
          <a:ext cx="18462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2" name="Equation" r:id="rId3" imgW="1803240" imgH="355320" progId="Equation.DSMT4">
                  <p:embed/>
                </p:oleObj>
              </mc:Choice>
              <mc:Fallback>
                <p:oleObj name="Equation" r:id="rId3" imgW="180324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764361A-FDB1-4478-8C7C-BC9849BBB7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050" y="1122156"/>
                        <a:ext cx="18462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EF54681-5472-4F56-A613-8C99A88AC7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80999"/>
              </p:ext>
            </p:extLst>
          </p:nvPr>
        </p:nvGraphicFramePr>
        <p:xfrm>
          <a:off x="3225313" y="1089049"/>
          <a:ext cx="38814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3" name="Equation" r:id="rId5" imgW="3873240" imgH="419040" progId="Equation.DSMT4">
                  <p:embed/>
                </p:oleObj>
              </mc:Choice>
              <mc:Fallback>
                <p:oleObj name="Equation" r:id="rId5" imgW="3873240" imgH="419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685EA7F-9908-4795-A5DD-BD5098F8D9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313" y="1089049"/>
                        <a:ext cx="3881437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4350357-562D-4C9B-8949-ADF432CCE5C7}"/>
              </a:ext>
            </a:extLst>
          </p:cNvPr>
          <p:cNvSpPr/>
          <p:nvPr/>
        </p:nvSpPr>
        <p:spPr>
          <a:xfrm>
            <a:off x="243205" y="1645551"/>
            <a:ext cx="1888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具有形如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735EE68-4345-44A3-9B58-3523B6048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83947"/>
              </p:ext>
            </p:extLst>
          </p:nvPr>
        </p:nvGraphicFramePr>
        <p:xfrm>
          <a:off x="1413892" y="2119337"/>
          <a:ext cx="519271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4" name="Equation" r:id="rId7" imgW="5181480" imgH="419040" progId="Equation.DSMT4">
                  <p:embed/>
                </p:oleObj>
              </mc:Choice>
              <mc:Fallback>
                <p:oleObj name="Equation" r:id="rId7" imgW="518148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5195542-AE95-47DF-B14E-2C926371BB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892" y="2119337"/>
                        <a:ext cx="5192713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947ED42-A3E0-4509-8FE8-21723EA2D2E9}"/>
              </a:ext>
            </a:extLst>
          </p:cNvPr>
          <p:cNvSpPr/>
          <p:nvPr/>
        </p:nvSpPr>
        <p:spPr>
          <a:xfrm>
            <a:off x="190585" y="2749698"/>
            <a:ext cx="1268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的特解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1F323E-531F-4DBB-98DF-B01B3FBC23DF}"/>
              </a:ext>
            </a:extLst>
          </p:cNvPr>
          <p:cNvSpPr/>
          <p:nvPr/>
        </p:nvSpPr>
        <p:spPr>
          <a:xfrm>
            <a:off x="1299625" y="2790973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其中，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D19B124-3E7E-4450-A070-3B25BF4C2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825374"/>
              </p:ext>
            </p:extLst>
          </p:nvPr>
        </p:nvGraphicFramePr>
        <p:xfrm>
          <a:off x="2095013" y="2811487"/>
          <a:ext cx="226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" name="Equation" r:id="rId9" imgW="2260440" imgH="419040" progId="Equation.DSMT4">
                  <p:embed/>
                </p:oleObj>
              </mc:Choice>
              <mc:Fallback>
                <p:oleObj name="Equation" r:id="rId9" imgW="2260440" imgH="419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5565539-CCA7-4DD0-BF49-8D00E3FCF6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013" y="2811487"/>
                        <a:ext cx="2260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81F2A87-48D6-43C0-9600-56EAFD41D34D}"/>
              </a:ext>
            </a:extLst>
          </p:cNvPr>
          <p:cNvSpPr/>
          <p:nvPr/>
        </p:nvSpPr>
        <p:spPr>
          <a:xfrm>
            <a:off x="4950016" y="2790973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次多项式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118B153-E028-4EF2-A684-6F5CF5E498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57585"/>
              </p:ext>
            </p:extLst>
          </p:nvPr>
        </p:nvGraphicFramePr>
        <p:xfrm>
          <a:off x="4683316" y="2949103"/>
          <a:ext cx="266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6" name="Equation" r:id="rId11" imgW="266400" imgH="203040" progId="Equation.DSMT4">
                  <p:embed/>
                </p:oleObj>
              </mc:Choice>
              <mc:Fallback>
                <p:oleObj name="Equation" r:id="rId11" imgW="266400" imgH="2030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8A6F9DF-42F0-45D3-ACC9-DB904A7AA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83316" y="2949103"/>
                        <a:ext cx="266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DD039C39-77D3-4F32-AC2F-CD2606F580F9}"/>
              </a:ext>
            </a:extLst>
          </p:cNvPr>
          <p:cNvSpPr/>
          <p:nvPr/>
        </p:nvSpPr>
        <p:spPr>
          <a:xfrm>
            <a:off x="4252969" y="281148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66F3B3C-D1FB-467B-A5C9-9D92399BAF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7019"/>
              </p:ext>
            </p:extLst>
          </p:nvPr>
        </p:nvGraphicFramePr>
        <p:xfrm>
          <a:off x="6509767" y="2849587"/>
          <a:ext cx="17954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7" name="Equation" r:id="rId13" imgW="1790640" imgH="342720" progId="Equation.DSMT4">
                  <p:embed/>
                </p:oleObj>
              </mc:Choice>
              <mc:Fallback>
                <p:oleObj name="Equation" r:id="rId13" imgW="179064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0E3F66B-F1A4-43B1-93CF-3BC79076C6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9767" y="2849587"/>
                        <a:ext cx="179546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F3DA657-096E-4DED-8EF7-D4B0D5CD9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307119"/>
              </p:ext>
            </p:extLst>
          </p:nvPr>
        </p:nvGraphicFramePr>
        <p:xfrm>
          <a:off x="1547664" y="3631752"/>
          <a:ext cx="11684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8" name="Equation" r:id="rId15" imgW="1143000" imgH="863280" progId="Equation.DSMT4">
                  <p:embed/>
                </p:oleObj>
              </mc:Choice>
              <mc:Fallback>
                <p:oleObj name="Equation" r:id="rId15" imgW="1143000" imgH="863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106B56E-3B0D-48F5-AD53-1B6A870DAB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631752"/>
                        <a:ext cx="1168400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E41C647-71CD-4EB5-A019-85696759E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702017"/>
              </p:ext>
            </p:extLst>
          </p:nvPr>
        </p:nvGraphicFramePr>
        <p:xfrm>
          <a:off x="3096692" y="3689333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9" name="Equation" r:id="rId17" imgW="876240" imgH="279360" progId="Equation.DSMT4">
                  <p:embed/>
                </p:oleObj>
              </mc:Choice>
              <mc:Fallback>
                <p:oleObj name="Equation" r:id="rId17" imgW="876240" imgH="2793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1AA717F1-0FA2-4E25-AD24-526C7088FC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96692" y="3689333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1397756-6D65-4BDC-B30A-0E82F473CAE0}"/>
              </a:ext>
            </a:extLst>
          </p:cNvPr>
          <p:cNvSpPr/>
          <p:nvPr/>
        </p:nvSpPr>
        <p:spPr>
          <a:xfrm>
            <a:off x="3960788" y="3593779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不是特征根</a:t>
            </a:r>
            <a:r>
              <a:rPr lang="zh-CN" altLang="en-US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119FD45-6F84-4C7B-916C-1C2159DAE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727844"/>
              </p:ext>
            </p:extLst>
          </p:nvPr>
        </p:nvGraphicFramePr>
        <p:xfrm>
          <a:off x="2232596" y="3659511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0" name="Equation" r:id="rId19" imgW="253800" imgH="330120" progId="Equation.DSMT4">
                  <p:embed/>
                </p:oleObj>
              </mc:Choice>
              <mc:Fallback>
                <p:oleObj name="Equation" r:id="rId19" imgW="253800" imgH="3301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0C3DCFBE-B74C-4D43-8334-1A2E2984A4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32596" y="3659511"/>
                        <a:ext cx="254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4166E72-EE0F-4BF9-A67E-A65FC4D13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63167"/>
              </p:ext>
            </p:extLst>
          </p:nvPr>
        </p:nvGraphicFramePr>
        <p:xfrm>
          <a:off x="3076082" y="4150998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1" name="Equation" r:id="rId21" imgW="876240" imgH="279360" progId="Equation.DSMT4">
                  <p:embed/>
                </p:oleObj>
              </mc:Choice>
              <mc:Fallback>
                <p:oleObj name="Equation" r:id="rId21" imgW="876240" imgH="2793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CF904E4E-95A5-4769-A11C-088D653D82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76082" y="4150998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83C74D3C-2387-4D3B-A321-11127242986C}"/>
              </a:ext>
            </a:extLst>
          </p:cNvPr>
          <p:cNvSpPr/>
          <p:nvPr/>
        </p:nvSpPr>
        <p:spPr>
          <a:xfrm>
            <a:off x="3940178" y="4055444"/>
            <a:ext cx="18085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是单特征根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F8F34246-318C-4D37-A1F8-F9B4273CB3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425052"/>
              </p:ext>
            </p:extLst>
          </p:nvPr>
        </p:nvGraphicFramePr>
        <p:xfrm>
          <a:off x="2267075" y="4121176"/>
          <a:ext cx="20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2" name="Equation" r:id="rId23" imgW="203040" imgH="330120" progId="Equation.DSMT4">
                  <p:embed/>
                </p:oleObj>
              </mc:Choice>
              <mc:Fallback>
                <p:oleObj name="Equation" r:id="rId23" imgW="203040" imgH="3301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7F5C9E6D-59DE-4E33-BAA6-4F8CC56E02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67075" y="4121176"/>
                        <a:ext cx="203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218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7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B98BD3-CAEA-43F2-B7CB-C3C9AD7F2F8B}"/>
              </a:ext>
            </a:extLst>
          </p:cNvPr>
          <p:cNvSpPr/>
          <p:nvPr/>
        </p:nvSpPr>
        <p:spPr>
          <a:xfrm>
            <a:off x="948787" y="267494"/>
            <a:ext cx="958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推论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0FED98-116D-4E09-9259-3269AF8B604C}"/>
              </a:ext>
            </a:extLst>
          </p:cNvPr>
          <p:cNvSpPr/>
          <p:nvPr/>
        </p:nvSpPr>
        <p:spPr>
          <a:xfrm>
            <a:off x="1907704" y="267494"/>
            <a:ext cx="3587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阶常系数非齐次线性方程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99EB902-85F9-4FF7-B38D-98E69A85D0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843162"/>
              </p:ext>
            </p:extLst>
          </p:nvPr>
        </p:nvGraphicFramePr>
        <p:xfrm>
          <a:off x="660756" y="935430"/>
          <a:ext cx="53244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6" name="Equation" r:id="rId3" imgW="5194080" imgH="419040" progId="Equation.DSMT4">
                  <p:embed/>
                </p:oleObj>
              </mc:Choice>
              <mc:Fallback>
                <p:oleObj name="Equation" r:id="rId3" imgW="519408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F443B21-4B3F-4F8C-923F-044060A885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56" y="935430"/>
                        <a:ext cx="5324475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DD2529A-C9CC-47AD-9480-1F7177CF2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727999"/>
              </p:ext>
            </p:extLst>
          </p:nvPr>
        </p:nvGraphicFramePr>
        <p:xfrm>
          <a:off x="3701625" y="1511494"/>
          <a:ext cx="4127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7" name="Equation" r:id="rId5" imgW="4127400" imgH="419040" progId="Equation.DSMT4">
                  <p:embed/>
                </p:oleObj>
              </mc:Choice>
              <mc:Fallback>
                <p:oleObj name="Equation" r:id="rId5" imgW="4127400" imgH="419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CA85AFB-C1F2-4E7E-98CA-BC7C883BD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1625" y="1511494"/>
                        <a:ext cx="4127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A202B1E7-1442-44EF-AC2D-8595A7B92C21}"/>
              </a:ext>
            </a:extLst>
          </p:cNvPr>
          <p:cNvSpPr/>
          <p:nvPr/>
        </p:nvSpPr>
        <p:spPr>
          <a:xfrm>
            <a:off x="159309" y="1941364"/>
            <a:ext cx="1888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具有形如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zh-CN" sz="2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0D68A3C-45B1-4ACD-9FC2-B91DE9B278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563458"/>
              </p:ext>
            </p:extLst>
          </p:nvPr>
        </p:nvGraphicFramePr>
        <p:xfrm>
          <a:off x="1717204" y="444198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8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DBAC9A4-6BF0-4274-988C-300776DD6C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17204" y="444198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AD308BE-7D95-4A74-9B4D-8E7B6C7130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8547"/>
              </p:ext>
            </p:extLst>
          </p:nvPr>
        </p:nvGraphicFramePr>
        <p:xfrm>
          <a:off x="1907704" y="2403029"/>
          <a:ext cx="519271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9" name="Equation" r:id="rId9" imgW="5181480" imgH="419040" progId="Equation.DSMT4">
                  <p:embed/>
                </p:oleObj>
              </mc:Choice>
              <mc:Fallback>
                <p:oleObj name="Equation" r:id="rId9" imgW="5181480" imgH="419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FBB7176-AD57-40E3-A84B-0339A23DAB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403029"/>
                        <a:ext cx="5192713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4307D3D-46BC-456A-BEA5-B711AC134119}"/>
              </a:ext>
            </a:extLst>
          </p:cNvPr>
          <p:cNvSpPr/>
          <p:nvPr/>
        </p:nvSpPr>
        <p:spPr>
          <a:xfrm>
            <a:off x="156700" y="2920296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的特解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4924E4-A2BD-403E-98C4-FF0208F67422}"/>
              </a:ext>
            </a:extLst>
          </p:cNvPr>
          <p:cNvSpPr/>
          <p:nvPr/>
        </p:nvSpPr>
        <p:spPr>
          <a:xfrm>
            <a:off x="1348821" y="295165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其中，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5029BA9-3466-434A-A6FD-9E163C1CC9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047317"/>
              </p:ext>
            </p:extLst>
          </p:nvPr>
        </p:nvGraphicFramePr>
        <p:xfrm>
          <a:off x="2144209" y="2972168"/>
          <a:ext cx="226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0" name="Equation" r:id="rId11" imgW="2260440" imgH="419040" progId="Equation.DSMT4">
                  <p:embed/>
                </p:oleObj>
              </mc:Choice>
              <mc:Fallback>
                <p:oleObj name="Equation" r:id="rId11" imgW="2260440" imgH="419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923065C-F857-4044-B8C6-0289FED564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209" y="2972168"/>
                        <a:ext cx="2260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7F5130C5-6A7F-4D5B-87D2-6221FB3F4EC0}"/>
              </a:ext>
            </a:extLst>
          </p:cNvPr>
          <p:cNvSpPr/>
          <p:nvPr/>
        </p:nvSpPr>
        <p:spPr>
          <a:xfrm>
            <a:off x="4999212" y="2951654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次多项式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559E70C-DA82-4381-BFF7-3EC913B8C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937268"/>
              </p:ext>
            </p:extLst>
          </p:nvPr>
        </p:nvGraphicFramePr>
        <p:xfrm>
          <a:off x="4732512" y="3109784"/>
          <a:ext cx="266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1" name="Equation" r:id="rId13" imgW="266400" imgH="203040" progId="Equation.DSMT4">
                  <p:embed/>
                </p:oleObj>
              </mc:Choice>
              <mc:Fallback>
                <p:oleObj name="Equation" r:id="rId13" imgW="266400" imgH="203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CE2955C-58BA-466F-8456-BBFDDBDAFC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32512" y="3109784"/>
                        <a:ext cx="266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8C392A39-434A-42CA-9DF7-F76FB7B875EE}"/>
              </a:ext>
            </a:extLst>
          </p:cNvPr>
          <p:cNvSpPr/>
          <p:nvPr/>
        </p:nvSpPr>
        <p:spPr>
          <a:xfrm>
            <a:off x="4302165" y="297216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17A4DEB-A0A7-4DA1-B0BF-04491820E4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240567"/>
              </p:ext>
            </p:extLst>
          </p:nvPr>
        </p:nvGraphicFramePr>
        <p:xfrm>
          <a:off x="6558963" y="3010268"/>
          <a:ext cx="17954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2" name="Equation" r:id="rId15" imgW="1790640" imgH="342720" progId="Equation.DSMT4">
                  <p:embed/>
                </p:oleObj>
              </mc:Choice>
              <mc:Fallback>
                <p:oleObj name="Equation" r:id="rId15" imgW="179064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68E4A4C-D1DA-4989-906A-872D8C141B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8963" y="3010268"/>
                        <a:ext cx="179546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1DEBA2F-A8D2-4A07-BC36-0BE48D9F0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313516"/>
              </p:ext>
            </p:extLst>
          </p:nvPr>
        </p:nvGraphicFramePr>
        <p:xfrm>
          <a:off x="1596860" y="3637699"/>
          <a:ext cx="11684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3" name="Equation" r:id="rId17" imgW="1143000" imgH="863280" progId="Equation.DSMT4">
                  <p:embed/>
                </p:oleObj>
              </mc:Choice>
              <mc:Fallback>
                <p:oleObj name="Equation" r:id="rId17" imgW="1143000" imgH="8632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9EF540ED-0268-4525-8799-B073EBED1A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6860" y="3637699"/>
                        <a:ext cx="1168400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F100820-E412-4A17-B2A3-F8862089A0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506725"/>
              </p:ext>
            </p:extLst>
          </p:nvPr>
        </p:nvGraphicFramePr>
        <p:xfrm>
          <a:off x="3145888" y="3695280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4" name="Equation" r:id="rId19" imgW="876240" imgH="279360" progId="Equation.DSMT4">
                  <p:embed/>
                </p:oleObj>
              </mc:Choice>
              <mc:Fallback>
                <p:oleObj name="Equation" r:id="rId19" imgW="876240" imgH="2793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29B6B78-E11D-46D2-A1D6-372D83858F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45888" y="3695280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72EED44A-EDB4-4DEB-BD63-6F75D594BF3D}"/>
              </a:ext>
            </a:extLst>
          </p:cNvPr>
          <p:cNvSpPr/>
          <p:nvPr/>
        </p:nvSpPr>
        <p:spPr>
          <a:xfrm>
            <a:off x="4009984" y="3599726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不是特征根</a:t>
            </a:r>
            <a:r>
              <a:rPr lang="zh-CN" altLang="en-US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70112AC-7A04-405F-8E88-6A7DDE065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939906"/>
              </p:ext>
            </p:extLst>
          </p:nvPr>
        </p:nvGraphicFramePr>
        <p:xfrm>
          <a:off x="2281792" y="3665458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5" name="Equation" r:id="rId21" imgW="253800" imgH="330120" progId="Equation.DSMT4">
                  <p:embed/>
                </p:oleObj>
              </mc:Choice>
              <mc:Fallback>
                <p:oleObj name="Equation" r:id="rId21" imgW="253800" imgH="3301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0A6149BF-21EC-4AC0-932D-1EC47C1BB7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81792" y="3665458"/>
                        <a:ext cx="254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7FDCA40-9143-4F12-96CF-43E73F9388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989721"/>
              </p:ext>
            </p:extLst>
          </p:nvPr>
        </p:nvGraphicFramePr>
        <p:xfrm>
          <a:off x="3125278" y="4156945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6" name="Equation" r:id="rId23" imgW="876240" imgH="279360" progId="Equation.DSMT4">
                  <p:embed/>
                </p:oleObj>
              </mc:Choice>
              <mc:Fallback>
                <p:oleObj name="Equation" r:id="rId23" imgW="876240" imgH="2793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CB8CB4F-52EC-4FEA-A616-B23196791C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25278" y="4156945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BB9273ED-F7C1-473E-B918-68776847171D}"/>
              </a:ext>
            </a:extLst>
          </p:cNvPr>
          <p:cNvSpPr/>
          <p:nvPr/>
        </p:nvSpPr>
        <p:spPr>
          <a:xfrm>
            <a:off x="4652459" y="4063583"/>
            <a:ext cx="1499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重特征根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E254083-FB14-4818-A69E-104D37D47A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754037"/>
              </p:ext>
            </p:extLst>
          </p:nvPr>
        </p:nvGraphicFramePr>
        <p:xfrm>
          <a:off x="2296526" y="4164527"/>
          <a:ext cx="241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7" name="Equation" r:id="rId25" imgW="241200" imgH="253800" progId="Equation.DSMT4">
                  <p:embed/>
                </p:oleObj>
              </mc:Choice>
              <mc:Fallback>
                <p:oleObj name="Equation" r:id="rId25" imgW="241200" imgH="2538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2A8A15DC-7C54-4A90-9FBF-73486624EB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296526" y="4164527"/>
                        <a:ext cx="241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028279F-1BA5-490F-8F6E-BFE25E763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100656"/>
              </p:ext>
            </p:extLst>
          </p:nvPr>
        </p:nvGraphicFramePr>
        <p:xfrm>
          <a:off x="4524868" y="4190623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8" name="Equation" r:id="rId27" imgW="164880" imgH="203040" progId="Equation.DSMT4">
                  <p:embed/>
                </p:oleObj>
              </mc:Choice>
              <mc:Fallback>
                <p:oleObj name="Equation" r:id="rId27" imgW="164880" imgH="2030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473EC88-07F3-4BCC-A844-8B23C4BD34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524868" y="4190623"/>
                        <a:ext cx="165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D923BF3B-3ECB-4EBF-88FD-E95359891231}"/>
              </a:ext>
            </a:extLst>
          </p:cNvPr>
          <p:cNvSpPr/>
          <p:nvPr/>
        </p:nvSpPr>
        <p:spPr>
          <a:xfrm>
            <a:off x="4055142" y="406139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883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4" grpId="0"/>
      <p:bldP spid="18" grpId="0"/>
      <p:bldP spid="21" grpId="0"/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69AE43-5152-4029-97BC-F1762A114582}"/>
              </a:ext>
            </a:extLst>
          </p:cNvPr>
          <p:cNvSpPr/>
          <p:nvPr/>
        </p:nvSpPr>
        <p:spPr>
          <a:xfrm>
            <a:off x="827584" y="411510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2ED271-BFED-4963-B601-5584C5C9301F}"/>
              </a:ext>
            </a:extLst>
          </p:cNvPr>
          <p:cNvSpPr/>
          <p:nvPr/>
        </p:nvSpPr>
        <p:spPr>
          <a:xfrm>
            <a:off x="1536881" y="440705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8A8D44-2760-40C8-89DE-ECF74C6D0422}"/>
              </a:ext>
            </a:extLst>
          </p:cNvPr>
          <p:cNvSpPr/>
          <p:nvPr/>
        </p:nvSpPr>
        <p:spPr>
          <a:xfrm>
            <a:off x="5209289" y="411088"/>
            <a:ext cx="1266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F9B83B3-963A-4742-81B3-CF62C4108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819350"/>
              </p:ext>
            </p:extLst>
          </p:nvPr>
        </p:nvGraphicFramePr>
        <p:xfrm>
          <a:off x="3236548" y="516841"/>
          <a:ext cx="2019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2" name="Equation" r:id="rId3" imgW="2019240" imgH="355320" progId="Equation.DSMT4">
                  <p:embed/>
                </p:oleObj>
              </mc:Choice>
              <mc:Fallback>
                <p:oleObj name="Equation" r:id="rId3" imgW="2019240" imgH="355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8D24C23-10FE-44CE-9529-0810FA3A04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548" y="516841"/>
                        <a:ext cx="20193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C9B85FB-B9EE-48D3-AE51-FEEF07480CD2}"/>
              </a:ext>
            </a:extLst>
          </p:cNvPr>
          <p:cNvSpPr/>
          <p:nvPr/>
        </p:nvSpPr>
        <p:spPr>
          <a:xfrm>
            <a:off x="859358" y="100338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E75BAE8-44B7-4BF9-B7CE-B8E6837987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117834"/>
              </p:ext>
            </p:extLst>
          </p:nvPr>
        </p:nvGraphicFramePr>
        <p:xfrm>
          <a:off x="1625199" y="1122088"/>
          <a:ext cx="152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3" name="Equation" r:id="rId5" imgW="1523880" imgH="330120" progId="Equation.DSMT4">
                  <p:embed/>
                </p:oleObj>
              </mc:Choice>
              <mc:Fallback>
                <p:oleObj name="Equation" r:id="rId5" imgW="152388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93BFDDE-996A-4869-8F72-189F8E175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199" y="1122088"/>
                        <a:ext cx="15240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4399B01-AA8B-441E-9E3A-3B5AC872A911}"/>
              </a:ext>
            </a:extLst>
          </p:cNvPr>
          <p:cNvSpPr/>
          <p:nvPr/>
        </p:nvSpPr>
        <p:spPr>
          <a:xfrm>
            <a:off x="827584" y="1680020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的特征方程为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8C0A839-7269-4BC7-B1D5-19CDAEC99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364358"/>
              </p:ext>
            </p:extLst>
          </p:nvPr>
        </p:nvGraphicFramePr>
        <p:xfrm>
          <a:off x="3523654" y="2363757"/>
          <a:ext cx="12636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4" name="Equation" r:id="rId7" imgW="1257120" imgH="393480" progId="Equation.DSMT4">
                  <p:embed/>
                </p:oleObj>
              </mc:Choice>
              <mc:Fallback>
                <p:oleObj name="Equation" r:id="rId7" imgW="125712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40D10A9-4008-4A0D-B6D1-6C8221B53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3654" y="2363757"/>
                        <a:ext cx="1263650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1D1EE9C-1809-4BD8-B52C-F85D03E3F110}"/>
              </a:ext>
            </a:extLst>
          </p:cNvPr>
          <p:cNvSpPr/>
          <p:nvPr/>
        </p:nvSpPr>
        <p:spPr>
          <a:xfrm>
            <a:off x="802256" y="2807769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5F04FEF-4D23-4327-8E1E-310198E75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795756"/>
              </p:ext>
            </p:extLst>
          </p:nvPr>
        </p:nvGraphicFramePr>
        <p:xfrm>
          <a:off x="3149199" y="3270408"/>
          <a:ext cx="22225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5" name="Equation" r:id="rId9" imgW="2222280" imgH="380880" progId="Equation.DSMT4">
                  <p:embed/>
                </p:oleObj>
              </mc:Choice>
              <mc:Fallback>
                <p:oleObj name="Equation" r:id="rId9" imgW="222228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4913FB0-3255-4303-B08D-E4512BA309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199" y="3270408"/>
                        <a:ext cx="222250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87067FFB-D584-46A7-881B-D332240521EE}"/>
              </a:ext>
            </a:extLst>
          </p:cNvPr>
          <p:cNvSpPr/>
          <p:nvPr/>
        </p:nvSpPr>
        <p:spPr>
          <a:xfrm>
            <a:off x="797896" y="3856968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的通解为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CB79ABA-C8E8-4BD7-8022-9B3ABE59E8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101927"/>
              </p:ext>
            </p:extLst>
          </p:nvPr>
        </p:nvGraphicFramePr>
        <p:xfrm>
          <a:off x="4427984" y="3967509"/>
          <a:ext cx="29845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6" name="Equation" r:id="rId11" imgW="2984400" imgH="380880" progId="Equation.DSMT4">
                  <p:embed/>
                </p:oleObj>
              </mc:Choice>
              <mc:Fallback>
                <p:oleObj name="Equation" r:id="rId11" imgW="298440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601344B-1D51-4F4A-8B2F-2241A5D97C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3967509"/>
                        <a:ext cx="29845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0B01056-2094-49D8-95E3-ECCDB75D81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209497"/>
              </p:ext>
            </p:extLst>
          </p:nvPr>
        </p:nvGraphicFramePr>
        <p:xfrm>
          <a:off x="5321300" y="989013"/>
          <a:ext cx="3238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7" name="Equation" r:id="rId13" imgW="3238200" imgH="355320" progId="Equation.DSMT4">
                  <p:embed/>
                </p:oleObj>
              </mc:Choice>
              <mc:Fallback>
                <p:oleObj name="Equation" r:id="rId13" imgW="323820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48033E6-89E4-4A72-BED0-019E2A6CCE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21300" y="989013"/>
                        <a:ext cx="3238500" cy="355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131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CA22ED-29E8-4662-89C4-F58069002D97}"/>
              </a:ext>
            </a:extLst>
          </p:cNvPr>
          <p:cNvSpPr/>
          <p:nvPr/>
        </p:nvSpPr>
        <p:spPr>
          <a:xfrm>
            <a:off x="794994" y="339501"/>
            <a:ext cx="8723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由于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9B0E2F0-66DE-442F-8B23-42129CC999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741321"/>
              </p:ext>
            </p:extLst>
          </p:nvPr>
        </p:nvGraphicFramePr>
        <p:xfrm>
          <a:off x="1497013" y="449263"/>
          <a:ext cx="1270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9" name="Equation" r:id="rId3" imgW="1269720" imgH="279360" progId="Equation.DSMT4">
                  <p:embed/>
                </p:oleObj>
              </mc:Choice>
              <mc:Fallback>
                <p:oleObj name="Equation" r:id="rId3" imgW="1269720" imgH="279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AB4907B-E59C-4BA5-A9FD-68E4351C23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449263"/>
                        <a:ext cx="12700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0870C85-C84F-4FE4-9376-47DCD7E9E3F6}"/>
              </a:ext>
            </a:extLst>
          </p:cNvPr>
          <p:cNvSpPr/>
          <p:nvPr/>
        </p:nvSpPr>
        <p:spPr>
          <a:xfrm>
            <a:off x="2808534" y="339503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不为特征根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0D38BF-3F5D-4762-865C-4F66A444698C}"/>
              </a:ext>
            </a:extLst>
          </p:cNvPr>
          <p:cNvSpPr/>
          <p:nvPr/>
        </p:nvSpPr>
        <p:spPr>
          <a:xfrm>
            <a:off x="4644008" y="339502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设原方程有特解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B71A9B2-F6BB-4F86-B3FC-9C73A6F23B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382840"/>
              </p:ext>
            </p:extLst>
          </p:nvPr>
        </p:nvGraphicFramePr>
        <p:xfrm>
          <a:off x="2073444" y="947640"/>
          <a:ext cx="4051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0" name="Equation" r:id="rId5" imgW="4051080" imgH="406080" progId="Equation.DSMT4">
                  <p:embed/>
                </p:oleObj>
              </mc:Choice>
              <mc:Fallback>
                <p:oleObj name="Equation" r:id="rId5" imgW="4051080" imgH="406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E7C33E3-329B-41AB-AA14-DD8E54546D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444" y="947640"/>
                        <a:ext cx="4051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4EAA73D-604F-4A3D-B8D2-FB6303067CBC}"/>
              </a:ext>
            </a:extLst>
          </p:cNvPr>
          <p:cNvSpPr/>
          <p:nvPr/>
        </p:nvSpPr>
        <p:spPr>
          <a:xfrm>
            <a:off x="141011" y="1610333"/>
            <a:ext cx="4515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代入原方程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由比较系数法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95142A1-E7DE-4C7B-B9AE-95DA35107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019295"/>
              </p:ext>
            </p:extLst>
          </p:nvPr>
        </p:nvGraphicFramePr>
        <p:xfrm>
          <a:off x="4666208" y="1472865"/>
          <a:ext cx="2984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1" name="Equation" r:id="rId7" imgW="2984400" imgH="736560" progId="Equation.DSMT4">
                  <p:embed/>
                </p:oleObj>
              </mc:Choice>
              <mc:Fallback>
                <p:oleObj name="Equation" r:id="rId7" imgW="298440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E721288-044A-4394-85F8-34E0C9CCFD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6208" y="1472865"/>
                        <a:ext cx="2984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BB1D1AAB-4297-4914-9FED-4DCDCFE7A234}"/>
              </a:ext>
            </a:extLst>
          </p:cNvPr>
          <p:cNvSpPr/>
          <p:nvPr/>
        </p:nvSpPr>
        <p:spPr>
          <a:xfrm>
            <a:off x="210701" y="2377225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原方程有特解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AC0F189-57C3-4712-A89F-BE98D20ABD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388479"/>
              </p:ext>
            </p:extLst>
          </p:nvPr>
        </p:nvGraphicFramePr>
        <p:xfrm>
          <a:off x="2958028" y="2702584"/>
          <a:ext cx="276066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2" name="Equation" r:id="rId9" imgW="2755800" imgH="736560" progId="Equation.DSMT4">
                  <p:embed/>
                </p:oleObj>
              </mc:Choice>
              <mc:Fallback>
                <p:oleObj name="Equation" r:id="rId9" imgW="275580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485EDBF-20A7-4386-84F0-13536925D6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8028" y="2702584"/>
                        <a:ext cx="2760663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6336F24-BC0B-44A5-BE4B-589745282446}"/>
              </a:ext>
            </a:extLst>
          </p:cNvPr>
          <p:cNvSpPr/>
          <p:nvPr/>
        </p:nvSpPr>
        <p:spPr>
          <a:xfrm>
            <a:off x="210701" y="3537472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原方程通解为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9EF8034-FBB5-4C9D-A3DC-900C807AD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202767"/>
              </p:ext>
            </p:extLst>
          </p:nvPr>
        </p:nvGraphicFramePr>
        <p:xfrm>
          <a:off x="1688029" y="3973415"/>
          <a:ext cx="53006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3" name="Equation" r:id="rId11" imgW="5295600" imgH="736560" progId="Equation.DSMT4">
                  <p:embed/>
                </p:oleObj>
              </mc:Choice>
              <mc:Fallback>
                <p:oleObj name="Equation" r:id="rId11" imgW="529560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AC31974-198C-47EE-8AA4-A7270B4AA0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029" y="3973415"/>
                        <a:ext cx="5300662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364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28CC9F-A0F1-4954-9593-07A64314E56B}"/>
              </a:ext>
            </a:extLst>
          </p:cNvPr>
          <p:cNvSpPr/>
          <p:nvPr/>
        </p:nvSpPr>
        <p:spPr>
          <a:xfrm>
            <a:off x="1270415" y="373501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6BFECC-2F72-4CD5-934A-3F4599BAB4C8}"/>
              </a:ext>
            </a:extLst>
          </p:cNvPr>
          <p:cNvSpPr/>
          <p:nvPr/>
        </p:nvSpPr>
        <p:spPr>
          <a:xfrm>
            <a:off x="1979712" y="402696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41B8D4-6C5D-42B2-A71A-B5D769345257}"/>
              </a:ext>
            </a:extLst>
          </p:cNvPr>
          <p:cNvSpPr/>
          <p:nvPr/>
        </p:nvSpPr>
        <p:spPr>
          <a:xfrm>
            <a:off x="6545667" y="340941"/>
            <a:ext cx="1266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F98E60-51E5-460D-9C09-7CB13DB6451B}"/>
              </a:ext>
            </a:extLst>
          </p:cNvPr>
          <p:cNvSpPr/>
          <p:nvPr/>
        </p:nvSpPr>
        <p:spPr>
          <a:xfrm>
            <a:off x="1270415" y="96537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F02F673-BB62-4DC5-AF23-37AF6E06B3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455662"/>
              </p:ext>
            </p:extLst>
          </p:nvPr>
        </p:nvGraphicFramePr>
        <p:xfrm>
          <a:off x="2124308" y="1067642"/>
          <a:ext cx="1511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8" name="Equation" r:id="rId3" imgW="1511280" imgH="330120" progId="Equation.DSMT4">
                  <p:embed/>
                </p:oleObj>
              </mc:Choice>
              <mc:Fallback>
                <p:oleObj name="Equation" r:id="rId3" imgW="1511280" imgH="330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455A809-EE7A-49C4-8831-CEB68E329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308" y="1067642"/>
                        <a:ext cx="1511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AC74DC4-0245-4809-A2F8-FD52AD9D3AB0}"/>
              </a:ext>
            </a:extLst>
          </p:cNvPr>
          <p:cNvSpPr/>
          <p:nvPr/>
        </p:nvSpPr>
        <p:spPr>
          <a:xfrm>
            <a:off x="1314241" y="1769502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的特征方程为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B9851C-437D-4363-AD22-7BE610C55805}"/>
              </a:ext>
            </a:extLst>
          </p:cNvPr>
          <p:cNvSpPr/>
          <p:nvPr/>
        </p:nvSpPr>
        <p:spPr>
          <a:xfrm>
            <a:off x="1248217" y="2748338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87506B-864D-432B-8C09-767B0ABF6306}"/>
              </a:ext>
            </a:extLst>
          </p:cNvPr>
          <p:cNvSpPr/>
          <p:nvPr/>
        </p:nvSpPr>
        <p:spPr>
          <a:xfrm>
            <a:off x="1291270" y="3552462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的通解为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EA7C2B1-43B8-4F63-B8C4-E5144209FF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587796"/>
              </p:ext>
            </p:extLst>
          </p:nvPr>
        </p:nvGraphicFramePr>
        <p:xfrm>
          <a:off x="3707904" y="411510"/>
          <a:ext cx="289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9" name="Equation" r:id="rId5" imgW="2895480" imgH="406080" progId="Equation.DSMT4">
                  <p:embed/>
                </p:oleObj>
              </mc:Choice>
              <mc:Fallback>
                <p:oleObj name="Equation" r:id="rId5" imgW="2895480" imgH="406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AC45E53-7A85-45F6-AE90-FCE5991864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11510"/>
                        <a:ext cx="2895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D2A5252-5664-47F7-B9AC-F50364D2C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510200"/>
              </p:ext>
            </p:extLst>
          </p:nvPr>
        </p:nvGraphicFramePr>
        <p:xfrm>
          <a:off x="5381963" y="1800309"/>
          <a:ext cx="1797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0" name="Equation" r:id="rId7" imgW="1803240" imgH="393480" progId="Equation.DSMT4">
                  <p:embed/>
                </p:oleObj>
              </mc:Choice>
              <mc:Fallback>
                <p:oleObj name="Equation" r:id="rId7" imgW="180324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3D0B8D2-3B85-4C56-9601-87AAED8004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963" y="1800309"/>
                        <a:ext cx="179705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2B6668A-DD36-4CEC-9975-9010174F7E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669194"/>
              </p:ext>
            </p:extLst>
          </p:nvPr>
        </p:nvGraphicFramePr>
        <p:xfrm>
          <a:off x="3419872" y="2725146"/>
          <a:ext cx="15684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1" name="Equation" r:id="rId9" imgW="1562040" imgH="406080" progId="Equation.DSMT4">
                  <p:embed/>
                </p:oleObj>
              </mc:Choice>
              <mc:Fallback>
                <p:oleObj name="Equation" r:id="rId9" imgW="156204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E2D280A-5617-4FAA-B9C5-41CD208ED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725146"/>
                        <a:ext cx="1568450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3376C8A-F502-4B00-8D2A-79624B0BD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604337"/>
              </p:ext>
            </p:extLst>
          </p:nvPr>
        </p:nvGraphicFramePr>
        <p:xfrm>
          <a:off x="4986179" y="3552462"/>
          <a:ext cx="34750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2" name="Equation" r:id="rId11" imgW="3479760" imgH="419040" progId="Equation.DSMT4">
                  <p:embed/>
                </p:oleObj>
              </mc:Choice>
              <mc:Fallback>
                <p:oleObj name="Equation" r:id="rId11" imgW="347976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DACDE2FD-7995-44A3-B9B9-E6AAAEEA8C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179" y="3552462"/>
                        <a:ext cx="3475038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220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9CEDBD-5BE9-457F-BAF3-F29A459A6E66}"/>
              </a:ext>
            </a:extLst>
          </p:cNvPr>
          <p:cNvSpPr/>
          <p:nvPr/>
        </p:nvSpPr>
        <p:spPr>
          <a:xfrm>
            <a:off x="921316" y="297113"/>
            <a:ext cx="8723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由于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F8728C5-B5BF-480D-83E3-41AD7E6F27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733793"/>
              </p:ext>
            </p:extLst>
          </p:nvPr>
        </p:nvGraphicFramePr>
        <p:xfrm>
          <a:off x="1666305" y="377158"/>
          <a:ext cx="168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2" name="Equation" r:id="rId3" imgW="1688760" imgH="279360" progId="Equation.DSMT4">
                  <p:embed/>
                </p:oleObj>
              </mc:Choice>
              <mc:Fallback>
                <p:oleObj name="Equation" r:id="rId3" imgW="1688760" imgH="279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45418F0-F84F-46BA-8A3D-ECB28C6BF8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305" y="377158"/>
                        <a:ext cx="1689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577DEF7-D32D-4621-8BD2-D387B1F83045}"/>
              </a:ext>
            </a:extLst>
          </p:cNvPr>
          <p:cNvSpPr/>
          <p:nvPr/>
        </p:nvSpPr>
        <p:spPr>
          <a:xfrm>
            <a:off x="3419872" y="267494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单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61D75C-5270-4735-AC81-6BA27B2958FA}"/>
              </a:ext>
            </a:extLst>
          </p:cNvPr>
          <p:cNvSpPr/>
          <p:nvPr/>
        </p:nvSpPr>
        <p:spPr>
          <a:xfrm>
            <a:off x="5185226" y="26749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设原方程有特解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916AB7-B5FD-4EA5-94C9-4CF0772C542D}"/>
              </a:ext>
            </a:extLst>
          </p:cNvPr>
          <p:cNvSpPr/>
          <p:nvPr/>
        </p:nvSpPr>
        <p:spPr>
          <a:xfrm>
            <a:off x="236848" y="1537848"/>
            <a:ext cx="4515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代入原方程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由比较系数法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解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得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CF6131-90DC-45AB-8AAA-5C62ACF408B0}"/>
              </a:ext>
            </a:extLst>
          </p:cNvPr>
          <p:cNvSpPr/>
          <p:nvPr/>
        </p:nvSpPr>
        <p:spPr>
          <a:xfrm>
            <a:off x="160532" y="2223990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原方程有特解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9357F2-874B-4228-9E0A-B88BF2B1ACCD}"/>
              </a:ext>
            </a:extLst>
          </p:cNvPr>
          <p:cNvSpPr/>
          <p:nvPr/>
        </p:nvSpPr>
        <p:spPr>
          <a:xfrm>
            <a:off x="191129" y="3670575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原方程通解为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C5DCF74-3744-4A64-AEAD-7FF82C2716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912104"/>
              </p:ext>
            </p:extLst>
          </p:nvPr>
        </p:nvGraphicFramePr>
        <p:xfrm>
          <a:off x="2350219" y="926954"/>
          <a:ext cx="344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3" name="Equation" r:id="rId5" imgW="3441600" imgH="406080" progId="Equation.DSMT4">
                  <p:embed/>
                </p:oleObj>
              </mc:Choice>
              <mc:Fallback>
                <p:oleObj name="Equation" r:id="rId5" imgW="3441600" imgH="406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A69E154-35C0-42AD-B421-7606890783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219" y="926954"/>
                        <a:ext cx="3441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918A3EA-7EC5-4CEE-AC24-7A1A9C6A9B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822206"/>
              </p:ext>
            </p:extLst>
          </p:nvPr>
        </p:nvGraphicFramePr>
        <p:xfrm>
          <a:off x="4833577" y="1391787"/>
          <a:ext cx="170815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4" name="Equation" r:id="rId7" imgW="1714320" imgH="723600" progId="Equation.DSMT4">
                  <p:embed/>
                </p:oleObj>
              </mc:Choice>
              <mc:Fallback>
                <p:oleObj name="Equation" r:id="rId7" imgW="171432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367DE4B-D698-477F-B0EA-6D18CFF264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577" y="1391787"/>
                        <a:ext cx="1708150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AB4EDDD-A22F-422B-BCC8-B40C383EBE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706482"/>
              </p:ext>
            </p:extLst>
          </p:nvPr>
        </p:nvGraphicFramePr>
        <p:xfrm>
          <a:off x="2699792" y="2610473"/>
          <a:ext cx="23288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5" name="Equation" r:id="rId9" imgW="2323800" imgH="723600" progId="Equation.DSMT4">
                  <p:embed/>
                </p:oleObj>
              </mc:Choice>
              <mc:Fallback>
                <p:oleObj name="Equation" r:id="rId9" imgW="232380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3585047-AA84-4C0B-9128-B1D9C634CD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610473"/>
                        <a:ext cx="2328862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53C0AB5-A087-410E-96C0-DF89ACBAF7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107882"/>
              </p:ext>
            </p:extLst>
          </p:nvPr>
        </p:nvGraphicFramePr>
        <p:xfrm>
          <a:off x="1475656" y="3901408"/>
          <a:ext cx="514985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6" name="Equation" r:id="rId11" imgW="5155920" imgH="723600" progId="Equation.DSMT4">
                  <p:embed/>
                </p:oleObj>
              </mc:Choice>
              <mc:Fallback>
                <p:oleObj name="Equation" r:id="rId11" imgW="5155920" imgH="723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78D4A7C-83EA-4C83-A112-F45691E0A2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901408"/>
                        <a:ext cx="5149850" cy="72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370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363BD9-45F2-4CE9-8D08-5E3E96372D38}"/>
              </a:ext>
            </a:extLst>
          </p:cNvPr>
          <p:cNvSpPr/>
          <p:nvPr/>
        </p:nvSpPr>
        <p:spPr>
          <a:xfrm>
            <a:off x="862649" y="84355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05EA32-3036-4ABF-9022-C7BB43880C46}"/>
              </a:ext>
            </a:extLst>
          </p:cNvPr>
          <p:cNvSpPr/>
          <p:nvPr/>
        </p:nvSpPr>
        <p:spPr>
          <a:xfrm>
            <a:off x="1590860" y="267494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求微分方程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D30DE8-9E4E-4782-926B-24914C7F08F6}"/>
              </a:ext>
            </a:extLst>
          </p:cNvPr>
          <p:cNvSpPr/>
          <p:nvPr/>
        </p:nvSpPr>
        <p:spPr>
          <a:xfrm>
            <a:off x="5479292" y="205739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的通解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78218C7-7873-4FB3-9563-B4EA2FA20E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666341"/>
              </p:ext>
            </p:extLst>
          </p:nvPr>
        </p:nvGraphicFramePr>
        <p:xfrm>
          <a:off x="3368182" y="267494"/>
          <a:ext cx="22034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6" name="Equation" r:id="rId3" imgW="2209680" imgH="406080" progId="Equation.DSMT4">
                  <p:embed/>
                </p:oleObj>
              </mc:Choice>
              <mc:Fallback>
                <p:oleObj name="Equation" r:id="rId3" imgW="220968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AC3AB1F-785B-4B98-8978-02685340D8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182" y="267494"/>
                        <a:ext cx="22034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C70A0CA-9467-4252-83A4-4246010863FF}"/>
              </a:ext>
            </a:extLst>
          </p:cNvPr>
          <p:cNvSpPr/>
          <p:nvPr/>
        </p:nvSpPr>
        <p:spPr>
          <a:xfrm>
            <a:off x="902277" y="237877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79788BB-37FF-4FB0-860E-3FE942AA74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326401"/>
              </p:ext>
            </p:extLst>
          </p:nvPr>
        </p:nvGraphicFramePr>
        <p:xfrm>
          <a:off x="1806884" y="864840"/>
          <a:ext cx="39417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7" name="Equation" r:id="rId5" imgW="3936960" imgH="419040" progId="Equation.DSMT4">
                  <p:embed/>
                </p:oleObj>
              </mc:Choice>
              <mc:Fallback>
                <p:oleObj name="Equation" r:id="rId5" imgW="393696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E27977C-B69F-43E1-ACC2-F75B5B9ED4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884" y="864840"/>
                        <a:ext cx="394176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5198E7D-8208-419A-B812-DCA83F55E95B}"/>
              </a:ext>
            </a:extLst>
          </p:cNvPr>
          <p:cNvSpPr/>
          <p:nvPr/>
        </p:nvSpPr>
        <p:spPr>
          <a:xfrm>
            <a:off x="5779981" y="843558"/>
            <a:ext cx="33377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分别讨论</a:t>
            </a:r>
            <a:r>
              <a:rPr lang="en-US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         </a:t>
            </a: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和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77A1295-44E2-43FB-977C-E10457EF7F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239803"/>
              </p:ext>
            </p:extLst>
          </p:nvPr>
        </p:nvGraphicFramePr>
        <p:xfrm>
          <a:off x="7227088" y="861509"/>
          <a:ext cx="13128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8" name="Equation" r:id="rId7" imgW="1307880" imgH="406080" progId="Equation.DSMT4">
                  <p:embed/>
                </p:oleObj>
              </mc:Choice>
              <mc:Fallback>
                <p:oleObj name="Equation" r:id="rId7" imgW="1307880" imgH="406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E11C3D3-70DE-44B0-97A7-0EB9B99C7C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088" y="861509"/>
                        <a:ext cx="131286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EFB5DCB-F230-476C-AF92-BB64163C8B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928464"/>
              </p:ext>
            </p:extLst>
          </p:nvPr>
        </p:nvGraphicFramePr>
        <p:xfrm>
          <a:off x="354306" y="1546342"/>
          <a:ext cx="16637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9" name="Equation" r:id="rId9" imgW="1663560" imgH="355320" progId="Equation.DSMT4">
                  <p:embed/>
                </p:oleObj>
              </mc:Choice>
              <mc:Fallback>
                <p:oleObj name="Equation" r:id="rId9" imgW="166356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BB7F113-2B77-4D3B-8BCC-ED116D89D6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06" y="1546342"/>
                        <a:ext cx="1663700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23891DED-1DD3-4B98-A430-82B537B6C702}"/>
              </a:ext>
            </a:extLst>
          </p:cNvPr>
          <p:cNvSpPr/>
          <p:nvPr/>
        </p:nvSpPr>
        <p:spPr>
          <a:xfrm>
            <a:off x="2018006" y="145847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的特解</a:t>
            </a:r>
            <a:r>
              <a:rPr lang="zh-CN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B31E1E-012B-436F-BEEF-84750971E1DA}"/>
              </a:ext>
            </a:extLst>
          </p:cNvPr>
          <p:cNvSpPr/>
          <p:nvPr/>
        </p:nvSpPr>
        <p:spPr>
          <a:xfrm>
            <a:off x="3139644" y="1469705"/>
            <a:ext cx="58340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再利用非齐次线性方程解的叠加原理</a:t>
            </a: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得到</a:t>
            </a:r>
            <a:endParaRPr lang="zh-CN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6A1C6-DABF-4359-AFEB-01B7A9A75574}"/>
              </a:ext>
            </a:extLst>
          </p:cNvPr>
          <p:cNvSpPr/>
          <p:nvPr/>
        </p:nvSpPr>
        <p:spPr>
          <a:xfrm>
            <a:off x="183490" y="2056290"/>
            <a:ext cx="27366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原方程的一个特解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</a:t>
            </a:r>
            <a:endParaRPr lang="zh-CN" altLang="zh-CN" sz="240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26D934-C050-4846-B8B4-979B023EA716}"/>
              </a:ext>
            </a:extLst>
          </p:cNvPr>
          <p:cNvSpPr/>
          <p:nvPr/>
        </p:nvSpPr>
        <p:spPr>
          <a:xfrm>
            <a:off x="885655" y="263037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B5118-B0E3-4FEF-8D2A-E38DCA9A0CD2}"/>
              </a:ext>
            </a:extLst>
          </p:cNvPr>
          <p:cNvSpPr/>
          <p:nvPr/>
        </p:nvSpPr>
        <p:spPr>
          <a:xfrm>
            <a:off x="1551814" y="2648331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的特征方程为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8BCC5BF-9B5F-4EC2-9608-1D1C232E23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530990"/>
              </p:ext>
            </p:extLst>
          </p:nvPr>
        </p:nvGraphicFramePr>
        <p:xfrm>
          <a:off x="5423343" y="2643758"/>
          <a:ext cx="11938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0" name="Equation" r:id="rId11" imgW="1193760" imgH="393480" progId="Equation.DSMT4">
                  <p:embed/>
                </p:oleObj>
              </mc:Choice>
              <mc:Fallback>
                <p:oleObj name="Equation" r:id="rId11" imgW="1193760" imgH="393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C5F23F9-C66A-44F0-852F-05D9AB37E7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3343" y="2643758"/>
                        <a:ext cx="1193800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F3E50E5D-214D-4996-A7AB-997F20F7D792}"/>
              </a:ext>
            </a:extLst>
          </p:cNvPr>
          <p:cNvSpPr/>
          <p:nvPr/>
        </p:nvSpPr>
        <p:spPr>
          <a:xfrm>
            <a:off x="6617143" y="262730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63F59EB-13C5-4428-81BD-A011551B2A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776384"/>
              </p:ext>
            </p:extLst>
          </p:nvPr>
        </p:nvGraphicFramePr>
        <p:xfrm>
          <a:off x="3925080" y="3313824"/>
          <a:ext cx="10922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1" name="Equation" r:id="rId13" imgW="1091880" imgH="406080" progId="Equation.DSMT4">
                  <p:embed/>
                </p:oleObj>
              </mc:Choice>
              <mc:Fallback>
                <p:oleObj name="Equation" r:id="rId13" imgW="1091880" imgH="4060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84D898C-EFD6-4E6C-B887-1FE872E926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080" y="3313824"/>
                        <a:ext cx="1092200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922F09FC-D745-400D-86AC-0D1EED18358E}"/>
              </a:ext>
            </a:extLst>
          </p:cNvPr>
          <p:cNvSpPr/>
          <p:nvPr/>
        </p:nvSpPr>
        <p:spPr>
          <a:xfrm>
            <a:off x="764779" y="3684853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的通解为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B62870D-C913-4DBD-AEC4-0D4FF5EF9E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671350"/>
              </p:ext>
            </p:extLst>
          </p:nvPr>
        </p:nvGraphicFramePr>
        <p:xfrm>
          <a:off x="3573091" y="4346725"/>
          <a:ext cx="2660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2" name="Equation" r:id="rId15" imgW="2666880" imgH="380880" progId="Equation.DSMT4">
                  <p:embed/>
                </p:oleObj>
              </mc:Choice>
              <mc:Fallback>
                <p:oleObj name="Equation" r:id="rId15" imgW="2666880" imgH="380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F230858-81DA-4CFC-82F0-782B20C00D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091" y="4346725"/>
                        <a:ext cx="2660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084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1" grpId="0"/>
      <p:bldP spid="12" grpId="0"/>
      <p:bldP spid="13" grpId="0"/>
      <p:bldP spid="14" grpId="0"/>
      <p:bldP spid="15" grpId="0"/>
      <p:bldP spid="17" grpId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0188486-EA16-4D6A-9371-06D0991837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001845"/>
              </p:ext>
            </p:extLst>
          </p:nvPr>
        </p:nvGraphicFramePr>
        <p:xfrm>
          <a:off x="2032782" y="411510"/>
          <a:ext cx="14144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" name="Equation" r:id="rId3" imgW="1409400" imgH="406080" progId="Equation.DSMT4">
                  <p:embed/>
                </p:oleObj>
              </mc:Choice>
              <mc:Fallback>
                <p:oleObj name="Equation" r:id="rId3" imgW="1409400" imgH="4060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53B027B-B77D-4BB8-9133-BA1CABDE10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782" y="411510"/>
                        <a:ext cx="141446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0946B48-EC4D-4B60-9D1A-6A5A8DFF7795}"/>
              </a:ext>
            </a:extLst>
          </p:cNvPr>
          <p:cNvSpPr/>
          <p:nvPr/>
        </p:nvSpPr>
        <p:spPr>
          <a:xfrm>
            <a:off x="786064" y="411510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对方程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DD4DE0F-DFD9-4407-9535-F5404AC28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366212"/>
              </p:ext>
            </p:extLst>
          </p:nvPr>
        </p:nvGraphicFramePr>
        <p:xfrm>
          <a:off x="3680362" y="480733"/>
          <a:ext cx="19050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1" name="Equation" r:id="rId5" imgW="1904760" imgH="380880" progId="Equation.DSMT4">
                  <p:embed/>
                </p:oleObj>
              </mc:Choice>
              <mc:Fallback>
                <p:oleObj name="Equation" r:id="rId5" imgW="190476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D061037-ADBB-456E-8DBA-944A363B2A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0362" y="480733"/>
                        <a:ext cx="190500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B3D5505-9650-47F8-B313-B01091A8D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26276"/>
              </p:ext>
            </p:extLst>
          </p:nvPr>
        </p:nvGraphicFramePr>
        <p:xfrm>
          <a:off x="5843588" y="503238"/>
          <a:ext cx="622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2" name="Equation" r:id="rId7" imgW="622080" imgH="279360" progId="Equation.DSMT4">
                  <p:embed/>
                </p:oleObj>
              </mc:Choice>
              <mc:Fallback>
                <p:oleObj name="Equation" r:id="rId7" imgW="62208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0F1E508-4DB2-4783-BA88-912845F15D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588" y="503238"/>
                        <a:ext cx="622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696F4FD-DC2E-4DB4-ADCA-54CF4B42FAF4}"/>
              </a:ext>
            </a:extLst>
          </p:cNvPr>
          <p:cNvSpPr/>
          <p:nvPr/>
        </p:nvSpPr>
        <p:spPr>
          <a:xfrm>
            <a:off x="6491580" y="411509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不为特征根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5861844-BB5F-4970-8EB7-FB2D676E2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74310"/>
              </p:ext>
            </p:extLst>
          </p:nvPr>
        </p:nvGraphicFramePr>
        <p:xfrm>
          <a:off x="3326065" y="1124569"/>
          <a:ext cx="1155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3" name="Equation" r:id="rId9" imgW="1155600" imgH="419040" progId="Equation.DSMT4">
                  <p:embed/>
                </p:oleObj>
              </mc:Choice>
              <mc:Fallback>
                <p:oleObj name="Equation" r:id="rId9" imgW="115560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819B478-9990-4801-A515-DA018EB0C8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065" y="1124569"/>
                        <a:ext cx="11557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5AFC1E7-10A3-4C78-A0BA-69AFB14972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069255"/>
              </p:ext>
            </p:extLst>
          </p:nvPr>
        </p:nvGraphicFramePr>
        <p:xfrm>
          <a:off x="1944303" y="1788679"/>
          <a:ext cx="17446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4" name="Equation" r:id="rId11" imgW="1739880" imgH="355320" progId="Equation.DSMT4">
                  <p:embed/>
                </p:oleObj>
              </mc:Choice>
              <mc:Fallback>
                <p:oleObj name="Equation" r:id="rId11" imgW="1739880" imgH="355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0F5E127-51E0-4328-8A8A-8AED06915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303" y="1788679"/>
                        <a:ext cx="1744663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BEEA1812-D331-4514-931B-334BAD3EE9E2}"/>
              </a:ext>
            </a:extLst>
          </p:cNvPr>
          <p:cNvSpPr/>
          <p:nvPr/>
        </p:nvSpPr>
        <p:spPr>
          <a:xfrm>
            <a:off x="767043" y="1762993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对方程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CC17259-98C1-4AA3-8D1F-06582003D2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559349"/>
              </p:ext>
            </p:extLst>
          </p:nvPr>
        </p:nvGraphicFramePr>
        <p:xfrm>
          <a:off x="3896854" y="1831541"/>
          <a:ext cx="11684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5" name="Equation" r:id="rId13" imgW="1168200" imgH="279360" progId="Equation.DSMT4">
                  <p:embed/>
                </p:oleObj>
              </mc:Choice>
              <mc:Fallback>
                <p:oleObj name="Equation" r:id="rId13" imgW="1168200" imgH="279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356CDF3-B754-4718-B490-CE6E47E75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6854" y="1831541"/>
                        <a:ext cx="116840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841E31AC-417D-47DB-AB7D-CEBACC1B92F2}"/>
              </a:ext>
            </a:extLst>
          </p:cNvPr>
          <p:cNvSpPr/>
          <p:nvPr/>
        </p:nvSpPr>
        <p:spPr>
          <a:xfrm>
            <a:off x="5091884" y="1758379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单复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根</a:t>
            </a:r>
            <a:r>
              <a:rPr lang="zh-CN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2A0665-E0A1-443F-B8E4-89AF9E97D6AE}"/>
              </a:ext>
            </a:extLst>
          </p:cNvPr>
          <p:cNvSpPr/>
          <p:nvPr/>
        </p:nvSpPr>
        <p:spPr>
          <a:xfrm>
            <a:off x="731549" y="2349608"/>
            <a:ext cx="273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从而设方程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有特解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47EDCF7-31F8-417D-BA1A-E31DB97E4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276900"/>
              </p:ext>
            </p:extLst>
          </p:nvPr>
        </p:nvGraphicFramePr>
        <p:xfrm>
          <a:off x="2710332" y="2878561"/>
          <a:ext cx="292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6" name="Equation" r:id="rId15" imgW="2920680" imgH="419040" progId="Equation.DSMT4">
                  <p:embed/>
                </p:oleObj>
              </mc:Choice>
              <mc:Fallback>
                <p:oleObj name="Equation" r:id="rId15" imgW="292068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FF3D1FC-40E1-41CE-AC32-506A42AD56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0332" y="2878561"/>
                        <a:ext cx="29210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ADC430A2-E0D5-4539-A625-A9106688AB43}"/>
              </a:ext>
            </a:extLst>
          </p:cNvPr>
          <p:cNvSpPr/>
          <p:nvPr/>
        </p:nvSpPr>
        <p:spPr>
          <a:xfrm>
            <a:off x="827584" y="3502376"/>
            <a:ext cx="273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设</a:t>
            </a:r>
            <a:r>
              <a:rPr lang="zh-CN" altLang="en-US" sz="2400" b="1" dirty="0">
                <a:solidFill>
                  <a:srgbClr val="0064FF"/>
                </a:solidFill>
                <a:ea typeface="宋体" panose="02010600030101010101" pitchFamily="2" charset="-122"/>
              </a:rPr>
              <a:t>原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有特解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0CA66C4-777F-4097-ABFB-05D584821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537816"/>
              </p:ext>
            </p:extLst>
          </p:nvPr>
        </p:nvGraphicFramePr>
        <p:xfrm>
          <a:off x="2742665" y="4152317"/>
          <a:ext cx="35353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7" name="Equation" r:id="rId17" imgW="3530520" imgH="406080" progId="Equation.DSMT4">
                  <p:embed/>
                </p:oleObj>
              </mc:Choice>
              <mc:Fallback>
                <p:oleObj name="Equation" r:id="rId17" imgW="3530520" imgH="4060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134C077-41C9-4D6B-A720-6BFEDEE5FB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665" y="4152317"/>
                        <a:ext cx="353536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19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9839511-207F-4757-A378-A21CB3F14C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497525"/>
              </p:ext>
            </p:extLst>
          </p:nvPr>
        </p:nvGraphicFramePr>
        <p:xfrm>
          <a:off x="2804319" y="339502"/>
          <a:ext cx="35353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" name="Equation" r:id="rId3" imgW="3530520" imgH="406080" progId="Equation.DSMT4">
                  <p:embed/>
                </p:oleObj>
              </mc:Choice>
              <mc:Fallback>
                <p:oleObj name="Equation" r:id="rId3" imgW="3530520" imgH="4060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5FC5CD0-6CD2-4A7D-ACC6-BFE8B23B13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319" y="339502"/>
                        <a:ext cx="35353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E3D9CD8-BA66-4016-B2CB-4EFB975DF2D4}"/>
              </a:ext>
            </a:extLst>
          </p:cNvPr>
          <p:cNvSpPr/>
          <p:nvPr/>
        </p:nvSpPr>
        <p:spPr>
          <a:xfrm>
            <a:off x="617937" y="907305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代入原方程，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3B6506-F884-419E-A5EA-FFB2C95225C5}"/>
              </a:ext>
            </a:extLst>
          </p:cNvPr>
          <p:cNvSpPr/>
          <p:nvPr/>
        </p:nvSpPr>
        <p:spPr>
          <a:xfrm>
            <a:off x="2375410" y="890578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由比较系数法得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E8F0DD0-ED18-4BDF-847D-F821D33CA2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562643"/>
              </p:ext>
            </p:extLst>
          </p:nvPr>
        </p:nvGraphicFramePr>
        <p:xfrm>
          <a:off x="3618041" y="1482502"/>
          <a:ext cx="228600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" name="Equation" r:id="rId5" imgW="2286000" imgH="723600" progId="Equation.DSMT4">
                  <p:embed/>
                </p:oleObj>
              </mc:Choice>
              <mc:Fallback>
                <p:oleObj name="Equation" r:id="rId5" imgW="2286000" imgH="723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93945FC-2367-4CB0-81C7-83AA069388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8041" y="1482502"/>
                        <a:ext cx="2286000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9443AD5-920F-4205-B945-719EFD868534}"/>
              </a:ext>
            </a:extLst>
          </p:cNvPr>
          <p:cNvSpPr/>
          <p:nvPr/>
        </p:nvSpPr>
        <p:spPr>
          <a:xfrm>
            <a:off x="521164" y="2389262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从而原方程有特解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593985A-1DC8-48B6-8C07-EE26BDCAD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912378"/>
              </p:ext>
            </p:extLst>
          </p:nvPr>
        </p:nvGraphicFramePr>
        <p:xfrm>
          <a:off x="3550572" y="2850927"/>
          <a:ext cx="2420937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" name="Equation" r:id="rId7" imgW="2425680" imgH="723600" progId="Equation.DSMT4">
                  <p:embed/>
                </p:oleObj>
              </mc:Choice>
              <mc:Fallback>
                <p:oleObj name="Equation" r:id="rId7" imgW="242568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84BC93D-69AE-4BFE-B1FC-6D9D143C3B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0572" y="2850927"/>
                        <a:ext cx="2420937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A1BC6EBE-619A-4B9C-9112-AFDC43BBF60C}"/>
              </a:ext>
            </a:extLst>
          </p:cNvPr>
          <p:cNvSpPr/>
          <p:nvPr/>
        </p:nvSpPr>
        <p:spPr>
          <a:xfrm>
            <a:off x="521164" y="3580110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故原方程通解为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37D771F-BFA3-4A45-BA12-52C6676A9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110231"/>
              </p:ext>
            </p:extLst>
          </p:nvPr>
        </p:nvGraphicFramePr>
        <p:xfrm>
          <a:off x="2987824" y="3866091"/>
          <a:ext cx="46736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7" name="Equation" r:id="rId9" imgW="4673520" imgH="723600" progId="Equation.DSMT4">
                  <p:embed/>
                </p:oleObj>
              </mc:Choice>
              <mc:Fallback>
                <p:oleObj name="Equation" r:id="rId9" imgW="4673520" imgH="723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D862026-3E16-4982-9BE0-64503A8354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866091"/>
                        <a:ext cx="4673600" cy="72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589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8DE24C7-9F07-41CF-B6C3-D13128F92455}"/>
              </a:ext>
            </a:extLst>
          </p:cNvPr>
          <p:cNvGrpSpPr/>
          <p:nvPr/>
        </p:nvGrpSpPr>
        <p:grpSpPr>
          <a:xfrm>
            <a:off x="827584" y="339502"/>
            <a:ext cx="5400601" cy="468333"/>
            <a:chOff x="827584" y="483518"/>
            <a:chExt cx="5400601" cy="46833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FFC464C-7500-41B1-B84C-2607B22C7920}"/>
                </a:ext>
              </a:extLst>
            </p:cNvPr>
            <p:cNvSpPr/>
            <p:nvPr/>
          </p:nvSpPr>
          <p:spPr>
            <a:xfrm>
              <a:off x="827584" y="483518"/>
              <a:ext cx="64953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4BAD588-9AA0-4126-8E87-4809175D7094}"/>
                </a:ext>
              </a:extLst>
            </p:cNvPr>
            <p:cNvSpPr/>
            <p:nvPr/>
          </p:nvSpPr>
          <p:spPr>
            <a:xfrm>
              <a:off x="1475315" y="490186"/>
              <a:ext cx="475287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求微分方程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           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的通解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.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DC7989B-847A-4BC1-B7C3-BEEE4E4695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6942371"/>
                </p:ext>
              </p:extLst>
            </p:nvPr>
          </p:nvGraphicFramePr>
          <p:xfrm>
            <a:off x="3131840" y="490186"/>
            <a:ext cx="1752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98" name="Equation" r:id="rId3" imgW="1752480" imgH="406080" progId="Equation.DSMT4">
                    <p:embed/>
                  </p:oleObj>
                </mc:Choice>
                <mc:Fallback>
                  <p:oleObj name="Equation" r:id="rId3" imgW="1752480" imgH="4060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4E01ECAA-0907-4B96-B26B-F5DEFB23CBE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31840" y="490186"/>
                          <a:ext cx="1752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8C096BA9-F92C-4DE8-9C7D-B54C6C33BA9B}"/>
              </a:ext>
            </a:extLst>
          </p:cNvPr>
          <p:cNvSpPr/>
          <p:nvPr/>
        </p:nvSpPr>
        <p:spPr>
          <a:xfrm>
            <a:off x="827584" y="95462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BFA656-AC25-4FD5-BD50-FC7B89ADCB49}"/>
              </a:ext>
            </a:extLst>
          </p:cNvPr>
          <p:cNvSpPr/>
          <p:nvPr/>
        </p:nvSpPr>
        <p:spPr>
          <a:xfrm>
            <a:off x="1321630" y="961291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的特征方程为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6E9E4BB-DD2A-4552-8ABA-E6A1CAAC61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562995"/>
              </p:ext>
            </p:extLst>
          </p:nvPr>
        </p:nvGraphicFramePr>
        <p:xfrm>
          <a:off x="5868144" y="1022906"/>
          <a:ext cx="1190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9" name="Equation" r:id="rId5" imgW="1193760" imgH="393480" progId="Equation.DSMT4">
                  <p:embed/>
                </p:oleObj>
              </mc:Choice>
              <mc:Fallback>
                <p:oleObj name="Equation" r:id="rId5" imgW="119376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E5050E8-AD10-4D3B-87FB-2B332B6D6E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1022906"/>
                        <a:ext cx="119062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657965F-3804-45FD-9ACD-DB62D2A6F833}"/>
              </a:ext>
            </a:extLst>
          </p:cNvPr>
          <p:cNvSpPr/>
          <p:nvPr/>
        </p:nvSpPr>
        <p:spPr>
          <a:xfrm>
            <a:off x="1303374" y="1583080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特征根为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0E41CAF-0CF7-4862-B6BF-63AFE1D738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517167"/>
              </p:ext>
            </p:extLst>
          </p:nvPr>
        </p:nvGraphicFramePr>
        <p:xfrm>
          <a:off x="3547844" y="1648708"/>
          <a:ext cx="1028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0" name="Equation" r:id="rId7" imgW="1028520" imgH="406080" progId="Equation.DSMT4">
                  <p:embed/>
                </p:oleObj>
              </mc:Choice>
              <mc:Fallback>
                <p:oleObj name="Equation" r:id="rId7" imgW="102852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4D056F0-63B0-4338-A4BB-17A472D592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47844" y="1648708"/>
                        <a:ext cx="1028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C2D4375B-238B-47CF-984E-8FEA5DD2E883}"/>
              </a:ext>
            </a:extLst>
          </p:cNvPr>
          <p:cNvSpPr/>
          <p:nvPr/>
        </p:nvSpPr>
        <p:spPr>
          <a:xfrm>
            <a:off x="1286011" y="2211537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对应齐次方程</a:t>
            </a:r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的通解为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4FD300C-DF92-4BF0-9C20-E08B0917E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207544"/>
              </p:ext>
            </p:extLst>
          </p:nvPr>
        </p:nvGraphicFramePr>
        <p:xfrm>
          <a:off x="4564473" y="2248372"/>
          <a:ext cx="2057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1" name="Equation" r:id="rId9" imgW="2057400" imgH="419040" progId="Equation.DSMT4">
                  <p:embed/>
                </p:oleObj>
              </mc:Choice>
              <mc:Fallback>
                <p:oleObj name="Equation" r:id="rId9" imgW="205740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8B8BC99-189E-4EA1-B9C3-78800B8A88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64473" y="2248372"/>
                        <a:ext cx="2057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464F6989-B0D0-4EB0-B4D7-C0874E7EAAFF}"/>
              </a:ext>
            </a:extLst>
          </p:cNvPr>
          <p:cNvSpPr/>
          <p:nvPr/>
        </p:nvSpPr>
        <p:spPr>
          <a:xfrm>
            <a:off x="1277170" y="2931790"/>
            <a:ext cx="5629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又</a:t>
            </a:r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D9D652F-C460-4D53-BF32-3FC4AFEF7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845425"/>
              </p:ext>
            </p:extLst>
          </p:nvPr>
        </p:nvGraphicFramePr>
        <p:xfrm>
          <a:off x="2123728" y="2838330"/>
          <a:ext cx="3289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2" name="Equation" r:id="rId11" imgW="3288960" imgH="723600" progId="Equation.DSMT4">
                  <p:embed/>
                </p:oleObj>
              </mc:Choice>
              <mc:Fallback>
                <p:oleObj name="Equation" r:id="rId11" imgW="3288960" imgH="723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7454A713-CA32-4FEF-9A07-486B703887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23728" y="2838330"/>
                        <a:ext cx="3289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11DB3594-B6AE-4A4B-8558-75CB55D211B3}"/>
              </a:ext>
            </a:extLst>
          </p:cNvPr>
          <p:cNvGrpSpPr/>
          <p:nvPr/>
        </p:nvGrpSpPr>
        <p:grpSpPr>
          <a:xfrm>
            <a:off x="1160889" y="3625711"/>
            <a:ext cx="2481203" cy="723900"/>
            <a:chOff x="1160889" y="3841735"/>
            <a:chExt cx="2481203" cy="7239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43365E5-5A8B-421C-B9A3-E866F81001DD}"/>
                </a:ext>
              </a:extLst>
            </p:cNvPr>
            <p:cNvSpPr/>
            <p:nvPr/>
          </p:nvSpPr>
          <p:spPr>
            <a:xfrm>
              <a:off x="1160889" y="3972853"/>
              <a:ext cx="11096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对方程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DE39F030-8338-4AA3-B231-04C544722D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6937149"/>
                </p:ext>
              </p:extLst>
            </p:nvPr>
          </p:nvGraphicFramePr>
          <p:xfrm>
            <a:off x="2270492" y="3841735"/>
            <a:ext cx="13716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3" name="Equation" r:id="rId13" imgW="1371600" imgH="723600" progId="Equation.DSMT4">
                    <p:embed/>
                  </p:oleObj>
                </mc:Choice>
                <mc:Fallback>
                  <p:oleObj name="Equation" r:id="rId13" imgW="1371600" imgH="7236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79233BB6-D470-4903-81E0-6BB8E6D8B7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70492" y="3841735"/>
                          <a:ext cx="13716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6B02CD2-5DFC-4941-8984-8136132EF69A}"/>
              </a:ext>
            </a:extLst>
          </p:cNvPr>
          <p:cNvGrpSpPr/>
          <p:nvPr/>
        </p:nvGrpSpPr>
        <p:grpSpPr>
          <a:xfrm>
            <a:off x="3739540" y="3824163"/>
            <a:ext cx="2391197" cy="461665"/>
            <a:chOff x="3739540" y="4040187"/>
            <a:chExt cx="2391197" cy="461665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884EE74D-EF0A-4FA0-927D-1C7B93CBE7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597923"/>
                </p:ext>
              </p:extLst>
            </p:nvPr>
          </p:nvGraphicFramePr>
          <p:xfrm>
            <a:off x="3739540" y="4110037"/>
            <a:ext cx="673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4" name="Equation" r:id="rId15" imgW="672840" imgH="279360" progId="Equation.DSMT4">
                    <p:embed/>
                  </p:oleObj>
                </mc:Choice>
                <mc:Fallback>
                  <p:oleObj name="Equation" r:id="rId15" imgW="672840" imgH="27936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E2E12686-9C4F-4637-859C-1975EC188F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739540" y="4110037"/>
                          <a:ext cx="673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388AE27-0C83-4465-9CD9-146D6D343D32}"/>
                </a:ext>
              </a:extLst>
            </p:cNvPr>
            <p:cNvSpPr/>
            <p:nvPr/>
          </p:nvSpPr>
          <p:spPr>
            <a:xfrm>
              <a:off x="4412640" y="4040187"/>
              <a:ext cx="171809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不为特征根，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1346F15-E229-4316-BB2E-CCB144CCA11A}"/>
              </a:ext>
            </a:extLst>
          </p:cNvPr>
          <p:cNvGrpSpPr/>
          <p:nvPr/>
        </p:nvGrpSpPr>
        <p:grpSpPr>
          <a:xfrm>
            <a:off x="6267067" y="3802881"/>
            <a:ext cx="2654509" cy="461665"/>
            <a:chOff x="6267067" y="4018905"/>
            <a:chExt cx="2654509" cy="461665"/>
          </a:xfrm>
        </p:grpSpPr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A435F302-C335-431A-8EA9-F058BE8E39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3381205"/>
                </p:ext>
              </p:extLst>
            </p:nvPr>
          </p:nvGraphicFramePr>
          <p:xfrm>
            <a:off x="7956376" y="4040187"/>
            <a:ext cx="9652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05" name="Equation" r:id="rId17" imgW="965160" imgH="419040" progId="Equation.DSMT4">
                    <p:embed/>
                  </p:oleObj>
                </mc:Choice>
                <mc:Fallback>
                  <p:oleObj name="Equation" r:id="rId17" imgW="965160" imgH="41904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7179721F-5B77-43D3-92F1-D1344AC5EF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956376" y="4040187"/>
                          <a:ext cx="9652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21F2C7C-C5BD-43AA-A849-B2E529E4094D}"/>
                </a:ext>
              </a:extLst>
            </p:cNvPr>
            <p:cNvSpPr/>
            <p:nvPr/>
          </p:nvSpPr>
          <p:spPr>
            <a:xfrm>
              <a:off x="6267067" y="4018905"/>
              <a:ext cx="17315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故设特解为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484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979081-DDBC-41AD-AD97-9F8B6460B1A4}"/>
              </a:ext>
            </a:extLst>
          </p:cNvPr>
          <p:cNvGrpSpPr/>
          <p:nvPr/>
        </p:nvGrpSpPr>
        <p:grpSpPr>
          <a:xfrm>
            <a:off x="827584" y="195486"/>
            <a:ext cx="5400601" cy="468333"/>
            <a:chOff x="827584" y="483518"/>
            <a:chExt cx="5400601" cy="46833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77467B1-C51C-4CF7-8996-4DC7A1070ECA}"/>
                </a:ext>
              </a:extLst>
            </p:cNvPr>
            <p:cNvSpPr/>
            <p:nvPr/>
          </p:nvSpPr>
          <p:spPr>
            <a:xfrm>
              <a:off x="827584" y="483518"/>
              <a:ext cx="64953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8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5312E64-CA0C-4EE8-8A1C-1B6EB31CA218}"/>
                </a:ext>
              </a:extLst>
            </p:cNvPr>
            <p:cNvSpPr/>
            <p:nvPr/>
          </p:nvSpPr>
          <p:spPr>
            <a:xfrm>
              <a:off x="1475315" y="490186"/>
              <a:ext cx="475287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求微分方程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                      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的通解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.</a:t>
              </a: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180C7BFE-803A-4508-BBB8-6C57A520A3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5322672"/>
                </p:ext>
              </p:extLst>
            </p:nvPr>
          </p:nvGraphicFramePr>
          <p:xfrm>
            <a:off x="3131840" y="490186"/>
            <a:ext cx="1752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22" name="Equation" r:id="rId3" imgW="1752480" imgH="406080" progId="Equation.DSMT4">
                    <p:embed/>
                  </p:oleObj>
                </mc:Choice>
                <mc:Fallback>
                  <p:oleObj name="Equation" r:id="rId3" imgW="1752480" imgH="4060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1508DF9E-551E-44D7-97C8-6B1BDC00851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31840" y="490186"/>
                          <a:ext cx="17526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E2925B5-9FDD-46DE-9C32-120346C7237E}"/>
              </a:ext>
            </a:extLst>
          </p:cNvPr>
          <p:cNvGrpSpPr/>
          <p:nvPr/>
        </p:nvGrpSpPr>
        <p:grpSpPr>
          <a:xfrm>
            <a:off x="899592" y="887126"/>
            <a:ext cx="3252043" cy="723900"/>
            <a:chOff x="1160889" y="3841735"/>
            <a:chExt cx="3252043" cy="7239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646B10-5113-4731-AB5F-12F4CCF951D3}"/>
                </a:ext>
              </a:extLst>
            </p:cNvPr>
            <p:cNvSpPr/>
            <p:nvPr/>
          </p:nvSpPr>
          <p:spPr>
            <a:xfrm>
              <a:off x="1160889" y="3972853"/>
              <a:ext cx="11096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对方程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68F2F0C-9EEC-4F50-AE52-C2364EB29D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2658398"/>
                </p:ext>
              </p:extLst>
            </p:nvPr>
          </p:nvGraphicFramePr>
          <p:xfrm>
            <a:off x="2241232" y="3841735"/>
            <a:ext cx="2171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23" name="Equation" r:id="rId5" imgW="2171520" imgH="723600" progId="Equation.DSMT4">
                    <p:embed/>
                  </p:oleObj>
                </mc:Choice>
                <mc:Fallback>
                  <p:oleObj name="Equation" r:id="rId5" imgW="2171520" imgH="72360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D99B76D7-BD78-4305-B664-71BF0F3682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41232" y="3841735"/>
                          <a:ext cx="2171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A0DC847-2FAE-4676-A964-D67FA3FF5B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796350"/>
              </p:ext>
            </p:extLst>
          </p:nvPr>
        </p:nvGraphicFramePr>
        <p:xfrm>
          <a:off x="4224040" y="1110961"/>
          <a:ext cx="13208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4" name="Equation" r:id="rId7" imgW="1320480" imgH="279360" progId="Equation.DSMT4">
                  <p:embed/>
                </p:oleObj>
              </mc:Choice>
              <mc:Fallback>
                <p:oleObj name="Equation" r:id="rId7" imgW="1320480" imgH="2793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72C0367-1A99-4400-9863-8DB8B3F44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040" y="1110961"/>
                        <a:ext cx="1320800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18C7028B-90FD-47C8-B74F-DF2B58774DC1}"/>
              </a:ext>
            </a:extLst>
          </p:cNvPr>
          <p:cNvSpPr/>
          <p:nvPr/>
        </p:nvSpPr>
        <p:spPr>
          <a:xfrm>
            <a:off x="5557020" y="1007521"/>
            <a:ext cx="33354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不为特征根，故设特解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3E1A28-53E6-4C12-96C3-FF28991D6716}"/>
              </a:ext>
            </a:extLst>
          </p:cNvPr>
          <p:cNvSpPr/>
          <p:nvPr/>
        </p:nvSpPr>
        <p:spPr>
          <a:xfrm>
            <a:off x="318998" y="1756383"/>
            <a:ext cx="10171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1C119E7-4DDC-4381-97A4-7D42B66A17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133955"/>
              </p:ext>
            </p:extLst>
          </p:nvPr>
        </p:nvGraphicFramePr>
        <p:xfrm>
          <a:off x="827583" y="1719273"/>
          <a:ext cx="3009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5" name="Equation" r:id="rId9" imgW="3009600" imgH="419040" progId="Equation.DSMT4">
                  <p:embed/>
                </p:oleObj>
              </mc:Choice>
              <mc:Fallback>
                <p:oleObj name="Equation" r:id="rId9" imgW="3009600" imgH="419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A1C4191-ED59-429F-999D-A618D46166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7583" y="1719273"/>
                        <a:ext cx="3009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96B4B7EF-C316-4157-BA65-EFDB3D80B3D0}"/>
              </a:ext>
            </a:extLst>
          </p:cNvPr>
          <p:cNvSpPr/>
          <p:nvPr/>
        </p:nvSpPr>
        <p:spPr>
          <a:xfrm>
            <a:off x="3877275" y="1676708"/>
            <a:ext cx="47991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由叠加原理得，设原方程有特解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36DE74E-50E9-422D-B2A5-BA35DE188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979119"/>
              </p:ext>
            </p:extLst>
          </p:nvPr>
        </p:nvGraphicFramePr>
        <p:xfrm>
          <a:off x="1604933" y="2345017"/>
          <a:ext cx="469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6" name="Equation" r:id="rId11" imgW="4698720" imgH="419040" progId="Equation.DSMT4">
                  <p:embed/>
                </p:oleObj>
              </mc:Choice>
              <mc:Fallback>
                <p:oleObj name="Equation" r:id="rId11" imgW="4698720" imgH="419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0F7F3836-94F4-419E-902E-0E7F10BB57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04933" y="2345017"/>
                        <a:ext cx="4699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498B52D3-553E-48F4-BCA7-261FE1EADFC5}"/>
              </a:ext>
            </a:extLst>
          </p:cNvPr>
          <p:cNvSpPr/>
          <p:nvPr/>
        </p:nvSpPr>
        <p:spPr>
          <a:xfrm>
            <a:off x="859413" y="2965979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代入原方程，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DD5BCF-53EC-4F17-B475-69C4D2F8E1CD}"/>
              </a:ext>
            </a:extLst>
          </p:cNvPr>
          <p:cNvSpPr/>
          <p:nvPr/>
        </p:nvSpPr>
        <p:spPr>
          <a:xfrm>
            <a:off x="2616886" y="2949252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prstClr val="black"/>
                </a:solidFill>
                <a:ea typeface="宋体" panose="02010600030101010101" pitchFamily="2" charset="-122"/>
              </a:rPr>
              <a:t>由比较系数法得</a:t>
            </a:r>
            <a:endParaRPr lang="zh-CN" altLang="en-US" sz="2400" b="1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9CADE26-E3FE-43A6-9E2D-C42C95ABF4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781664"/>
              </p:ext>
            </p:extLst>
          </p:nvPr>
        </p:nvGraphicFramePr>
        <p:xfrm>
          <a:off x="4975912" y="2837724"/>
          <a:ext cx="27940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7" name="Equation" r:id="rId13" imgW="2793960" imgH="736560" progId="Equation.DSMT4">
                  <p:embed/>
                </p:oleObj>
              </mc:Choice>
              <mc:Fallback>
                <p:oleObj name="Equation" r:id="rId13" imgW="2793960" imgH="7365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F7BACC32-AD0A-407B-8AD1-9566784BB9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5912" y="2837724"/>
                        <a:ext cx="2794000" cy="74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3A075752-85D8-46AC-9EDD-73D4A6A19766}"/>
              </a:ext>
            </a:extLst>
          </p:cNvPr>
          <p:cNvSpPr/>
          <p:nvPr/>
        </p:nvSpPr>
        <p:spPr>
          <a:xfrm>
            <a:off x="366629" y="3550117"/>
            <a:ext cx="856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995763A-2A4E-42B7-964C-326EACB262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915607"/>
              </p:ext>
            </p:extLst>
          </p:nvPr>
        </p:nvGraphicFramePr>
        <p:xfrm>
          <a:off x="938919" y="3412650"/>
          <a:ext cx="248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8" name="Equation" r:id="rId15" imgW="2489040" imgH="736560" progId="Equation.DSMT4">
                  <p:embed/>
                </p:oleObj>
              </mc:Choice>
              <mc:Fallback>
                <p:oleObj name="Equation" r:id="rId15" imgW="2489040" imgH="7365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7B0B560-82FF-4359-B3F9-65977F021D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38919" y="3412650"/>
                        <a:ext cx="2489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182B5CB7-D36F-4744-9C3D-B4DE48F26145}"/>
              </a:ext>
            </a:extLst>
          </p:cNvPr>
          <p:cNvSpPr/>
          <p:nvPr/>
        </p:nvSpPr>
        <p:spPr>
          <a:xfrm>
            <a:off x="3493479" y="3550116"/>
            <a:ext cx="21570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ea typeface="宋体" panose="02010600030101010101" pitchFamily="2" charset="-122"/>
              </a:rPr>
              <a:t>原方程通解为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7E88DE47-0479-4D10-8106-8B254CD33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524572"/>
              </p:ext>
            </p:extLst>
          </p:nvPr>
        </p:nvGraphicFramePr>
        <p:xfrm>
          <a:off x="1691680" y="4059554"/>
          <a:ext cx="410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9" name="Equation" r:id="rId17" imgW="4101840" imgH="736560" progId="Equation.DSMT4">
                  <p:embed/>
                </p:oleObj>
              </mc:Choice>
              <mc:Fallback>
                <p:oleObj name="Equation" r:id="rId17" imgW="410184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486AE23-3999-44A7-924D-9E1C1A003E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91680" y="4059554"/>
                        <a:ext cx="4102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511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5" grpId="0"/>
      <p:bldP spid="16" grpId="0"/>
      <p:bldP spid="18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A4C586-5807-42CD-8829-C3359B373C40}"/>
              </a:ext>
            </a:extLst>
          </p:cNvPr>
          <p:cNvSpPr/>
          <p:nvPr/>
        </p:nvSpPr>
        <p:spPr>
          <a:xfrm>
            <a:off x="899592" y="195486"/>
            <a:ext cx="48245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9.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设函数         二阶可导，且满足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DB4B35D-5CA3-4882-94FA-D147CAF4F2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047083"/>
              </p:ext>
            </p:extLst>
          </p:nvPr>
        </p:nvGraphicFramePr>
        <p:xfrm>
          <a:off x="2215208" y="254869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6" name="Equation" r:id="rId3" imgW="596880" imgH="342720" progId="Equation.DSMT4">
                  <p:embed/>
                </p:oleObj>
              </mc:Choice>
              <mc:Fallback>
                <p:oleObj name="Equation" r:id="rId3" imgW="5968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100BF9C-37E4-4B9F-8DC7-465D9611B2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15208" y="254869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5FC15C0-622F-4EFE-B22C-33EC98A9A3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577275"/>
              </p:ext>
            </p:extLst>
          </p:nvPr>
        </p:nvGraphicFramePr>
        <p:xfrm>
          <a:off x="2433882" y="660416"/>
          <a:ext cx="4114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7" name="Equation" r:id="rId5" imgW="4114800" imgH="596880" progId="Equation.DSMT4">
                  <p:embed/>
                </p:oleObj>
              </mc:Choice>
              <mc:Fallback>
                <p:oleObj name="Equation" r:id="rId5" imgW="411480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1911326-50E7-4F55-AD93-38A1342A2A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3882" y="660416"/>
                        <a:ext cx="4114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880037C3-F10F-4959-8CFA-EF13E5BAAB1C}"/>
              </a:ext>
            </a:extLst>
          </p:cNvPr>
          <p:cNvGrpSpPr/>
          <p:nvPr/>
        </p:nvGrpSpPr>
        <p:grpSpPr>
          <a:xfrm>
            <a:off x="212311" y="1082542"/>
            <a:ext cx="2880320" cy="461665"/>
            <a:chOff x="484076" y="1291927"/>
            <a:chExt cx="2880320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0D0AD6E-DE94-48BE-8623-C303501636F3}"/>
                </a:ext>
              </a:extLst>
            </p:cNvPr>
            <p:cNvSpPr/>
            <p:nvPr/>
          </p:nvSpPr>
          <p:spPr>
            <a:xfrm>
              <a:off x="484076" y="1291927"/>
              <a:ext cx="28803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C17BBCE1-0F5A-4138-8772-8E5A4B292B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5782" y="1391718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8" name="Equation" r:id="rId7" imgW="647640" imgH="342720" progId="Equation.DSMT4">
                    <p:embed/>
                  </p:oleObj>
                </mc:Choice>
                <mc:Fallback>
                  <p:oleObj name="Equation" r:id="rId7" imgW="64764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28BDF142-A2D4-4F4F-92EC-34292780C52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35782" y="1391718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B373C7E8-5FF6-4C81-B2CB-2E088D8CFEC3}"/>
              </a:ext>
            </a:extLst>
          </p:cNvPr>
          <p:cNvSpPr/>
          <p:nvPr/>
        </p:nvSpPr>
        <p:spPr>
          <a:xfrm>
            <a:off x="681782" y="1623067"/>
            <a:ext cx="591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CD3627D-7259-4C7B-A203-7CE644D81AA8}"/>
              </a:ext>
            </a:extLst>
          </p:cNvPr>
          <p:cNvGrpSpPr/>
          <p:nvPr/>
        </p:nvGrpSpPr>
        <p:grpSpPr>
          <a:xfrm>
            <a:off x="1123741" y="1641581"/>
            <a:ext cx="6420059" cy="461665"/>
            <a:chOff x="1176277" y="1857604"/>
            <a:chExt cx="6420059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D322037-51C0-44CA-AE82-D73146FC39C5}"/>
                </a:ext>
              </a:extLst>
            </p:cNvPr>
            <p:cNvSpPr/>
            <p:nvPr/>
          </p:nvSpPr>
          <p:spPr>
            <a:xfrm>
              <a:off x="1176277" y="1857604"/>
              <a:ext cx="642005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由所给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积分方程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得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41DF8E44-C95B-4A4F-9FDD-6B3ED89311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79912" y="1916986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9" name="Equation" r:id="rId9" imgW="1066680" imgH="342720" progId="Equation.DSMT4">
                    <p:embed/>
                  </p:oleObj>
                </mc:Choice>
                <mc:Fallback>
                  <p:oleObj name="Equation" r:id="rId9" imgW="106668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86F8877D-207F-45A6-B5D1-F071B0CCE5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79912" y="1916986"/>
                          <a:ext cx="1066800" cy="342900"/>
                        </a:xfrm>
                        <a:prstGeom prst="rect">
                          <a:avLst/>
                        </a:prstGeom>
                        <a:ln>
                          <a:solidFill>
                            <a:srgbClr val="C0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85F2B0D-FA07-4883-8FB5-E93FFDDE493D}"/>
              </a:ext>
            </a:extLst>
          </p:cNvPr>
          <p:cNvGrpSpPr/>
          <p:nvPr/>
        </p:nvGrpSpPr>
        <p:grpSpPr>
          <a:xfrm>
            <a:off x="1054655" y="2139640"/>
            <a:ext cx="6801089" cy="596900"/>
            <a:chOff x="1107191" y="2355663"/>
            <a:chExt cx="6801089" cy="5969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FA4D984-DAE6-4F88-9C70-7785704C8B99}"/>
                </a:ext>
              </a:extLst>
            </p:cNvPr>
            <p:cNvSpPr/>
            <p:nvPr/>
          </p:nvSpPr>
          <p:spPr>
            <a:xfrm>
              <a:off x="1107191" y="2423281"/>
              <a:ext cx="46169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积分方程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两边关于    求导得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024E660B-4955-465B-A13D-C93131D2D9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5936" y="259835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0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E479340A-88C7-4DA0-9669-3808A41E004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95936" y="259835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74B9A2D-2B69-41ED-AD70-4EAC14619F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92080" y="2355663"/>
            <a:ext cx="26162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1" name="Equation" r:id="rId13" imgW="2616120" imgH="596880" progId="Equation.DSMT4">
                    <p:embed/>
                  </p:oleObj>
                </mc:Choice>
                <mc:Fallback>
                  <p:oleObj name="Equation" r:id="rId13" imgW="2616120" imgH="5968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47709D08-75E1-44FC-8DDF-F3090BA7C49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292080" y="2355663"/>
                          <a:ext cx="26162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AC0383F-61EA-4B3D-A9B9-192CF781B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814657"/>
              </p:ext>
            </p:extLst>
          </p:nvPr>
        </p:nvGraphicFramePr>
        <p:xfrm>
          <a:off x="7855744" y="2288104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2" name="Equation" r:id="rId15" imgW="1143000" imgH="355320" progId="Equation.DSMT4">
                  <p:embed/>
                </p:oleObj>
              </mc:Choice>
              <mc:Fallback>
                <p:oleObj name="Equation" r:id="rId15" imgW="1143000" imgH="355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4A73EE8-3AC5-4D5A-B633-5B01A5AEE6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55744" y="2288104"/>
                        <a:ext cx="1143000" cy="3556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27B05927-7CE0-4087-8F6B-DD3FD1A75EF3}"/>
              </a:ext>
            </a:extLst>
          </p:cNvPr>
          <p:cNvSpPr/>
          <p:nvPr/>
        </p:nvSpPr>
        <p:spPr>
          <a:xfrm>
            <a:off x="1054654" y="2724982"/>
            <a:ext cx="72092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再求导得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33D10BB-9598-4C6B-B2CD-36E506FCC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780405"/>
              </p:ext>
            </p:extLst>
          </p:nvPr>
        </p:nvGraphicFramePr>
        <p:xfrm>
          <a:off x="3092631" y="2772934"/>
          <a:ext cx="217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3" name="Equation" r:id="rId17" imgW="2171520" imgH="406080" progId="Equation.DSMT4">
                  <p:embed/>
                </p:oleObj>
              </mc:Choice>
              <mc:Fallback>
                <p:oleObj name="Equation" r:id="rId17" imgW="2171520" imgH="4060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EB9F793C-342A-4FF2-863F-2769AB326A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92631" y="2772934"/>
                        <a:ext cx="2171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E489D45-C78A-4EDF-B825-4A066D9B3E9D}"/>
              </a:ext>
            </a:extLst>
          </p:cNvPr>
          <p:cNvSpPr/>
          <p:nvPr/>
        </p:nvSpPr>
        <p:spPr>
          <a:xfrm>
            <a:off x="5569664" y="2808118"/>
            <a:ext cx="3270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二阶常系数线性非齐次方程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4D39EE-9D9F-472A-A6E9-30093A8CBA4F}"/>
              </a:ext>
            </a:extLst>
          </p:cNvPr>
          <p:cNvSpPr/>
          <p:nvPr/>
        </p:nvSpPr>
        <p:spPr>
          <a:xfrm>
            <a:off x="1054654" y="3227080"/>
            <a:ext cx="72092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对应齐次方程的特征方程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76085B6-BCF1-47EA-B12A-A2A12DDAC1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109185"/>
              </p:ext>
            </p:extLst>
          </p:nvPr>
        </p:nvGraphicFramePr>
        <p:xfrm>
          <a:off x="4735488" y="3284678"/>
          <a:ext cx="2349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4" name="Equation" r:id="rId19" imgW="2349360" imgH="444240" progId="Equation.DSMT4">
                  <p:embed/>
                </p:oleObj>
              </mc:Choice>
              <mc:Fallback>
                <p:oleObj name="Equation" r:id="rId19" imgW="2349360" imgH="4442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4B5F903-8F2C-4848-BE71-9F7CED54A9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35488" y="3284678"/>
                        <a:ext cx="2349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605639F1-E4AE-44B0-A2A4-A53E04BCAA76}"/>
              </a:ext>
            </a:extLst>
          </p:cNvPr>
          <p:cNvSpPr/>
          <p:nvPr/>
        </p:nvSpPr>
        <p:spPr>
          <a:xfrm>
            <a:off x="991072" y="3828902"/>
            <a:ext cx="72092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对应齐次方程的通解为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83D68AD9-AB03-4B30-B329-19CA8730B3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036923"/>
              </p:ext>
            </p:extLst>
          </p:nvPr>
        </p:nvGraphicFramePr>
        <p:xfrm>
          <a:off x="4632648" y="3896519"/>
          <a:ext cx="266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5" name="Equation" r:id="rId21" imgW="2666880" imgH="380880" progId="Equation.DSMT4">
                  <p:embed/>
                </p:oleObj>
              </mc:Choice>
              <mc:Fallback>
                <p:oleObj name="Equation" r:id="rId21" imgW="2666880" imgH="380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EB685BD-0277-4B2E-9B6C-458EAA9F69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32648" y="3896519"/>
                        <a:ext cx="2667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396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19" grpId="0"/>
      <p:bldP spid="20" grpId="0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D5E86AD-04ED-40E8-A917-E878371E33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752627"/>
              </p:ext>
            </p:extLst>
          </p:nvPr>
        </p:nvGraphicFramePr>
        <p:xfrm>
          <a:off x="4788024" y="411510"/>
          <a:ext cx="273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0" name="Equation" r:id="rId3" imgW="2730240" imgH="380880" progId="Equation.DSMT4">
                  <p:embed/>
                </p:oleObj>
              </mc:Choice>
              <mc:Fallback>
                <p:oleObj name="Equation" r:id="rId3" imgW="273024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209FC30-9A4F-48EC-A7CD-780AA54FF3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8024" y="411510"/>
                        <a:ext cx="2730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756C789-0C01-406A-B6F9-3789FAD874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68468"/>
              </p:ext>
            </p:extLst>
          </p:nvPr>
        </p:nvGraphicFramePr>
        <p:xfrm>
          <a:off x="1094656" y="385686"/>
          <a:ext cx="2171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1" name="Equation" r:id="rId5" imgW="2171520" imgH="406080" progId="Equation.DSMT4">
                  <p:embed/>
                </p:oleObj>
              </mc:Choice>
              <mc:Fallback>
                <p:oleObj name="Equation" r:id="rId5" imgW="2171520" imgH="4060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E677258-446B-46C5-9F8E-9449E025A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4656" y="385686"/>
                        <a:ext cx="2171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75BCBF3-B238-4D26-95AF-764E1B7D0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648860"/>
              </p:ext>
            </p:extLst>
          </p:nvPr>
        </p:nvGraphicFramePr>
        <p:xfrm>
          <a:off x="3541273" y="385686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2" name="Equation" r:id="rId7" imgW="1002960" imgH="406080" progId="Equation.DSMT4">
                  <p:embed/>
                </p:oleObj>
              </mc:Choice>
              <mc:Fallback>
                <p:oleObj name="Equation" r:id="rId7" imgW="1002960" imgH="4060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B36573A-051B-4C97-A10C-7C8D940991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41273" y="385686"/>
                        <a:ext cx="1003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6594C63-9149-4EC6-9420-0C3B0AF18A4A}"/>
              </a:ext>
            </a:extLst>
          </p:cNvPr>
          <p:cNvCxnSpPr/>
          <p:nvPr/>
        </p:nvCxnSpPr>
        <p:spPr>
          <a:xfrm>
            <a:off x="-27427" y="1059582"/>
            <a:ext cx="9144000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FCA81BD7-3904-4B05-957D-3C7703D1FDBE}"/>
              </a:ext>
            </a:extLst>
          </p:cNvPr>
          <p:cNvGrpSpPr/>
          <p:nvPr/>
        </p:nvGrpSpPr>
        <p:grpSpPr>
          <a:xfrm>
            <a:off x="503548" y="1235722"/>
            <a:ext cx="8568952" cy="461665"/>
            <a:chOff x="425073" y="1600980"/>
            <a:chExt cx="8568952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B39A1C3-E78F-4EE4-926B-102E7716CBE3}"/>
                </a:ext>
              </a:extLst>
            </p:cNvPr>
            <p:cNvSpPr/>
            <p:nvPr/>
          </p:nvSpPr>
          <p:spPr>
            <a:xfrm>
              <a:off x="425073" y="1600980"/>
              <a:ext cx="85689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不为特征根，设非齐次方程                            有特解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169B3908-A428-4E4B-BC92-2680D0204E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7584" y="1687238"/>
            <a:ext cx="622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23" name="Equation" r:id="rId9" imgW="622080" imgH="279360" progId="Equation.DSMT4">
                    <p:embed/>
                  </p:oleObj>
                </mc:Choice>
                <mc:Fallback>
                  <p:oleObj name="Equation" r:id="rId9" imgW="622080" imgH="27936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3846C0A-87DF-4907-B5F6-B61C3AE3576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27584" y="1687238"/>
                          <a:ext cx="622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F6C8714-5435-4E90-B970-B7B2834E04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68100" y="1606275"/>
            <a:ext cx="2070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24" name="Equation" r:id="rId11" imgW="2070000" imgH="406080" progId="Equation.DSMT4">
                    <p:embed/>
                  </p:oleObj>
                </mc:Choice>
                <mc:Fallback>
                  <p:oleObj name="Equation" r:id="rId11" imgW="2070000" imgH="40608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CD590595-8633-498B-AFC5-873A41267C5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68100" y="1606275"/>
                          <a:ext cx="2070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C356BE1-079D-4D44-8100-1593CB07E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179622"/>
              </p:ext>
            </p:extLst>
          </p:nvPr>
        </p:nvGraphicFramePr>
        <p:xfrm>
          <a:off x="358508" y="1893395"/>
          <a:ext cx="1143001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5" name="Equation" r:id="rId13" imgW="1143000" imgH="393480" progId="Equation.DSMT4">
                  <p:embed/>
                </p:oleObj>
              </mc:Choice>
              <mc:Fallback>
                <p:oleObj name="Equation" r:id="rId13" imgW="1143000" imgH="393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12DD8767-221B-4C47-B761-CA29F55B5D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8508" y="1893395"/>
                        <a:ext cx="1143001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6B37C7F8-4054-4340-A478-A2B554998916}"/>
              </a:ext>
            </a:extLst>
          </p:cNvPr>
          <p:cNvGrpSpPr/>
          <p:nvPr/>
        </p:nvGrpSpPr>
        <p:grpSpPr>
          <a:xfrm>
            <a:off x="1528359" y="1726047"/>
            <a:ext cx="7154564" cy="726147"/>
            <a:chOff x="1449884" y="2091305"/>
            <a:chExt cx="7154564" cy="726147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81A3F00-CB35-47CB-9623-FC5476F98A44}"/>
                </a:ext>
              </a:extLst>
            </p:cNvPr>
            <p:cNvSpPr/>
            <p:nvPr/>
          </p:nvSpPr>
          <p:spPr>
            <a:xfrm>
              <a:off x="1449884" y="2224670"/>
              <a:ext cx="71545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代入方程得            从而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28317AF-A3DE-4026-9AC2-1B9E3691F9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6186" y="2093552"/>
            <a:ext cx="800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26" name="Equation" r:id="rId15" imgW="799920" imgH="723600" progId="Equation.DSMT4">
                    <p:embed/>
                  </p:oleObj>
                </mc:Choice>
                <mc:Fallback>
                  <p:oleObj name="Equation" r:id="rId15" imgW="799920" imgH="7236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0AF8E3FE-E388-4784-97C4-55241A9A4C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26186" y="2093552"/>
                          <a:ext cx="8001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1E8CAA0-CDF2-49DA-9B53-F9F278AA35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9549" y="2091305"/>
            <a:ext cx="1193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27" name="Equation" r:id="rId17" imgW="1193760" imgH="723600" progId="Equation.DSMT4">
                    <p:embed/>
                  </p:oleObj>
                </mc:Choice>
                <mc:Fallback>
                  <p:oleObj name="Equation" r:id="rId17" imgW="1193760" imgH="7236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39A513BA-0548-48D3-BA78-239A33A6DB2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709549" y="2091305"/>
                          <a:ext cx="11938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5B9ECA66-FA0C-4885-A79C-7A99DD26887E}"/>
              </a:ext>
            </a:extLst>
          </p:cNvPr>
          <p:cNvSpPr/>
          <p:nvPr/>
        </p:nvSpPr>
        <p:spPr>
          <a:xfrm>
            <a:off x="740346" y="2604260"/>
            <a:ext cx="2880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原方程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通解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1AB2102-F5CC-4CF2-A2BA-C52F7625E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523506"/>
              </p:ext>
            </p:extLst>
          </p:nvPr>
        </p:nvGraphicFramePr>
        <p:xfrm>
          <a:off x="2876425" y="2476665"/>
          <a:ext cx="4940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8" name="Equation" r:id="rId19" imgW="4940280" imgH="723600" progId="Equation.DSMT4">
                  <p:embed/>
                </p:oleObj>
              </mc:Choice>
              <mc:Fallback>
                <p:oleObj name="Equation" r:id="rId19" imgW="4940280" imgH="7236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3AA8C5F6-8355-45D3-941A-E2A6E28DEF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76425" y="2476665"/>
                        <a:ext cx="4940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2AB7E0E4-26BC-4AA8-B8C3-2CAD4616E4F7}"/>
              </a:ext>
            </a:extLst>
          </p:cNvPr>
          <p:cNvGrpSpPr/>
          <p:nvPr/>
        </p:nvGrpSpPr>
        <p:grpSpPr>
          <a:xfrm>
            <a:off x="750581" y="3122480"/>
            <a:ext cx="7154564" cy="723900"/>
            <a:chOff x="672106" y="3487738"/>
            <a:chExt cx="7154564" cy="72390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EC84AA7-A675-4414-8F64-0D0DBDD07D08}"/>
                </a:ext>
              </a:extLst>
            </p:cNvPr>
            <p:cNvSpPr/>
            <p:nvPr/>
          </p:nvSpPr>
          <p:spPr>
            <a:xfrm>
              <a:off x="672106" y="3612329"/>
              <a:ext cx="71545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                                  得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46CA0546-AEEE-4953-99EB-3C38F636A0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0638" y="3671888"/>
            <a:ext cx="1054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29" name="Equation" r:id="rId21" imgW="1054080" imgH="342720" progId="Equation.DSMT4">
                    <p:embed/>
                  </p:oleObj>
                </mc:Choice>
                <mc:Fallback>
                  <p:oleObj name="Equation" r:id="rId21" imgW="1054080" imgH="34272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86C6E60B-ACCB-41D3-A9D9-0DA99A4A244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290638" y="3671888"/>
                          <a:ext cx="1054100" cy="3429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66FCD8AC-7F27-4C21-8D21-5D2BACAACB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8326" y="3671888"/>
            <a:ext cx="1054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30" name="Equation" r:id="rId23" imgW="1054080" imgH="355320" progId="Equation.DSMT4">
                    <p:embed/>
                  </p:oleObj>
                </mc:Choice>
                <mc:Fallback>
                  <p:oleObj name="Equation" r:id="rId23" imgW="1054080" imgH="3553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154B67C1-A7C8-4C6A-9C86-D512F1C4044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498326" y="3671888"/>
                          <a:ext cx="1054100" cy="3556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8ED5B2CB-385A-40C6-8C84-9A1B94E946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5108" y="3487738"/>
            <a:ext cx="15494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31" name="Equation" r:id="rId25" imgW="1549080" imgH="723600" progId="Equation.DSMT4">
                    <p:embed/>
                  </p:oleObj>
                </mc:Choice>
                <mc:Fallback>
                  <p:oleObj name="Equation" r:id="rId25" imgW="1549080" imgH="72360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555851F9-06EE-43FF-A5E2-9A00E73C9D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105108" y="3487738"/>
                          <a:ext cx="15494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B45DC9CE-4355-4164-93EB-E294BDCA3810}"/>
              </a:ext>
            </a:extLst>
          </p:cNvPr>
          <p:cNvSpPr/>
          <p:nvPr/>
        </p:nvSpPr>
        <p:spPr>
          <a:xfrm>
            <a:off x="750581" y="3895726"/>
            <a:ext cx="2880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C5462CC1-F739-4C33-A5F8-F9EA0F7305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277630"/>
              </p:ext>
            </p:extLst>
          </p:nvPr>
        </p:nvGraphicFramePr>
        <p:xfrm>
          <a:off x="2183375" y="3755242"/>
          <a:ext cx="3352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2" name="Equation" r:id="rId27" imgW="3352680" imgH="723600" progId="Equation.DSMT4">
                  <p:embed/>
                </p:oleObj>
              </mc:Choice>
              <mc:Fallback>
                <p:oleObj name="Equation" r:id="rId27" imgW="3352680" imgH="72360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336B6C2B-9394-4488-BCCF-DBB7D4E8FE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183375" y="3755242"/>
                        <a:ext cx="3352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974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72F2AF8-43D2-42A8-A966-40D398EB112A}"/>
              </a:ext>
            </a:extLst>
          </p:cNvPr>
          <p:cNvSpPr/>
          <p:nvPr/>
        </p:nvSpPr>
        <p:spPr>
          <a:xfrm>
            <a:off x="611560" y="413623"/>
            <a:ext cx="1427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复习题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FD1CA84-6FBD-45EE-9BFB-544771490861}"/>
              </a:ext>
            </a:extLst>
          </p:cNvPr>
          <p:cNvGrpSpPr/>
          <p:nvPr/>
        </p:nvGrpSpPr>
        <p:grpSpPr>
          <a:xfrm>
            <a:off x="611560" y="846138"/>
            <a:ext cx="8044252" cy="635000"/>
            <a:chOff x="848228" y="1237584"/>
            <a:chExt cx="8044252" cy="635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92ABC8B-E6A4-4174-A849-EFEA94519ED7}"/>
                </a:ext>
              </a:extLst>
            </p:cNvPr>
            <p:cNvSpPr/>
            <p:nvPr/>
          </p:nvSpPr>
          <p:spPr>
            <a:xfrm>
              <a:off x="848228" y="1347614"/>
              <a:ext cx="80442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与积分方程                            等价的微分方程初值问题为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05945CA-B69F-45EE-88BD-533A925A53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4249499"/>
                </p:ext>
              </p:extLst>
            </p:nvPr>
          </p:nvGraphicFramePr>
          <p:xfrm>
            <a:off x="2905256" y="1237584"/>
            <a:ext cx="1905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4" name="Equation" r:id="rId3" imgW="1904760" imgH="634680" progId="Equation.DSMT4">
                    <p:embed/>
                  </p:oleObj>
                </mc:Choice>
                <mc:Fallback>
                  <p:oleObj name="Equation" r:id="rId3" imgW="1904760" imgH="6346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0D2756BA-82DA-4DA1-A524-18E8EEF41E2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05256" y="1237584"/>
                          <a:ext cx="1905000" cy="635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D9960DE-98D1-44D7-BA8C-6BBC1F40F238}"/>
              </a:ext>
            </a:extLst>
          </p:cNvPr>
          <p:cNvCxnSpPr>
            <a:cxnSpLocks/>
          </p:cNvCxnSpPr>
          <p:nvPr/>
        </p:nvCxnSpPr>
        <p:spPr>
          <a:xfrm>
            <a:off x="595685" y="2014807"/>
            <a:ext cx="4328195" cy="0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9AEC1C7-3A24-4F05-8102-C8F829835282}"/>
              </a:ext>
            </a:extLst>
          </p:cNvPr>
          <p:cNvSpPr/>
          <p:nvPr/>
        </p:nvSpPr>
        <p:spPr>
          <a:xfrm>
            <a:off x="4923880" y="1736541"/>
            <a:ext cx="245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ea typeface="宋体" panose="02010600030101010101" pitchFamily="2" charset="-122"/>
              </a:rPr>
              <a:t>.</a:t>
            </a:r>
            <a:endParaRPr lang="zh-CN" altLang="en-US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9E3719-D165-4DA1-A235-8F2A12EC53FD}"/>
              </a:ext>
            </a:extLst>
          </p:cNvPr>
          <p:cNvSpPr/>
          <p:nvPr/>
        </p:nvSpPr>
        <p:spPr>
          <a:xfrm>
            <a:off x="595685" y="2287794"/>
            <a:ext cx="591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BC8EB4-1263-44DA-B56E-5CC5E1FDE75F}"/>
              </a:ext>
            </a:extLst>
          </p:cNvPr>
          <p:cNvGrpSpPr/>
          <p:nvPr/>
        </p:nvGrpSpPr>
        <p:grpSpPr>
          <a:xfrm>
            <a:off x="1115616" y="2201863"/>
            <a:ext cx="7432699" cy="635000"/>
            <a:chOff x="1115616" y="2201863"/>
            <a:chExt cx="7432699" cy="635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D7F06AF-0C0D-4F79-A8D5-C343D5900066}"/>
                </a:ext>
              </a:extLst>
            </p:cNvPr>
            <p:cNvSpPr/>
            <p:nvPr/>
          </p:nvSpPr>
          <p:spPr>
            <a:xfrm>
              <a:off x="1115616" y="2287794"/>
              <a:ext cx="74326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二元方程                            确定隐函数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554086A9-9524-41F4-9299-F98BAC635F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0902056"/>
                </p:ext>
              </p:extLst>
            </p:nvPr>
          </p:nvGraphicFramePr>
          <p:xfrm>
            <a:off x="2535238" y="2201863"/>
            <a:ext cx="1905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5" name="Equation" r:id="rId5" imgW="1904760" imgH="634680" progId="Equation.DSMT4">
                    <p:embed/>
                  </p:oleObj>
                </mc:Choice>
                <mc:Fallback>
                  <p:oleObj name="Equation" r:id="rId5" imgW="1904760" imgH="6346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4A75CEB4-270E-4D39-8A46-BB00235BF65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35238" y="2201863"/>
                          <a:ext cx="1905000" cy="635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A8753EC-8905-4801-A695-49132D3414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3846594"/>
                </p:ext>
              </p:extLst>
            </p:nvPr>
          </p:nvGraphicFramePr>
          <p:xfrm>
            <a:off x="6156176" y="2347176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6" name="Equation" r:id="rId7" imgW="1143000" imgH="342720" progId="Equation.DSMT4">
                    <p:embed/>
                  </p:oleObj>
                </mc:Choice>
                <mc:Fallback>
                  <p:oleObj name="Equation" r:id="rId7" imgW="114300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9DBA45A2-4E31-4FC4-8D45-476BF991D9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56176" y="2347176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3AC97F-55A8-4EBA-9140-3C6CF244B671}"/>
              </a:ext>
            </a:extLst>
          </p:cNvPr>
          <p:cNvGrpSpPr/>
          <p:nvPr/>
        </p:nvGrpSpPr>
        <p:grpSpPr>
          <a:xfrm>
            <a:off x="611560" y="2922794"/>
            <a:ext cx="7526767" cy="461665"/>
            <a:chOff x="611560" y="2922794"/>
            <a:chExt cx="7526767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3FFE96C-943B-494C-AF7A-D08912440D47}"/>
                </a:ext>
              </a:extLst>
            </p:cNvPr>
            <p:cNvSpPr/>
            <p:nvPr/>
          </p:nvSpPr>
          <p:spPr>
            <a:xfrm>
              <a:off x="611560" y="2922794"/>
              <a:ext cx="752676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方程两端对   求导得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6892103-7DD9-465D-AF12-F4A46875C3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2775175"/>
                </p:ext>
              </p:extLst>
            </p:nvPr>
          </p:nvGraphicFramePr>
          <p:xfrm>
            <a:off x="2244725" y="308398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7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AD1BE1F-45EB-4841-80B0-3F62F5B5A6D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44725" y="308398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E891510D-9DE4-411A-83EB-358DDF7DFC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3137101"/>
                </p:ext>
              </p:extLst>
            </p:nvPr>
          </p:nvGraphicFramePr>
          <p:xfrm>
            <a:off x="3799930" y="2975084"/>
            <a:ext cx="2247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8" name="Equation" r:id="rId11" imgW="2247840" imgH="355320" progId="Equation.DSMT4">
                    <p:embed/>
                  </p:oleObj>
                </mc:Choice>
                <mc:Fallback>
                  <p:oleObj name="Equation" r:id="rId11" imgW="2247840" imgH="3553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1FD54B8A-5C3E-4845-92EC-DC5AB66F940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99930" y="2975084"/>
                          <a:ext cx="2247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7DB5AAC-2878-4B5A-A1F2-72C10FA83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952179"/>
              </p:ext>
            </p:extLst>
          </p:nvPr>
        </p:nvGraphicFramePr>
        <p:xfrm>
          <a:off x="4030436" y="3877013"/>
          <a:ext cx="1206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9" name="Equation" r:id="rId13" imgW="1206360" imgH="380880" progId="Equation.DSMT4">
                  <p:embed/>
                </p:oleObj>
              </mc:Choice>
              <mc:Fallback>
                <p:oleObj name="Equation" r:id="rId13" imgW="1206360" imgH="380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B1D1F6D8-727E-429F-8FE5-139966308C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30436" y="3877013"/>
                        <a:ext cx="1206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CA71241D-FA47-48B4-A45D-F9CB37E507F1}"/>
              </a:ext>
            </a:extLst>
          </p:cNvPr>
          <p:cNvSpPr/>
          <p:nvPr/>
        </p:nvSpPr>
        <p:spPr>
          <a:xfrm>
            <a:off x="6205170" y="2901301"/>
            <a:ext cx="743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107F16F-2E96-4217-8E4C-7203B8F66C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353007"/>
              </p:ext>
            </p:extLst>
          </p:nvPr>
        </p:nvGraphicFramePr>
        <p:xfrm>
          <a:off x="2072292" y="3909210"/>
          <a:ext cx="1524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0" name="Equation" r:id="rId15" imgW="1523880" imgH="355320" progId="Equation.DSMT4">
                  <p:embed/>
                </p:oleObj>
              </mc:Choice>
              <mc:Fallback>
                <p:oleObj name="Equation" r:id="rId15" imgW="1523880" imgH="3553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F659E2D2-F872-4E98-900F-D525006927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72292" y="3909210"/>
                        <a:ext cx="1524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9554B10-DF23-47EE-901D-BFCACC8207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062074"/>
              </p:ext>
            </p:extLst>
          </p:nvPr>
        </p:nvGraphicFramePr>
        <p:xfrm>
          <a:off x="930275" y="1535113"/>
          <a:ext cx="3009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1" name="Equation" r:id="rId17" imgW="3009600" imgH="380880" progId="Equation.DSMT4">
                  <p:embed/>
                </p:oleObj>
              </mc:Choice>
              <mc:Fallback>
                <p:oleObj name="Equation" r:id="rId17" imgW="3009600" imgH="380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E37A9F8-3E46-48F1-A20E-88A57A2E4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30275" y="1535113"/>
                        <a:ext cx="3009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076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F4CB3E-8154-4AC8-87A6-820C040972FB}"/>
              </a:ext>
            </a:extLst>
          </p:cNvPr>
          <p:cNvSpPr/>
          <p:nvPr/>
        </p:nvSpPr>
        <p:spPr>
          <a:xfrm>
            <a:off x="251520" y="1033962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                为任意常数，则该方程的通解为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   ).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4017D60-E5FB-45B5-AEE3-8FB79809A0EE}"/>
              </a:ext>
            </a:extLst>
          </p:cNvPr>
          <p:cNvGrpSpPr/>
          <p:nvPr/>
        </p:nvGrpSpPr>
        <p:grpSpPr>
          <a:xfrm>
            <a:off x="755576" y="411510"/>
            <a:ext cx="8045101" cy="461665"/>
            <a:chOff x="611560" y="627534"/>
            <a:chExt cx="8045101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23B939-BB06-419A-B302-E5EA5F160684}"/>
                </a:ext>
              </a:extLst>
            </p:cNvPr>
            <p:cNvSpPr/>
            <p:nvPr/>
          </p:nvSpPr>
          <p:spPr>
            <a:xfrm>
              <a:off x="611560" y="627534"/>
              <a:ext cx="80442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设非齐次线性方程                               有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两个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不同的解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469428C-FB5D-4D07-9449-50EB4768AF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6161929"/>
                </p:ext>
              </p:extLst>
            </p:nvPr>
          </p:nvGraphicFramePr>
          <p:xfrm>
            <a:off x="3528786" y="680566"/>
            <a:ext cx="2209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38" name="Equation" r:id="rId3" imgW="2209680" imgH="355320" progId="Equation.DSMT4">
                    <p:embed/>
                  </p:oleObj>
                </mc:Choice>
                <mc:Fallback>
                  <p:oleObj name="Equation" r:id="rId3" imgW="2209680" imgH="3553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480F5F80-5C03-4305-8EDA-7943CEB708F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28786" y="680566"/>
                          <a:ext cx="2209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FC96D8C0-8F42-4A3E-AE56-64F6DA6174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659251"/>
                </p:ext>
              </p:extLst>
            </p:nvPr>
          </p:nvGraphicFramePr>
          <p:xfrm>
            <a:off x="7996261" y="667866"/>
            <a:ext cx="660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39" name="Equation" r:id="rId5" imgW="660240" imgH="380880" progId="Equation.DSMT4">
                    <p:embed/>
                  </p:oleObj>
                </mc:Choice>
                <mc:Fallback>
                  <p:oleObj name="Equation" r:id="rId5" imgW="660240" imgH="3808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27756E66-5BF8-4A8C-B20C-B3F9CE13696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996261" y="667866"/>
                          <a:ext cx="660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F6FCDB7-05CB-4600-99C8-6AD374B18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074631"/>
              </p:ext>
            </p:extLst>
          </p:nvPr>
        </p:nvGraphicFramePr>
        <p:xfrm>
          <a:off x="683568" y="1074294"/>
          <a:ext cx="118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0" name="Equation" r:id="rId7" imgW="1180800" imgH="380880" progId="Equation.DSMT4">
                  <p:embed/>
                </p:oleObj>
              </mc:Choice>
              <mc:Fallback>
                <p:oleObj name="Equation" r:id="rId7" imgW="118080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C0CFC8C-8B66-4EF6-86C2-A589024D80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3568" y="1074294"/>
                        <a:ext cx="118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26F80BB-3E40-4248-8C4C-7FFB9447D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283666"/>
              </p:ext>
            </p:extLst>
          </p:nvPr>
        </p:nvGraphicFramePr>
        <p:xfrm>
          <a:off x="827584" y="1684184"/>
          <a:ext cx="266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1" name="Equation" r:id="rId9" imgW="2666880" imgH="380880" progId="Equation.DSMT4">
                  <p:embed/>
                </p:oleObj>
              </mc:Choice>
              <mc:Fallback>
                <p:oleObj name="Equation" r:id="rId9" imgW="266688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EE1EACE-102C-42AC-84B4-49CD682778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7584" y="1684184"/>
                        <a:ext cx="2667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5635448-E51B-48B9-BF59-608601310D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136051"/>
              </p:ext>
            </p:extLst>
          </p:nvPr>
        </p:nvGraphicFramePr>
        <p:xfrm>
          <a:off x="4130002" y="1678806"/>
          <a:ext cx="350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2" name="Equation" r:id="rId11" imgW="3504960" imgH="380880" progId="Equation.DSMT4">
                  <p:embed/>
                </p:oleObj>
              </mc:Choice>
              <mc:Fallback>
                <p:oleObj name="Equation" r:id="rId11" imgW="350496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C55FC7D-B5E6-4CA9-B70A-4C88CFA4AD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30002" y="1678806"/>
                        <a:ext cx="3505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78D759B-3429-4840-927D-79D36D1BC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925196"/>
              </p:ext>
            </p:extLst>
          </p:nvPr>
        </p:nvGraphicFramePr>
        <p:xfrm>
          <a:off x="798513" y="2355726"/>
          <a:ext cx="265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3" name="Equation" r:id="rId13" imgW="2654280" imgH="380880" progId="Equation.DSMT4">
                  <p:embed/>
                </p:oleObj>
              </mc:Choice>
              <mc:Fallback>
                <p:oleObj name="Equation" r:id="rId13" imgW="2654280" imgH="380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89BA2F7-46C0-4E6A-9A94-AAD5A82C6A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8513" y="2355726"/>
                        <a:ext cx="2654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971A093-8A61-4210-9865-E7BF0FFB1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275245"/>
              </p:ext>
            </p:extLst>
          </p:nvPr>
        </p:nvGraphicFramePr>
        <p:xfrm>
          <a:off x="4130002" y="2355726"/>
          <a:ext cx="3530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4" name="Equation" r:id="rId15" imgW="3530520" imgH="380880" progId="Equation.DSMT4">
                  <p:embed/>
                </p:oleObj>
              </mc:Choice>
              <mc:Fallback>
                <p:oleObj name="Equation" r:id="rId15" imgW="353052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11EFBDC-9CD7-426C-8937-71E7CB7115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30002" y="2355726"/>
                        <a:ext cx="3530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07271C60-B69E-4A21-BF10-79D7AB50DEA3}"/>
              </a:ext>
            </a:extLst>
          </p:cNvPr>
          <p:cNvSpPr/>
          <p:nvPr/>
        </p:nvSpPr>
        <p:spPr>
          <a:xfrm>
            <a:off x="682179" y="2925283"/>
            <a:ext cx="591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E246B9-44C1-49F0-89B9-5AE563A98AEB}"/>
              </a:ext>
            </a:extLst>
          </p:cNvPr>
          <p:cNvSpPr/>
          <p:nvPr/>
        </p:nvSpPr>
        <p:spPr>
          <a:xfrm>
            <a:off x="1274118" y="2925283"/>
            <a:ext cx="59621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齐次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线性方程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通解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3EB0816-8607-4E86-84AB-E85D79242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685365"/>
              </p:ext>
            </p:extLst>
          </p:nvPr>
        </p:nvGraphicFramePr>
        <p:xfrm>
          <a:off x="4571891" y="3033908"/>
          <a:ext cx="256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5" name="Equation" r:id="rId17" imgW="2565360" imgH="380880" progId="Equation.DSMT4">
                  <p:embed/>
                </p:oleObj>
              </mc:Choice>
              <mc:Fallback>
                <p:oleObj name="Equation" r:id="rId17" imgW="256536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23084F0-2D34-4CE5-98C7-20A773FBD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71891" y="3033908"/>
                        <a:ext cx="2565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235EE51A-1AE7-4749-8B2C-3F62639ABCBC}"/>
              </a:ext>
            </a:extLst>
          </p:cNvPr>
          <p:cNvSpPr/>
          <p:nvPr/>
        </p:nvSpPr>
        <p:spPr>
          <a:xfrm>
            <a:off x="1238702" y="3575505"/>
            <a:ext cx="59621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非齐次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线性方程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通解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4D70654-D865-4147-BB90-6B1FB9A282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352146"/>
              </p:ext>
            </p:extLst>
          </p:nvPr>
        </p:nvGraphicFramePr>
        <p:xfrm>
          <a:off x="3419872" y="4090392"/>
          <a:ext cx="448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6" name="Equation" r:id="rId19" imgW="4483080" imgH="419040" progId="Equation.DSMT4">
                  <p:embed/>
                </p:oleObj>
              </mc:Choice>
              <mc:Fallback>
                <p:oleObj name="Equation" r:id="rId19" imgW="4483080" imgH="4190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F214F30-B9CB-4919-9FBE-7ABB4D81FC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19872" y="4090392"/>
                        <a:ext cx="4483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C1134A6-ED7E-4D7E-91AE-429B62E3F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276539"/>
              </p:ext>
            </p:extLst>
          </p:nvPr>
        </p:nvGraphicFramePr>
        <p:xfrm>
          <a:off x="6300192" y="1169095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7" name="Equation" r:id="rId21" imgW="241200" imgH="266400" progId="Equation.DSMT4">
                  <p:embed/>
                </p:oleObj>
              </mc:Choice>
              <mc:Fallback>
                <p:oleObj name="Equation" r:id="rId21" imgW="241200" imgH="2664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347168E-88AF-4FBD-9F81-6A97D54CDE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00192" y="1169095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561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84082E0-654A-4734-A0A7-606C0D7A769A}"/>
              </a:ext>
            </a:extLst>
          </p:cNvPr>
          <p:cNvGrpSpPr/>
          <p:nvPr/>
        </p:nvGrpSpPr>
        <p:grpSpPr>
          <a:xfrm>
            <a:off x="827584" y="267494"/>
            <a:ext cx="8044252" cy="462136"/>
            <a:chOff x="755576" y="627063"/>
            <a:chExt cx="8044252" cy="46213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902E64D-8D8B-410E-B7AC-2A964483618E}"/>
                </a:ext>
              </a:extLst>
            </p:cNvPr>
            <p:cNvSpPr/>
            <p:nvPr/>
          </p:nvSpPr>
          <p:spPr>
            <a:xfrm>
              <a:off x="755576" y="627534"/>
              <a:ext cx="80442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3.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具有特解                                                 的三阶常系数齐次                                                                           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6B1D2FF-DC31-4F58-BDA3-134CA464CE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0752264"/>
                </p:ext>
              </p:extLst>
            </p:nvPr>
          </p:nvGraphicFramePr>
          <p:xfrm>
            <a:off x="2441126" y="627063"/>
            <a:ext cx="10541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2" name="Equation" r:id="rId3" imgW="1054080" imgH="419040" progId="Equation.DSMT4">
                    <p:embed/>
                  </p:oleObj>
                </mc:Choice>
                <mc:Fallback>
                  <p:oleObj name="Equation" r:id="rId3" imgW="1054080" imgH="41904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BBF2595D-8AB0-4600-8E94-B6FC2FD3067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41126" y="627063"/>
                          <a:ext cx="10541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FDB046A-FF88-4D8A-AB43-AB9D9946FC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8961240"/>
                </p:ext>
              </p:extLst>
            </p:nvPr>
          </p:nvGraphicFramePr>
          <p:xfrm>
            <a:off x="3552936" y="627063"/>
            <a:ext cx="1397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3" name="Equation" r:id="rId5" imgW="1396800" imgH="419040" progId="Equation.DSMT4">
                    <p:embed/>
                  </p:oleObj>
                </mc:Choice>
                <mc:Fallback>
                  <p:oleObj name="Equation" r:id="rId5" imgW="1396800" imgH="41904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B26F8681-B39B-4A9E-920F-043B5F71177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52936" y="627063"/>
                          <a:ext cx="13970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5FE7CB16-5D58-4549-A5E6-58196D8BD4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8872033"/>
                </p:ext>
              </p:extLst>
            </p:nvPr>
          </p:nvGraphicFramePr>
          <p:xfrm>
            <a:off x="5116513" y="627063"/>
            <a:ext cx="990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4" name="Equation" r:id="rId7" imgW="990360" imgH="419040" progId="Equation.DSMT4">
                    <p:embed/>
                  </p:oleObj>
                </mc:Choice>
                <mc:Fallback>
                  <p:oleObj name="Equation" r:id="rId7" imgW="990360" imgH="41904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947E494A-217D-470F-93FC-F0E14DA0C2E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16513" y="627063"/>
                          <a:ext cx="9906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1F3EFF17-E3D8-411F-B390-4EB4F6DCECAE}"/>
              </a:ext>
            </a:extLst>
          </p:cNvPr>
          <p:cNvSpPr/>
          <p:nvPr/>
        </p:nvSpPr>
        <p:spPr>
          <a:xfrm>
            <a:off x="179512" y="843558"/>
            <a:ext cx="2880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线性微分方程是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   ).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                      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015AE32-A8D7-4178-ACC5-B063FC1517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244649"/>
              </p:ext>
            </p:extLst>
          </p:nvPr>
        </p:nvGraphicFramePr>
        <p:xfrm>
          <a:off x="609030" y="1468314"/>
          <a:ext cx="2959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5" name="Equation" r:id="rId9" imgW="2958840" imgH="355320" progId="Equation.DSMT4">
                  <p:embed/>
                </p:oleObj>
              </mc:Choice>
              <mc:Fallback>
                <p:oleObj name="Equation" r:id="rId9" imgW="2958840" imgH="355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920883E-9410-43DE-808D-CDFEE39BF2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9030" y="1468314"/>
                        <a:ext cx="2959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EDAEEFC-1259-4C4C-B2CD-7C3B9EDCC8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871032"/>
              </p:ext>
            </p:extLst>
          </p:nvPr>
        </p:nvGraphicFramePr>
        <p:xfrm>
          <a:off x="4855677" y="1468314"/>
          <a:ext cx="2933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6" name="Equation" r:id="rId11" imgW="2933640" imgH="355320" progId="Equation.DSMT4">
                  <p:embed/>
                </p:oleObj>
              </mc:Choice>
              <mc:Fallback>
                <p:oleObj name="Equation" r:id="rId11" imgW="2933640" imgH="355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2EEA7C4-5CA2-4FA3-A990-34CA08A63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55677" y="1468314"/>
                        <a:ext cx="2933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8E9BB2F-CB6D-4894-9508-2990F7D8A0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152423"/>
              </p:ext>
            </p:extLst>
          </p:nvPr>
        </p:nvGraphicFramePr>
        <p:xfrm>
          <a:off x="609030" y="2153044"/>
          <a:ext cx="3492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7" name="Equation" r:id="rId13" imgW="3492360" imgH="355320" progId="Equation.DSMT4">
                  <p:embed/>
                </p:oleObj>
              </mc:Choice>
              <mc:Fallback>
                <p:oleObj name="Equation" r:id="rId13" imgW="349236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3211DD6-AB46-47E5-B4D6-A3D516F3FE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030" y="2153044"/>
                        <a:ext cx="3492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6D94A88-75C7-4D98-8BF7-BAF3F767A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475528"/>
              </p:ext>
            </p:extLst>
          </p:nvPr>
        </p:nvGraphicFramePr>
        <p:xfrm>
          <a:off x="4849710" y="2153044"/>
          <a:ext cx="327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8" name="Equation" r:id="rId15" imgW="3276360" imgH="355320" progId="Equation.DSMT4">
                  <p:embed/>
                </p:oleObj>
              </mc:Choice>
              <mc:Fallback>
                <p:oleObj name="Equation" r:id="rId15" imgW="3276360" imgH="355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92C64DB-9DF4-4A85-92E5-3C1AEF2917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49710" y="2153044"/>
                        <a:ext cx="3276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65EF2F2F-3376-49BF-8476-27DFE4E5C9BC}"/>
              </a:ext>
            </a:extLst>
          </p:cNvPr>
          <p:cNvGrpSpPr/>
          <p:nvPr/>
        </p:nvGrpSpPr>
        <p:grpSpPr>
          <a:xfrm>
            <a:off x="531614" y="2789348"/>
            <a:ext cx="8070478" cy="461665"/>
            <a:chOff x="603622" y="3005372"/>
            <a:chExt cx="8070478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94920C7-2208-43A1-89E4-9A9FAB81336A}"/>
                </a:ext>
              </a:extLst>
            </p:cNvPr>
            <p:cNvSpPr/>
            <p:nvPr/>
          </p:nvSpPr>
          <p:spPr>
            <a:xfrm>
              <a:off x="603622" y="3005372"/>
              <a:ext cx="771279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解  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对应齐次方程的特征方程的三个特征根为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B53B1E7-ABCB-480E-AB68-CCD2FCDE49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9820669"/>
                </p:ext>
              </p:extLst>
            </p:nvPr>
          </p:nvGraphicFramePr>
          <p:xfrm>
            <a:off x="6870700" y="3105150"/>
            <a:ext cx="1803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9" name="Equation" r:id="rId17" imgW="1803240" imgH="330120" progId="Equation.DSMT4">
                    <p:embed/>
                  </p:oleObj>
                </mc:Choice>
                <mc:Fallback>
                  <p:oleObj name="Equation" r:id="rId17" imgW="1803240" imgH="3301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34521086-719B-4DD5-BF98-E9B92BA8BA1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870700" y="3105150"/>
                          <a:ext cx="1803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9D37863-14E2-4462-84AF-BEE54C57DD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94234"/>
              </p:ext>
            </p:extLst>
          </p:nvPr>
        </p:nvGraphicFramePr>
        <p:xfrm>
          <a:off x="1691680" y="3495569"/>
          <a:ext cx="212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0" name="Equation" r:id="rId19" imgW="2120760" imgH="406080" progId="Equation.DSMT4">
                  <p:embed/>
                </p:oleObj>
              </mc:Choice>
              <mc:Fallback>
                <p:oleObj name="Equation" r:id="rId19" imgW="2120760" imgH="4060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02167B5-33DA-40E2-9485-12AF45CF40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91680" y="3495569"/>
                        <a:ext cx="2120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A0082EE-64C4-4AAA-AF24-79401FEF60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760227"/>
              </p:ext>
            </p:extLst>
          </p:nvPr>
        </p:nvGraphicFramePr>
        <p:xfrm>
          <a:off x="4367110" y="3489932"/>
          <a:ext cx="212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1" name="Equation" r:id="rId21" imgW="2120760" imgH="393480" progId="Equation.DSMT4">
                  <p:embed/>
                </p:oleObj>
              </mc:Choice>
              <mc:Fallback>
                <p:oleObj name="Equation" r:id="rId21" imgW="2120760" imgH="393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77CFD120-E7FB-431D-992E-FDCBECDEB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67110" y="3489932"/>
                        <a:ext cx="2120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E630DC0-AD62-47BB-BD51-C994AEDDC3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30928"/>
              </p:ext>
            </p:extLst>
          </p:nvPr>
        </p:nvGraphicFramePr>
        <p:xfrm>
          <a:off x="2888680" y="4221702"/>
          <a:ext cx="2425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2" name="Equation" r:id="rId23" imgW="2425680" imgH="355320" progId="Equation.DSMT4">
                  <p:embed/>
                </p:oleObj>
              </mc:Choice>
              <mc:Fallback>
                <p:oleObj name="Equation" r:id="rId23" imgW="2425680" imgH="355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85AFE617-FC44-4AE3-9734-0E701FC5A3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888680" y="4221702"/>
                        <a:ext cx="2425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8B802EA-BEE0-4794-8E71-8752D99A36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31701"/>
              </p:ext>
            </p:extLst>
          </p:nvPr>
        </p:nvGraphicFramePr>
        <p:xfrm>
          <a:off x="2530650" y="957058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3" name="Equation" r:id="rId25" imgW="241200" imgH="266400" progId="Equation.DSMT4">
                  <p:embed/>
                </p:oleObj>
              </mc:Choice>
              <mc:Fallback>
                <p:oleObj name="Equation" r:id="rId25" imgW="241200" imgH="2664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94E8C510-DAB0-487E-9A4B-522BC55FA1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530650" y="957058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242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AF64156-45A0-4304-A328-3441C35D77C1}"/>
              </a:ext>
            </a:extLst>
          </p:cNvPr>
          <p:cNvSpPr/>
          <p:nvPr/>
        </p:nvSpPr>
        <p:spPr>
          <a:xfrm>
            <a:off x="899592" y="267494"/>
            <a:ext cx="8044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                                 是某二阶线性非齐次微分方程                                                                           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2B45C1F-8257-4708-B936-D6BE9B2B41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707084"/>
              </p:ext>
            </p:extLst>
          </p:nvPr>
        </p:nvGraphicFramePr>
        <p:xfrm>
          <a:off x="1619672" y="307826"/>
          <a:ext cx="245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6" name="Equation" r:id="rId3" imgW="2450880" imgH="380880" progId="Equation.DSMT4">
                  <p:embed/>
                </p:oleObj>
              </mc:Choice>
              <mc:Fallback>
                <p:oleObj name="Equation" r:id="rId3" imgW="245088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E7E5711-F02F-4E00-958F-B50C2266CA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307826"/>
                        <a:ext cx="245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2C5E2EA-DEB1-4D82-BFA0-05AD2204C5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325658"/>
              </p:ext>
            </p:extLst>
          </p:nvPr>
        </p:nvGraphicFramePr>
        <p:xfrm>
          <a:off x="2426122" y="812714"/>
          <a:ext cx="3289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7" name="Equation" r:id="rId5" imgW="3288960" imgH="355320" progId="Equation.DSMT4">
                  <p:embed/>
                </p:oleObj>
              </mc:Choice>
              <mc:Fallback>
                <p:oleObj name="Equation" r:id="rId5" imgW="328896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08C603B-A096-4033-BC2F-B4FAC6D40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6122" y="812714"/>
                        <a:ext cx="3289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B37B738-BEB0-4687-A84E-C61ABA50CE3A}"/>
              </a:ext>
            </a:extLst>
          </p:cNvPr>
          <p:cNvSpPr/>
          <p:nvPr/>
        </p:nvSpPr>
        <p:spPr>
          <a:xfrm>
            <a:off x="395536" y="1186141"/>
            <a:ext cx="8044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的三个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线性无关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特解，则微分方程通解为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   ).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                       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52B68B4-5841-487E-980E-6249F8FAE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006574"/>
              </p:ext>
            </p:extLst>
          </p:nvPr>
        </p:nvGraphicFramePr>
        <p:xfrm>
          <a:off x="793941" y="1705629"/>
          <a:ext cx="2628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8" name="Equation" r:id="rId7" imgW="2628720" imgH="380880" progId="Equation.DSMT4">
                  <p:embed/>
                </p:oleObj>
              </mc:Choice>
              <mc:Fallback>
                <p:oleObj name="Equation" r:id="rId7" imgW="262872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E32D070-8E88-4C5E-82B1-06D6E24892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3941" y="1705629"/>
                        <a:ext cx="2628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22B5094-49A0-4146-ADD6-8298D5AB5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635917"/>
              </p:ext>
            </p:extLst>
          </p:nvPr>
        </p:nvGraphicFramePr>
        <p:xfrm>
          <a:off x="4728464" y="1705629"/>
          <a:ext cx="403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9" name="Equation" r:id="rId9" imgW="4038480" imgH="380880" progId="Equation.DSMT4">
                  <p:embed/>
                </p:oleObj>
              </mc:Choice>
              <mc:Fallback>
                <p:oleObj name="Equation" r:id="rId9" imgW="403848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0E1872B-BFB1-4B2C-97C5-345B61032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28464" y="1705629"/>
                        <a:ext cx="4038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4F854AB-6459-4F3F-A560-7E868B05C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763604"/>
              </p:ext>
            </p:extLst>
          </p:nvPr>
        </p:nvGraphicFramePr>
        <p:xfrm>
          <a:off x="807938" y="2276795"/>
          <a:ext cx="368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0" name="Equation" r:id="rId11" imgW="3682800" imgH="380880" progId="Equation.DSMT4">
                  <p:embed/>
                </p:oleObj>
              </mc:Choice>
              <mc:Fallback>
                <p:oleObj name="Equation" r:id="rId11" imgW="368280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B000A45-72C7-4A21-8B87-DC61900F96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7938" y="2276795"/>
                        <a:ext cx="3683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A660A59-39D5-4A3D-AD9C-A650B90D3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031542"/>
              </p:ext>
            </p:extLst>
          </p:nvPr>
        </p:nvGraphicFramePr>
        <p:xfrm>
          <a:off x="4723069" y="2276795"/>
          <a:ext cx="406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1" name="Equation" r:id="rId13" imgW="4063680" imgH="380880" progId="Equation.DSMT4">
                  <p:embed/>
                </p:oleObj>
              </mc:Choice>
              <mc:Fallback>
                <p:oleObj name="Equation" r:id="rId13" imgW="406368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73FA3DD-29FF-4F27-BD07-B377C5FC54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23069" y="2276795"/>
                        <a:ext cx="4064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20E3B65-4C6F-474C-A551-11556940160F}"/>
              </a:ext>
            </a:extLst>
          </p:cNvPr>
          <p:cNvSpPr/>
          <p:nvPr/>
        </p:nvSpPr>
        <p:spPr>
          <a:xfrm>
            <a:off x="752006" y="275552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92C9823-FD09-46F2-9728-A422B8F19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492718"/>
              </p:ext>
            </p:extLst>
          </p:nvPr>
        </p:nvGraphicFramePr>
        <p:xfrm>
          <a:off x="1404076" y="2755522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2" name="Equation" r:id="rId15" imgW="914400" imgH="380880" progId="Equation.DSMT4">
                  <p:embed/>
                </p:oleObj>
              </mc:Choice>
              <mc:Fallback>
                <p:oleObj name="Equation" r:id="rId15" imgW="914400" imgH="380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EBEBCB5-42C5-451B-A92B-47E3BE7971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04076" y="2755522"/>
                        <a:ext cx="914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6A58702-7C93-4A5B-8C8A-EABFFEEA22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984773"/>
              </p:ext>
            </p:extLst>
          </p:nvPr>
        </p:nvGraphicFramePr>
        <p:xfrm>
          <a:off x="2397488" y="2738126"/>
          <a:ext cx="838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3" name="Equation" r:id="rId17" imgW="838080" imgH="380880" progId="Equation.DSMT4">
                  <p:embed/>
                </p:oleObj>
              </mc:Choice>
              <mc:Fallback>
                <p:oleObj name="Equation" r:id="rId17" imgW="83808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DC7582F4-9714-43E8-9A5D-8273597F52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97488" y="2738126"/>
                        <a:ext cx="838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24F6E5AB-CF08-4848-A6A8-FCEDF9A33E08}"/>
              </a:ext>
            </a:extLst>
          </p:cNvPr>
          <p:cNvSpPr/>
          <p:nvPr/>
        </p:nvSpPr>
        <p:spPr>
          <a:xfrm>
            <a:off x="3283828" y="2746813"/>
            <a:ext cx="55032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为对应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齐次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方程两个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线性无关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解，从而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FA656-2AF4-464C-B2EC-D4AAC86E7866}"/>
              </a:ext>
            </a:extLst>
          </p:cNvPr>
          <p:cNvSpPr/>
          <p:nvPr/>
        </p:nvSpPr>
        <p:spPr>
          <a:xfrm>
            <a:off x="226836" y="3297496"/>
            <a:ext cx="41832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齐次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方程通解为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9794AEB-DB81-43BE-AA3B-8842E5A85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279244"/>
              </p:ext>
            </p:extLst>
          </p:nvPr>
        </p:nvGraphicFramePr>
        <p:xfrm>
          <a:off x="2555776" y="3386848"/>
          <a:ext cx="3543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4" name="Equation" r:id="rId19" imgW="3543120" imgH="380880" progId="Equation.DSMT4">
                  <p:embed/>
                </p:oleObj>
              </mc:Choice>
              <mc:Fallback>
                <p:oleObj name="Equation" r:id="rId19" imgW="3543120" imgH="380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AE353B0-4AEE-408D-A262-895FCD3DFF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55776" y="3386848"/>
                        <a:ext cx="3543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E393B1DA-0314-4311-8DDA-17D382843F74}"/>
              </a:ext>
            </a:extLst>
          </p:cNvPr>
          <p:cNvSpPr/>
          <p:nvPr/>
        </p:nvSpPr>
        <p:spPr>
          <a:xfrm>
            <a:off x="6228184" y="3386848"/>
            <a:ext cx="27156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非齐次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方程通解为</a:t>
            </a:r>
            <a:endParaRPr lang="zh-CN" altLang="en-US" sz="2400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08426ED-07D6-4C4F-A1FC-D220BC7435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699378"/>
              </p:ext>
            </p:extLst>
          </p:nvPr>
        </p:nvGraphicFramePr>
        <p:xfrm>
          <a:off x="1285776" y="4050345"/>
          <a:ext cx="6083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5" name="Equation" r:id="rId21" imgW="6083280" imgH="419040" progId="Equation.DSMT4">
                  <p:embed/>
                </p:oleObj>
              </mc:Choice>
              <mc:Fallback>
                <p:oleObj name="Equation" r:id="rId21" imgW="6083280" imgH="419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0E6704C-6DC4-4F30-8E0E-9E2C8FDB22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85776" y="4050345"/>
                        <a:ext cx="6083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54B7B8D-50F7-4072-BC5B-E8FE42528C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733977"/>
              </p:ext>
            </p:extLst>
          </p:nvPr>
        </p:nvGraphicFramePr>
        <p:xfrm>
          <a:off x="6126747" y="1324862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6" name="Equation" r:id="rId23" imgW="241200" imgH="266400" progId="Equation.DSMT4">
                  <p:embed/>
                </p:oleObj>
              </mc:Choice>
              <mc:Fallback>
                <p:oleObj name="Equation" r:id="rId23" imgW="241200" imgH="2664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EE510F2B-F4E8-41A5-AB27-1BD81788F9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126747" y="1324862"/>
                        <a:ext cx="2413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595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96F833-B0A4-4786-9664-7935FEFEC6B2}"/>
              </a:ext>
            </a:extLst>
          </p:cNvPr>
          <p:cNvSpPr/>
          <p:nvPr/>
        </p:nvSpPr>
        <p:spPr>
          <a:xfrm>
            <a:off x="755576" y="411510"/>
            <a:ext cx="8044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求以函数                            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    为任意常数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为通解的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779DE21-072B-4D93-9867-A5F73B5AE7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969296"/>
              </p:ext>
            </p:extLst>
          </p:nvPr>
        </p:nvGraphicFramePr>
        <p:xfrm>
          <a:off x="2483768" y="411510"/>
          <a:ext cx="199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0" name="Equation" r:id="rId3" imgW="1993680" imgH="406080" progId="Equation.DSMT4">
                  <p:embed/>
                </p:oleObj>
              </mc:Choice>
              <mc:Fallback>
                <p:oleObj name="Equation" r:id="rId3" imgW="199368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C0747E0-24A4-48DD-B85D-D36604170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8" y="411510"/>
                        <a:ext cx="1993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BFAAC64-A64A-4935-A971-AE78492CAD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71590"/>
              </p:ext>
            </p:extLst>
          </p:nvPr>
        </p:nvGraphicFramePr>
        <p:xfrm>
          <a:off x="5436096" y="502642"/>
          <a:ext cx="254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1" name="Equation" r:id="rId5" imgW="253800" imgH="279360" progId="Equation.DSMT4">
                  <p:embed/>
                </p:oleObj>
              </mc:Choice>
              <mc:Fallback>
                <p:oleObj name="Equation" r:id="rId5" imgW="253800" imgH="279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12B416D-C545-411D-A48E-B8594BAD6E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36096" y="502642"/>
                        <a:ext cx="254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243728C-C1FE-4EB4-8BB6-0169A7D68AA5}"/>
              </a:ext>
            </a:extLst>
          </p:cNvPr>
          <p:cNvSpPr/>
          <p:nvPr/>
        </p:nvSpPr>
        <p:spPr>
          <a:xfrm>
            <a:off x="251520" y="909042"/>
            <a:ext cx="8044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微分方程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77FC2E-25E2-4AAE-A893-F9B12C1A07A0}"/>
              </a:ext>
            </a:extLst>
          </p:cNvPr>
          <p:cNvSpPr/>
          <p:nvPr/>
        </p:nvSpPr>
        <p:spPr>
          <a:xfrm>
            <a:off x="683568" y="1406574"/>
            <a:ext cx="591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CF80FDD-846E-4BFF-AADA-8E2DEE6199ED}"/>
              </a:ext>
            </a:extLst>
          </p:cNvPr>
          <p:cNvGrpSpPr/>
          <p:nvPr/>
        </p:nvGrpSpPr>
        <p:grpSpPr>
          <a:xfrm>
            <a:off x="1187624" y="1406574"/>
            <a:ext cx="7200800" cy="461665"/>
            <a:chOff x="1187624" y="1622598"/>
            <a:chExt cx="7200800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0AFD95B-28E1-427C-A139-4520E053F660}"/>
                </a:ext>
              </a:extLst>
            </p:cNvPr>
            <p:cNvSpPr/>
            <p:nvPr/>
          </p:nvSpPr>
          <p:spPr>
            <a:xfrm>
              <a:off x="1187624" y="1622598"/>
              <a:ext cx="7200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                            两边关于   求导得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E288BE77-E1E4-430D-B8BA-EB1E948573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641438"/>
                </p:ext>
              </p:extLst>
            </p:nvPr>
          </p:nvGraphicFramePr>
          <p:xfrm>
            <a:off x="1619672" y="1622598"/>
            <a:ext cx="1993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92" name="Equation" r:id="rId7" imgW="1993680" imgH="406080" progId="Equation.DSMT4">
                    <p:embed/>
                  </p:oleObj>
                </mc:Choice>
                <mc:Fallback>
                  <p:oleObj name="Equation" r:id="rId7" imgW="1993680" imgH="4060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D1A4760A-DC18-444E-9A86-CD048B92812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19672" y="1622598"/>
                          <a:ext cx="1993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087A62BC-3F4A-4821-A0F8-73FDAE8ED1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7059477"/>
                </p:ext>
              </p:extLst>
            </p:nvPr>
          </p:nvGraphicFramePr>
          <p:xfrm>
            <a:off x="4932040" y="175183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93" name="Equation" r:id="rId8" imgW="190440" imgH="203040" progId="Equation.DSMT4">
                    <p:embed/>
                  </p:oleObj>
                </mc:Choice>
                <mc:Fallback>
                  <p:oleObj name="Equation" r:id="rId8" imgW="190440" imgH="20304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B45127CC-7CB7-4C82-9AAA-1341AB169C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932040" y="1751830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1C6B0A4-73C4-436A-A797-7DBD9C7CBA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53137"/>
              </p:ext>
            </p:extLst>
          </p:nvPr>
        </p:nvGraphicFramePr>
        <p:xfrm>
          <a:off x="3346546" y="1997471"/>
          <a:ext cx="1854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4" name="Equation" r:id="rId10" imgW="1854000" imgH="355320" progId="Equation.DSMT4">
                  <p:embed/>
                </p:oleObj>
              </mc:Choice>
              <mc:Fallback>
                <p:oleObj name="Equation" r:id="rId10" imgW="185400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1B1855A-B805-46BB-BFD0-3866301C3E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46546" y="1997471"/>
                        <a:ext cx="1854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3547F9B8-1F21-422A-8A5A-EB38C9F587B6}"/>
              </a:ext>
            </a:extLst>
          </p:cNvPr>
          <p:cNvSpPr/>
          <p:nvPr/>
        </p:nvSpPr>
        <p:spPr>
          <a:xfrm>
            <a:off x="728450" y="2543852"/>
            <a:ext cx="1397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42E1143-31EE-435F-986C-874886121E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65041"/>
              </p:ext>
            </p:extLst>
          </p:nvPr>
        </p:nvGraphicFramePr>
        <p:xfrm>
          <a:off x="3346546" y="2665413"/>
          <a:ext cx="160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5" name="Equation" r:id="rId12" imgW="1600200" imgH="355320" progId="Equation.DSMT4">
                  <p:embed/>
                </p:oleObj>
              </mc:Choice>
              <mc:Fallback>
                <p:oleObj name="Equation" r:id="rId12" imgW="160020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1BCFA9D-57F6-4310-A440-EDD8268A72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46546" y="2665413"/>
                        <a:ext cx="1600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CD5511C0-07EA-40ED-9B6A-1BF973D65AB2}"/>
              </a:ext>
            </a:extLst>
          </p:cNvPr>
          <p:cNvGrpSpPr/>
          <p:nvPr/>
        </p:nvGrpSpPr>
        <p:grpSpPr>
          <a:xfrm>
            <a:off x="755576" y="3291830"/>
            <a:ext cx="7704856" cy="461665"/>
            <a:chOff x="755576" y="3507854"/>
            <a:chExt cx="7704856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7BA901D-C566-4A13-90AE-E38EE82C2FF6}"/>
                </a:ext>
              </a:extLst>
            </p:cNvPr>
            <p:cNvSpPr/>
            <p:nvPr/>
          </p:nvSpPr>
          <p:spPr>
            <a:xfrm>
              <a:off x="755576" y="3507854"/>
              <a:ext cx="77048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代入                             中得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BB69AA05-E4E4-4787-AFDA-A0CD068B00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9853262"/>
                </p:ext>
              </p:extLst>
            </p:nvPr>
          </p:nvGraphicFramePr>
          <p:xfrm>
            <a:off x="1619672" y="3507854"/>
            <a:ext cx="1993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96" name="Equation" r:id="rId3" imgW="1993680" imgH="406080" progId="Equation.DSMT4">
                    <p:embed/>
                  </p:oleObj>
                </mc:Choice>
                <mc:Fallback>
                  <p:oleObj name="Equation" r:id="rId3" imgW="1993680" imgH="4060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3B4B613A-7DC7-44F7-9B73-A0DF46325E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19672" y="3507854"/>
                          <a:ext cx="19939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CBA51A3-C1A6-4C26-BED1-1A856D560D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264573"/>
              </p:ext>
            </p:extLst>
          </p:nvPr>
        </p:nvGraphicFramePr>
        <p:xfrm>
          <a:off x="3387581" y="3954461"/>
          <a:ext cx="179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7" name="Equation" r:id="rId14" imgW="1790640" imgH="406080" progId="Equation.DSMT4">
                  <p:embed/>
                </p:oleObj>
              </mc:Choice>
              <mc:Fallback>
                <p:oleObj name="Equation" r:id="rId14" imgW="1790640" imgH="4060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56A83A1E-A65C-418C-B3B4-1BD4CA3D34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87581" y="3954461"/>
                        <a:ext cx="1790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321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E923871-AA5B-4587-9F30-6E3BFCBC2278}"/>
              </a:ext>
            </a:extLst>
          </p:cNvPr>
          <p:cNvSpPr/>
          <p:nvPr/>
        </p:nvSpPr>
        <p:spPr>
          <a:xfrm>
            <a:off x="755576" y="627534"/>
            <a:ext cx="8044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求解方程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2B497B6-E61A-4730-9C29-D5A480AA7F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415331"/>
              </p:ext>
            </p:extLst>
          </p:nvPr>
        </p:nvGraphicFramePr>
        <p:xfrm>
          <a:off x="2371445" y="490066"/>
          <a:ext cx="1841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4" name="Equation" r:id="rId3" imgW="1841400" imgH="736560" progId="Equation.DSMT4">
                  <p:embed/>
                </p:oleObj>
              </mc:Choice>
              <mc:Fallback>
                <p:oleObj name="Equation" r:id="rId3" imgW="184140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C0720AF-4A0C-43DA-91BE-45480C3FA7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71445" y="490066"/>
                        <a:ext cx="1841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A08D82C-120A-4F42-B083-2A02845CF2AA}"/>
              </a:ext>
            </a:extLst>
          </p:cNvPr>
          <p:cNvSpPr/>
          <p:nvPr/>
        </p:nvSpPr>
        <p:spPr>
          <a:xfrm>
            <a:off x="683568" y="1245256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分析  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二阶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变系数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线性非齐次方程，但可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降阶</a:t>
            </a:r>
            <a:r>
              <a:rPr lang="en-US" altLang="zh-CN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F1ED5F-2F6B-433C-BD9A-235D0686D19B}"/>
              </a:ext>
            </a:extLst>
          </p:cNvPr>
          <p:cNvSpPr/>
          <p:nvPr/>
        </p:nvSpPr>
        <p:spPr>
          <a:xfrm>
            <a:off x="662553" y="1862978"/>
            <a:ext cx="591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41B972-D618-4045-AE3B-7357061C879F}"/>
              </a:ext>
            </a:extLst>
          </p:cNvPr>
          <p:cNvGrpSpPr/>
          <p:nvPr/>
        </p:nvGrpSpPr>
        <p:grpSpPr>
          <a:xfrm>
            <a:off x="1115616" y="1725511"/>
            <a:ext cx="6840760" cy="736600"/>
            <a:chOff x="1115616" y="1725511"/>
            <a:chExt cx="6840760" cy="7366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719B84F-374A-488F-B7B8-68C9DCD33B1E}"/>
                </a:ext>
              </a:extLst>
            </p:cNvPr>
            <p:cNvSpPr/>
            <p:nvPr/>
          </p:nvSpPr>
          <p:spPr>
            <a:xfrm>
              <a:off x="1115616" y="1862978"/>
              <a:ext cx="68407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令              则方程变为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714D2755-D508-434A-8992-1ABCEC1A03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0379937"/>
                </p:ext>
              </p:extLst>
            </p:nvPr>
          </p:nvGraphicFramePr>
          <p:xfrm>
            <a:off x="1619672" y="1916010"/>
            <a:ext cx="863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5" name="Equation" r:id="rId5" imgW="863280" imgH="355320" progId="Equation.DSMT4">
                    <p:embed/>
                  </p:oleObj>
                </mc:Choice>
                <mc:Fallback>
                  <p:oleObj name="Equation" r:id="rId5" imgW="86328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2B44B960-772A-485C-9BAE-D19F1EAEF36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19672" y="1916010"/>
                          <a:ext cx="8636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52AEA49-BF4E-4579-BC3B-6B2CFF5193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5681009"/>
                </p:ext>
              </p:extLst>
            </p:nvPr>
          </p:nvGraphicFramePr>
          <p:xfrm>
            <a:off x="4427984" y="1725511"/>
            <a:ext cx="1701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6" name="Equation" r:id="rId7" imgW="1701720" imgH="736560" progId="Equation.DSMT4">
                    <p:embed/>
                  </p:oleObj>
                </mc:Choice>
                <mc:Fallback>
                  <p:oleObj name="Equation" r:id="rId7" imgW="1701720" imgH="7365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20A7F276-086C-452C-9A1A-56E7A1DB677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27984" y="1725511"/>
                          <a:ext cx="17018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F42E5563-B814-42F2-A063-BE7F6663C8A0}"/>
              </a:ext>
            </a:extLst>
          </p:cNvPr>
          <p:cNvSpPr/>
          <p:nvPr/>
        </p:nvSpPr>
        <p:spPr>
          <a:xfrm>
            <a:off x="6300192" y="1955311"/>
            <a:ext cx="2304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一阶线性非齐次方程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832E77E-B1B0-4AEB-B94C-A2E108BD9F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31877"/>
              </p:ext>
            </p:extLst>
          </p:nvPr>
        </p:nvGraphicFramePr>
        <p:xfrm>
          <a:off x="1357238" y="2410809"/>
          <a:ext cx="3238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7" name="Equation" r:id="rId9" imgW="3238200" imgH="685800" progId="Equation.DSMT4">
                  <p:embed/>
                </p:oleObj>
              </mc:Choice>
              <mc:Fallback>
                <p:oleObj name="Equation" r:id="rId9" imgW="3238200" imgH="685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D300655-3D19-409D-8E0F-581E2BD579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57238" y="2410809"/>
                        <a:ext cx="32385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8E91A7E-C9D4-4B68-A679-6A14F8051E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014331"/>
              </p:ext>
            </p:extLst>
          </p:nvPr>
        </p:nvGraphicFramePr>
        <p:xfrm>
          <a:off x="4624834" y="2571750"/>
          <a:ext cx="3009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8" name="Equation" r:id="rId11" imgW="3009600" imgH="507960" progId="Equation.DSMT4">
                  <p:embed/>
                </p:oleObj>
              </mc:Choice>
              <mc:Fallback>
                <p:oleObj name="Equation" r:id="rId11" imgW="3009600" imgH="5079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77BC2C6-D7E3-4558-A649-C098E9A84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24834" y="2571750"/>
                        <a:ext cx="30099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116177B-9B8A-471E-94E2-1FEB466C22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865355"/>
              </p:ext>
            </p:extLst>
          </p:nvPr>
        </p:nvGraphicFramePr>
        <p:xfrm>
          <a:off x="1686880" y="3131402"/>
          <a:ext cx="2806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9" name="Equation" r:id="rId13" imgW="2806560" imgH="787320" progId="Equation.DSMT4">
                  <p:embed/>
                </p:oleObj>
              </mc:Choice>
              <mc:Fallback>
                <p:oleObj name="Equation" r:id="rId13" imgW="2806560" imgH="787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A5CD438-B586-4C6E-90FB-EB5E3884B0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86880" y="3131402"/>
                        <a:ext cx="2806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59BFAE5-3DF2-4FCF-8FF0-420EBB06B3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075531"/>
              </p:ext>
            </p:extLst>
          </p:nvPr>
        </p:nvGraphicFramePr>
        <p:xfrm>
          <a:off x="4554538" y="3292475"/>
          <a:ext cx="156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0" name="Equation" r:id="rId15" imgW="1562040" imgH="419040" progId="Equation.DSMT4">
                  <p:embed/>
                </p:oleObj>
              </mc:Choice>
              <mc:Fallback>
                <p:oleObj name="Equation" r:id="rId15" imgW="1562040" imgH="4190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1B351F3-4AD6-49BE-8070-661F4032F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54538" y="3292475"/>
                        <a:ext cx="1562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F5EE0D50-539E-4C09-8289-2C00814D65DA}"/>
              </a:ext>
            </a:extLst>
          </p:cNvPr>
          <p:cNvGrpSpPr/>
          <p:nvPr/>
        </p:nvGrpSpPr>
        <p:grpSpPr>
          <a:xfrm>
            <a:off x="6177750" y="3157538"/>
            <a:ext cx="2622078" cy="736600"/>
            <a:chOff x="6177750" y="3157538"/>
            <a:chExt cx="2622078" cy="7366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5780B07-FB98-4379-B1FD-913DE2CD0680}"/>
                </a:ext>
              </a:extLst>
            </p:cNvPr>
            <p:cNvSpPr/>
            <p:nvPr/>
          </p:nvSpPr>
          <p:spPr>
            <a:xfrm>
              <a:off x="6177750" y="3294269"/>
              <a:ext cx="262207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58B7049-0F67-4276-9875-CAC542E850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3932323"/>
                </p:ext>
              </p:extLst>
            </p:nvPr>
          </p:nvGraphicFramePr>
          <p:xfrm>
            <a:off x="6770688" y="3157538"/>
            <a:ext cx="1879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31" name="Equation" r:id="rId17" imgW="1879560" imgH="736560" progId="Equation.DSMT4">
                    <p:embed/>
                  </p:oleObj>
                </mc:Choice>
                <mc:Fallback>
                  <p:oleObj name="Equation" r:id="rId17" imgW="1879560" imgH="7365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5FE2AEC8-C548-4C01-AFC4-5F8C9CD9046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770688" y="3157538"/>
                          <a:ext cx="1879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DB698160-4907-4E2C-8922-0C6369BF9A5E}"/>
              </a:ext>
            </a:extLst>
          </p:cNvPr>
          <p:cNvSpPr/>
          <p:nvPr/>
        </p:nvSpPr>
        <p:spPr>
          <a:xfrm>
            <a:off x="709005" y="4054301"/>
            <a:ext cx="26220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98537C7-C4D7-46F2-B2B5-22B8AD97C5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04135"/>
              </p:ext>
            </p:extLst>
          </p:nvPr>
        </p:nvGraphicFramePr>
        <p:xfrm>
          <a:off x="1577599" y="4114023"/>
          <a:ext cx="298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2" name="Equation" r:id="rId19" imgW="2984400" imgH="419040" progId="Equation.DSMT4">
                  <p:embed/>
                </p:oleObj>
              </mc:Choice>
              <mc:Fallback>
                <p:oleObj name="Equation" r:id="rId19" imgW="2984400" imgH="419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14BA4B3-615B-4559-9A5A-82E7BC1673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77599" y="4114023"/>
                        <a:ext cx="2984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3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25D4596-C68F-46BA-B35B-2FDF1111093B}"/>
              </a:ext>
            </a:extLst>
          </p:cNvPr>
          <p:cNvGrpSpPr/>
          <p:nvPr/>
        </p:nvGrpSpPr>
        <p:grpSpPr>
          <a:xfrm>
            <a:off x="755576" y="448816"/>
            <a:ext cx="8044252" cy="596900"/>
            <a:chOff x="467544" y="518001"/>
            <a:chExt cx="8044252" cy="5969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63D11FB-A1FD-4644-A232-9F015C6E7414}"/>
                </a:ext>
              </a:extLst>
            </p:cNvPr>
            <p:cNvSpPr/>
            <p:nvPr/>
          </p:nvSpPr>
          <p:spPr>
            <a:xfrm>
              <a:off x="467544" y="585619"/>
              <a:ext cx="80442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7.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设可导函数        满足                                                       求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4BB84AA5-7D65-49D6-8CEB-EE7655B999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9429533"/>
                </p:ext>
              </p:extLst>
            </p:nvPr>
          </p:nvGraphicFramePr>
          <p:xfrm>
            <a:off x="2411760" y="678735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78" name="Equation" r:id="rId3" imgW="596880" imgH="342720" progId="Equation.DSMT4">
                    <p:embed/>
                  </p:oleObj>
                </mc:Choice>
                <mc:Fallback>
                  <p:oleObj name="Equation" r:id="rId3" imgW="5968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98047A45-5A34-4812-B787-A63B23890E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11760" y="678735"/>
                          <a:ext cx="59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05DC2BB-5853-493D-94B2-98102383C7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118961"/>
                </p:ext>
              </p:extLst>
            </p:nvPr>
          </p:nvGraphicFramePr>
          <p:xfrm>
            <a:off x="3635896" y="518001"/>
            <a:ext cx="41021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79" name="Equation" r:id="rId5" imgW="4101840" imgH="596880" progId="Equation.DSMT4">
                    <p:embed/>
                  </p:oleObj>
                </mc:Choice>
                <mc:Fallback>
                  <p:oleObj name="Equation" r:id="rId5" imgW="4101840" imgH="5968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9E27C56C-FA00-4797-BE60-39882821F45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35896" y="518001"/>
                          <a:ext cx="41021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0D504CC9-5AD5-4311-9AD1-4BB381828AE4}"/>
              </a:ext>
            </a:extLst>
          </p:cNvPr>
          <p:cNvSpPr/>
          <p:nvPr/>
        </p:nvSpPr>
        <p:spPr>
          <a:xfrm>
            <a:off x="755575" y="2110085"/>
            <a:ext cx="591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B6F2161-1121-4036-AA8A-6808949C3BD7}"/>
              </a:ext>
            </a:extLst>
          </p:cNvPr>
          <p:cNvGrpSpPr/>
          <p:nvPr/>
        </p:nvGrpSpPr>
        <p:grpSpPr>
          <a:xfrm>
            <a:off x="1289973" y="1045566"/>
            <a:ext cx="5514275" cy="461665"/>
            <a:chOff x="1011447" y="1168818"/>
            <a:chExt cx="3416537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4DD5938-E1FE-47BA-A6B0-AF1A3694A298}"/>
                </a:ext>
              </a:extLst>
            </p:cNvPr>
            <p:cNvSpPr/>
            <p:nvPr/>
          </p:nvSpPr>
          <p:spPr>
            <a:xfrm>
              <a:off x="1011447" y="1168818"/>
              <a:ext cx="34165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积分方程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两边关于   求导，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1F7BA3B-8D0A-45C5-A4D3-20C95A8D7F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1798978"/>
                </p:ext>
              </p:extLst>
            </p:nvPr>
          </p:nvGraphicFramePr>
          <p:xfrm>
            <a:off x="2584753" y="131970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80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5868F39-D63E-4ECF-AE8A-A95269A08CE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84753" y="131970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CB5C4A2-7121-4C2D-81A9-2DC0760710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057205"/>
              </p:ext>
            </p:extLst>
          </p:nvPr>
        </p:nvGraphicFramePr>
        <p:xfrm>
          <a:off x="1475656" y="1582624"/>
          <a:ext cx="4749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1" name="Equation" r:id="rId9" imgW="4749480" imgH="355320" progId="Equation.DSMT4">
                  <p:embed/>
                </p:oleObj>
              </mc:Choice>
              <mc:Fallback>
                <p:oleObj name="Equation" r:id="rId9" imgW="4749480" imgH="355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999999F-C0A6-40B8-96C4-53B494118A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5656" y="1582624"/>
                        <a:ext cx="4749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E36B947-7C00-4984-B068-72A47E74BC0B}"/>
              </a:ext>
            </a:extLst>
          </p:cNvPr>
          <p:cNvSpPr/>
          <p:nvPr/>
        </p:nvSpPr>
        <p:spPr>
          <a:xfrm>
            <a:off x="765075" y="1041088"/>
            <a:ext cx="591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1BEB74D-E7BF-4087-A3B5-A94D64AF58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428183"/>
              </p:ext>
            </p:extLst>
          </p:nvPr>
        </p:nvGraphicFramePr>
        <p:xfrm>
          <a:off x="1531510" y="2150556"/>
          <a:ext cx="317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2" name="Equation" r:id="rId11" imgW="3174840" imgH="355320" progId="Equation.DSMT4">
                  <p:embed/>
                </p:oleObj>
              </mc:Choice>
              <mc:Fallback>
                <p:oleObj name="Equation" r:id="rId11" imgW="317484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15C3F31-6C30-4DA8-A776-EB3EC4A646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31510" y="2150556"/>
                        <a:ext cx="3175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BD35F48-8063-4FAA-A542-71231EBEA1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283903"/>
              </p:ext>
            </p:extLst>
          </p:nvPr>
        </p:nvGraphicFramePr>
        <p:xfrm>
          <a:off x="8388384" y="581209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3" name="Equation" r:id="rId13" imgW="647640" imgH="342720" progId="Equation.DSMT4">
                  <p:embed/>
                </p:oleObj>
              </mc:Choice>
              <mc:Fallback>
                <p:oleObj name="Equation" r:id="rId13" imgW="64764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B5F1EEA-C9F2-42E1-9738-C1EFCD0BC8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388384" y="581209"/>
                        <a:ext cx="647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19119F07-F835-4E62-88D7-4CC61F9E6A18}"/>
              </a:ext>
            </a:extLst>
          </p:cNvPr>
          <p:cNvSpPr/>
          <p:nvPr/>
        </p:nvSpPr>
        <p:spPr>
          <a:xfrm>
            <a:off x="5508104" y="2135883"/>
            <a:ext cx="2304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一阶线性非齐次方程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14B5EC8-3C1F-4BB3-B794-D334A9AFE2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312511"/>
              </p:ext>
            </p:extLst>
          </p:nvPr>
        </p:nvGraphicFramePr>
        <p:xfrm>
          <a:off x="1455055" y="2702874"/>
          <a:ext cx="4292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4" name="Equation" r:id="rId15" imgW="4292280" imgH="609480" progId="Equation.DSMT4">
                  <p:embed/>
                </p:oleObj>
              </mc:Choice>
              <mc:Fallback>
                <p:oleObj name="Equation" r:id="rId15" imgW="4292280" imgH="609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E205146-D3E3-4F3C-9D01-B696223431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55055" y="2702874"/>
                        <a:ext cx="42926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B8203A0-4362-4C0E-955E-5B15E1EF86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963566"/>
              </p:ext>
            </p:extLst>
          </p:nvPr>
        </p:nvGraphicFramePr>
        <p:xfrm>
          <a:off x="5745018" y="2774391"/>
          <a:ext cx="2730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5" name="Equation" r:id="rId17" imgW="2730240" imgH="507960" progId="Equation.DSMT4">
                  <p:embed/>
                </p:oleObj>
              </mc:Choice>
              <mc:Fallback>
                <p:oleObj name="Equation" r:id="rId17" imgW="2730240" imgH="50796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D9EEBB6-1EAF-462B-B337-290974E00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45018" y="2774391"/>
                        <a:ext cx="2730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95C19CD-90DD-4FDE-A4FB-26B55379E1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855334"/>
              </p:ext>
            </p:extLst>
          </p:nvPr>
        </p:nvGraphicFramePr>
        <p:xfrm>
          <a:off x="2123728" y="3495449"/>
          <a:ext cx="4178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6" name="Equation" r:id="rId19" imgW="4178160" imgH="342720" progId="Equation.DSMT4">
                  <p:embed/>
                </p:oleObj>
              </mc:Choice>
              <mc:Fallback>
                <p:oleObj name="Equation" r:id="rId19" imgW="417816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4AD9C2BB-5607-4419-823E-8DC82A6B95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23728" y="3495449"/>
                        <a:ext cx="4178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3B2B46D7-6676-4D36-9568-62E197D5784F}"/>
              </a:ext>
            </a:extLst>
          </p:cNvPr>
          <p:cNvGrpSpPr/>
          <p:nvPr/>
        </p:nvGrpSpPr>
        <p:grpSpPr>
          <a:xfrm>
            <a:off x="755574" y="3982895"/>
            <a:ext cx="7776865" cy="461665"/>
            <a:chOff x="755574" y="3982895"/>
            <a:chExt cx="7776865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E6A8989-9D87-4403-ABCA-4CCFCE68240A}"/>
                </a:ext>
              </a:extLst>
            </p:cNvPr>
            <p:cNvSpPr/>
            <p:nvPr/>
          </p:nvSpPr>
          <p:spPr>
            <a:xfrm>
              <a:off x="755574" y="3982895"/>
              <a:ext cx="777686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又                从而  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0CC8A933-8EC6-49F6-A740-9555F93400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3986232"/>
                </p:ext>
              </p:extLst>
            </p:nvPr>
          </p:nvGraphicFramePr>
          <p:xfrm>
            <a:off x="1237409" y="4061877"/>
            <a:ext cx="1054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87" name="Equation" r:id="rId21" imgW="1054080" imgH="342720" progId="Equation.DSMT4">
                    <p:embed/>
                  </p:oleObj>
                </mc:Choice>
                <mc:Fallback>
                  <p:oleObj name="Equation" r:id="rId21" imgW="105408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5CD15C1A-FD27-4942-831A-871F2B90928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237409" y="4061877"/>
                          <a:ext cx="1054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19EBB33F-34DA-475D-B6BF-D95269DC16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9152667"/>
                </p:ext>
              </p:extLst>
            </p:nvPr>
          </p:nvGraphicFramePr>
          <p:xfrm>
            <a:off x="3150957" y="4097934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88" name="Equation" r:id="rId23" imgW="723600" imgH="330120" progId="Equation.DSMT4">
                    <p:embed/>
                  </p:oleObj>
                </mc:Choice>
                <mc:Fallback>
                  <p:oleObj name="Equation" r:id="rId23" imgW="723600" imgH="3301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EED31C84-109D-45E1-A424-A4060695F9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150957" y="4097934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5DAD6BEF-3CDD-4C39-A5BD-0332146B52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9185095"/>
                </p:ext>
              </p:extLst>
            </p:nvPr>
          </p:nvGraphicFramePr>
          <p:xfrm>
            <a:off x="4212878" y="4066285"/>
            <a:ext cx="236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89" name="Equation" r:id="rId25" imgW="2361960" imgH="342720" progId="Equation.DSMT4">
                    <p:embed/>
                  </p:oleObj>
                </mc:Choice>
                <mc:Fallback>
                  <p:oleObj name="Equation" r:id="rId25" imgW="236196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674D0BE7-EEA7-4EAE-8F57-3A7062BC3F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212878" y="4066285"/>
                          <a:ext cx="236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8732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3901200-FE9A-4D1D-BE09-CEFD03C1C2FD}"/>
              </a:ext>
            </a:extLst>
          </p:cNvPr>
          <p:cNvSpPr/>
          <p:nvPr/>
        </p:nvSpPr>
        <p:spPr>
          <a:xfrm>
            <a:off x="1403649" y="626171"/>
            <a:ext cx="1008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134587-84E6-4B2A-8C82-A14154ACB4DD}"/>
              </a:ext>
            </a:extLst>
          </p:cNvPr>
          <p:cNvSpPr/>
          <p:nvPr/>
        </p:nvSpPr>
        <p:spPr>
          <a:xfrm>
            <a:off x="1403648" y="1347614"/>
            <a:ext cx="52313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练习册 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第七章  第八节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习题课；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F15486-3E47-424F-A108-8AE239234C41}"/>
              </a:ext>
            </a:extLst>
          </p:cNvPr>
          <p:cNvSpPr/>
          <p:nvPr/>
        </p:nvSpPr>
        <p:spPr>
          <a:xfrm>
            <a:off x="1403649" y="1963401"/>
            <a:ext cx="37314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课后作业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P396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7-8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A68DED-A132-4A08-96A2-76B4319BBC4F}"/>
              </a:ext>
            </a:extLst>
          </p:cNvPr>
          <p:cNvSpPr/>
          <p:nvPr/>
        </p:nvSpPr>
        <p:spPr>
          <a:xfrm>
            <a:off x="2906693" y="2484876"/>
            <a:ext cx="2225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P397 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总习题七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57888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D79C4-1451-4ED1-88D5-4FDACC7E6EE4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07B635-87AE-4133-9EE1-DABF5CCB1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>
        <a:defPPr algn="l">
          <a:defRPr sz="2400" dirty="0">
            <a:solidFill>
              <a:srgbClr val="FF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6483</TotalTime>
  <Words>1461</Words>
  <Application>Microsoft Office PowerPoint</Application>
  <PresentationFormat>全屏显示(16:9)</PresentationFormat>
  <Paragraphs>328</Paragraphs>
  <Slides>47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0" baseType="lpstr">
      <vt:lpstr>等线</vt:lpstr>
      <vt:lpstr>等线 Light</vt:lpstr>
      <vt:lpstr>楷体</vt:lpstr>
      <vt:lpstr>隶书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李宏</dc:creator>
  <cp:lastModifiedBy>郭 晓峰</cp:lastModifiedBy>
  <cp:revision>323</cp:revision>
  <cp:lastPrinted>2019-07-22T12:21:14Z</cp:lastPrinted>
  <dcterms:created xsi:type="dcterms:W3CDTF">2019-07-22T11:45:41Z</dcterms:created>
  <dcterms:modified xsi:type="dcterms:W3CDTF">2023-12-26T15:09:04Z</dcterms:modified>
</cp:coreProperties>
</file>