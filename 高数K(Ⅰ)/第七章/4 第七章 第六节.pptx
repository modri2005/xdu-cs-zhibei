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9"/>
  </p:notesMasterIdLst>
  <p:sldIdLst>
    <p:sldId id="649" r:id="rId3"/>
    <p:sldId id="755" r:id="rId4"/>
    <p:sldId id="756" r:id="rId5"/>
    <p:sldId id="785" r:id="rId6"/>
    <p:sldId id="786" r:id="rId7"/>
    <p:sldId id="787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66" r:id="rId18"/>
    <p:sldId id="767" r:id="rId19"/>
    <p:sldId id="768" r:id="rId20"/>
    <p:sldId id="779" r:id="rId21"/>
    <p:sldId id="780" r:id="rId22"/>
    <p:sldId id="781" r:id="rId23"/>
    <p:sldId id="782" r:id="rId24"/>
    <p:sldId id="769" r:id="rId25"/>
    <p:sldId id="770" r:id="rId26"/>
    <p:sldId id="771" r:id="rId27"/>
    <p:sldId id="772" r:id="rId28"/>
    <p:sldId id="773" r:id="rId29"/>
    <p:sldId id="775" r:id="rId30"/>
    <p:sldId id="776" r:id="rId31"/>
    <p:sldId id="777" r:id="rId32"/>
    <p:sldId id="778" r:id="rId33"/>
    <p:sldId id="783" r:id="rId34"/>
    <p:sldId id="789" r:id="rId35"/>
    <p:sldId id="784" r:id="rId36"/>
    <p:sldId id="788" r:id="rId37"/>
    <p:sldId id="717" r:id="rId38"/>
  </p:sldIdLst>
  <p:sldSz cx="9144000" cy="5143500" type="screen16x9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6" userDrawn="1">
          <p15:clr>
            <a:srgbClr val="A4A3A4"/>
          </p15:clr>
        </p15:guide>
        <p15:guide id="2" pos="1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4234FE"/>
    <a:srgbClr val="0099CC"/>
    <a:srgbClr val="993300"/>
    <a:srgbClr val="F2BFFF"/>
    <a:srgbClr val="FFFFFF"/>
    <a:srgbClr val="660033"/>
    <a:srgbClr val="990000"/>
    <a:srgbClr val="2F4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4" autoAdjust="0"/>
    <p:restoredTop sz="84249" autoAdjust="0"/>
  </p:normalViewPr>
  <p:slideViewPr>
    <p:cSldViewPr>
      <p:cViewPr varScale="1">
        <p:scale>
          <a:sx n="146" d="100"/>
          <a:sy n="146" d="100"/>
        </p:scale>
        <p:origin x="486" y="108"/>
      </p:cViewPr>
      <p:guideLst>
        <p:guide orient="horz" pos="486"/>
        <p:guide pos="14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8.wmf"/><Relationship Id="rId7" Type="http://schemas.openxmlformats.org/officeDocument/2006/relationships/image" Target="../media/image23.wmf"/><Relationship Id="rId2" Type="http://schemas.openxmlformats.org/officeDocument/2006/relationships/image" Target="../media/image17.wmf"/><Relationship Id="rId1" Type="http://schemas.openxmlformats.org/officeDocument/2006/relationships/image" Target="../media/image20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19.wmf"/><Relationship Id="rId9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40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image" Target="../media/image49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11" Type="http://schemas.openxmlformats.org/officeDocument/2006/relationships/image" Target="../media/image93.wmf"/><Relationship Id="rId5" Type="http://schemas.openxmlformats.org/officeDocument/2006/relationships/image" Target="../media/image87.wmf"/><Relationship Id="rId10" Type="http://schemas.openxmlformats.org/officeDocument/2006/relationships/image" Target="../media/image92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2" Type="http://schemas.openxmlformats.org/officeDocument/2006/relationships/image" Target="../media/image94.wmf"/><Relationship Id="rId1" Type="http://schemas.openxmlformats.org/officeDocument/2006/relationships/image" Target="../media/image45.wmf"/><Relationship Id="rId6" Type="http://schemas.openxmlformats.org/officeDocument/2006/relationships/image" Target="../media/image53.wmf"/><Relationship Id="rId5" Type="http://schemas.openxmlformats.org/officeDocument/2006/relationships/image" Target="../media/image60.wmf"/><Relationship Id="rId4" Type="http://schemas.openxmlformats.org/officeDocument/2006/relationships/image" Target="../media/image9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4" Type="http://schemas.openxmlformats.org/officeDocument/2006/relationships/image" Target="../media/image101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12" Type="http://schemas.openxmlformats.org/officeDocument/2006/relationships/image" Target="../media/image113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11" Type="http://schemas.openxmlformats.org/officeDocument/2006/relationships/image" Target="../media/image112.wmf"/><Relationship Id="rId5" Type="http://schemas.openxmlformats.org/officeDocument/2006/relationships/image" Target="../media/image106.wmf"/><Relationship Id="rId10" Type="http://schemas.openxmlformats.org/officeDocument/2006/relationships/image" Target="../media/image111.wmf"/><Relationship Id="rId4" Type="http://schemas.openxmlformats.org/officeDocument/2006/relationships/image" Target="../media/image105.wmf"/><Relationship Id="rId9" Type="http://schemas.openxmlformats.org/officeDocument/2006/relationships/image" Target="../media/image11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2" Type="http://schemas.openxmlformats.org/officeDocument/2006/relationships/image" Target="../media/image53.wmf"/><Relationship Id="rId1" Type="http://schemas.openxmlformats.org/officeDocument/2006/relationships/image" Target="../media/image114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image" Target="../media/image128.wmf"/><Relationship Id="rId1" Type="http://schemas.openxmlformats.org/officeDocument/2006/relationships/image" Target="../media/image129.wmf"/><Relationship Id="rId6" Type="http://schemas.openxmlformats.org/officeDocument/2006/relationships/image" Target="../media/image116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15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33.wmf"/><Relationship Id="rId1" Type="http://schemas.openxmlformats.org/officeDocument/2006/relationships/image" Target="../media/image140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11" Type="http://schemas.openxmlformats.org/officeDocument/2006/relationships/image" Target="../media/image154.wmf"/><Relationship Id="rId5" Type="http://schemas.openxmlformats.org/officeDocument/2006/relationships/image" Target="../media/image148.wmf"/><Relationship Id="rId10" Type="http://schemas.openxmlformats.org/officeDocument/2006/relationships/image" Target="../media/image153.wmf"/><Relationship Id="rId4" Type="http://schemas.openxmlformats.org/officeDocument/2006/relationships/image" Target="../media/image147.wmf"/><Relationship Id="rId9" Type="http://schemas.openxmlformats.org/officeDocument/2006/relationships/image" Target="../media/image15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159.wmf"/><Relationship Id="rId1" Type="http://schemas.openxmlformats.org/officeDocument/2006/relationships/image" Target="../media/image156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6" Type="http://schemas.openxmlformats.org/officeDocument/2006/relationships/image" Target="../media/image178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Relationship Id="rId9" Type="http://schemas.openxmlformats.org/officeDocument/2006/relationships/image" Target="../media/image187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image" Target="../media/image200.wmf"/><Relationship Id="rId3" Type="http://schemas.openxmlformats.org/officeDocument/2006/relationships/image" Target="../media/image190.wmf"/><Relationship Id="rId7" Type="http://schemas.openxmlformats.org/officeDocument/2006/relationships/image" Target="../media/image194.wmf"/><Relationship Id="rId12" Type="http://schemas.openxmlformats.org/officeDocument/2006/relationships/image" Target="../media/image199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11" Type="http://schemas.openxmlformats.org/officeDocument/2006/relationships/image" Target="../media/image198.wmf"/><Relationship Id="rId5" Type="http://schemas.openxmlformats.org/officeDocument/2006/relationships/image" Target="../media/image192.wmf"/><Relationship Id="rId10" Type="http://schemas.openxmlformats.org/officeDocument/2006/relationships/image" Target="../media/image197.wmf"/><Relationship Id="rId4" Type="http://schemas.openxmlformats.org/officeDocument/2006/relationships/image" Target="../media/image191.wmf"/><Relationship Id="rId9" Type="http://schemas.openxmlformats.org/officeDocument/2006/relationships/image" Target="../media/image196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3" Type="http://schemas.openxmlformats.org/officeDocument/2006/relationships/image" Target="../media/image203.wmf"/><Relationship Id="rId7" Type="http://schemas.openxmlformats.org/officeDocument/2006/relationships/image" Target="../media/image207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6" Type="http://schemas.openxmlformats.org/officeDocument/2006/relationships/image" Target="../media/image206.wmf"/><Relationship Id="rId11" Type="http://schemas.openxmlformats.org/officeDocument/2006/relationships/image" Target="../media/image211.wmf"/><Relationship Id="rId5" Type="http://schemas.openxmlformats.org/officeDocument/2006/relationships/image" Target="../media/image205.wmf"/><Relationship Id="rId10" Type="http://schemas.openxmlformats.org/officeDocument/2006/relationships/image" Target="../media/image210.wmf"/><Relationship Id="rId4" Type="http://schemas.openxmlformats.org/officeDocument/2006/relationships/image" Target="../media/image204.wmf"/><Relationship Id="rId9" Type="http://schemas.openxmlformats.org/officeDocument/2006/relationships/image" Target="../media/image20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" Type="http://schemas.openxmlformats.org/officeDocument/2006/relationships/image" Target="../media/image212.wmf"/><Relationship Id="rId5" Type="http://schemas.openxmlformats.org/officeDocument/2006/relationships/image" Target="../media/image209.wmf"/><Relationship Id="rId4" Type="http://schemas.openxmlformats.org/officeDocument/2006/relationships/image" Target="../media/image215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image" Target="../media/image218.wmf"/><Relationship Id="rId7" Type="http://schemas.openxmlformats.org/officeDocument/2006/relationships/image" Target="../media/image222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Relationship Id="rId6" Type="http://schemas.openxmlformats.org/officeDocument/2006/relationships/image" Target="../media/image221.wmf"/><Relationship Id="rId5" Type="http://schemas.openxmlformats.org/officeDocument/2006/relationships/image" Target="../media/image220.wmf"/><Relationship Id="rId10" Type="http://schemas.openxmlformats.org/officeDocument/2006/relationships/image" Target="../media/image225.wmf"/><Relationship Id="rId4" Type="http://schemas.openxmlformats.org/officeDocument/2006/relationships/image" Target="../media/image219.wmf"/><Relationship Id="rId9" Type="http://schemas.openxmlformats.org/officeDocument/2006/relationships/image" Target="../media/image2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B16FA-C879-4226-B89F-E7EB85904D3A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2D36-8605-4790-AF9E-62C1D973FA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2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634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02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876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163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178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0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201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863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09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29069-2240-4358-9C35-99F8413EC972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6.bin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6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2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44.bin"/><Relationship Id="rId18" Type="http://schemas.openxmlformats.org/officeDocument/2006/relationships/oleObject" Target="../embeddings/oleObject47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8.wmf"/><Relationship Id="rId17" Type="http://schemas.openxmlformats.org/officeDocument/2006/relationships/image" Target="../media/image40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46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image" Target="../media/image39.wmf"/><Relationship Id="rId10" Type="http://schemas.openxmlformats.org/officeDocument/2006/relationships/image" Target="../media/image37.wmf"/><Relationship Id="rId19" Type="http://schemas.openxmlformats.org/officeDocument/2006/relationships/image" Target="../media/image41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42.bin"/><Relationship Id="rId14" Type="http://schemas.openxmlformats.org/officeDocument/2006/relationships/oleObject" Target="../embeddings/oleObject4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4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5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63.bin"/><Relationship Id="rId3" Type="http://schemas.openxmlformats.org/officeDocument/2006/relationships/oleObject" Target="../embeddings/oleObject55.bin"/><Relationship Id="rId21" Type="http://schemas.openxmlformats.org/officeDocument/2006/relationships/image" Target="../media/image57.wmf"/><Relationship Id="rId7" Type="http://schemas.openxmlformats.org/officeDocument/2006/relationships/oleObject" Target="../embeddings/oleObject57.bin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55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image" Target="../media/image54.wmf"/><Relationship Id="rId10" Type="http://schemas.openxmlformats.org/officeDocument/2006/relationships/image" Target="../media/image52.wmf"/><Relationship Id="rId19" Type="http://schemas.openxmlformats.org/officeDocument/2006/relationships/image" Target="../media/image56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8.bin"/><Relationship Id="rId14" Type="http://schemas.openxmlformats.org/officeDocument/2006/relationships/oleObject" Target="../embeddings/oleObject6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6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73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6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2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89.bin"/><Relationship Id="rId18" Type="http://schemas.openxmlformats.org/officeDocument/2006/relationships/image" Target="../media/image82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9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10" Type="http://schemas.openxmlformats.org/officeDocument/2006/relationships/image" Target="../media/image78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8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92.bin"/><Relationship Id="rId21" Type="http://schemas.openxmlformats.org/officeDocument/2006/relationships/oleObject" Target="../embeddings/oleObject101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9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9.wmf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96.bin"/><Relationship Id="rId24" Type="http://schemas.openxmlformats.org/officeDocument/2006/relationships/image" Target="../media/image93.wmf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23" Type="http://schemas.openxmlformats.org/officeDocument/2006/relationships/oleObject" Target="../embeddings/oleObject102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100.bin"/><Relationship Id="rId4" Type="http://schemas.openxmlformats.org/officeDocument/2006/relationships/image" Target="../media/image83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88.wmf"/><Relationship Id="rId22" Type="http://schemas.openxmlformats.org/officeDocument/2006/relationships/image" Target="../media/image9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97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10" Type="http://schemas.openxmlformats.org/officeDocument/2006/relationships/image" Target="../media/image96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5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111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1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09.wmf"/><Relationship Id="rId26" Type="http://schemas.openxmlformats.org/officeDocument/2006/relationships/image" Target="../media/image113.wmf"/><Relationship Id="rId3" Type="http://schemas.openxmlformats.org/officeDocument/2006/relationships/oleObject" Target="../embeddings/oleObject114.bin"/><Relationship Id="rId21" Type="http://schemas.openxmlformats.org/officeDocument/2006/relationships/oleObject" Target="../embeddings/oleObject123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21.bin"/><Relationship Id="rId25" Type="http://schemas.openxmlformats.org/officeDocument/2006/relationships/oleObject" Target="../embeddings/oleObject125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08.wmf"/><Relationship Id="rId20" Type="http://schemas.openxmlformats.org/officeDocument/2006/relationships/image" Target="../media/image11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18.bin"/><Relationship Id="rId24" Type="http://schemas.openxmlformats.org/officeDocument/2006/relationships/image" Target="../media/image112.wmf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23" Type="http://schemas.openxmlformats.org/officeDocument/2006/relationships/oleObject" Target="../embeddings/oleObject124.bin"/><Relationship Id="rId10" Type="http://schemas.openxmlformats.org/officeDocument/2006/relationships/image" Target="../media/image105.wmf"/><Relationship Id="rId19" Type="http://schemas.openxmlformats.org/officeDocument/2006/relationships/oleObject" Target="../embeddings/oleObject122.bin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07.wmf"/><Relationship Id="rId22" Type="http://schemas.openxmlformats.org/officeDocument/2006/relationships/image" Target="../media/image11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30.bin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9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16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1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37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3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5" Type="http://schemas.openxmlformats.org/officeDocument/2006/relationships/oleObject" Target="../embeddings/oleObject138.bin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140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2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46.bin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3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31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1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13" Type="http://schemas.openxmlformats.org/officeDocument/2006/relationships/oleObject" Target="../embeddings/oleObject152.bin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3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0" Type="http://schemas.openxmlformats.org/officeDocument/2006/relationships/image" Target="../media/image115.wmf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3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3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4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0" Type="http://schemas.openxmlformats.org/officeDocument/2006/relationships/image" Target="../media/image142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5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51.wmf"/><Relationship Id="rId3" Type="http://schemas.openxmlformats.org/officeDocument/2006/relationships/oleObject" Target="../embeddings/oleObject160.bin"/><Relationship Id="rId21" Type="http://schemas.openxmlformats.org/officeDocument/2006/relationships/oleObject" Target="../embeddings/oleObject169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16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50.wmf"/><Relationship Id="rId20" Type="http://schemas.openxmlformats.org/officeDocument/2006/relationships/image" Target="../media/image152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64.bin"/><Relationship Id="rId24" Type="http://schemas.openxmlformats.org/officeDocument/2006/relationships/image" Target="../media/image154.wmf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23" Type="http://schemas.openxmlformats.org/officeDocument/2006/relationships/oleObject" Target="../embeddings/oleObject170.bin"/><Relationship Id="rId10" Type="http://schemas.openxmlformats.org/officeDocument/2006/relationships/image" Target="../media/image147.wmf"/><Relationship Id="rId19" Type="http://schemas.openxmlformats.org/officeDocument/2006/relationships/oleObject" Target="../embeddings/oleObject168.bin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49.wmf"/><Relationship Id="rId22" Type="http://schemas.openxmlformats.org/officeDocument/2006/relationships/image" Target="../media/image15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image" Target="../media/image158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oleObject" Target="../embeddings/oleObject17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56.wmf"/><Relationship Id="rId11" Type="http://schemas.openxmlformats.org/officeDocument/2006/relationships/image" Target="../media/image157.wmf"/><Relationship Id="rId5" Type="http://schemas.openxmlformats.org/officeDocument/2006/relationships/oleObject" Target="../embeddings/oleObject172.bin"/><Relationship Id="rId10" Type="http://schemas.openxmlformats.org/officeDocument/2006/relationships/oleObject" Target="../embeddings/oleObject175.bin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7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82.bin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62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64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3.bin"/><Relationship Id="rId10" Type="http://schemas.openxmlformats.org/officeDocument/2006/relationships/image" Target="../media/image161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16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172.wmf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9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71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10" Type="http://schemas.openxmlformats.org/officeDocument/2006/relationships/image" Target="../media/image168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7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oleObject" Target="../embeddings/oleObject197.bin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17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196.bin"/><Relationship Id="rId5" Type="http://schemas.openxmlformats.org/officeDocument/2006/relationships/oleObject" Target="../embeddings/oleObject193.bin"/><Relationship Id="rId10" Type="http://schemas.openxmlformats.org/officeDocument/2006/relationships/image" Target="../media/image176.wmf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17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186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183.wmf"/><Relationship Id="rId17" Type="http://schemas.openxmlformats.org/officeDocument/2006/relationships/oleObject" Target="../embeddings/oleObject205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85.wmf"/><Relationship Id="rId20" Type="http://schemas.openxmlformats.org/officeDocument/2006/relationships/image" Target="../media/image187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10" Type="http://schemas.openxmlformats.org/officeDocument/2006/relationships/image" Target="../media/image182.wmf"/><Relationship Id="rId19" Type="http://schemas.openxmlformats.org/officeDocument/2006/relationships/oleObject" Target="../embeddings/oleObject206.bin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18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195.wmf"/><Relationship Id="rId26" Type="http://schemas.openxmlformats.org/officeDocument/2006/relationships/image" Target="../media/image199.wmf"/><Relationship Id="rId3" Type="http://schemas.openxmlformats.org/officeDocument/2006/relationships/oleObject" Target="../embeddings/oleObject207.bin"/><Relationship Id="rId21" Type="http://schemas.openxmlformats.org/officeDocument/2006/relationships/oleObject" Target="../embeddings/oleObject216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192.wmf"/><Relationship Id="rId17" Type="http://schemas.openxmlformats.org/officeDocument/2006/relationships/oleObject" Target="../embeddings/oleObject214.bin"/><Relationship Id="rId25" Type="http://schemas.openxmlformats.org/officeDocument/2006/relationships/oleObject" Target="../embeddings/oleObject21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4.wmf"/><Relationship Id="rId20" Type="http://schemas.openxmlformats.org/officeDocument/2006/relationships/image" Target="../media/image196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211.bin"/><Relationship Id="rId24" Type="http://schemas.openxmlformats.org/officeDocument/2006/relationships/image" Target="../media/image198.wmf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23" Type="http://schemas.openxmlformats.org/officeDocument/2006/relationships/oleObject" Target="../embeddings/oleObject217.bin"/><Relationship Id="rId28" Type="http://schemas.openxmlformats.org/officeDocument/2006/relationships/image" Target="../media/image200.wmf"/><Relationship Id="rId10" Type="http://schemas.openxmlformats.org/officeDocument/2006/relationships/image" Target="../media/image191.wmf"/><Relationship Id="rId19" Type="http://schemas.openxmlformats.org/officeDocument/2006/relationships/oleObject" Target="../embeddings/oleObject215.bin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193.wmf"/><Relationship Id="rId22" Type="http://schemas.openxmlformats.org/officeDocument/2006/relationships/image" Target="../media/image197.wmf"/><Relationship Id="rId27" Type="http://schemas.openxmlformats.org/officeDocument/2006/relationships/oleObject" Target="../embeddings/oleObject21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225.bin"/><Relationship Id="rId18" Type="http://schemas.openxmlformats.org/officeDocument/2006/relationships/image" Target="../media/image208.wmf"/><Relationship Id="rId3" Type="http://schemas.openxmlformats.org/officeDocument/2006/relationships/oleObject" Target="../embeddings/oleObject220.bin"/><Relationship Id="rId21" Type="http://schemas.openxmlformats.org/officeDocument/2006/relationships/oleObject" Target="../embeddings/oleObject229.bin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05.wmf"/><Relationship Id="rId17" Type="http://schemas.openxmlformats.org/officeDocument/2006/relationships/oleObject" Target="../embeddings/oleObject22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07.wmf"/><Relationship Id="rId20" Type="http://schemas.openxmlformats.org/officeDocument/2006/relationships/image" Target="../media/image209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224.bin"/><Relationship Id="rId24" Type="http://schemas.openxmlformats.org/officeDocument/2006/relationships/image" Target="../media/image211.wmf"/><Relationship Id="rId5" Type="http://schemas.openxmlformats.org/officeDocument/2006/relationships/oleObject" Target="../embeddings/oleObject221.bin"/><Relationship Id="rId15" Type="http://schemas.openxmlformats.org/officeDocument/2006/relationships/oleObject" Target="../embeddings/oleObject226.bin"/><Relationship Id="rId23" Type="http://schemas.openxmlformats.org/officeDocument/2006/relationships/oleObject" Target="../embeddings/oleObject230.bin"/><Relationship Id="rId10" Type="http://schemas.openxmlformats.org/officeDocument/2006/relationships/image" Target="../media/image204.wmf"/><Relationship Id="rId19" Type="http://schemas.openxmlformats.org/officeDocument/2006/relationships/oleObject" Target="../embeddings/oleObject228.bin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06.wmf"/><Relationship Id="rId22" Type="http://schemas.openxmlformats.org/officeDocument/2006/relationships/image" Target="../media/image210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0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0" Type="http://schemas.openxmlformats.org/officeDocument/2006/relationships/image" Target="../media/image215.wmf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23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13" Type="http://schemas.openxmlformats.org/officeDocument/2006/relationships/oleObject" Target="../embeddings/oleObject241.bin"/><Relationship Id="rId18" Type="http://schemas.openxmlformats.org/officeDocument/2006/relationships/image" Target="../media/image223.wmf"/><Relationship Id="rId3" Type="http://schemas.openxmlformats.org/officeDocument/2006/relationships/oleObject" Target="../embeddings/oleObject236.bin"/><Relationship Id="rId21" Type="http://schemas.openxmlformats.org/officeDocument/2006/relationships/oleObject" Target="../embeddings/oleObject245.bin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20.wmf"/><Relationship Id="rId17" Type="http://schemas.openxmlformats.org/officeDocument/2006/relationships/oleObject" Target="../embeddings/oleObject24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22.wmf"/><Relationship Id="rId20" Type="http://schemas.openxmlformats.org/officeDocument/2006/relationships/image" Target="../media/image224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2.bin"/><Relationship Id="rId10" Type="http://schemas.openxmlformats.org/officeDocument/2006/relationships/image" Target="../media/image219.wmf"/><Relationship Id="rId19" Type="http://schemas.openxmlformats.org/officeDocument/2006/relationships/oleObject" Target="../embeddings/oleObject244.bin"/><Relationship Id="rId4" Type="http://schemas.openxmlformats.org/officeDocument/2006/relationships/image" Target="../media/image216.w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221.wmf"/><Relationship Id="rId22" Type="http://schemas.openxmlformats.org/officeDocument/2006/relationships/image" Target="../media/image225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FC95C00-4339-41AC-BAB2-E349390BE417}"/>
              </a:ext>
            </a:extLst>
          </p:cNvPr>
          <p:cNvSpPr txBox="1">
            <a:spLocks/>
          </p:cNvSpPr>
          <p:nvPr/>
        </p:nvSpPr>
        <p:spPr>
          <a:xfrm>
            <a:off x="685800" y="1275606"/>
            <a:ext cx="7772400" cy="11017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第七章  微分方程及其应用</a:t>
            </a: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D1A0E2FB-9A7E-40CC-B71B-B1C1EAD3C2F7}"/>
              </a:ext>
            </a:extLst>
          </p:cNvPr>
          <p:cNvSpPr txBox="1">
            <a:spLocks/>
          </p:cNvSpPr>
          <p:nvPr/>
        </p:nvSpPr>
        <p:spPr>
          <a:xfrm>
            <a:off x="1259632" y="2615935"/>
            <a:ext cx="6400800" cy="5040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第六节  高阶线性微分方程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92C4A5-11AE-44E0-B07B-C4024022DCBA}"/>
              </a:ext>
            </a:extLst>
          </p:cNvPr>
          <p:cNvSpPr/>
          <p:nvPr/>
        </p:nvSpPr>
        <p:spPr>
          <a:xfrm>
            <a:off x="2191780" y="3862651"/>
            <a:ext cx="4248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  郭晓峰</a:t>
            </a:r>
            <a:endParaRPr lang="zh-CN" altLang="en-US" sz="2000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812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CC182E-B070-435A-B076-9D87E3CB2A08}"/>
              </a:ext>
            </a:extLst>
          </p:cNvPr>
          <p:cNvSpPr txBox="1"/>
          <p:nvPr/>
        </p:nvSpPr>
        <p:spPr>
          <a:xfrm>
            <a:off x="755576" y="123478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一、引例和概念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endParaRPr lang="zh-CN" altLang="en-US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DF7B3A-5EB4-470B-92BB-D452D8E6F6E0}"/>
              </a:ext>
            </a:extLst>
          </p:cNvPr>
          <p:cNvSpPr/>
          <p:nvPr/>
        </p:nvSpPr>
        <p:spPr>
          <a:xfrm>
            <a:off x="775210" y="754397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引例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8506A8-DBD4-43B7-8D39-C572AD96005D}"/>
              </a:ext>
            </a:extLst>
          </p:cNvPr>
          <p:cNvSpPr/>
          <p:nvPr/>
        </p:nvSpPr>
        <p:spPr>
          <a:xfrm>
            <a:off x="395536" y="1200832"/>
            <a:ext cx="8641207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一链条悬挂在一钉子上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起</a:t>
            </a:r>
            <a:r>
              <a:rPr lang="zh-CN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动时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一端离开钉子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8m,</a:t>
            </a:r>
            <a:r>
              <a:rPr lang="zh-CN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另一端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389D92-F35D-407F-AFB0-B205F2A018E9}"/>
              </a:ext>
            </a:extLst>
          </p:cNvPr>
          <p:cNvSpPr/>
          <p:nvPr/>
        </p:nvSpPr>
        <p:spPr>
          <a:xfrm>
            <a:off x="82246" y="1873312"/>
            <a:ext cx="87487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离开钉子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12m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若不计钉子对链条的摩擦力</a:t>
            </a:r>
            <a:r>
              <a:rPr lang="zh-CN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求链条滑下来所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B6E017-77E1-411A-A09D-7C4751D5BC57}"/>
              </a:ext>
            </a:extLst>
          </p:cNvPr>
          <p:cNvSpPr/>
          <p:nvPr/>
        </p:nvSpPr>
        <p:spPr>
          <a:xfrm>
            <a:off x="82246" y="2502112"/>
            <a:ext cx="1499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要的时间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4A51E2C-208E-4378-BA49-5EE535BD7D62}"/>
              </a:ext>
            </a:extLst>
          </p:cNvPr>
          <p:cNvGrpSpPr/>
          <p:nvPr/>
        </p:nvGrpSpPr>
        <p:grpSpPr>
          <a:xfrm>
            <a:off x="6510230" y="2470581"/>
            <a:ext cx="2306652" cy="1895294"/>
            <a:chOff x="6654246" y="2623787"/>
            <a:chExt cx="2306652" cy="1895294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6D0EEAC-1CF7-43DB-A411-AF80D0FE0CD5}"/>
                </a:ext>
              </a:extLst>
            </p:cNvPr>
            <p:cNvCxnSpPr/>
            <p:nvPr/>
          </p:nvCxnSpPr>
          <p:spPr>
            <a:xfrm>
              <a:off x="6825700" y="3880742"/>
              <a:ext cx="635903" cy="11449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DFFF3D26-F680-42CF-A783-4843DDA1BE08}"/>
                </a:ext>
              </a:extLst>
            </p:cNvPr>
            <p:cNvCxnSpPr/>
            <p:nvPr/>
          </p:nvCxnSpPr>
          <p:spPr>
            <a:xfrm rot="5400000">
              <a:off x="6558557" y="3258386"/>
              <a:ext cx="1224635" cy="1588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arrow"/>
              <a:tailEnd type="arrow"/>
            </a:ln>
            <a:effectLst/>
          </p:spPr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395F0DF-1911-40C6-809A-A8E6A742A1CE}"/>
                </a:ext>
              </a:extLst>
            </p:cNvPr>
            <p:cNvCxnSpPr/>
            <p:nvPr/>
          </p:nvCxnSpPr>
          <p:spPr>
            <a:xfrm>
              <a:off x="7857602" y="4507632"/>
              <a:ext cx="635903" cy="11449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DC12269A-DAE1-4546-A831-BFE955BC91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1651" y="2633949"/>
              <a:ext cx="25249" cy="1873686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arrow"/>
              <a:tailEnd type="arrow"/>
            </a:ln>
            <a:effectLst/>
          </p:spPr>
        </p:cxn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3A2FF54-134D-41AF-94D8-A5FD7CCB53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6093784"/>
                </p:ext>
              </p:extLst>
            </p:nvPr>
          </p:nvGraphicFramePr>
          <p:xfrm>
            <a:off x="6685878" y="3211087"/>
            <a:ext cx="355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1" name="Equation" r:id="rId3" imgW="355320" imgH="241200" progId="Equation.DSMT4">
                    <p:embed/>
                  </p:oleObj>
                </mc:Choice>
                <mc:Fallback>
                  <p:oleObj name="Equation" r:id="rId3" imgW="355320" imgH="2412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A1E15851-8342-4D0D-9331-38F51B5E69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5878" y="3211087"/>
                          <a:ext cx="3556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52275C0-F24F-4F62-8810-A679D3820F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8447341"/>
                </p:ext>
              </p:extLst>
            </p:nvPr>
          </p:nvGraphicFramePr>
          <p:xfrm>
            <a:off x="8490998" y="3248729"/>
            <a:ext cx="469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2" name="Equation" r:id="rId5" imgW="469800" imgH="228600" progId="Equation.DSMT4">
                    <p:embed/>
                  </p:oleObj>
                </mc:Choice>
                <mc:Fallback>
                  <p:oleObj name="Equation" r:id="rId5" imgW="469800" imgH="22860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0052F80B-2560-48E0-991B-4E8CE69F23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90998" y="3248729"/>
                          <a:ext cx="4699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03A589F9-AF35-435F-ABD1-0C7B2262F064}"/>
                </a:ext>
              </a:extLst>
            </p:cNvPr>
            <p:cNvGrpSpPr/>
            <p:nvPr/>
          </p:nvGrpSpPr>
          <p:grpSpPr>
            <a:xfrm>
              <a:off x="6654246" y="2623787"/>
              <a:ext cx="2071702" cy="1883844"/>
              <a:chOff x="6342181" y="2895675"/>
              <a:chExt cx="2071702" cy="1883844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977D4B23-F618-4D32-B4E0-B4C54A82CDFE}"/>
                  </a:ext>
                </a:extLst>
              </p:cNvPr>
              <p:cNvGrpSpPr/>
              <p:nvPr/>
            </p:nvGrpSpPr>
            <p:grpSpPr>
              <a:xfrm>
                <a:off x="6342181" y="2895675"/>
                <a:ext cx="2071702" cy="1883844"/>
                <a:chOff x="6342181" y="2920143"/>
                <a:chExt cx="2071702" cy="1859376"/>
              </a:xfrm>
            </p:grpSpPr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id="{B9587EC7-6A32-4A47-8565-2BD6ED4517F3}"/>
                    </a:ext>
                  </a:extLst>
                </p:cNvPr>
                <p:cNvGrpSpPr/>
                <p:nvPr/>
              </p:nvGrpSpPr>
              <p:grpSpPr>
                <a:xfrm>
                  <a:off x="6342181" y="2935751"/>
                  <a:ext cx="2071702" cy="1843768"/>
                  <a:chOff x="6286512" y="1857370"/>
                  <a:chExt cx="2071702" cy="1843768"/>
                </a:xfrm>
              </p:grpSpPr>
              <p:cxnSp>
                <p:nvCxnSpPr>
                  <p:cNvPr id="19" name="直接连接符 18">
                    <a:extLst>
                      <a:ext uri="{FF2B5EF4-FFF2-40B4-BE49-F238E27FC236}">
                        <a16:creationId xmlns:a16="http://schemas.microsoft.com/office/drawing/2014/main" id="{6DC9753F-E710-4925-97A9-4FF22B2A6D88}"/>
                      </a:ext>
                    </a:extLst>
                  </p:cNvPr>
                  <p:cNvCxnSpPr/>
                  <p:nvPr/>
                </p:nvCxnSpPr>
                <p:spPr>
                  <a:xfrm>
                    <a:off x="6286512" y="1857370"/>
                    <a:ext cx="2071702" cy="1588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sp>
                <p:nvSpPr>
                  <p:cNvPr id="20" name="椭圆 19">
                    <a:extLst>
                      <a:ext uri="{FF2B5EF4-FFF2-40B4-BE49-F238E27FC236}">
                        <a16:creationId xmlns:a16="http://schemas.microsoft.com/office/drawing/2014/main" id="{A2E2EDF3-66F5-4555-A18F-A67A7A901A85}"/>
                      </a:ext>
                    </a:extLst>
                  </p:cNvPr>
                  <p:cNvSpPr/>
                  <p:nvPr/>
                </p:nvSpPr>
                <p:spPr>
                  <a:xfrm>
                    <a:off x="7092280" y="1870989"/>
                    <a:ext cx="396000" cy="396000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cxnSp>
                <p:nvCxnSpPr>
                  <p:cNvPr id="21" name="直接连接符 20">
                    <a:extLst>
                      <a:ext uri="{FF2B5EF4-FFF2-40B4-BE49-F238E27FC236}">
                        <a16:creationId xmlns:a16="http://schemas.microsoft.com/office/drawing/2014/main" id="{02393139-D91B-4148-9532-FC3141CA8B96}"/>
                      </a:ext>
                    </a:extLst>
                  </p:cNvPr>
                  <p:cNvCxnSpPr/>
                  <p:nvPr/>
                </p:nvCxnSpPr>
                <p:spPr>
                  <a:xfrm rot="5400000" flipH="1" flipV="1">
                    <a:off x="6570574" y="2551393"/>
                    <a:ext cx="1045001" cy="1588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rgbClr val="0064FF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" name="直接连接符 21">
                    <a:extLst>
                      <a:ext uri="{FF2B5EF4-FFF2-40B4-BE49-F238E27FC236}">
                        <a16:creationId xmlns:a16="http://schemas.microsoft.com/office/drawing/2014/main" id="{1EE9B900-C338-4285-8C7D-D0D0844881E4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6672625" y="2883896"/>
                    <a:ext cx="1632897" cy="1588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rgbClr val="FF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" name="弧形 17">
                  <a:extLst>
                    <a:ext uri="{FF2B5EF4-FFF2-40B4-BE49-F238E27FC236}">
                      <a16:creationId xmlns:a16="http://schemas.microsoft.com/office/drawing/2014/main" id="{41338048-0022-4B23-83DE-008E02D3654F}"/>
                    </a:ext>
                  </a:extLst>
                </p:cNvPr>
                <p:cNvSpPr/>
                <p:nvPr/>
              </p:nvSpPr>
              <p:spPr>
                <a:xfrm rot="16752085">
                  <a:off x="7289322" y="2778753"/>
                  <a:ext cx="490182" cy="772962"/>
                </a:xfrm>
                <a:prstGeom prst="arc">
                  <a:avLst>
                    <a:gd name="adj1" fmla="val 16200000"/>
                    <a:gd name="adj2" fmla="val 18628946"/>
                  </a:avLst>
                </a:prstGeom>
                <a:noFill/>
                <a:ln w="19050" cap="flat" cmpd="sng" algn="ctr">
                  <a:solidFill>
                    <a:srgbClr val="0064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6" name="任意多边形: 形状 1">
                <a:extLst>
                  <a:ext uri="{FF2B5EF4-FFF2-40B4-BE49-F238E27FC236}">
                    <a16:creationId xmlns:a16="http://schemas.microsoft.com/office/drawing/2014/main" id="{9C3A4F81-1D6C-4914-A301-E0DB477C8B2B}"/>
                  </a:ext>
                </a:extLst>
              </p:cNvPr>
              <p:cNvSpPr/>
              <p:nvPr/>
            </p:nvSpPr>
            <p:spPr>
              <a:xfrm>
                <a:off x="7346417" y="2918750"/>
                <a:ext cx="195943" cy="215537"/>
              </a:xfrm>
              <a:custGeom>
                <a:avLst/>
                <a:gdLst>
                  <a:gd name="connsiteX0" fmla="*/ 195943 w 195943"/>
                  <a:gd name="connsiteY0" fmla="*/ 215537 h 215537"/>
                  <a:gd name="connsiteX1" fmla="*/ 195943 w 195943"/>
                  <a:gd name="connsiteY1" fmla="*/ 163285 h 215537"/>
                  <a:gd name="connsiteX2" fmla="*/ 182880 w 195943"/>
                  <a:gd name="connsiteY2" fmla="*/ 137160 h 215537"/>
                  <a:gd name="connsiteX3" fmla="*/ 176349 w 195943"/>
                  <a:gd name="connsiteY3" fmla="*/ 117565 h 215537"/>
                  <a:gd name="connsiteX4" fmla="*/ 169817 w 195943"/>
                  <a:gd name="connsiteY4" fmla="*/ 104502 h 215537"/>
                  <a:gd name="connsiteX5" fmla="*/ 156754 w 195943"/>
                  <a:gd name="connsiteY5" fmla="*/ 71845 h 215537"/>
                  <a:gd name="connsiteX6" fmla="*/ 137160 w 195943"/>
                  <a:gd name="connsiteY6" fmla="*/ 58782 h 215537"/>
                  <a:gd name="connsiteX7" fmla="*/ 130629 w 195943"/>
                  <a:gd name="connsiteY7" fmla="*/ 45720 h 215537"/>
                  <a:gd name="connsiteX8" fmla="*/ 111034 w 195943"/>
                  <a:gd name="connsiteY8" fmla="*/ 39188 h 215537"/>
                  <a:gd name="connsiteX9" fmla="*/ 104503 w 195943"/>
                  <a:gd name="connsiteY9" fmla="*/ 32657 h 215537"/>
                  <a:gd name="connsiteX10" fmla="*/ 97972 w 195943"/>
                  <a:gd name="connsiteY10" fmla="*/ 26125 h 215537"/>
                  <a:gd name="connsiteX11" fmla="*/ 78377 w 195943"/>
                  <a:gd name="connsiteY11" fmla="*/ 13062 h 215537"/>
                  <a:gd name="connsiteX12" fmla="*/ 58783 w 195943"/>
                  <a:gd name="connsiteY12" fmla="*/ 6531 h 215537"/>
                  <a:gd name="connsiteX13" fmla="*/ 45720 w 195943"/>
                  <a:gd name="connsiteY13" fmla="*/ 6531 h 215537"/>
                  <a:gd name="connsiteX14" fmla="*/ 32657 w 195943"/>
                  <a:gd name="connsiteY14" fmla="*/ 6531 h 215537"/>
                  <a:gd name="connsiteX15" fmla="*/ 0 w 195943"/>
                  <a:gd name="connsiteY15" fmla="*/ 0 h 215537"/>
                  <a:gd name="connsiteX16" fmla="*/ 0 w 195943"/>
                  <a:gd name="connsiteY16" fmla="*/ 0 h 215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943" h="215537">
                    <a:moveTo>
                      <a:pt x="195943" y="215537"/>
                    </a:moveTo>
                    <a:lnTo>
                      <a:pt x="195943" y="163285"/>
                    </a:lnTo>
                    <a:cubicBezTo>
                      <a:pt x="193766" y="150222"/>
                      <a:pt x="182880" y="137160"/>
                      <a:pt x="182880" y="137160"/>
                    </a:cubicBezTo>
                    <a:cubicBezTo>
                      <a:pt x="179614" y="129540"/>
                      <a:pt x="176349" y="117565"/>
                      <a:pt x="176349" y="117565"/>
                    </a:cubicBezTo>
                    <a:cubicBezTo>
                      <a:pt x="174172" y="112122"/>
                      <a:pt x="173083" y="112122"/>
                      <a:pt x="169817" y="104502"/>
                    </a:cubicBezTo>
                    <a:cubicBezTo>
                      <a:pt x="166551" y="96882"/>
                      <a:pt x="156754" y="71845"/>
                      <a:pt x="156754" y="71845"/>
                    </a:cubicBezTo>
                    <a:cubicBezTo>
                      <a:pt x="151311" y="64225"/>
                      <a:pt x="137160" y="58782"/>
                      <a:pt x="137160" y="58782"/>
                    </a:cubicBezTo>
                    <a:cubicBezTo>
                      <a:pt x="132806" y="54428"/>
                      <a:pt x="130629" y="45720"/>
                      <a:pt x="130629" y="45720"/>
                    </a:cubicBezTo>
                    <a:cubicBezTo>
                      <a:pt x="126275" y="42454"/>
                      <a:pt x="111034" y="39188"/>
                      <a:pt x="111034" y="39188"/>
                    </a:cubicBezTo>
                    <a:cubicBezTo>
                      <a:pt x="106680" y="37011"/>
                      <a:pt x="104503" y="32657"/>
                      <a:pt x="104503" y="32657"/>
                    </a:cubicBezTo>
                    <a:lnTo>
                      <a:pt x="97972" y="26125"/>
                    </a:lnTo>
                    <a:cubicBezTo>
                      <a:pt x="93618" y="22859"/>
                      <a:pt x="78377" y="13062"/>
                      <a:pt x="78377" y="13062"/>
                    </a:cubicBezTo>
                    <a:cubicBezTo>
                      <a:pt x="71845" y="9796"/>
                      <a:pt x="58783" y="6531"/>
                      <a:pt x="58783" y="6531"/>
                    </a:cubicBezTo>
                    <a:cubicBezTo>
                      <a:pt x="53340" y="5443"/>
                      <a:pt x="45720" y="6531"/>
                      <a:pt x="45720" y="6531"/>
                    </a:cubicBezTo>
                    <a:cubicBezTo>
                      <a:pt x="41366" y="6531"/>
                      <a:pt x="40277" y="7620"/>
                      <a:pt x="32657" y="6531"/>
                    </a:cubicBezTo>
                    <a:cubicBezTo>
                      <a:pt x="25037" y="5442"/>
                      <a:pt x="0" y="0"/>
                      <a:pt x="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77D8226-45DE-4E70-AD11-A1A8B59E7D96}"/>
              </a:ext>
            </a:extLst>
          </p:cNvPr>
          <p:cNvSpPr/>
          <p:nvPr/>
        </p:nvSpPr>
        <p:spPr>
          <a:xfrm>
            <a:off x="1456359" y="3130552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设链条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线密度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31D1312-0136-427D-B35D-7FECBA91031B}"/>
              </a:ext>
            </a:extLst>
          </p:cNvPr>
          <p:cNvSpPr/>
          <p:nvPr/>
        </p:nvSpPr>
        <p:spPr>
          <a:xfrm>
            <a:off x="833417" y="3122550"/>
            <a:ext cx="558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C8CE12C-7780-41B7-9877-C63070278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191343"/>
              </p:ext>
            </p:extLst>
          </p:nvPr>
        </p:nvGraphicFramePr>
        <p:xfrm>
          <a:off x="3795461" y="3187398"/>
          <a:ext cx="131921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" name="Equation" r:id="rId7" imgW="1282680" imgH="342720" progId="Equation.DSMT4">
                  <p:embed/>
                </p:oleObj>
              </mc:Choice>
              <mc:Fallback>
                <p:oleObj name="Equation" r:id="rId7" imgW="1282680" imgH="3427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668F0AC-7E5A-4D5F-AA37-6FA4D9A59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461" y="3187398"/>
                        <a:ext cx="1319212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19094FC4-CCDB-4230-BC01-84AFC71633B3}"/>
              </a:ext>
            </a:extLst>
          </p:cNvPr>
          <p:cNvSpPr/>
          <p:nvPr/>
        </p:nvSpPr>
        <p:spPr>
          <a:xfrm>
            <a:off x="121440" y="379047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则链条质量为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55E7CDE9-D5E7-431D-B19F-DD019C34FD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431651"/>
              </p:ext>
            </p:extLst>
          </p:nvPr>
        </p:nvGraphicFramePr>
        <p:xfrm>
          <a:off x="2100993" y="3875244"/>
          <a:ext cx="120015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" name="Equation" r:id="rId9" imgW="1168200" imgH="342720" progId="Equation.DSMT4">
                  <p:embed/>
                </p:oleObj>
              </mc:Choice>
              <mc:Fallback>
                <p:oleObj name="Equation" r:id="rId9" imgW="1168200" imgH="3427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541EC1C4-DD9D-4714-A0F2-EC9FCAEF0D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993" y="3875244"/>
                        <a:ext cx="120015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6C3DA880-137A-4BBF-A11C-75ED22E1C3DC}"/>
              </a:ext>
            </a:extLst>
          </p:cNvPr>
          <p:cNvSpPr/>
          <p:nvPr/>
        </p:nvSpPr>
        <p:spPr>
          <a:xfrm>
            <a:off x="3084960" y="3790473"/>
            <a:ext cx="2400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又设在时刻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23384E2D-5CC5-40AA-8BB5-000CAA718F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68283"/>
              </p:ext>
            </p:extLst>
          </p:nvPr>
        </p:nvGraphicFramePr>
        <p:xfrm>
          <a:off x="4926743" y="3951444"/>
          <a:ext cx="203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" name="Equation" r:id="rId11" imgW="203040" imgH="291960" progId="Equation.DSMT4">
                  <p:embed/>
                </p:oleObj>
              </mc:Choice>
              <mc:Fallback>
                <p:oleObj name="Equation" r:id="rId11" imgW="203040" imgH="29196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870BB790-C4AD-48CF-A3C5-E54276E583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6743" y="3951444"/>
                        <a:ext cx="2032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229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5891DD-DD39-40B2-B372-C64C40DF2156}"/>
              </a:ext>
            </a:extLst>
          </p:cNvPr>
          <p:cNvSpPr/>
          <p:nvPr/>
        </p:nvSpPr>
        <p:spPr>
          <a:xfrm>
            <a:off x="323528" y="267494"/>
            <a:ext cx="29712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链条的一端离开钉子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E39617D-987F-401D-81B5-5D9DB9A88D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604717"/>
              </p:ext>
            </p:extLst>
          </p:nvPr>
        </p:nvGraphicFramePr>
        <p:xfrm>
          <a:off x="3358996" y="348881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0" name="Equation" r:id="rId3" imgW="1054080" imgH="342720" progId="Equation.DSMT4">
                  <p:embed/>
                </p:oleObj>
              </mc:Choice>
              <mc:Fallback>
                <p:oleObj name="Equation" r:id="rId3" imgW="1054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E1C7AAA-46E9-4DCE-8DD6-03237CDBB2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8996" y="348881"/>
                        <a:ext cx="1054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FBF99F1-CCE5-477F-91DA-D9444DC13BC9}"/>
              </a:ext>
            </a:extLst>
          </p:cNvPr>
          <p:cNvSpPr/>
          <p:nvPr/>
        </p:nvSpPr>
        <p:spPr>
          <a:xfrm>
            <a:off x="4413096" y="230116"/>
            <a:ext cx="27101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则另一端离开钉子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8DF91A0-E1DD-48C1-B599-4E06DE8553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949567"/>
              </p:ext>
            </p:extLst>
          </p:nvPr>
        </p:nvGraphicFramePr>
        <p:xfrm>
          <a:off x="7080794" y="329009"/>
          <a:ext cx="762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1" name="Equation" r:id="rId5" imgW="761760" imgH="279360" progId="Equation.DSMT4">
                  <p:embed/>
                </p:oleObj>
              </mc:Choice>
              <mc:Fallback>
                <p:oleObj name="Equation" r:id="rId5" imgW="76176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0BDCBD4-28E6-4D89-8071-595B979EA0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794" y="329009"/>
                        <a:ext cx="7620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02BC53E-B0E0-486F-BE08-91FF458DD57A}"/>
              </a:ext>
            </a:extLst>
          </p:cNvPr>
          <p:cNvSpPr/>
          <p:nvPr/>
        </p:nvSpPr>
        <p:spPr>
          <a:xfrm>
            <a:off x="7715578" y="237876"/>
            <a:ext cx="15972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（如图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BA79C11-A5F5-49D8-9F0B-999B6278D39E}"/>
              </a:ext>
            </a:extLst>
          </p:cNvPr>
          <p:cNvGrpSpPr/>
          <p:nvPr/>
        </p:nvGrpSpPr>
        <p:grpSpPr>
          <a:xfrm>
            <a:off x="311641" y="866091"/>
            <a:ext cx="2594686" cy="464004"/>
            <a:chOff x="2467789" y="1036176"/>
            <a:chExt cx="2594686" cy="464004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72BEDB6-2C87-49F1-BB79-B098AA46E996}"/>
                </a:ext>
              </a:extLst>
            </p:cNvPr>
            <p:cNvGrpSpPr/>
            <p:nvPr/>
          </p:nvGrpSpPr>
          <p:grpSpPr>
            <a:xfrm>
              <a:off x="2467789" y="1036176"/>
              <a:ext cx="1642214" cy="464004"/>
              <a:chOff x="2467789" y="1036176"/>
              <a:chExt cx="1642214" cy="464004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1F3CEF5-94DF-431F-BBA4-92EB6BBCAE20}"/>
                  </a:ext>
                </a:extLst>
              </p:cNvPr>
              <p:cNvSpPr/>
              <p:nvPr/>
            </p:nvSpPr>
            <p:spPr>
              <a:xfrm>
                <a:off x="2467789" y="1038515"/>
                <a:ext cx="5840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当</a:t>
                </a:r>
              </a:p>
            </p:txBody>
          </p:sp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BFB6A349-3C8B-4B08-8C7B-5CE866F77A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49070254"/>
                  </p:ext>
                </p:extLst>
              </p:nvPr>
            </p:nvGraphicFramePr>
            <p:xfrm>
              <a:off x="2961035" y="1133192"/>
              <a:ext cx="5842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2" name="Equation" r:id="rId7" imgW="583920" imgH="279360" progId="Equation.DSMT4">
                      <p:embed/>
                    </p:oleObj>
                  </mc:Choice>
                  <mc:Fallback>
                    <p:oleObj name="Equation" r:id="rId7" imgW="583920" imgH="279360" progId="Equation.DSMT4">
                      <p:embed/>
                      <p:pic>
                        <p:nvPicPr>
                          <p:cNvPr id="11" name="对象 10">
                            <a:extLst>
                              <a:ext uri="{FF2B5EF4-FFF2-40B4-BE49-F238E27FC236}">
                                <a16:creationId xmlns:a16="http://schemas.microsoft.com/office/drawing/2014/main" id="{7492B099-81D6-4BD2-832D-8B843A8F511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1035" y="1133192"/>
                            <a:ext cx="584200" cy="279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EC170D2-4EF9-4225-8286-90F74F0F3523}"/>
                  </a:ext>
                </a:extLst>
              </p:cNvPr>
              <p:cNvSpPr/>
              <p:nvPr/>
            </p:nvSpPr>
            <p:spPr>
              <a:xfrm>
                <a:off x="3525978" y="1036176"/>
                <a:ext cx="5840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时</a:t>
                </a:r>
                <a:r>
                  <a: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rPr>
                  <a:t>，</a:t>
                </a:r>
              </a:p>
            </p:txBody>
          </p:sp>
        </p:grp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213E4949-F467-4EDF-A4A2-3CC0EC692C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8237507"/>
                </p:ext>
              </p:extLst>
            </p:nvPr>
          </p:nvGraphicFramePr>
          <p:xfrm>
            <a:off x="4224275" y="1146882"/>
            <a:ext cx="838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3" name="Equation" r:id="rId9" imgW="838080" imgH="279360" progId="Equation.DSMT4">
                    <p:embed/>
                  </p:oleObj>
                </mc:Choice>
                <mc:Fallback>
                  <p:oleObj name="Equation" r:id="rId9" imgW="838080" imgH="2793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79ADA11B-EDA1-4C2A-90EF-DD69C00A21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275" y="1146882"/>
                          <a:ext cx="8382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8655AEF1-CA18-4D8C-8C6E-FC93C4246B9B}"/>
              </a:ext>
            </a:extLst>
          </p:cNvPr>
          <p:cNvSpPr/>
          <p:nvPr/>
        </p:nvSpPr>
        <p:spPr>
          <a:xfrm>
            <a:off x="2906327" y="849884"/>
            <a:ext cx="20013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不计摩擦力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B3920C-1C5D-4D59-AC93-44FC67C11388}"/>
              </a:ext>
            </a:extLst>
          </p:cNvPr>
          <p:cNvSpPr/>
          <p:nvPr/>
        </p:nvSpPr>
        <p:spPr>
          <a:xfrm>
            <a:off x="323528" y="1527354"/>
            <a:ext cx="983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AAEAEB-CA2E-4FDE-A158-50292691C5BA}"/>
              </a:ext>
            </a:extLst>
          </p:cNvPr>
          <p:cNvSpPr/>
          <p:nvPr/>
        </p:nvSpPr>
        <p:spPr>
          <a:xfrm>
            <a:off x="4691242" y="834228"/>
            <a:ext cx="4248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则运动过程中链条所受力的大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B985A8C-E6DA-4595-8FE2-639CCED1F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366352"/>
              </p:ext>
            </p:extLst>
          </p:nvPr>
        </p:nvGraphicFramePr>
        <p:xfrm>
          <a:off x="1113807" y="1632138"/>
          <a:ext cx="204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4" name="Equation" r:id="rId11" imgW="2044440" imgH="342720" progId="Equation.DSMT4">
                  <p:embed/>
                </p:oleObj>
              </mc:Choice>
              <mc:Fallback>
                <p:oleObj name="Equation" r:id="rId11" imgW="204444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48A1845-E2BF-4260-813D-D58080F52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3807" y="1632138"/>
                        <a:ext cx="2044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A8BF04DB-D52B-4902-9055-AFDDACEC77FE}"/>
              </a:ext>
            </a:extLst>
          </p:cNvPr>
          <p:cNvSpPr/>
          <p:nvPr/>
        </p:nvSpPr>
        <p:spPr>
          <a:xfrm>
            <a:off x="3117709" y="1540346"/>
            <a:ext cx="30974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由牛顿第二运动定律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7C04CAA-DF35-4B2A-A636-E4049969B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450618"/>
              </p:ext>
            </p:extLst>
          </p:nvPr>
        </p:nvGraphicFramePr>
        <p:xfrm>
          <a:off x="1909981" y="2283041"/>
          <a:ext cx="318611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" name="Equation" r:id="rId13" imgW="3111480" imgH="355320" progId="Equation.DSMT4">
                  <p:embed/>
                </p:oleObj>
              </mc:Choice>
              <mc:Fallback>
                <p:oleObj name="Equation" r:id="rId13" imgW="3111480" imgH="35532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20578BD3-8DF9-4DBE-8E21-BE4124D643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981" y="2283041"/>
                        <a:ext cx="3186112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1262C81D-B946-445A-9FEF-94CF4CDF5D3D}"/>
              </a:ext>
            </a:extLst>
          </p:cNvPr>
          <p:cNvSpPr/>
          <p:nvPr/>
        </p:nvSpPr>
        <p:spPr>
          <a:xfrm>
            <a:off x="354976" y="3025413"/>
            <a:ext cx="5629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5025C82-DEA1-48EA-BD42-57A87652C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468137"/>
              </p:ext>
            </p:extLst>
          </p:nvPr>
        </p:nvGraphicFramePr>
        <p:xfrm>
          <a:off x="2136157" y="2815998"/>
          <a:ext cx="185896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" name="Equation" r:id="rId15" imgW="1815840" imgH="736560" progId="Equation.DSMT4">
                  <p:embed/>
                </p:oleObj>
              </mc:Choice>
              <mc:Fallback>
                <p:oleObj name="Equation" r:id="rId15" imgW="1815840" imgH="73656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86E79F15-2BFA-4603-BE1E-3B110E6DC7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157" y="2815998"/>
                        <a:ext cx="1858962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65FF4FD3-CC86-4915-A1E3-D53648B46731}"/>
              </a:ext>
            </a:extLst>
          </p:cNvPr>
          <p:cNvSpPr/>
          <p:nvPr/>
        </p:nvSpPr>
        <p:spPr>
          <a:xfrm>
            <a:off x="323528" y="3913051"/>
            <a:ext cx="24479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且有初值条件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7487358-FBD9-491D-9FFE-D0FF027372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827978"/>
              </p:ext>
            </p:extLst>
          </p:nvPr>
        </p:nvGraphicFramePr>
        <p:xfrm>
          <a:off x="2452785" y="3998373"/>
          <a:ext cx="23209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" name="Equation" r:id="rId17" imgW="2273040" imgH="380880" progId="Equation.DSMT4">
                  <p:embed/>
                </p:oleObj>
              </mc:Choice>
              <mc:Fallback>
                <p:oleObj name="Equation" r:id="rId17" imgW="2273040" imgH="38088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1B2D2848-3BB3-4D5C-BEE6-76FB748B7B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785" y="3998373"/>
                        <a:ext cx="2320925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BE564F60-B235-4476-9A7C-CE20171AAF27}"/>
              </a:ext>
            </a:extLst>
          </p:cNvPr>
          <p:cNvGrpSpPr/>
          <p:nvPr/>
        </p:nvGrpSpPr>
        <p:grpSpPr>
          <a:xfrm>
            <a:off x="6531755" y="2052411"/>
            <a:ext cx="2071702" cy="1843768"/>
            <a:chOff x="6286512" y="1857370"/>
            <a:chExt cx="2071702" cy="1843768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4B7A0F8-B23B-408A-8D94-E76D9AA9898E}"/>
                </a:ext>
              </a:extLst>
            </p:cNvPr>
            <p:cNvCxnSpPr/>
            <p:nvPr/>
          </p:nvCxnSpPr>
          <p:spPr>
            <a:xfrm>
              <a:off x="6286512" y="1857370"/>
              <a:ext cx="2071702" cy="1588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BBEE0DBA-E18A-455F-8DD0-C6415D9B64C2}"/>
                </a:ext>
              </a:extLst>
            </p:cNvPr>
            <p:cNvSpPr/>
            <p:nvPr/>
          </p:nvSpPr>
          <p:spPr>
            <a:xfrm>
              <a:off x="7092280" y="1870989"/>
              <a:ext cx="396000" cy="396000"/>
            </a:xfrm>
            <a:prstGeom prst="ellips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15061E4-D91D-4322-9C42-002544EF4B0F}"/>
                </a:ext>
              </a:extLst>
            </p:cNvPr>
            <p:cNvCxnSpPr/>
            <p:nvPr/>
          </p:nvCxnSpPr>
          <p:spPr>
            <a:xfrm rot="5400000" flipH="1" flipV="1">
              <a:off x="6570574" y="2551393"/>
              <a:ext cx="1045001" cy="1588"/>
            </a:xfrm>
            <a:prstGeom prst="line">
              <a:avLst/>
            </a:prstGeom>
            <a:noFill/>
            <a:ln w="19050" cap="flat" cmpd="sng" algn="ctr">
              <a:solidFill>
                <a:srgbClr val="0064FF"/>
              </a:solidFill>
              <a:prstDash val="solid"/>
            </a:ln>
            <a:effectLst/>
          </p:spPr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0CBB4C5-8A34-440D-B067-83B3B6E1EC2B}"/>
                </a:ext>
              </a:extLst>
            </p:cNvPr>
            <p:cNvCxnSpPr/>
            <p:nvPr/>
          </p:nvCxnSpPr>
          <p:spPr>
            <a:xfrm rot="5400000">
              <a:off x="6672625" y="2883896"/>
              <a:ext cx="1632897" cy="1588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</p:cxnSp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72E9E6C-C258-4D6C-B769-AEF80180BAAB}"/>
              </a:ext>
            </a:extLst>
          </p:cNvPr>
          <p:cNvCxnSpPr/>
          <p:nvPr/>
        </p:nvCxnSpPr>
        <p:spPr>
          <a:xfrm>
            <a:off x="6674631" y="3277046"/>
            <a:ext cx="664481" cy="1588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78D95F5-B4EE-42FE-B8C5-8DBA2387E911}"/>
              </a:ext>
            </a:extLst>
          </p:cNvPr>
          <p:cNvCxnSpPr/>
          <p:nvPr/>
        </p:nvCxnSpPr>
        <p:spPr>
          <a:xfrm rot="5400000">
            <a:off x="6370701" y="2666316"/>
            <a:ext cx="1224635" cy="1588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arrow"/>
            <a:tailEnd type="arrow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3610B2A-C6C0-45BB-BFA0-08FE01EB506E}"/>
              </a:ext>
            </a:extLst>
          </p:cNvPr>
          <p:cNvCxnSpPr/>
          <p:nvPr/>
        </p:nvCxnSpPr>
        <p:spPr>
          <a:xfrm>
            <a:off x="7733523" y="3896180"/>
            <a:ext cx="664481" cy="1588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5FDAD16-0B0D-4168-A1B5-980424D75A5C}"/>
              </a:ext>
            </a:extLst>
          </p:cNvPr>
          <p:cNvCxnSpPr/>
          <p:nvPr/>
        </p:nvCxnSpPr>
        <p:spPr>
          <a:xfrm rot="5400000">
            <a:off x="7250873" y="2970638"/>
            <a:ext cx="1851088" cy="1588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arrow"/>
            <a:tailEnd type="arrow"/>
          </a:ln>
          <a:effectLst/>
        </p:spPr>
      </p:cxn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7A911E07-938A-4E33-9900-8E90308F5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705144"/>
              </p:ext>
            </p:extLst>
          </p:nvPr>
        </p:nvGraphicFramePr>
        <p:xfrm>
          <a:off x="6207891" y="2622995"/>
          <a:ext cx="647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" name="Equation" r:id="rId19" imgW="647640" imgH="241200" progId="Equation.DSMT4">
                  <p:embed/>
                </p:oleObj>
              </mc:Choice>
              <mc:Fallback>
                <p:oleObj name="Equation" r:id="rId19" imgW="647640" imgH="24120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C0B0B5D0-DA86-4254-9EA7-6D6A91EAD6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891" y="2622995"/>
                        <a:ext cx="6477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70029090-163D-4B37-888E-CA338ACC6E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552966"/>
              </p:ext>
            </p:extLst>
          </p:nvPr>
        </p:nvGraphicFramePr>
        <p:xfrm>
          <a:off x="8309104" y="2864295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" name="Equation" r:id="rId21" imgW="177480" imgH="190440" progId="Equation.DSMT4">
                  <p:embed/>
                </p:oleObj>
              </mc:Choice>
              <mc:Fallback>
                <p:oleObj name="Equation" r:id="rId21" imgW="177480" imgH="19044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0E445842-02BD-4F87-BB8B-84A0C2ED23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9104" y="2864295"/>
                        <a:ext cx="17780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弧形 33">
            <a:extLst>
              <a:ext uri="{FF2B5EF4-FFF2-40B4-BE49-F238E27FC236}">
                <a16:creationId xmlns:a16="http://schemas.microsoft.com/office/drawing/2014/main" id="{0B37643D-F441-47FC-9EF6-E43A69E78020}"/>
              </a:ext>
            </a:extLst>
          </p:cNvPr>
          <p:cNvSpPr/>
          <p:nvPr/>
        </p:nvSpPr>
        <p:spPr>
          <a:xfrm rot="16752085">
            <a:off x="7480333" y="1892776"/>
            <a:ext cx="496632" cy="772962"/>
          </a:xfrm>
          <a:prstGeom prst="arc">
            <a:avLst>
              <a:gd name="adj1" fmla="val 16200000"/>
              <a:gd name="adj2" fmla="val 18628946"/>
            </a:avLst>
          </a:pr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任意多边形: 形状 49">
            <a:extLst>
              <a:ext uri="{FF2B5EF4-FFF2-40B4-BE49-F238E27FC236}">
                <a16:creationId xmlns:a16="http://schemas.microsoft.com/office/drawing/2014/main" id="{776542D1-E361-42AB-871C-30AAAD498C07}"/>
              </a:ext>
            </a:extLst>
          </p:cNvPr>
          <p:cNvSpPr/>
          <p:nvPr/>
        </p:nvSpPr>
        <p:spPr>
          <a:xfrm>
            <a:off x="7540080" y="2060522"/>
            <a:ext cx="195943" cy="215537"/>
          </a:xfrm>
          <a:custGeom>
            <a:avLst/>
            <a:gdLst>
              <a:gd name="connsiteX0" fmla="*/ 195943 w 195943"/>
              <a:gd name="connsiteY0" fmla="*/ 215537 h 215537"/>
              <a:gd name="connsiteX1" fmla="*/ 195943 w 195943"/>
              <a:gd name="connsiteY1" fmla="*/ 163285 h 215537"/>
              <a:gd name="connsiteX2" fmla="*/ 182880 w 195943"/>
              <a:gd name="connsiteY2" fmla="*/ 137160 h 215537"/>
              <a:gd name="connsiteX3" fmla="*/ 176349 w 195943"/>
              <a:gd name="connsiteY3" fmla="*/ 117565 h 215537"/>
              <a:gd name="connsiteX4" fmla="*/ 169817 w 195943"/>
              <a:gd name="connsiteY4" fmla="*/ 104502 h 215537"/>
              <a:gd name="connsiteX5" fmla="*/ 156754 w 195943"/>
              <a:gd name="connsiteY5" fmla="*/ 71845 h 215537"/>
              <a:gd name="connsiteX6" fmla="*/ 137160 w 195943"/>
              <a:gd name="connsiteY6" fmla="*/ 58782 h 215537"/>
              <a:gd name="connsiteX7" fmla="*/ 130629 w 195943"/>
              <a:gd name="connsiteY7" fmla="*/ 45720 h 215537"/>
              <a:gd name="connsiteX8" fmla="*/ 111034 w 195943"/>
              <a:gd name="connsiteY8" fmla="*/ 39188 h 215537"/>
              <a:gd name="connsiteX9" fmla="*/ 104503 w 195943"/>
              <a:gd name="connsiteY9" fmla="*/ 32657 h 215537"/>
              <a:gd name="connsiteX10" fmla="*/ 97972 w 195943"/>
              <a:gd name="connsiteY10" fmla="*/ 26125 h 215537"/>
              <a:gd name="connsiteX11" fmla="*/ 78377 w 195943"/>
              <a:gd name="connsiteY11" fmla="*/ 13062 h 215537"/>
              <a:gd name="connsiteX12" fmla="*/ 58783 w 195943"/>
              <a:gd name="connsiteY12" fmla="*/ 6531 h 215537"/>
              <a:gd name="connsiteX13" fmla="*/ 45720 w 195943"/>
              <a:gd name="connsiteY13" fmla="*/ 6531 h 215537"/>
              <a:gd name="connsiteX14" fmla="*/ 32657 w 195943"/>
              <a:gd name="connsiteY14" fmla="*/ 6531 h 215537"/>
              <a:gd name="connsiteX15" fmla="*/ 0 w 195943"/>
              <a:gd name="connsiteY15" fmla="*/ 0 h 215537"/>
              <a:gd name="connsiteX16" fmla="*/ 0 w 195943"/>
              <a:gd name="connsiteY16" fmla="*/ 0 h 215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5943" h="215537">
                <a:moveTo>
                  <a:pt x="195943" y="215537"/>
                </a:moveTo>
                <a:lnTo>
                  <a:pt x="195943" y="163285"/>
                </a:lnTo>
                <a:cubicBezTo>
                  <a:pt x="193766" y="150222"/>
                  <a:pt x="182880" y="137160"/>
                  <a:pt x="182880" y="137160"/>
                </a:cubicBezTo>
                <a:cubicBezTo>
                  <a:pt x="179614" y="129540"/>
                  <a:pt x="176349" y="117565"/>
                  <a:pt x="176349" y="117565"/>
                </a:cubicBezTo>
                <a:cubicBezTo>
                  <a:pt x="174172" y="112122"/>
                  <a:pt x="173083" y="112122"/>
                  <a:pt x="169817" y="104502"/>
                </a:cubicBezTo>
                <a:cubicBezTo>
                  <a:pt x="166551" y="96882"/>
                  <a:pt x="156754" y="71845"/>
                  <a:pt x="156754" y="71845"/>
                </a:cubicBezTo>
                <a:cubicBezTo>
                  <a:pt x="151311" y="64225"/>
                  <a:pt x="137160" y="58782"/>
                  <a:pt x="137160" y="58782"/>
                </a:cubicBezTo>
                <a:cubicBezTo>
                  <a:pt x="132806" y="54428"/>
                  <a:pt x="130629" y="45720"/>
                  <a:pt x="130629" y="45720"/>
                </a:cubicBezTo>
                <a:cubicBezTo>
                  <a:pt x="126275" y="42454"/>
                  <a:pt x="111034" y="39188"/>
                  <a:pt x="111034" y="39188"/>
                </a:cubicBezTo>
                <a:cubicBezTo>
                  <a:pt x="106680" y="37011"/>
                  <a:pt x="104503" y="32657"/>
                  <a:pt x="104503" y="32657"/>
                </a:cubicBezTo>
                <a:lnTo>
                  <a:pt x="97972" y="26125"/>
                </a:lnTo>
                <a:cubicBezTo>
                  <a:pt x="93618" y="22859"/>
                  <a:pt x="78377" y="13062"/>
                  <a:pt x="78377" y="13062"/>
                </a:cubicBezTo>
                <a:cubicBezTo>
                  <a:pt x="71845" y="9796"/>
                  <a:pt x="58783" y="6531"/>
                  <a:pt x="58783" y="6531"/>
                </a:cubicBezTo>
                <a:cubicBezTo>
                  <a:pt x="53340" y="5443"/>
                  <a:pt x="45720" y="6531"/>
                  <a:pt x="45720" y="6531"/>
                </a:cubicBezTo>
                <a:cubicBezTo>
                  <a:pt x="41366" y="6531"/>
                  <a:pt x="40277" y="7620"/>
                  <a:pt x="32657" y="6531"/>
                </a:cubicBezTo>
                <a:cubicBezTo>
                  <a:pt x="25037" y="5442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73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13" grpId="0"/>
      <p:bldP spid="14" grpId="0"/>
      <p:bldP spid="15" grpId="0"/>
      <p:bldP spid="17" grpId="0"/>
      <p:bldP spid="19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9BBB1BE2-8013-43F7-9ADC-DFB1965B2D45}"/>
              </a:ext>
            </a:extLst>
          </p:cNvPr>
          <p:cNvGrpSpPr/>
          <p:nvPr/>
        </p:nvGrpSpPr>
        <p:grpSpPr>
          <a:xfrm>
            <a:off x="7600354" y="1464890"/>
            <a:ext cx="1042987" cy="3263576"/>
            <a:chOff x="7596336" y="1694656"/>
            <a:chExt cx="1042987" cy="3263576"/>
          </a:xfrm>
        </p:grpSpPr>
        <p:grpSp>
          <p:nvGrpSpPr>
            <p:cNvPr id="2" name="Group 39">
              <a:extLst>
                <a:ext uri="{FF2B5EF4-FFF2-40B4-BE49-F238E27FC236}">
                  <a16:creationId xmlns:a16="http://schemas.microsoft.com/office/drawing/2014/main" id="{51C74E80-A8F6-42A5-9A49-62B455C9ED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336" y="1694656"/>
              <a:ext cx="1042987" cy="1754187"/>
              <a:chOff x="4792" y="1248"/>
              <a:chExt cx="657" cy="1105"/>
            </a:xfrm>
          </p:grpSpPr>
          <p:sp>
            <p:nvSpPr>
              <p:cNvPr id="3" name="Line 40">
                <a:extLst>
                  <a:ext uri="{FF2B5EF4-FFF2-40B4-BE49-F238E27FC236}">
                    <a16:creationId xmlns:a16="http://schemas.microsoft.com/office/drawing/2014/main" id="{D58C7789-0165-472D-B60A-3A9BEED23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139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" name="Line 41">
                <a:extLst>
                  <a:ext uri="{FF2B5EF4-FFF2-40B4-BE49-F238E27FC236}">
                    <a16:creationId xmlns:a16="http://schemas.microsoft.com/office/drawing/2014/main" id="{BD44297C-A272-4196-8796-BEBFEE27E4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211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5" name="Group 42">
                <a:extLst>
                  <a:ext uri="{FF2B5EF4-FFF2-40B4-BE49-F238E27FC236}">
                    <a16:creationId xmlns:a16="http://schemas.microsoft.com/office/drawing/2014/main" id="{7819EA9A-84C5-4D91-91EC-9EF0FE028C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92" y="1248"/>
                <a:ext cx="657" cy="144"/>
                <a:chOff x="4792" y="1248"/>
                <a:chExt cx="657" cy="144"/>
              </a:xfrm>
            </p:grpSpPr>
            <p:sp>
              <p:nvSpPr>
                <p:cNvPr id="8" name="Line 43">
                  <a:extLst>
                    <a:ext uri="{FF2B5EF4-FFF2-40B4-BE49-F238E27FC236}">
                      <a16:creationId xmlns:a16="http://schemas.microsoft.com/office/drawing/2014/main" id="{65C950BD-220F-47F3-94A2-F6634F64F8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" name="Line 44">
                  <a:extLst>
                    <a:ext uri="{FF2B5EF4-FFF2-40B4-BE49-F238E27FC236}">
                      <a16:creationId xmlns:a16="http://schemas.microsoft.com/office/drawing/2014/main" id="{86EC1719-C1F5-4166-A846-44F583CF5C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944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" name="Line 45">
                  <a:extLst>
                    <a:ext uri="{FF2B5EF4-FFF2-40B4-BE49-F238E27FC236}">
                      <a16:creationId xmlns:a16="http://schemas.microsoft.com/office/drawing/2014/main" id="{8C03B04D-9584-42B1-8FA4-674110FCDC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40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" name="Line 46">
                  <a:extLst>
                    <a:ext uri="{FF2B5EF4-FFF2-40B4-BE49-F238E27FC236}">
                      <a16:creationId xmlns:a16="http://schemas.microsoft.com/office/drawing/2014/main" id="{ABE15445-55EF-403E-A67F-AEE4FBA837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136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" name="Line 47">
                  <a:extLst>
                    <a:ext uri="{FF2B5EF4-FFF2-40B4-BE49-F238E27FC236}">
                      <a16:creationId xmlns:a16="http://schemas.microsoft.com/office/drawing/2014/main" id="{8C514579-7C64-4A49-8F8E-6168730F3E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232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" name="Line 48">
                  <a:extLst>
                    <a:ext uri="{FF2B5EF4-FFF2-40B4-BE49-F238E27FC236}">
                      <a16:creationId xmlns:a16="http://schemas.microsoft.com/office/drawing/2014/main" id="{DED38D02-75FE-4072-BD10-4616FCE3ED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328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Line 49">
                  <a:extLst>
                    <a:ext uri="{FF2B5EF4-FFF2-40B4-BE49-F238E27FC236}">
                      <a16:creationId xmlns:a16="http://schemas.microsoft.com/office/drawing/2014/main" id="{5B05DCCE-B202-410D-AE20-2CD83F4B64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92" y="1392"/>
                  <a:ext cx="65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" name="Freeform 50">
                <a:extLst>
                  <a:ext uri="{FF2B5EF4-FFF2-40B4-BE49-F238E27FC236}">
                    <a16:creationId xmlns:a16="http://schemas.microsoft.com/office/drawing/2014/main" id="{DE94C8FF-5C14-4DC5-BE6C-D5722564B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0" y="1488"/>
                <a:ext cx="144" cy="624"/>
              </a:xfrm>
              <a:custGeom>
                <a:avLst/>
                <a:gdLst>
                  <a:gd name="T0" fmla="*/ 48 w 144"/>
                  <a:gd name="T1" fmla="*/ 0 h 624"/>
                  <a:gd name="T2" fmla="*/ 144 w 144"/>
                  <a:gd name="T3" fmla="*/ 0 h 624"/>
                  <a:gd name="T4" fmla="*/ 0 w 144"/>
                  <a:gd name="T5" fmla="*/ 96 h 624"/>
                  <a:gd name="T6" fmla="*/ 144 w 144"/>
                  <a:gd name="T7" fmla="*/ 144 h 624"/>
                  <a:gd name="T8" fmla="*/ 0 w 144"/>
                  <a:gd name="T9" fmla="*/ 240 h 624"/>
                  <a:gd name="T10" fmla="*/ 144 w 144"/>
                  <a:gd name="T11" fmla="*/ 288 h 624"/>
                  <a:gd name="T12" fmla="*/ 0 w 144"/>
                  <a:gd name="T13" fmla="*/ 384 h 624"/>
                  <a:gd name="T14" fmla="*/ 144 w 144"/>
                  <a:gd name="T15" fmla="*/ 432 h 624"/>
                  <a:gd name="T16" fmla="*/ 0 w 144"/>
                  <a:gd name="T17" fmla="*/ 528 h 624"/>
                  <a:gd name="T18" fmla="*/ 144 w 144"/>
                  <a:gd name="T19" fmla="*/ 576 h 624"/>
                  <a:gd name="T20" fmla="*/ 48 w 144"/>
                  <a:gd name="T21" fmla="*/ 624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4" h="624">
                    <a:moveTo>
                      <a:pt x="48" y="0"/>
                    </a:moveTo>
                    <a:lnTo>
                      <a:pt x="144" y="0"/>
                    </a:lnTo>
                    <a:lnTo>
                      <a:pt x="0" y="96"/>
                    </a:lnTo>
                    <a:lnTo>
                      <a:pt x="144" y="144"/>
                    </a:lnTo>
                    <a:lnTo>
                      <a:pt x="0" y="240"/>
                    </a:lnTo>
                    <a:lnTo>
                      <a:pt x="144" y="288"/>
                    </a:lnTo>
                    <a:lnTo>
                      <a:pt x="0" y="384"/>
                    </a:lnTo>
                    <a:lnTo>
                      <a:pt x="144" y="432"/>
                    </a:lnTo>
                    <a:lnTo>
                      <a:pt x="0" y="528"/>
                    </a:lnTo>
                    <a:lnTo>
                      <a:pt x="144" y="576"/>
                    </a:lnTo>
                    <a:lnTo>
                      <a:pt x="48" y="624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" name="Rectangle 51">
                <a:extLst>
                  <a:ext uri="{FF2B5EF4-FFF2-40B4-BE49-F238E27FC236}">
                    <a16:creationId xmlns:a16="http://schemas.microsoft.com/office/drawing/2014/main" id="{998BDB6F-7D7B-419E-A1CC-AC06AF8F7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1" y="2208"/>
                <a:ext cx="172" cy="14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" name="Group 52">
              <a:extLst>
                <a:ext uri="{FF2B5EF4-FFF2-40B4-BE49-F238E27FC236}">
                  <a16:creationId xmlns:a16="http://schemas.microsoft.com/office/drawing/2014/main" id="{F63CFD90-304F-4601-8A48-6F24BD50F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79040" y="3224682"/>
              <a:ext cx="476250" cy="1733550"/>
              <a:chOff x="5030" y="2228"/>
              <a:chExt cx="300" cy="1092"/>
            </a:xfrm>
          </p:grpSpPr>
          <p:sp>
            <p:nvSpPr>
              <p:cNvPr id="16" name="Line 53">
                <a:extLst>
                  <a:ext uri="{FF2B5EF4-FFF2-40B4-BE49-F238E27FC236}">
                    <a16:creationId xmlns:a16="http://schemas.microsoft.com/office/drawing/2014/main" id="{578EA323-C0D2-4EE8-A33C-1F5020F37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2304"/>
                <a:ext cx="0" cy="86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7" name="Object 54">
                <a:extLst>
                  <a:ext uri="{FF2B5EF4-FFF2-40B4-BE49-F238E27FC236}">
                    <a16:creationId xmlns:a16="http://schemas.microsoft.com/office/drawing/2014/main" id="{5B259FEF-DA6A-4D45-83CF-8BB29E57134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4117356"/>
                  </p:ext>
                </p:extLst>
              </p:nvPr>
            </p:nvGraphicFramePr>
            <p:xfrm>
              <a:off x="5030" y="3200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86" name="Equation" r:id="rId3" imgW="177480" imgH="190440" progId="Equation.DSMT4">
                      <p:embed/>
                    </p:oleObj>
                  </mc:Choice>
                  <mc:Fallback>
                    <p:oleObj name="Equation" r:id="rId3" imgW="177480" imgH="190440" progId="Equation.DSMT4">
                      <p:embed/>
                      <p:pic>
                        <p:nvPicPr>
                          <p:cNvPr id="39990" name="Object 54">
                            <a:extLst>
                              <a:ext uri="{FF2B5EF4-FFF2-40B4-BE49-F238E27FC236}">
                                <a16:creationId xmlns:a16="http://schemas.microsoft.com/office/drawing/2014/main" id="{DC76A7E6-85D3-4F54-819C-3BC000CB2F1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30" y="3200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55">
                <a:extLst>
                  <a:ext uri="{FF2B5EF4-FFF2-40B4-BE49-F238E27FC236}">
                    <a16:creationId xmlns:a16="http://schemas.microsoft.com/office/drawing/2014/main" id="{11F14E19-1C32-43C2-9D34-40A0E0BA46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5223079"/>
                  </p:ext>
                </p:extLst>
              </p:nvPr>
            </p:nvGraphicFramePr>
            <p:xfrm>
              <a:off x="5186" y="2228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87" name="Equation" r:id="rId5" imgW="228600" imgH="241200" progId="Equation.DSMT4">
                      <p:embed/>
                    </p:oleObj>
                  </mc:Choice>
                  <mc:Fallback>
                    <p:oleObj name="Equation" r:id="rId5" imgW="228600" imgH="241200" progId="Equation.DSMT4">
                      <p:embed/>
                      <p:pic>
                        <p:nvPicPr>
                          <p:cNvPr id="39991" name="Object 55">
                            <a:extLst>
                              <a:ext uri="{FF2B5EF4-FFF2-40B4-BE49-F238E27FC236}">
                                <a16:creationId xmlns:a16="http://schemas.microsoft.com/office/drawing/2014/main" id="{1441B55F-403A-4D45-9C2C-EDB8123164D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86" y="2228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" name="Group 36">
              <a:extLst>
                <a:ext uri="{FF2B5EF4-FFF2-40B4-BE49-F238E27FC236}">
                  <a16:creationId xmlns:a16="http://schemas.microsoft.com/office/drawing/2014/main" id="{DF1A6838-AACC-4F47-8B62-CEF82D56AF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4473" y="4106894"/>
              <a:ext cx="508000" cy="230188"/>
              <a:chOff x="4992" y="2687"/>
              <a:chExt cx="320" cy="145"/>
            </a:xfrm>
          </p:grpSpPr>
          <p:sp>
            <p:nvSpPr>
              <p:cNvPr id="20" name="Rectangle 37">
                <a:extLst>
                  <a:ext uri="{FF2B5EF4-FFF2-40B4-BE49-F238E27FC236}">
                    <a16:creationId xmlns:a16="http://schemas.microsoft.com/office/drawing/2014/main" id="{38833F99-C545-4A49-9773-304ABF33D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687"/>
                <a:ext cx="172" cy="145"/>
              </a:xfrm>
              <a:prstGeom prst="rect">
                <a:avLst/>
              </a:prstGeom>
              <a:solidFill>
                <a:schemeClr val="accent1"/>
              </a:solidFill>
              <a:ln w="15875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1" name="Object 38">
                <a:extLst>
                  <a:ext uri="{FF2B5EF4-FFF2-40B4-BE49-F238E27FC236}">
                    <a16:creationId xmlns:a16="http://schemas.microsoft.com/office/drawing/2014/main" id="{62453675-AF1C-4905-8CEB-65241AF19C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7101527"/>
                  </p:ext>
                </p:extLst>
              </p:nvPr>
            </p:nvGraphicFramePr>
            <p:xfrm>
              <a:off x="5201" y="2696"/>
              <a:ext cx="111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88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39974" name="Object 38">
                            <a:extLst>
                              <a:ext uri="{FF2B5EF4-FFF2-40B4-BE49-F238E27FC236}">
                                <a16:creationId xmlns:a16="http://schemas.microsoft.com/office/drawing/2014/main" id="{99884727-5869-4C4B-94EE-A1231D1E52D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01" y="2696"/>
                            <a:ext cx="111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2" name="Rectangle 30">
            <a:extLst>
              <a:ext uri="{FF2B5EF4-FFF2-40B4-BE49-F238E27FC236}">
                <a16:creationId xmlns:a16="http://schemas.microsoft.com/office/drawing/2014/main" id="{DF7181F5-DC50-4E77-B801-F6D06FCC6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94" y="0"/>
            <a:ext cx="828092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66FF"/>
                </a:solidFill>
                <a:latin typeface="宋体" panose="02010600030101010101" pitchFamily="2" charset="-122"/>
              </a:rPr>
              <a:t>引例</a:t>
            </a:r>
            <a:r>
              <a:rPr lang="en-US" altLang="zh-CN" b="1" dirty="0">
                <a:solidFill>
                  <a:srgbClr val="0066FF"/>
                </a:solidFill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质量为</a:t>
            </a:r>
            <a:r>
              <a:rPr lang="en-US" altLang="zh-CN" i="1" dirty="0">
                <a:solidFill>
                  <a:srgbClr val="000000"/>
                </a:solidFill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的物体自由悬挂在一端固定的弹簧上</a:t>
            </a:r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当重力</a:t>
            </a:r>
            <a:endParaRPr lang="en-US" altLang="zh-CN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Text Box 28">
            <a:extLst>
              <a:ext uri="{FF2B5EF4-FFF2-40B4-BE49-F238E27FC236}">
                <a16:creationId xmlns:a16="http://schemas.microsoft.com/office/drawing/2014/main" id="{0B7341F3-1A91-4087-ADC9-2754EAA58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80" y="605135"/>
            <a:ext cx="701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与弹性力抵消时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物体处于平衡状态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24" name="Text Box 63">
            <a:extLst>
              <a:ext uri="{FF2B5EF4-FFF2-40B4-BE49-F238E27FC236}">
                <a16:creationId xmlns:a16="http://schemas.microsoft.com/office/drawing/2014/main" id="{82A59AEB-272D-4EEA-A163-2A50DD586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756" y="605135"/>
            <a:ext cx="4037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若用手向下拉物体使它离开</a:t>
            </a:r>
          </a:p>
        </p:txBody>
      </p:sp>
      <p:sp>
        <p:nvSpPr>
          <p:cNvPr id="25" name="Text Box 62">
            <a:extLst>
              <a:ext uri="{FF2B5EF4-FFF2-40B4-BE49-F238E27FC236}">
                <a16:creationId xmlns:a16="http://schemas.microsoft.com/office/drawing/2014/main" id="{137B7FA7-6043-4B06-ACA9-A78565449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80" y="1117525"/>
            <a:ext cx="24365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平衡位置后放开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26" name="Text Box 74">
            <a:extLst>
              <a:ext uri="{FF2B5EF4-FFF2-40B4-BE49-F238E27FC236}">
                <a16:creationId xmlns:a16="http://schemas.microsoft.com/office/drawing/2014/main" id="{F4FCEAB8-0F6B-48ED-BF05-07BAEABB2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054" y="1117525"/>
            <a:ext cx="2659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物体在弹性力与阻</a:t>
            </a:r>
          </a:p>
        </p:txBody>
      </p:sp>
      <p:sp>
        <p:nvSpPr>
          <p:cNvPr id="27" name="Text Box 32">
            <a:extLst>
              <a:ext uri="{FF2B5EF4-FFF2-40B4-BE49-F238E27FC236}">
                <a16:creationId xmlns:a16="http://schemas.microsoft.com/office/drawing/2014/main" id="{5C2F0F73-2926-469D-9F82-0D5596C1F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854" y="1109732"/>
            <a:ext cx="24365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力作用下作往复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992E38-5D46-41D9-9C13-29821399912A}"/>
              </a:ext>
            </a:extLst>
          </p:cNvPr>
          <p:cNvSpPr/>
          <p:nvPr/>
        </p:nvSpPr>
        <p:spPr>
          <a:xfrm>
            <a:off x="157145" y="1613395"/>
            <a:ext cx="8803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运动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Box 65">
            <a:extLst>
              <a:ext uri="{FF2B5EF4-FFF2-40B4-BE49-F238E27FC236}">
                <a16:creationId xmlns:a16="http://schemas.microsoft.com/office/drawing/2014/main" id="{F543C218-413C-4688-8B0A-1594BD814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382" y="1608488"/>
            <a:ext cx="3886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阻力的大小与运动速度</a:t>
            </a:r>
          </a:p>
        </p:txBody>
      </p:sp>
      <p:sp>
        <p:nvSpPr>
          <p:cNvPr id="30" name="Text Box 87">
            <a:extLst>
              <a:ext uri="{FF2B5EF4-FFF2-40B4-BE49-F238E27FC236}">
                <a16:creationId xmlns:a16="http://schemas.microsoft.com/office/drawing/2014/main" id="{2032AF4C-DCB3-4684-B65E-9886563D7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6351" y="1626817"/>
            <a:ext cx="3040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成正比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方向相反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1" name="Text Box 88">
            <a:extLst>
              <a:ext uri="{FF2B5EF4-FFF2-40B4-BE49-F238E27FC236}">
                <a16:creationId xmlns:a16="http://schemas.microsoft.com/office/drawing/2014/main" id="{EDE056CE-23A1-42A5-8939-BD6513FA9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45" y="2084584"/>
            <a:ext cx="30507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位移满足的微分方程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B10D0B9-D5F2-4289-A42F-CCEFDBEF0691}"/>
              </a:ext>
            </a:extLst>
          </p:cNvPr>
          <p:cNvSpPr/>
          <p:nvPr/>
        </p:nvSpPr>
        <p:spPr>
          <a:xfrm>
            <a:off x="6374653" y="163627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</a:t>
            </a:r>
            <a:endParaRPr lang="zh-CN" altLang="en-US" dirty="0"/>
          </a:p>
        </p:txBody>
      </p:sp>
      <p:sp>
        <p:nvSpPr>
          <p:cNvPr id="33" name="Text Box 56">
            <a:extLst>
              <a:ext uri="{FF2B5EF4-FFF2-40B4-BE49-F238E27FC236}">
                <a16:creationId xmlns:a16="http://schemas.microsoft.com/office/drawing/2014/main" id="{ED67C7FE-91DF-4C44-A11C-01D1C1A3C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96" y="2541090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 Box 75">
            <a:extLst>
              <a:ext uri="{FF2B5EF4-FFF2-40B4-BE49-F238E27FC236}">
                <a16:creationId xmlns:a16="http://schemas.microsoft.com/office/drawing/2014/main" id="{D1E0F83B-2F89-426E-908D-6BBF7AC54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71" y="2550885"/>
            <a:ext cx="61505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取平衡时物体的位置为坐标原点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建立坐标系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6" name="Text Box 77">
            <a:extLst>
              <a:ext uri="{FF2B5EF4-FFF2-40B4-BE49-F238E27FC236}">
                <a16:creationId xmlns:a16="http://schemas.microsoft.com/office/drawing/2014/main" id="{03FF8FD5-533C-4FB7-9A32-13AD924F7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82" y="3064072"/>
            <a:ext cx="38106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设时刻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物体位移为 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7" name="Text Box 78">
            <a:extLst>
              <a:ext uri="{FF2B5EF4-FFF2-40B4-BE49-F238E27FC236}">
                <a16:creationId xmlns:a16="http://schemas.microsoft.com/office/drawing/2014/main" id="{8E7B3165-693A-4BDF-BAA6-FF0E98C8E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8" y="3587054"/>
            <a:ext cx="24769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自由振动情况</a:t>
            </a:r>
            <a:endParaRPr kumimoji="1"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Text Box 82">
            <a:extLst>
              <a:ext uri="{FF2B5EF4-FFF2-40B4-BE49-F238E27FC236}">
                <a16:creationId xmlns:a16="http://schemas.microsoft.com/office/drawing/2014/main" id="{4C242894-55BB-4177-8BDC-A820BE943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11" y="4171551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物体所受的力有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1517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6" grpId="0"/>
      <p:bldP spid="37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0">
            <a:extLst>
              <a:ext uri="{FF2B5EF4-FFF2-40B4-BE49-F238E27FC236}">
                <a16:creationId xmlns:a16="http://schemas.microsoft.com/office/drawing/2014/main" id="{E6DDE639-B1CB-4CF0-BF13-7D4FC33D5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764" y="248618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弹性恢复力</a:t>
            </a:r>
          </a:p>
        </p:txBody>
      </p:sp>
      <p:sp>
        <p:nvSpPr>
          <p:cNvPr id="3" name="Text Box 85">
            <a:extLst>
              <a:ext uri="{FF2B5EF4-FFF2-40B4-BE49-F238E27FC236}">
                <a16:creationId xmlns:a16="http://schemas.microsoft.com/office/drawing/2014/main" id="{E28560F2-C6E6-471B-98DA-09CFB5F45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323" y="236340"/>
            <a:ext cx="160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虎克定律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</a:p>
        </p:txBody>
      </p:sp>
      <p:graphicFrame>
        <p:nvGraphicFramePr>
          <p:cNvPr id="4" name="Object 86">
            <a:extLst>
              <a:ext uri="{FF2B5EF4-FFF2-40B4-BE49-F238E27FC236}">
                <a16:creationId xmlns:a16="http://schemas.microsoft.com/office/drawing/2014/main" id="{BA1A6980-71A5-4965-806D-8AD533315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096512"/>
              </p:ext>
            </p:extLst>
          </p:nvPr>
        </p:nvGraphicFramePr>
        <p:xfrm>
          <a:off x="2351998" y="35064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4" name="Equation" r:id="rId3" imgW="1130040" imgH="342720" progId="Equation.DSMT4">
                  <p:embed/>
                </p:oleObj>
              </mc:Choice>
              <mc:Fallback>
                <p:oleObj name="Equation" r:id="rId3" imgW="1130040" imgH="342720" progId="Equation.DSMT4">
                  <p:embed/>
                  <p:pic>
                    <p:nvPicPr>
                      <p:cNvPr id="40022" name="Object 86">
                        <a:extLst>
                          <a:ext uri="{FF2B5EF4-FFF2-40B4-BE49-F238E27FC236}">
                            <a16:creationId xmlns:a16="http://schemas.microsoft.com/office/drawing/2014/main" id="{94654601-96C5-47C3-A0DF-52CA841AEA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998" y="350640"/>
                        <a:ext cx="1130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FEE59F63-E56F-4B37-992D-519757E569C5}"/>
              </a:ext>
            </a:extLst>
          </p:cNvPr>
          <p:cNvGrpSpPr/>
          <p:nvPr/>
        </p:nvGrpSpPr>
        <p:grpSpPr>
          <a:xfrm>
            <a:off x="7596336" y="799827"/>
            <a:ext cx="1042987" cy="3263576"/>
            <a:chOff x="7596336" y="1694656"/>
            <a:chExt cx="1042987" cy="3263576"/>
          </a:xfrm>
        </p:grpSpPr>
        <p:grpSp>
          <p:nvGrpSpPr>
            <p:cNvPr id="6" name="Group 39">
              <a:extLst>
                <a:ext uri="{FF2B5EF4-FFF2-40B4-BE49-F238E27FC236}">
                  <a16:creationId xmlns:a16="http://schemas.microsoft.com/office/drawing/2014/main" id="{BF895440-B921-4AF1-A1D6-C5B08B822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336" y="1694656"/>
              <a:ext cx="1042987" cy="1754187"/>
              <a:chOff x="4792" y="1248"/>
              <a:chExt cx="657" cy="1105"/>
            </a:xfrm>
          </p:grpSpPr>
          <p:sp>
            <p:nvSpPr>
              <p:cNvPr id="14" name="Line 40">
                <a:extLst>
                  <a:ext uri="{FF2B5EF4-FFF2-40B4-BE49-F238E27FC236}">
                    <a16:creationId xmlns:a16="http://schemas.microsoft.com/office/drawing/2014/main" id="{83770706-F60A-4469-9777-EEEF0212AB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139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41">
                <a:extLst>
                  <a:ext uri="{FF2B5EF4-FFF2-40B4-BE49-F238E27FC236}">
                    <a16:creationId xmlns:a16="http://schemas.microsoft.com/office/drawing/2014/main" id="{DFAEBCC6-14B2-4F27-B025-5A71E774CD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211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6" name="Group 42">
                <a:extLst>
                  <a:ext uri="{FF2B5EF4-FFF2-40B4-BE49-F238E27FC236}">
                    <a16:creationId xmlns:a16="http://schemas.microsoft.com/office/drawing/2014/main" id="{2B43FD62-9879-47DD-A76C-636D5C9D3E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92" y="1248"/>
                <a:ext cx="657" cy="144"/>
                <a:chOff x="4792" y="1248"/>
                <a:chExt cx="657" cy="144"/>
              </a:xfrm>
            </p:grpSpPr>
            <p:sp>
              <p:nvSpPr>
                <p:cNvPr id="19" name="Line 43">
                  <a:extLst>
                    <a:ext uri="{FF2B5EF4-FFF2-40B4-BE49-F238E27FC236}">
                      <a16:creationId xmlns:a16="http://schemas.microsoft.com/office/drawing/2014/main" id="{CBBE7A40-6B9C-42C0-961D-EE767525D3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Line 44">
                  <a:extLst>
                    <a:ext uri="{FF2B5EF4-FFF2-40B4-BE49-F238E27FC236}">
                      <a16:creationId xmlns:a16="http://schemas.microsoft.com/office/drawing/2014/main" id="{5FB4AF38-BAE5-423E-9404-BA57DD7C15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944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Line 45">
                  <a:extLst>
                    <a:ext uri="{FF2B5EF4-FFF2-40B4-BE49-F238E27FC236}">
                      <a16:creationId xmlns:a16="http://schemas.microsoft.com/office/drawing/2014/main" id="{E4ED458E-7EAF-43BA-9BC6-8A877321E6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40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Line 46">
                  <a:extLst>
                    <a:ext uri="{FF2B5EF4-FFF2-40B4-BE49-F238E27FC236}">
                      <a16:creationId xmlns:a16="http://schemas.microsoft.com/office/drawing/2014/main" id="{9D3D6E8A-62D4-4552-A1F6-805EB880A3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136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Line 47">
                  <a:extLst>
                    <a:ext uri="{FF2B5EF4-FFF2-40B4-BE49-F238E27FC236}">
                      <a16:creationId xmlns:a16="http://schemas.microsoft.com/office/drawing/2014/main" id="{FDA3CDFD-FAFA-442E-8C9B-AC7B17F7ED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232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" name="Line 48">
                  <a:extLst>
                    <a:ext uri="{FF2B5EF4-FFF2-40B4-BE49-F238E27FC236}">
                      <a16:creationId xmlns:a16="http://schemas.microsoft.com/office/drawing/2014/main" id="{6710F83F-3397-4B4E-BF38-33EE9B9C30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328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" name="Line 49">
                  <a:extLst>
                    <a:ext uri="{FF2B5EF4-FFF2-40B4-BE49-F238E27FC236}">
                      <a16:creationId xmlns:a16="http://schemas.microsoft.com/office/drawing/2014/main" id="{E6E32518-6AAB-4649-8A6A-36C9B645C6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92" y="1392"/>
                  <a:ext cx="65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7" name="Freeform 50">
                <a:extLst>
                  <a:ext uri="{FF2B5EF4-FFF2-40B4-BE49-F238E27FC236}">
                    <a16:creationId xmlns:a16="http://schemas.microsoft.com/office/drawing/2014/main" id="{6E59EEAD-B786-46DC-857F-8D69A424D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0" y="1488"/>
                <a:ext cx="144" cy="624"/>
              </a:xfrm>
              <a:custGeom>
                <a:avLst/>
                <a:gdLst>
                  <a:gd name="T0" fmla="*/ 48 w 144"/>
                  <a:gd name="T1" fmla="*/ 0 h 624"/>
                  <a:gd name="T2" fmla="*/ 144 w 144"/>
                  <a:gd name="T3" fmla="*/ 0 h 624"/>
                  <a:gd name="T4" fmla="*/ 0 w 144"/>
                  <a:gd name="T5" fmla="*/ 96 h 624"/>
                  <a:gd name="T6" fmla="*/ 144 w 144"/>
                  <a:gd name="T7" fmla="*/ 144 h 624"/>
                  <a:gd name="T8" fmla="*/ 0 w 144"/>
                  <a:gd name="T9" fmla="*/ 240 h 624"/>
                  <a:gd name="T10" fmla="*/ 144 w 144"/>
                  <a:gd name="T11" fmla="*/ 288 h 624"/>
                  <a:gd name="T12" fmla="*/ 0 w 144"/>
                  <a:gd name="T13" fmla="*/ 384 h 624"/>
                  <a:gd name="T14" fmla="*/ 144 w 144"/>
                  <a:gd name="T15" fmla="*/ 432 h 624"/>
                  <a:gd name="T16" fmla="*/ 0 w 144"/>
                  <a:gd name="T17" fmla="*/ 528 h 624"/>
                  <a:gd name="T18" fmla="*/ 144 w 144"/>
                  <a:gd name="T19" fmla="*/ 576 h 624"/>
                  <a:gd name="T20" fmla="*/ 48 w 144"/>
                  <a:gd name="T21" fmla="*/ 624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4" h="624">
                    <a:moveTo>
                      <a:pt x="48" y="0"/>
                    </a:moveTo>
                    <a:lnTo>
                      <a:pt x="144" y="0"/>
                    </a:lnTo>
                    <a:lnTo>
                      <a:pt x="0" y="96"/>
                    </a:lnTo>
                    <a:lnTo>
                      <a:pt x="144" y="144"/>
                    </a:lnTo>
                    <a:lnTo>
                      <a:pt x="0" y="240"/>
                    </a:lnTo>
                    <a:lnTo>
                      <a:pt x="144" y="288"/>
                    </a:lnTo>
                    <a:lnTo>
                      <a:pt x="0" y="384"/>
                    </a:lnTo>
                    <a:lnTo>
                      <a:pt x="144" y="432"/>
                    </a:lnTo>
                    <a:lnTo>
                      <a:pt x="0" y="528"/>
                    </a:lnTo>
                    <a:lnTo>
                      <a:pt x="144" y="576"/>
                    </a:lnTo>
                    <a:lnTo>
                      <a:pt x="48" y="624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Rectangle 51">
                <a:extLst>
                  <a:ext uri="{FF2B5EF4-FFF2-40B4-BE49-F238E27FC236}">
                    <a16:creationId xmlns:a16="http://schemas.microsoft.com/office/drawing/2014/main" id="{1151BA40-F605-4915-B12D-ADEAF780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1" y="2208"/>
                <a:ext cx="172" cy="14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" name="Group 52">
              <a:extLst>
                <a:ext uri="{FF2B5EF4-FFF2-40B4-BE49-F238E27FC236}">
                  <a16:creationId xmlns:a16="http://schemas.microsoft.com/office/drawing/2014/main" id="{B6641353-BCB7-47A3-8E14-0FB0D3F107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79040" y="3224682"/>
              <a:ext cx="476250" cy="1733550"/>
              <a:chOff x="5030" y="2228"/>
              <a:chExt cx="300" cy="1092"/>
            </a:xfrm>
          </p:grpSpPr>
          <p:sp>
            <p:nvSpPr>
              <p:cNvPr id="11" name="Line 53">
                <a:extLst>
                  <a:ext uri="{FF2B5EF4-FFF2-40B4-BE49-F238E27FC236}">
                    <a16:creationId xmlns:a16="http://schemas.microsoft.com/office/drawing/2014/main" id="{50BA26E1-CF98-4878-9C3B-DF2A45DD7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2304"/>
                <a:ext cx="0" cy="86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2" name="Object 54">
                <a:extLst>
                  <a:ext uri="{FF2B5EF4-FFF2-40B4-BE49-F238E27FC236}">
                    <a16:creationId xmlns:a16="http://schemas.microsoft.com/office/drawing/2014/main" id="{9712146A-06CE-4D4F-AF0D-44BC64291FF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6340783"/>
                  </p:ext>
                </p:extLst>
              </p:nvPr>
            </p:nvGraphicFramePr>
            <p:xfrm>
              <a:off x="5030" y="3200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05" name="Equation" r:id="rId5" imgW="177480" imgH="190440" progId="Equation.DSMT4">
                      <p:embed/>
                    </p:oleObj>
                  </mc:Choice>
                  <mc:Fallback>
                    <p:oleObj name="Equation" r:id="rId5" imgW="177480" imgH="190440" progId="Equation.DSMT4">
                      <p:embed/>
                      <p:pic>
                        <p:nvPicPr>
                          <p:cNvPr id="17" name="Object 54">
                            <a:extLst>
                              <a:ext uri="{FF2B5EF4-FFF2-40B4-BE49-F238E27FC236}">
                                <a16:creationId xmlns:a16="http://schemas.microsoft.com/office/drawing/2014/main" id="{5B259FEF-DA6A-4D45-83CF-8BB29E57134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30" y="3200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Object 55">
                <a:extLst>
                  <a:ext uri="{FF2B5EF4-FFF2-40B4-BE49-F238E27FC236}">
                    <a16:creationId xmlns:a16="http://schemas.microsoft.com/office/drawing/2014/main" id="{0E7DEEE5-CA4F-4F13-846C-0253B136A1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9579062"/>
                  </p:ext>
                </p:extLst>
              </p:nvPr>
            </p:nvGraphicFramePr>
            <p:xfrm>
              <a:off x="5186" y="2228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06" name="Equation" r:id="rId7" imgW="228600" imgH="241200" progId="Equation.DSMT4">
                      <p:embed/>
                    </p:oleObj>
                  </mc:Choice>
                  <mc:Fallback>
                    <p:oleObj name="Equation" r:id="rId7" imgW="228600" imgH="241200" progId="Equation.DSMT4">
                      <p:embed/>
                      <p:pic>
                        <p:nvPicPr>
                          <p:cNvPr id="18" name="Object 55">
                            <a:extLst>
                              <a:ext uri="{FF2B5EF4-FFF2-40B4-BE49-F238E27FC236}">
                                <a16:creationId xmlns:a16="http://schemas.microsoft.com/office/drawing/2014/main" id="{11F14E19-1C32-43C2-9D34-40A0E0BA46E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86" y="2228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Group 36">
              <a:extLst>
                <a:ext uri="{FF2B5EF4-FFF2-40B4-BE49-F238E27FC236}">
                  <a16:creationId xmlns:a16="http://schemas.microsoft.com/office/drawing/2014/main" id="{547F3AA8-B9BE-41FC-AA49-1AE5801270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4473" y="4106894"/>
              <a:ext cx="508000" cy="230188"/>
              <a:chOff x="4992" y="2687"/>
              <a:chExt cx="320" cy="145"/>
            </a:xfrm>
          </p:grpSpPr>
          <p:sp>
            <p:nvSpPr>
              <p:cNvPr id="9" name="Rectangle 37">
                <a:extLst>
                  <a:ext uri="{FF2B5EF4-FFF2-40B4-BE49-F238E27FC236}">
                    <a16:creationId xmlns:a16="http://schemas.microsoft.com/office/drawing/2014/main" id="{C71538F9-83BB-4E01-8B5C-93CB4F21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687"/>
                <a:ext cx="172" cy="145"/>
              </a:xfrm>
              <a:prstGeom prst="rect">
                <a:avLst/>
              </a:prstGeom>
              <a:solidFill>
                <a:schemeClr val="accent1"/>
              </a:solidFill>
              <a:ln w="15875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0" name="Object 38">
                <a:extLst>
                  <a:ext uri="{FF2B5EF4-FFF2-40B4-BE49-F238E27FC236}">
                    <a16:creationId xmlns:a16="http://schemas.microsoft.com/office/drawing/2014/main" id="{64FB12E3-FC60-4ED4-9107-ED084EF92D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827959"/>
                  </p:ext>
                </p:extLst>
              </p:nvPr>
            </p:nvGraphicFramePr>
            <p:xfrm>
              <a:off x="5201" y="2696"/>
              <a:ext cx="111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07" name="Equation" r:id="rId9" imgW="177480" imgH="190440" progId="Equation.DSMT4">
                      <p:embed/>
                    </p:oleObj>
                  </mc:Choice>
                  <mc:Fallback>
                    <p:oleObj name="Equation" r:id="rId9" imgW="177480" imgH="190440" progId="Equation.DSMT4">
                      <p:embed/>
                      <p:pic>
                        <p:nvPicPr>
                          <p:cNvPr id="21" name="Object 38">
                            <a:extLst>
                              <a:ext uri="{FF2B5EF4-FFF2-40B4-BE49-F238E27FC236}">
                                <a16:creationId xmlns:a16="http://schemas.microsoft.com/office/drawing/2014/main" id="{62453675-AF1C-4905-8CEB-65241AF19CA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01" y="2696"/>
                            <a:ext cx="111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6" name="Text Box 35">
            <a:extLst>
              <a:ext uri="{FF2B5EF4-FFF2-40B4-BE49-F238E27FC236}">
                <a16:creationId xmlns:a16="http://schemas.microsoft.com/office/drawing/2014/main" id="{2D4072D1-C5BC-420A-B8DB-02CDFEB5B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82" y="1939597"/>
            <a:ext cx="32432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据牛顿第二定律得</a:t>
            </a:r>
          </a:p>
        </p:txBody>
      </p:sp>
      <p:graphicFrame>
        <p:nvGraphicFramePr>
          <p:cNvPr id="27" name="Object 36">
            <a:extLst>
              <a:ext uri="{FF2B5EF4-FFF2-40B4-BE49-F238E27FC236}">
                <a16:creationId xmlns:a16="http://schemas.microsoft.com/office/drawing/2014/main" id="{435F4498-E4E0-4D51-A0F9-F3F582425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948642"/>
              </p:ext>
            </p:extLst>
          </p:nvPr>
        </p:nvGraphicFramePr>
        <p:xfrm>
          <a:off x="3327135" y="1751329"/>
          <a:ext cx="2451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8" name="Equation" r:id="rId11" imgW="2450880" imgH="838080" progId="Equation.DSMT4">
                  <p:embed/>
                </p:oleObj>
              </mc:Choice>
              <mc:Fallback>
                <p:oleObj name="Equation" r:id="rId11" imgW="2450880" imgH="838080" progId="Equation.DSMT4">
                  <p:embed/>
                  <p:pic>
                    <p:nvPicPr>
                      <p:cNvPr id="68644" name="Object 36">
                        <a:extLst>
                          <a:ext uri="{FF2B5EF4-FFF2-40B4-BE49-F238E27FC236}">
                            <a16:creationId xmlns:a16="http://schemas.microsoft.com/office/drawing/2014/main" id="{3CAF3997-DD5B-4918-8FB0-AF0529B43D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135" y="1751329"/>
                        <a:ext cx="2451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9">
            <a:extLst>
              <a:ext uri="{FF2B5EF4-FFF2-40B4-BE49-F238E27FC236}">
                <a16:creationId xmlns:a16="http://schemas.microsoft.com/office/drawing/2014/main" id="{59A17728-05CE-46A9-A11D-BE02FF5F50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993776"/>
              </p:ext>
            </p:extLst>
          </p:nvPr>
        </p:nvGraphicFramePr>
        <p:xfrm>
          <a:off x="2165321" y="2723400"/>
          <a:ext cx="1003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9" name="Equation" r:id="rId13" imgW="1002960" imgH="736560" progId="Equation.DSMT4">
                  <p:embed/>
                </p:oleObj>
              </mc:Choice>
              <mc:Fallback>
                <p:oleObj name="Equation" r:id="rId13" imgW="1002960" imgH="736560" progId="Equation.DSMT4">
                  <p:embed/>
                  <p:pic>
                    <p:nvPicPr>
                      <p:cNvPr id="68657" name="Object 49">
                        <a:extLst>
                          <a:ext uri="{FF2B5EF4-FFF2-40B4-BE49-F238E27FC236}">
                            <a16:creationId xmlns:a16="http://schemas.microsoft.com/office/drawing/2014/main" id="{730F89B4-912B-40F0-B838-618C98938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21" y="2723400"/>
                        <a:ext cx="1003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0">
            <a:extLst>
              <a:ext uri="{FF2B5EF4-FFF2-40B4-BE49-F238E27FC236}">
                <a16:creationId xmlns:a16="http://schemas.microsoft.com/office/drawing/2014/main" id="{DF9D424C-3F3E-479D-AD5B-29950624B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129014"/>
              </p:ext>
            </p:extLst>
          </p:nvPr>
        </p:nvGraphicFramePr>
        <p:xfrm>
          <a:off x="896696" y="2713966"/>
          <a:ext cx="114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0" name="Equation" r:id="rId15" imgW="1143000" imgH="736560" progId="Equation.DSMT4">
                  <p:embed/>
                </p:oleObj>
              </mc:Choice>
              <mc:Fallback>
                <p:oleObj name="Equation" r:id="rId15" imgW="1143000" imgH="736560" progId="Equation.DSMT4">
                  <p:embed/>
                  <p:pic>
                    <p:nvPicPr>
                      <p:cNvPr id="68658" name="Object 50">
                        <a:extLst>
                          <a:ext uri="{FF2B5EF4-FFF2-40B4-BE49-F238E27FC236}">
                            <a16:creationId xmlns:a16="http://schemas.microsoft.com/office/drawing/2014/main" id="{E034C181-A325-405E-9161-CBE0BB8355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696" y="2713966"/>
                        <a:ext cx="1143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51">
            <a:extLst>
              <a:ext uri="{FF2B5EF4-FFF2-40B4-BE49-F238E27FC236}">
                <a16:creationId xmlns:a16="http://schemas.microsoft.com/office/drawing/2014/main" id="{F63D7AC1-4658-4D29-94E3-9C00FB10B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942" y="2889735"/>
            <a:ext cx="4362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则得有阻尼自由振动方程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" name="Object 52">
            <a:extLst>
              <a:ext uri="{FF2B5EF4-FFF2-40B4-BE49-F238E27FC236}">
                <a16:creationId xmlns:a16="http://schemas.microsoft.com/office/drawing/2014/main" id="{1E5A0A3B-4DF8-49FF-96C4-324F1F3F1C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186514"/>
              </p:ext>
            </p:extLst>
          </p:nvPr>
        </p:nvGraphicFramePr>
        <p:xfrm>
          <a:off x="2189850" y="3852662"/>
          <a:ext cx="260667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1" name="Equation" r:id="rId17" imgW="2692080" imgH="838080" progId="Equation.DSMT4">
                  <p:embed/>
                </p:oleObj>
              </mc:Choice>
              <mc:Fallback>
                <p:oleObj name="Equation" r:id="rId17" imgW="2692080" imgH="838080" progId="Equation.DSMT4">
                  <p:embed/>
                  <p:pic>
                    <p:nvPicPr>
                      <p:cNvPr id="68660" name="Object 52">
                        <a:extLst>
                          <a:ext uri="{FF2B5EF4-FFF2-40B4-BE49-F238E27FC236}">
                            <a16:creationId xmlns:a16="http://schemas.microsoft.com/office/drawing/2014/main" id="{5A496521-F75E-4563-B946-386164708F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850" y="3852662"/>
                        <a:ext cx="260667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56">
            <a:extLst>
              <a:ext uri="{FF2B5EF4-FFF2-40B4-BE49-F238E27FC236}">
                <a16:creationId xmlns:a16="http://schemas.microsoft.com/office/drawing/2014/main" id="{96DF0EEF-23FE-42DE-AA8A-18CDC429B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26" y="974317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阻力</a:t>
            </a:r>
          </a:p>
        </p:txBody>
      </p:sp>
      <p:graphicFrame>
        <p:nvGraphicFramePr>
          <p:cNvPr id="33" name="Object 57">
            <a:extLst>
              <a:ext uri="{FF2B5EF4-FFF2-40B4-BE49-F238E27FC236}">
                <a16:creationId xmlns:a16="http://schemas.microsoft.com/office/drawing/2014/main" id="{83CEB3CA-21A6-4D3C-A9A9-F0DF2CCCE1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623684"/>
              </p:ext>
            </p:extLst>
          </p:nvPr>
        </p:nvGraphicFramePr>
        <p:xfrm>
          <a:off x="2102313" y="876027"/>
          <a:ext cx="1397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2" name="Equation" r:id="rId19" imgW="1396800" imgH="799920" progId="Equation.DSMT4">
                  <p:embed/>
                </p:oleObj>
              </mc:Choice>
              <mc:Fallback>
                <p:oleObj name="Equation" r:id="rId19" imgW="1396800" imgH="799920" progId="Equation.DSMT4">
                  <p:embed/>
                  <p:pic>
                    <p:nvPicPr>
                      <p:cNvPr id="68665" name="Object 57">
                        <a:extLst>
                          <a:ext uri="{FF2B5EF4-FFF2-40B4-BE49-F238E27FC236}">
                            <a16:creationId xmlns:a16="http://schemas.microsoft.com/office/drawing/2014/main" id="{71C57945-2A43-4798-B880-652CC63602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313" y="876027"/>
                        <a:ext cx="1397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56">
            <a:extLst>
              <a:ext uri="{FF2B5EF4-FFF2-40B4-BE49-F238E27FC236}">
                <a16:creationId xmlns:a16="http://schemas.microsoft.com/office/drawing/2014/main" id="{DE1A0AF5-BADA-4E62-B237-F83652361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82" y="2812348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</a:p>
        </p:txBody>
      </p:sp>
    </p:spTree>
    <p:extLst>
      <p:ext uri="{BB962C8B-B14F-4D97-AF65-F5344CB8AC3E}">
        <p14:creationId xmlns:p14="http://schemas.microsoft.com/office/powerpoint/2010/main" val="345234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F3F3E37-2ACA-4D8E-95DB-2229683D84C3}"/>
              </a:ext>
            </a:extLst>
          </p:cNvPr>
          <p:cNvGrpSpPr/>
          <p:nvPr/>
        </p:nvGrpSpPr>
        <p:grpSpPr>
          <a:xfrm>
            <a:off x="7638578" y="1275606"/>
            <a:ext cx="1042987" cy="3263576"/>
            <a:chOff x="7596336" y="1694656"/>
            <a:chExt cx="1042987" cy="3263576"/>
          </a:xfrm>
        </p:grpSpPr>
        <p:grpSp>
          <p:nvGrpSpPr>
            <p:cNvPr id="3" name="Group 39">
              <a:extLst>
                <a:ext uri="{FF2B5EF4-FFF2-40B4-BE49-F238E27FC236}">
                  <a16:creationId xmlns:a16="http://schemas.microsoft.com/office/drawing/2014/main" id="{FDB4DAF4-8794-418C-892F-AC04AABCB4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336" y="1694656"/>
              <a:ext cx="1042987" cy="1754187"/>
              <a:chOff x="4792" y="1248"/>
              <a:chExt cx="657" cy="1105"/>
            </a:xfrm>
          </p:grpSpPr>
          <p:sp>
            <p:nvSpPr>
              <p:cNvPr id="11" name="Line 40">
                <a:extLst>
                  <a:ext uri="{FF2B5EF4-FFF2-40B4-BE49-F238E27FC236}">
                    <a16:creationId xmlns:a16="http://schemas.microsoft.com/office/drawing/2014/main" id="{136FE3B2-1059-4060-BBF9-4020E5614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139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41">
                <a:extLst>
                  <a:ext uri="{FF2B5EF4-FFF2-40B4-BE49-F238E27FC236}">
                    <a16:creationId xmlns:a16="http://schemas.microsoft.com/office/drawing/2014/main" id="{620E49EA-3BDE-46F7-A6A5-908A91B05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211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3" name="Group 42">
                <a:extLst>
                  <a:ext uri="{FF2B5EF4-FFF2-40B4-BE49-F238E27FC236}">
                    <a16:creationId xmlns:a16="http://schemas.microsoft.com/office/drawing/2014/main" id="{806594A6-FBB0-4C5F-8D83-57ADBB15E2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92" y="1248"/>
                <a:ext cx="657" cy="144"/>
                <a:chOff x="4792" y="1248"/>
                <a:chExt cx="657" cy="144"/>
              </a:xfrm>
            </p:grpSpPr>
            <p:sp>
              <p:nvSpPr>
                <p:cNvPr id="16" name="Line 43">
                  <a:extLst>
                    <a:ext uri="{FF2B5EF4-FFF2-40B4-BE49-F238E27FC236}">
                      <a16:creationId xmlns:a16="http://schemas.microsoft.com/office/drawing/2014/main" id="{E9FC0531-D61F-4C3B-88F0-A736BD9B53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" name="Line 44">
                  <a:extLst>
                    <a:ext uri="{FF2B5EF4-FFF2-40B4-BE49-F238E27FC236}">
                      <a16:creationId xmlns:a16="http://schemas.microsoft.com/office/drawing/2014/main" id="{0C70E1F1-391F-4EF1-B74F-8EA2CE2BFA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944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Line 45">
                  <a:extLst>
                    <a:ext uri="{FF2B5EF4-FFF2-40B4-BE49-F238E27FC236}">
                      <a16:creationId xmlns:a16="http://schemas.microsoft.com/office/drawing/2014/main" id="{414EFEDA-31D4-401C-B305-B6BD463DF8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40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" name="Line 46">
                  <a:extLst>
                    <a:ext uri="{FF2B5EF4-FFF2-40B4-BE49-F238E27FC236}">
                      <a16:creationId xmlns:a16="http://schemas.microsoft.com/office/drawing/2014/main" id="{4365C4CF-F0B2-4A7D-BCBB-7FF6FAD60A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136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Line 47">
                  <a:extLst>
                    <a:ext uri="{FF2B5EF4-FFF2-40B4-BE49-F238E27FC236}">
                      <a16:creationId xmlns:a16="http://schemas.microsoft.com/office/drawing/2014/main" id="{041B2352-C998-44C7-BC0E-62D0F73CAC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232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Line 48">
                  <a:extLst>
                    <a:ext uri="{FF2B5EF4-FFF2-40B4-BE49-F238E27FC236}">
                      <a16:creationId xmlns:a16="http://schemas.microsoft.com/office/drawing/2014/main" id="{ED2C1DA9-953A-497C-B701-7569DFF852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328" y="1248"/>
                  <a:ext cx="96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Line 49">
                  <a:extLst>
                    <a:ext uri="{FF2B5EF4-FFF2-40B4-BE49-F238E27FC236}">
                      <a16:creationId xmlns:a16="http://schemas.microsoft.com/office/drawing/2014/main" id="{1EFC170F-4CA5-4B6F-9BAE-A07F1D8F10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92" y="1392"/>
                  <a:ext cx="65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" name="Freeform 50">
                <a:extLst>
                  <a:ext uri="{FF2B5EF4-FFF2-40B4-BE49-F238E27FC236}">
                    <a16:creationId xmlns:a16="http://schemas.microsoft.com/office/drawing/2014/main" id="{5451FBE7-B5BE-4909-9545-7B5F9D7C5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0" y="1488"/>
                <a:ext cx="144" cy="624"/>
              </a:xfrm>
              <a:custGeom>
                <a:avLst/>
                <a:gdLst>
                  <a:gd name="T0" fmla="*/ 48 w 144"/>
                  <a:gd name="T1" fmla="*/ 0 h 624"/>
                  <a:gd name="T2" fmla="*/ 144 w 144"/>
                  <a:gd name="T3" fmla="*/ 0 h 624"/>
                  <a:gd name="T4" fmla="*/ 0 w 144"/>
                  <a:gd name="T5" fmla="*/ 96 h 624"/>
                  <a:gd name="T6" fmla="*/ 144 w 144"/>
                  <a:gd name="T7" fmla="*/ 144 h 624"/>
                  <a:gd name="T8" fmla="*/ 0 w 144"/>
                  <a:gd name="T9" fmla="*/ 240 h 624"/>
                  <a:gd name="T10" fmla="*/ 144 w 144"/>
                  <a:gd name="T11" fmla="*/ 288 h 624"/>
                  <a:gd name="T12" fmla="*/ 0 w 144"/>
                  <a:gd name="T13" fmla="*/ 384 h 624"/>
                  <a:gd name="T14" fmla="*/ 144 w 144"/>
                  <a:gd name="T15" fmla="*/ 432 h 624"/>
                  <a:gd name="T16" fmla="*/ 0 w 144"/>
                  <a:gd name="T17" fmla="*/ 528 h 624"/>
                  <a:gd name="T18" fmla="*/ 144 w 144"/>
                  <a:gd name="T19" fmla="*/ 576 h 624"/>
                  <a:gd name="T20" fmla="*/ 48 w 144"/>
                  <a:gd name="T21" fmla="*/ 624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4" h="624">
                    <a:moveTo>
                      <a:pt x="48" y="0"/>
                    </a:moveTo>
                    <a:lnTo>
                      <a:pt x="144" y="0"/>
                    </a:lnTo>
                    <a:lnTo>
                      <a:pt x="0" y="96"/>
                    </a:lnTo>
                    <a:lnTo>
                      <a:pt x="144" y="144"/>
                    </a:lnTo>
                    <a:lnTo>
                      <a:pt x="0" y="240"/>
                    </a:lnTo>
                    <a:lnTo>
                      <a:pt x="144" y="288"/>
                    </a:lnTo>
                    <a:lnTo>
                      <a:pt x="0" y="384"/>
                    </a:lnTo>
                    <a:lnTo>
                      <a:pt x="144" y="432"/>
                    </a:lnTo>
                    <a:lnTo>
                      <a:pt x="0" y="528"/>
                    </a:lnTo>
                    <a:lnTo>
                      <a:pt x="144" y="576"/>
                    </a:lnTo>
                    <a:lnTo>
                      <a:pt x="48" y="624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51">
                <a:extLst>
                  <a:ext uri="{FF2B5EF4-FFF2-40B4-BE49-F238E27FC236}">
                    <a16:creationId xmlns:a16="http://schemas.microsoft.com/office/drawing/2014/main" id="{23048B8F-6354-47D5-8989-07F4ADE7EF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1" y="2208"/>
                <a:ext cx="172" cy="14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52">
              <a:extLst>
                <a:ext uri="{FF2B5EF4-FFF2-40B4-BE49-F238E27FC236}">
                  <a16:creationId xmlns:a16="http://schemas.microsoft.com/office/drawing/2014/main" id="{89260F52-3839-4B56-AD4E-37B077CFE5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79040" y="3224682"/>
              <a:ext cx="476250" cy="1733550"/>
              <a:chOff x="5030" y="2228"/>
              <a:chExt cx="300" cy="1092"/>
            </a:xfrm>
          </p:grpSpPr>
          <p:sp>
            <p:nvSpPr>
              <p:cNvPr id="8" name="Line 53">
                <a:extLst>
                  <a:ext uri="{FF2B5EF4-FFF2-40B4-BE49-F238E27FC236}">
                    <a16:creationId xmlns:a16="http://schemas.microsoft.com/office/drawing/2014/main" id="{7BC1D6CF-602D-49E8-9271-CBD8F7BA44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2304"/>
                <a:ext cx="0" cy="86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9" name="Object 54">
                <a:extLst>
                  <a:ext uri="{FF2B5EF4-FFF2-40B4-BE49-F238E27FC236}">
                    <a16:creationId xmlns:a16="http://schemas.microsoft.com/office/drawing/2014/main" id="{A4384FF6-FCE2-4685-A1C7-E0995CAF02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09881463"/>
                  </p:ext>
                </p:extLst>
              </p:nvPr>
            </p:nvGraphicFramePr>
            <p:xfrm>
              <a:off x="5030" y="3200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60" name="Equation" r:id="rId3" imgW="177480" imgH="190440" progId="Equation.DSMT4">
                      <p:embed/>
                    </p:oleObj>
                  </mc:Choice>
                  <mc:Fallback>
                    <p:oleObj name="Equation" r:id="rId3" imgW="177480" imgH="190440" progId="Equation.DSMT4">
                      <p:embed/>
                      <p:pic>
                        <p:nvPicPr>
                          <p:cNvPr id="12" name="Object 54">
                            <a:extLst>
                              <a:ext uri="{FF2B5EF4-FFF2-40B4-BE49-F238E27FC236}">
                                <a16:creationId xmlns:a16="http://schemas.microsoft.com/office/drawing/2014/main" id="{9712146A-06CE-4D4F-AF0D-44BC64291FF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30" y="3200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Object 55">
                <a:extLst>
                  <a:ext uri="{FF2B5EF4-FFF2-40B4-BE49-F238E27FC236}">
                    <a16:creationId xmlns:a16="http://schemas.microsoft.com/office/drawing/2014/main" id="{85AF355C-A8DC-4AB0-B109-D598D6E5A49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1257683"/>
                  </p:ext>
                </p:extLst>
              </p:nvPr>
            </p:nvGraphicFramePr>
            <p:xfrm>
              <a:off x="5186" y="2228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61" name="Equation" r:id="rId5" imgW="228600" imgH="241200" progId="Equation.DSMT4">
                      <p:embed/>
                    </p:oleObj>
                  </mc:Choice>
                  <mc:Fallback>
                    <p:oleObj name="Equation" r:id="rId5" imgW="228600" imgH="241200" progId="Equation.DSMT4">
                      <p:embed/>
                      <p:pic>
                        <p:nvPicPr>
                          <p:cNvPr id="13" name="Object 55">
                            <a:extLst>
                              <a:ext uri="{FF2B5EF4-FFF2-40B4-BE49-F238E27FC236}">
                                <a16:creationId xmlns:a16="http://schemas.microsoft.com/office/drawing/2014/main" id="{0E7DEEE5-CA4F-4F13-846C-0253B136A1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86" y="2228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" name="Group 36">
              <a:extLst>
                <a:ext uri="{FF2B5EF4-FFF2-40B4-BE49-F238E27FC236}">
                  <a16:creationId xmlns:a16="http://schemas.microsoft.com/office/drawing/2014/main" id="{1DF7BEF1-0D44-4EA4-939D-357B1389C8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4473" y="4106894"/>
              <a:ext cx="508000" cy="230188"/>
              <a:chOff x="4992" y="2687"/>
              <a:chExt cx="320" cy="145"/>
            </a:xfrm>
          </p:grpSpPr>
          <p:sp>
            <p:nvSpPr>
              <p:cNvPr id="6" name="Rectangle 37">
                <a:extLst>
                  <a:ext uri="{FF2B5EF4-FFF2-40B4-BE49-F238E27FC236}">
                    <a16:creationId xmlns:a16="http://schemas.microsoft.com/office/drawing/2014/main" id="{1B1ECAA4-56C7-4B70-AB78-6834E39D4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687"/>
                <a:ext cx="172" cy="145"/>
              </a:xfrm>
              <a:prstGeom prst="rect">
                <a:avLst/>
              </a:prstGeom>
              <a:solidFill>
                <a:schemeClr val="accent1"/>
              </a:solidFill>
              <a:ln w="15875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7" name="Object 38">
                <a:extLst>
                  <a:ext uri="{FF2B5EF4-FFF2-40B4-BE49-F238E27FC236}">
                    <a16:creationId xmlns:a16="http://schemas.microsoft.com/office/drawing/2014/main" id="{637B7ABD-49DD-44A5-B56F-6AD1F79C1A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6610926"/>
                  </p:ext>
                </p:extLst>
              </p:nvPr>
            </p:nvGraphicFramePr>
            <p:xfrm>
              <a:off x="5201" y="2696"/>
              <a:ext cx="111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62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10" name="Object 38">
                            <a:extLst>
                              <a:ext uri="{FF2B5EF4-FFF2-40B4-BE49-F238E27FC236}">
                                <a16:creationId xmlns:a16="http://schemas.microsoft.com/office/drawing/2014/main" id="{64FB12E3-FC60-4ED4-9107-ED084EF92D2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01" y="2696"/>
                            <a:ext cx="111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3" name="Text Box 60">
            <a:extLst>
              <a:ext uri="{FF2B5EF4-FFF2-40B4-BE49-F238E27FC236}">
                <a16:creationId xmlns:a16="http://schemas.microsoft.com/office/drawing/2014/main" id="{9E358D1B-42AC-4A3D-8F47-96141C675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402554"/>
            <a:ext cx="2553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(2)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强迫振动情况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.</a:t>
            </a:r>
          </a:p>
        </p:txBody>
      </p:sp>
      <p:sp>
        <p:nvSpPr>
          <p:cNvPr id="24" name="Text Box 61">
            <a:extLst>
              <a:ext uri="{FF2B5EF4-FFF2-40B4-BE49-F238E27FC236}">
                <a16:creationId xmlns:a16="http://schemas.microsoft.com/office/drawing/2014/main" id="{4C4BB79E-75F8-4A67-90D5-686F4C056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21" y="1029379"/>
            <a:ext cx="68808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若物体在运动过程中还受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铅直外力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周期性外力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5" name="Object 62">
            <a:extLst>
              <a:ext uri="{FF2B5EF4-FFF2-40B4-BE49-F238E27FC236}">
                <a16:creationId xmlns:a16="http://schemas.microsoft.com/office/drawing/2014/main" id="{396F8F23-5A9F-4315-93D1-6405884C11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309482"/>
              </p:ext>
            </p:extLst>
          </p:nvPr>
        </p:nvGraphicFramePr>
        <p:xfrm>
          <a:off x="2957041" y="1867337"/>
          <a:ext cx="16478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3" name="Equation" r:id="rId9" imgW="1701720" imgH="342720" progId="Equation.DSMT4">
                  <p:embed/>
                </p:oleObj>
              </mc:Choice>
              <mc:Fallback>
                <p:oleObj name="Equation" r:id="rId9" imgW="1701720" imgH="342720" progId="Equation.DSMT4">
                  <p:embed/>
                  <p:pic>
                    <p:nvPicPr>
                      <p:cNvPr id="68670" name="Object 62">
                        <a:extLst>
                          <a:ext uri="{FF2B5EF4-FFF2-40B4-BE49-F238E27FC236}">
                            <a16:creationId xmlns:a16="http://schemas.microsoft.com/office/drawing/2014/main" id="{97F6540B-1B4A-442A-BAE5-D8C64132C9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041" y="1867337"/>
                        <a:ext cx="164782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4">
            <a:extLst>
              <a:ext uri="{FF2B5EF4-FFF2-40B4-BE49-F238E27FC236}">
                <a16:creationId xmlns:a16="http://schemas.microsoft.com/office/drawing/2014/main" id="{71680AE4-66E7-47C3-8FF0-9825677B64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17417"/>
              </p:ext>
            </p:extLst>
          </p:nvPr>
        </p:nvGraphicFramePr>
        <p:xfrm>
          <a:off x="1246886" y="2569888"/>
          <a:ext cx="84772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4" name="Equation" r:id="rId11" imgW="876240" imgH="736560" progId="Equation.DSMT4">
                  <p:embed/>
                </p:oleObj>
              </mc:Choice>
              <mc:Fallback>
                <p:oleObj name="Equation" r:id="rId11" imgW="876240" imgH="736560" progId="Equation.DSMT4">
                  <p:embed/>
                  <p:pic>
                    <p:nvPicPr>
                      <p:cNvPr id="68672" name="Object 64">
                        <a:extLst>
                          <a:ext uri="{FF2B5EF4-FFF2-40B4-BE49-F238E27FC236}">
                            <a16:creationId xmlns:a16="http://schemas.microsoft.com/office/drawing/2014/main" id="{4812DA7B-5293-4D2C-A208-AB85AFE255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886" y="2569888"/>
                        <a:ext cx="84772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65">
            <a:extLst>
              <a:ext uri="{FF2B5EF4-FFF2-40B4-BE49-F238E27FC236}">
                <a16:creationId xmlns:a16="http://schemas.microsoft.com/office/drawing/2014/main" id="{5C4448FB-3720-4704-A03D-9F1069921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597" y="2669977"/>
            <a:ext cx="2659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则得强迫振动方程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8" name="Object 66">
            <a:extLst>
              <a:ext uri="{FF2B5EF4-FFF2-40B4-BE49-F238E27FC236}">
                <a16:creationId xmlns:a16="http://schemas.microsoft.com/office/drawing/2014/main" id="{A0A139A1-1AF4-4467-AF5D-205AE3B46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907916"/>
              </p:ext>
            </p:extLst>
          </p:nvPr>
        </p:nvGraphicFramePr>
        <p:xfrm>
          <a:off x="1969102" y="3656723"/>
          <a:ext cx="330835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5" name="Equation" r:id="rId13" imgW="3416040" imgH="838080" progId="Equation.DSMT4">
                  <p:embed/>
                </p:oleObj>
              </mc:Choice>
              <mc:Fallback>
                <p:oleObj name="Equation" r:id="rId13" imgW="3416040" imgH="838080" progId="Equation.DSMT4">
                  <p:embed/>
                  <p:pic>
                    <p:nvPicPr>
                      <p:cNvPr id="68674" name="Object 66">
                        <a:extLst>
                          <a:ext uri="{FF2B5EF4-FFF2-40B4-BE49-F238E27FC236}">
                            <a16:creationId xmlns:a16="http://schemas.microsoft.com/office/drawing/2014/main" id="{B122553D-25B3-457C-9B39-67E81BD9E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9102" y="3656723"/>
                        <a:ext cx="330835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B68FEC4B-034C-4F36-9164-DDDCD81A9456}"/>
              </a:ext>
            </a:extLst>
          </p:cNvPr>
          <p:cNvSpPr/>
          <p:nvPr/>
        </p:nvSpPr>
        <p:spPr>
          <a:xfrm>
            <a:off x="700435" y="264720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739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4DF1B9D-06AD-48E2-B6E7-38C13A49D7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158843"/>
              </p:ext>
            </p:extLst>
          </p:nvPr>
        </p:nvGraphicFramePr>
        <p:xfrm>
          <a:off x="2358718" y="1196093"/>
          <a:ext cx="35083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Equation" r:id="rId3" imgW="3429000" imgH="355320" progId="Equation.DSMT4">
                  <p:embed/>
                </p:oleObj>
              </mc:Choice>
              <mc:Fallback>
                <p:oleObj name="Equation" r:id="rId3" imgW="342900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4B1BFA3-8464-4915-AD50-167F84589A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718" y="1196093"/>
                        <a:ext cx="350837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BD0BCB8-F04D-45D2-9538-DC2D8C46096F}"/>
              </a:ext>
            </a:extLst>
          </p:cNvPr>
          <p:cNvSpPr/>
          <p:nvPr/>
        </p:nvSpPr>
        <p:spPr>
          <a:xfrm>
            <a:off x="453981" y="594996"/>
            <a:ext cx="30123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64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二阶线性微分方程</a:t>
            </a:r>
            <a:endParaRPr lang="zh-CN" altLang="zh-CN" sz="2400" dirty="0">
              <a:solidFill>
                <a:srgbClr val="0064FF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C493D94-4665-4CAA-9C9A-DCF26C704F39}"/>
              </a:ext>
            </a:extLst>
          </p:cNvPr>
          <p:cNvGrpSpPr/>
          <p:nvPr/>
        </p:nvGrpSpPr>
        <p:grpSpPr>
          <a:xfrm>
            <a:off x="430243" y="1653852"/>
            <a:ext cx="2015787" cy="461665"/>
            <a:chOff x="611560" y="1408111"/>
            <a:chExt cx="2015787" cy="461665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303E5D5A-D668-4D08-99F7-47E0B3F9A9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4186541"/>
                </p:ext>
              </p:extLst>
            </p:nvPr>
          </p:nvGraphicFramePr>
          <p:xfrm>
            <a:off x="1451009" y="1481524"/>
            <a:ext cx="1176338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0" name="Equation" r:id="rId5" imgW="1143000" imgH="342720" progId="Equation.DSMT4">
                    <p:embed/>
                  </p:oleObj>
                </mc:Choice>
                <mc:Fallback>
                  <p:oleObj name="Equation" r:id="rId5" imgW="114300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A3A0D314-B419-4228-AA59-EBD54D0ECA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009" y="1481524"/>
                          <a:ext cx="1176338" cy="357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B9C8B19-DEFA-4894-9BFA-856C409FC0E7}"/>
                </a:ext>
              </a:extLst>
            </p:cNvPr>
            <p:cNvSpPr/>
            <p:nvPr/>
          </p:nvSpPr>
          <p:spPr>
            <a:xfrm>
              <a:off x="611560" y="1408111"/>
              <a:ext cx="72008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若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7B5E5A1B-DA29-4208-8685-22779D6F75A7}"/>
              </a:ext>
            </a:extLst>
          </p:cNvPr>
          <p:cNvSpPr/>
          <p:nvPr/>
        </p:nvSpPr>
        <p:spPr>
          <a:xfrm>
            <a:off x="2061416" y="1639519"/>
            <a:ext cx="11560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方程</a:t>
            </a:r>
            <a:endParaRPr lang="zh-CN" altLang="zh-CN" sz="2400" dirty="0">
              <a:solidFill>
                <a:prstClr val="black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D93F420-A2A4-434D-ABD3-C0CB55F67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502934"/>
              </p:ext>
            </p:extLst>
          </p:nvPr>
        </p:nvGraphicFramePr>
        <p:xfrm>
          <a:off x="2483768" y="2519016"/>
          <a:ext cx="29749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Equation" r:id="rId7" imgW="2908080" imgH="355320" progId="Equation.DSMT4">
                  <p:embed/>
                </p:oleObj>
              </mc:Choice>
              <mc:Fallback>
                <p:oleObj name="Equation" r:id="rId7" imgW="2908080" imgH="355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3D67235-620A-450B-8984-6073D53868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519016"/>
                        <a:ext cx="29749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7DDA70BE-528C-4636-B99D-826F6F081D0F}"/>
              </a:ext>
            </a:extLst>
          </p:cNvPr>
          <p:cNvGrpSpPr/>
          <p:nvPr/>
        </p:nvGrpSpPr>
        <p:grpSpPr>
          <a:xfrm>
            <a:off x="356105" y="3390153"/>
            <a:ext cx="2089925" cy="461665"/>
            <a:chOff x="619938" y="3241897"/>
            <a:chExt cx="2089925" cy="461665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E2B864BB-B2F2-4079-B352-64B104A692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3451345"/>
                </p:ext>
              </p:extLst>
            </p:nvPr>
          </p:nvGraphicFramePr>
          <p:xfrm>
            <a:off x="1455738" y="3294136"/>
            <a:ext cx="1254125" cy="35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2" name="Equation" r:id="rId9" imgW="1218960" imgH="342720" progId="Equation.DSMT4">
                    <p:embed/>
                  </p:oleObj>
                </mc:Choice>
                <mc:Fallback>
                  <p:oleObj name="Equation" r:id="rId9" imgW="121896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1851857E-668E-4DEE-91E6-9C1764857E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5738" y="3294136"/>
                          <a:ext cx="1254125" cy="357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8946963-E524-4FB4-9A25-B64F13D0168C}"/>
                </a:ext>
              </a:extLst>
            </p:cNvPr>
            <p:cNvSpPr/>
            <p:nvPr/>
          </p:nvSpPr>
          <p:spPr>
            <a:xfrm>
              <a:off x="619938" y="3241897"/>
              <a:ext cx="72008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若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itchFamily="2" charset="-122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A2537675-FA07-4BAD-9480-E3BA5503D391}"/>
              </a:ext>
            </a:extLst>
          </p:cNvPr>
          <p:cNvSpPr/>
          <p:nvPr/>
        </p:nvSpPr>
        <p:spPr>
          <a:xfrm>
            <a:off x="2216264" y="3317672"/>
            <a:ext cx="11560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方程</a:t>
            </a:r>
            <a:endParaRPr lang="zh-CN" altLang="zh-CN" sz="2400" dirty="0">
              <a:solidFill>
                <a:prstClr val="black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3866AF1-197C-4BFE-8DD7-DBF85C96E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608531"/>
              </p:ext>
            </p:extLst>
          </p:nvPr>
        </p:nvGraphicFramePr>
        <p:xfrm>
          <a:off x="2446030" y="3855562"/>
          <a:ext cx="34290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Equation" r:id="rId11" imgW="3352680" imgH="355320" progId="Equation.DSMT4">
                  <p:embed/>
                </p:oleObj>
              </mc:Choice>
              <mc:Fallback>
                <p:oleObj name="Equation" r:id="rId11" imgW="3352680" imgH="355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AAF498A-9C35-4B44-AF69-55553C5992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030" y="3855562"/>
                        <a:ext cx="34290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5ECC647F-CB44-4C30-ABF0-F965C40E2663}"/>
              </a:ext>
            </a:extLst>
          </p:cNvPr>
          <p:cNvSpPr/>
          <p:nvPr/>
        </p:nvSpPr>
        <p:spPr>
          <a:xfrm>
            <a:off x="6248712" y="2239914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BD5934-A1F6-4CF5-8C5C-4F82B061B5C5}"/>
              </a:ext>
            </a:extLst>
          </p:cNvPr>
          <p:cNvSpPr/>
          <p:nvPr/>
        </p:nvSpPr>
        <p:spPr>
          <a:xfrm>
            <a:off x="6259578" y="3736360"/>
            <a:ext cx="8420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84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735DF16-C59A-4968-934C-AF103DDC2E8B}"/>
              </a:ext>
            </a:extLst>
          </p:cNvPr>
          <p:cNvGrpSpPr/>
          <p:nvPr/>
        </p:nvGrpSpPr>
        <p:grpSpPr>
          <a:xfrm>
            <a:off x="539552" y="195486"/>
            <a:ext cx="4174591" cy="461665"/>
            <a:chOff x="907375" y="397523"/>
            <a:chExt cx="4174591" cy="461665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017BE208-1AE1-4106-9D0D-D6C89DCF27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2612858"/>
                </p:ext>
              </p:extLst>
            </p:nvPr>
          </p:nvGraphicFramePr>
          <p:xfrm>
            <a:off x="2509292" y="55552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8" name="Equation" r:id="rId3" imgW="190440" imgH="203040" progId="Equation.DSMT4">
                    <p:embed/>
                  </p:oleObj>
                </mc:Choice>
                <mc:Fallback>
                  <p:oleObj name="Equation" r:id="rId3" imgW="190440" imgH="20304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0AFAC0CA-04C4-4AEC-A5EF-F084B9CA296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09292" y="55552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8882983-5BD6-42C7-8830-E7CB09100184}"/>
                </a:ext>
              </a:extLst>
            </p:cNvPr>
            <p:cNvSpPr/>
            <p:nvPr/>
          </p:nvSpPr>
          <p:spPr>
            <a:xfrm>
              <a:off x="907375" y="397523"/>
              <a:ext cx="417459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一般地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，   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阶线性微分方程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5569F47-60EF-4AA9-A5AC-8B57508C45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841657"/>
              </p:ext>
            </p:extLst>
          </p:nvPr>
        </p:nvGraphicFramePr>
        <p:xfrm>
          <a:off x="1187624" y="898745"/>
          <a:ext cx="60579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9" name="Equation" r:id="rId5" imgW="5918040" imgH="419040" progId="Equation.DSMT4">
                  <p:embed/>
                </p:oleObj>
              </mc:Choice>
              <mc:Fallback>
                <p:oleObj name="Equation" r:id="rId5" imgW="5918040" imgH="419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A7194AC-10DC-4A67-AC5D-2819ED5C06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898745"/>
                        <a:ext cx="6057900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1E2FAE1-AAF9-47E4-8D29-E042932DE9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165956"/>
              </p:ext>
            </p:extLst>
          </p:nvPr>
        </p:nvGraphicFramePr>
        <p:xfrm>
          <a:off x="1402711" y="1592776"/>
          <a:ext cx="117633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0" name="Equation" r:id="rId7" imgW="1143000" imgH="342720" progId="Equation.DSMT4">
                  <p:embed/>
                </p:oleObj>
              </mc:Choice>
              <mc:Fallback>
                <p:oleObj name="Equation" r:id="rId7" imgW="114300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F4850D5-6BF3-4EFC-88DA-FC17ABD0FB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711" y="1592776"/>
                        <a:ext cx="1176338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1CA793A-A825-4402-8CA8-69BDA609B331}"/>
              </a:ext>
            </a:extLst>
          </p:cNvPr>
          <p:cNvSpPr/>
          <p:nvPr/>
        </p:nvSpPr>
        <p:spPr>
          <a:xfrm>
            <a:off x="480559" y="1488298"/>
            <a:ext cx="720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若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宋体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2194E5D-F0A5-47D6-9C0F-21847D321328}"/>
              </a:ext>
            </a:extLst>
          </p:cNvPr>
          <p:cNvGrpSpPr/>
          <p:nvPr/>
        </p:nvGrpSpPr>
        <p:grpSpPr>
          <a:xfrm>
            <a:off x="2626847" y="1513662"/>
            <a:ext cx="5129751" cy="465882"/>
            <a:chOff x="2580737" y="1586993"/>
            <a:chExt cx="5129751" cy="46588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4BF6C48-5230-4E30-9E60-B5A64A88D29E}"/>
                </a:ext>
              </a:extLst>
            </p:cNvPr>
            <p:cNvSpPr/>
            <p:nvPr/>
          </p:nvSpPr>
          <p:spPr>
            <a:xfrm>
              <a:off x="4067944" y="1586993"/>
              <a:ext cx="36425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阶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齐次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线性微分方程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9B0A82C-5BCD-4D24-9F01-DC34C347D86D}"/>
                </a:ext>
              </a:extLst>
            </p:cNvPr>
            <p:cNvSpPr/>
            <p:nvPr/>
          </p:nvSpPr>
          <p:spPr>
            <a:xfrm>
              <a:off x="2580737" y="1591210"/>
              <a:ext cx="179889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(3)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称为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74FCD31D-527A-4FD2-9E9D-CA67ABBE10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9457567"/>
                </p:ext>
              </p:extLst>
            </p:nvPr>
          </p:nvGraphicFramePr>
          <p:xfrm>
            <a:off x="4283968" y="173892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1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FA3C660C-918D-4BC3-BEB2-1592BDB1CEC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83968" y="173892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AA9F9A5-9FFB-4D5F-BCC5-D0993983B8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06549"/>
              </p:ext>
            </p:extLst>
          </p:nvPr>
        </p:nvGraphicFramePr>
        <p:xfrm>
          <a:off x="1331960" y="2318872"/>
          <a:ext cx="12541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2" name="Equation" r:id="rId11" imgW="1218960" imgH="342720" progId="Equation.DSMT4">
                  <p:embed/>
                </p:oleObj>
              </mc:Choice>
              <mc:Fallback>
                <p:oleObj name="Equation" r:id="rId11" imgW="121896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B940D3C-12E8-4343-B3AB-77189D1B4C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60" y="2318872"/>
                        <a:ext cx="1254125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4DC8DF51-EF15-41E2-B4F1-C533D4814EB3}"/>
              </a:ext>
            </a:extLst>
          </p:cNvPr>
          <p:cNvSpPr/>
          <p:nvPr/>
        </p:nvSpPr>
        <p:spPr>
          <a:xfrm>
            <a:off x="509908" y="2244012"/>
            <a:ext cx="720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若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宋体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13D582-9356-43E2-8DF0-F4E7BEE05E40}"/>
              </a:ext>
            </a:extLst>
          </p:cNvPr>
          <p:cNvSpPr/>
          <p:nvPr/>
        </p:nvSpPr>
        <p:spPr>
          <a:xfrm>
            <a:off x="7245524" y="872055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8911D10-91A1-4722-B1C7-AA166644AD95}"/>
              </a:ext>
            </a:extLst>
          </p:cNvPr>
          <p:cNvGrpSpPr/>
          <p:nvPr/>
        </p:nvGrpSpPr>
        <p:grpSpPr>
          <a:xfrm>
            <a:off x="2628104" y="2266027"/>
            <a:ext cx="5129751" cy="465882"/>
            <a:chOff x="2580737" y="1586993"/>
            <a:chExt cx="5129751" cy="46588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C32DE96-551A-4764-B088-E291BB49EA06}"/>
                </a:ext>
              </a:extLst>
            </p:cNvPr>
            <p:cNvSpPr/>
            <p:nvPr/>
          </p:nvSpPr>
          <p:spPr>
            <a:xfrm>
              <a:off x="4067944" y="1586993"/>
              <a:ext cx="36425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阶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非齐次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线性微分方程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C8F7FBD-F9B4-47E5-B971-3F88BAF2A826}"/>
                </a:ext>
              </a:extLst>
            </p:cNvPr>
            <p:cNvSpPr/>
            <p:nvPr/>
          </p:nvSpPr>
          <p:spPr>
            <a:xfrm>
              <a:off x="2580737" y="1591210"/>
              <a:ext cx="179889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(3)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称为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7AC379F9-E856-421F-A9D7-7BB211B268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9219177"/>
                </p:ext>
              </p:extLst>
            </p:nvPr>
          </p:nvGraphicFramePr>
          <p:xfrm>
            <a:off x="4283968" y="173892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3" name="Equation" r:id="rId13" imgW="190440" imgH="203040" progId="Equation.DSMT4">
                    <p:embed/>
                  </p:oleObj>
                </mc:Choice>
                <mc:Fallback>
                  <p:oleObj name="Equation" r:id="rId13" imgW="190440" imgH="20304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B7415843-3920-4EA7-B43F-D9F934AD1B1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83968" y="173892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019AC664-C9D5-4583-A5FF-890CCD2D727C}"/>
              </a:ext>
            </a:extLst>
          </p:cNvPr>
          <p:cNvSpPr/>
          <p:nvPr/>
        </p:nvSpPr>
        <p:spPr>
          <a:xfrm>
            <a:off x="611880" y="3020608"/>
            <a:ext cx="720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如</a:t>
            </a:r>
            <a:endParaRPr lang="zh-CN" altLang="zh-CN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宋体" pitchFamily="2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4072371-1E7A-4402-8FD5-A8CE1C461D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020858"/>
              </p:ext>
            </p:extLst>
          </p:nvPr>
        </p:nvGraphicFramePr>
        <p:xfrm>
          <a:off x="1776935" y="2846981"/>
          <a:ext cx="185896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4" name="Equation" r:id="rId14" imgW="1815840" imgH="736560" progId="Equation.DSMT4">
                  <p:embed/>
                </p:oleObj>
              </mc:Choice>
              <mc:Fallback>
                <p:oleObj name="Equation" r:id="rId14" imgW="1815840" imgH="7365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19CF20E1-5893-414D-8B7C-D9DD15058F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935" y="2846981"/>
                        <a:ext cx="1858962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1EA0CC3-44FE-483B-9A3F-77893A2932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593858"/>
              </p:ext>
            </p:extLst>
          </p:nvPr>
        </p:nvGraphicFramePr>
        <p:xfrm>
          <a:off x="893767" y="3810879"/>
          <a:ext cx="34734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5" name="Equation" r:id="rId16" imgW="3479760" imgH="406080" progId="Equation.DSMT4">
                  <p:embed/>
                </p:oleObj>
              </mc:Choice>
              <mc:Fallback>
                <p:oleObj name="Equation" r:id="rId16" imgW="3479760" imgH="4060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0C34BD3-B2AF-42EF-9770-288880C2F1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7" y="3810879"/>
                        <a:ext cx="347345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0D2E5E0-CD37-4FAD-A6AA-71C6629FBF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475441"/>
              </p:ext>
            </p:extLst>
          </p:nvPr>
        </p:nvGraphicFramePr>
        <p:xfrm>
          <a:off x="5508104" y="3384708"/>
          <a:ext cx="24463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6" name="Equation" r:id="rId18" imgW="2450880" imgH="406080" progId="Equation.DSMT4">
                  <p:embed/>
                </p:oleObj>
              </mc:Choice>
              <mc:Fallback>
                <p:oleObj name="Equation" r:id="rId18" imgW="2450880" imgH="4060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D5963A1A-7949-4083-8433-54BDEC2BC0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3384708"/>
                        <a:ext cx="2446338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E4F61081-604C-4CDD-96BE-05CA08F99A10}"/>
              </a:ext>
            </a:extLst>
          </p:cNvPr>
          <p:cNvSpPr/>
          <p:nvPr/>
        </p:nvSpPr>
        <p:spPr>
          <a:xfrm>
            <a:off x="1654018" y="4280717"/>
            <a:ext cx="29448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线性方程</a:t>
            </a:r>
            <a:endParaRPr lang="zh-CN" altLang="zh-CN" sz="2000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8AAA873-0C11-4F03-8B9C-1668CAE01340}"/>
              </a:ext>
            </a:extLst>
          </p:cNvPr>
          <p:cNvSpPr/>
          <p:nvPr/>
        </p:nvSpPr>
        <p:spPr>
          <a:xfrm>
            <a:off x="5373421" y="4017224"/>
            <a:ext cx="18851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非线性方程</a:t>
            </a:r>
            <a:endParaRPr lang="zh-CN" altLang="zh-CN" sz="2000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0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9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2DCECF5-0517-41CA-B78E-90644E313733}"/>
              </a:ext>
            </a:extLst>
          </p:cNvPr>
          <p:cNvSpPr/>
          <p:nvPr/>
        </p:nvSpPr>
        <p:spPr>
          <a:xfrm>
            <a:off x="657366" y="401708"/>
            <a:ext cx="1471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回顾</a:t>
            </a:r>
            <a:endParaRPr lang="zh-CN" altLang="zh-CN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  <a:cs typeface="宋体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5FFE6A-3A09-4B79-9D6B-5A6E1D7D2BEC}"/>
              </a:ext>
            </a:extLst>
          </p:cNvPr>
          <p:cNvSpPr/>
          <p:nvPr/>
        </p:nvSpPr>
        <p:spPr>
          <a:xfrm>
            <a:off x="1547664" y="382084"/>
            <a:ext cx="39222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一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阶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线性非齐次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微分方程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08198F6-6B8A-477E-B05D-C948169AC3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985390"/>
              </p:ext>
            </p:extLst>
          </p:nvPr>
        </p:nvGraphicFramePr>
        <p:xfrm>
          <a:off x="3204901" y="1043027"/>
          <a:ext cx="232568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2" name="Equation" r:id="rId3" imgW="2273040" imgH="355320" progId="Equation.DSMT4">
                  <p:embed/>
                </p:oleObj>
              </mc:Choice>
              <mc:Fallback>
                <p:oleObj name="Equation" r:id="rId3" imgW="227304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3D60663-9222-4A95-833A-1BBEB15FEC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4901" y="1043027"/>
                        <a:ext cx="2325687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DB57791-B407-4B3D-8D0F-B39F43F085FA}"/>
              </a:ext>
            </a:extLst>
          </p:cNvPr>
          <p:cNvSpPr/>
          <p:nvPr/>
        </p:nvSpPr>
        <p:spPr>
          <a:xfrm>
            <a:off x="53379" y="1620643"/>
            <a:ext cx="42442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其通解表达式为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7C487F51-FDB2-4423-A599-A658A28FD3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00714"/>
              </p:ext>
            </p:extLst>
          </p:nvPr>
        </p:nvGraphicFramePr>
        <p:xfrm>
          <a:off x="2175482" y="2376825"/>
          <a:ext cx="4902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" name="Equation" r:id="rId5" imgW="4902120" imgH="609480" progId="Equation.DSMT4">
                  <p:embed/>
                </p:oleObj>
              </mc:Choice>
              <mc:Fallback>
                <p:oleObj name="Equation" r:id="rId5" imgW="4902120" imgH="60948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F104A434-2421-4990-A960-087D021820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482" y="2376825"/>
                        <a:ext cx="49022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ED854E4-B5AA-453F-A3DB-38742D3CC883}"/>
              </a:ext>
            </a:extLst>
          </p:cNvPr>
          <p:cNvSpPr/>
          <p:nvPr/>
        </p:nvSpPr>
        <p:spPr>
          <a:xfrm>
            <a:off x="2668404" y="2278542"/>
            <a:ext cx="1184565" cy="717003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2C3A51D-F585-4710-AE3B-89226B7FDC4D}"/>
              </a:ext>
            </a:extLst>
          </p:cNvPr>
          <p:cNvCxnSpPr>
            <a:cxnSpLocks/>
          </p:cNvCxnSpPr>
          <p:nvPr/>
        </p:nvCxnSpPr>
        <p:spPr>
          <a:xfrm>
            <a:off x="3204901" y="3007437"/>
            <a:ext cx="0" cy="784567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9" name="文本框 13">
            <a:extLst>
              <a:ext uri="{FF2B5EF4-FFF2-40B4-BE49-F238E27FC236}">
                <a16:creationId xmlns:a16="http://schemas.microsoft.com/office/drawing/2014/main" id="{C0ADC756-7FE1-43BB-901F-78B0494D4080}"/>
              </a:ext>
            </a:extLst>
          </p:cNvPr>
          <p:cNvSpPr txBox="1"/>
          <p:nvPr/>
        </p:nvSpPr>
        <p:spPr>
          <a:xfrm>
            <a:off x="1339350" y="3787414"/>
            <a:ext cx="2603951" cy="4616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齐次方程的通解</a:t>
            </a:r>
            <a:endParaRPr lang="en-US" altLang="zh-CN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3A4481-DC47-4BBE-9518-612D0593D6E3}"/>
              </a:ext>
            </a:extLst>
          </p:cNvPr>
          <p:cNvSpPr/>
          <p:nvPr/>
        </p:nvSpPr>
        <p:spPr>
          <a:xfrm>
            <a:off x="4028726" y="2269548"/>
            <a:ext cx="2882472" cy="717003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4A09035-F95D-431B-ACBF-E67CDE476432}"/>
              </a:ext>
            </a:extLst>
          </p:cNvPr>
          <p:cNvCxnSpPr>
            <a:cxnSpLocks/>
          </p:cNvCxnSpPr>
          <p:nvPr/>
        </p:nvCxnSpPr>
        <p:spPr>
          <a:xfrm>
            <a:off x="5437149" y="2995545"/>
            <a:ext cx="0" cy="791869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FB421C91-4016-48A4-BA90-F23CF21BF41B}"/>
              </a:ext>
            </a:extLst>
          </p:cNvPr>
          <p:cNvSpPr txBox="1"/>
          <p:nvPr/>
        </p:nvSpPr>
        <p:spPr>
          <a:xfrm>
            <a:off x="4213013" y="3792004"/>
            <a:ext cx="2922156" cy="4616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非齐次方程的特解</a:t>
            </a:r>
            <a:endParaRPr lang="en-US" altLang="zh-CN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528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6398C4-E97D-43D6-B48A-2FA9D6BE0EDA}"/>
              </a:ext>
            </a:extLst>
          </p:cNvPr>
          <p:cNvSpPr txBox="1"/>
          <p:nvPr/>
        </p:nvSpPr>
        <p:spPr>
          <a:xfrm>
            <a:off x="827584" y="267494"/>
            <a:ext cx="597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二、线性方程的解的结构</a:t>
            </a:r>
            <a:endParaRPr lang="zh-CN" altLang="en-US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AEB9FD-DA53-46D7-9118-887462D5BA5D}"/>
              </a:ext>
            </a:extLst>
          </p:cNvPr>
          <p:cNvSpPr/>
          <p:nvPr/>
        </p:nvSpPr>
        <p:spPr>
          <a:xfrm>
            <a:off x="482115" y="991767"/>
            <a:ext cx="6048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1.  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二阶</a:t>
            </a: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齐次</a:t>
            </a:r>
            <a:r>
              <a:rPr lang="zh-CN" altLang="zh-CN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线性微分方程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EA5CEB-70D1-440B-BCD1-2B2DB7E723D9}"/>
              </a:ext>
            </a:extLst>
          </p:cNvPr>
          <p:cNvSpPr/>
          <p:nvPr/>
        </p:nvSpPr>
        <p:spPr>
          <a:xfrm>
            <a:off x="427266" y="2164700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定理</a:t>
            </a:r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BCE7CB2-CACF-47F6-8D85-446387F3E0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691611"/>
              </p:ext>
            </p:extLst>
          </p:nvPr>
        </p:nvGraphicFramePr>
        <p:xfrm>
          <a:off x="2368822" y="1590354"/>
          <a:ext cx="30400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2" name="Equation" r:id="rId3" imgW="2971800" imgH="355320" progId="Equation.DSMT4">
                  <p:embed/>
                </p:oleObj>
              </mc:Choice>
              <mc:Fallback>
                <p:oleObj name="Equation" r:id="rId3" imgW="2971800" imgH="355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7F32B2A-6AC7-478D-8D7B-FDC1F8C541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822" y="1590354"/>
                        <a:ext cx="30400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AF9E0C2-267E-45F1-B2C3-87998A8DE7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111713"/>
              </p:ext>
            </p:extLst>
          </p:nvPr>
        </p:nvGraphicFramePr>
        <p:xfrm>
          <a:off x="3251200" y="3486006"/>
          <a:ext cx="264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3" name="Equation" r:id="rId5" imgW="2641320" imgH="380880" progId="Equation.DSMT4">
                  <p:embed/>
                </p:oleObj>
              </mc:Choice>
              <mc:Fallback>
                <p:oleObj name="Equation" r:id="rId5" imgW="264132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5B355FC-7867-41FD-89BD-90F7865C56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51200" y="3486006"/>
                        <a:ext cx="2641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6E23B4C2-D920-43CD-9E44-44C6F37F247D}"/>
              </a:ext>
            </a:extLst>
          </p:cNvPr>
          <p:cNvSpPr/>
          <p:nvPr/>
        </p:nvSpPr>
        <p:spPr>
          <a:xfrm>
            <a:off x="5921096" y="1476662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E61E535-E59B-4B2D-8EA3-E6C792C0B0B8}"/>
              </a:ext>
            </a:extLst>
          </p:cNvPr>
          <p:cNvGrpSpPr/>
          <p:nvPr/>
        </p:nvGrpSpPr>
        <p:grpSpPr>
          <a:xfrm>
            <a:off x="560245" y="2769676"/>
            <a:ext cx="6480720" cy="504056"/>
            <a:chOff x="1403648" y="2840490"/>
            <a:chExt cx="6480720" cy="50405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D44E7E3-2911-4D8F-AC52-540CBD0A34DD}"/>
                </a:ext>
              </a:extLst>
            </p:cNvPr>
            <p:cNvSpPr/>
            <p:nvPr/>
          </p:nvSpPr>
          <p:spPr>
            <a:xfrm>
              <a:off x="1403648" y="2857007"/>
              <a:ext cx="19442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如果函数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2DA5A44-7970-46F0-B137-F8ADC01D8A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9408780"/>
                </p:ext>
              </p:extLst>
            </p:nvPr>
          </p:nvGraphicFramePr>
          <p:xfrm>
            <a:off x="3161680" y="2891538"/>
            <a:ext cx="660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4" name="Equation" r:id="rId7" imgW="660240" imgH="380880" progId="Equation.DSMT4">
                    <p:embed/>
                  </p:oleObj>
                </mc:Choice>
                <mc:Fallback>
                  <p:oleObj name="Equation" r:id="rId7" imgW="660240" imgH="3808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5D09E49C-B816-4660-B15C-6829FD53B9A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161680" y="2891538"/>
                          <a:ext cx="660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83FA4A-41A4-45B1-80BD-73572CD45018}"/>
                </a:ext>
              </a:extLst>
            </p:cNvPr>
            <p:cNvSpPr/>
            <p:nvPr/>
          </p:nvSpPr>
          <p:spPr>
            <a:xfrm>
              <a:off x="3419872" y="2840490"/>
              <a:ext cx="9361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与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6193AD45-8691-4ED3-8E38-63EB5950D1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3067171"/>
                </p:ext>
              </p:extLst>
            </p:nvPr>
          </p:nvGraphicFramePr>
          <p:xfrm>
            <a:off x="4245397" y="2891538"/>
            <a:ext cx="698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5" name="Equation" r:id="rId9" imgW="698400" imgH="380880" progId="Equation.DSMT4">
                    <p:embed/>
                  </p:oleObj>
                </mc:Choice>
                <mc:Fallback>
                  <p:oleObj name="Equation" r:id="rId9" imgW="698400" imgH="38088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BABD4304-2B8B-4CEA-B845-AB8F7F000B5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45397" y="2891538"/>
                          <a:ext cx="698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E5E8B04-5B85-4551-A282-98F5A9CFBCCA}"/>
                </a:ext>
              </a:extLst>
            </p:cNvPr>
            <p:cNvSpPr/>
            <p:nvPr/>
          </p:nvSpPr>
          <p:spPr>
            <a:xfrm>
              <a:off x="4610872" y="2882881"/>
              <a:ext cx="16173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是方程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DF984CE-22F9-4C64-8608-A1F419B36F25}"/>
                </a:ext>
              </a:extLst>
            </p:cNvPr>
            <p:cNvSpPr/>
            <p:nvPr/>
          </p:nvSpPr>
          <p:spPr>
            <a:xfrm>
              <a:off x="6037294" y="2876937"/>
              <a:ext cx="184707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的两个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解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，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4471D21-49EB-4929-98C8-2B22A30A6F83}"/>
                </a:ext>
              </a:extLst>
            </p:cNvPr>
            <p:cNvSpPr/>
            <p:nvPr/>
          </p:nvSpPr>
          <p:spPr>
            <a:xfrm>
              <a:off x="5618984" y="2857007"/>
              <a:ext cx="89639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EBBC530C-F185-43C6-B022-B99240934460}"/>
              </a:ext>
            </a:extLst>
          </p:cNvPr>
          <p:cNvSpPr/>
          <p:nvPr/>
        </p:nvSpPr>
        <p:spPr>
          <a:xfrm>
            <a:off x="1259632" y="2126239"/>
            <a:ext cx="4866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齐次线性方程解的叠加原理</a:t>
            </a:r>
            <a:endParaRPr lang="zh-CN" altLang="zh-CN" sz="2400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8A4F72-F8F6-4EAD-B05A-8FE8758843CA}"/>
              </a:ext>
            </a:extLst>
          </p:cNvPr>
          <p:cNvSpPr/>
          <p:nvPr/>
        </p:nvSpPr>
        <p:spPr>
          <a:xfrm>
            <a:off x="6799885" y="2752458"/>
            <a:ext cx="1161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那么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66DB338-12AA-40B3-B69F-77877F745288}"/>
              </a:ext>
            </a:extLst>
          </p:cNvPr>
          <p:cNvGrpSpPr/>
          <p:nvPr/>
        </p:nvGrpSpPr>
        <p:grpSpPr>
          <a:xfrm>
            <a:off x="310595" y="4227513"/>
            <a:ext cx="6182798" cy="478182"/>
            <a:chOff x="-180528" y="4122118"/>
            <a:chExt cx="6182798" cy="478182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6975275-10EC-452E-91D5-08588BFF5A1F}"/>
                </a:ext>
              </a:extLst>
            </p:cNvPr>
            <p:cNvSpPr/>
            <p:nvPr/>
          </p:nvSpPr>
          <p:spPr>
            <a:xfrm>
              <a:off x="-180528" y="4122118"/>
              <a:ext cx="39119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indent="34925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也是方程</a:t>
              </a:r>
              <a:r>
                <a:rPr lang="en-US" altLang="zh-CN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(</a:t>
              </a:r>
              <a:r>
                <a:rPr lang="en-US" altLang="zh-CN" sz="240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)</a:t>
              </a:r>
              <a:r>
                <a:rPr lang="zh-CN" altLang="en-US" sz="2400" b="1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解</a:t>
              </a:r>
              <a:r>
                <a:rPr lang="en-US" altLang="zh-CN" sz="2400" b="1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, </a:t>
              </a:r>
              <a:r>
                <a:rPr lang="zh-CN" altLang="en-US" sz="2400" b="1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其中</a:t>
              </a:r>
              <a:endParaRPr lang="zh-CN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031790C7-A1E3-48FA-803A-7E9C6FCD67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8207535"/>
                </p:ext>
              </p:extLst>
            </p:nvPr>
          </p:nvGraphicFramePr>
          <p:xfrm>
            <a:off x="3290072" y="4195250"/>
            <a:ext cx="812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6" name="Equation" r:id="rId11" imgW="812520" imgH="380880" progId="Equation.DSMT4">
                    <p:embed/>
                  </p:oleObj>
                </mc:Choice>
                <mc:Fallback>
                  <p:oleObj name="Equation" r:id="rId11" imgW="812520" imgH="38088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3EFA971D-1843-421A-BD49-DD98ACB1AF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90072" y="4195250"/>
                          <a:ext cx="812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0FF69A7-0568-47C7-87BD-A7522457B2DB}"/>
                </a:ext>
              </a:extLst>
            </p:cNvPr>
            <p:cNvSpPr/>
            <p:nvPr/>
          </p:nvSpPr>
          <p:spPr>
            <a:xfrm>
              <a:off x="3731450" y="4138635"/>
              <a:ext cx="2270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indent="34925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是任意常数</a:t>
              </a:r>
              <a:r>
                <a:rPr lang="en-US" altLang="zh-CN" sz="240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.</a:t>
              </a:r>
              <a:endParaRPr lang="zh-CN" altLang="zh-CN" sz="240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783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CF98AA-573C-4D89-9AD1-1857859A8DE4}"/>
              </a:ext>
            </a:extLst>
          </p:cNvPr>
          <p:cNvSpPr/>
          <p:nvPr/>
        </p:nvSpPr>
        <p:spPr>
          <a:xfrm>
            <a:off x="576076" y="1415540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证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6D1874D-489D-4E7C-9ECA-67F3212E71AC}"/>
              </a:ext>
            </a:extLst>
          </p:cNvPr>
          <p:cNvGrpSpPr/>
          <p:nvPr/>
        </p:nvGrpSpPr>
        <p:grpSpPr>
          <a:xfrm>
            <a:off x="1042733" y="1356307"/>
            <a:ext cx="6807233" cy="491281"/>
            <a:chOff x="1059326" y="1218406"/>
            <a:chExt cx="6807233" cy="49128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1BE9E51-5A84-42FF-845B-2A58C9566FDA}"/>
                </a:ext>
              </a:extLst>
            </p:cNvPr>
            <p:cNvSpPr/>
            <p:nvPr/>
          </p:nvSpPr>
          <p:spPr>
            <a:xfrm>
              <a:off x="1059326" y="1248022"/>
              <a:ext cx="90257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将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8F623E08-BC6B-4825-8D21-A891C7B8D1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6826660"/>
                </p:ext>
              </p:extLst>
            </p:nvPr>
          </p:nvGraphicFramePr>
          <p:xfrm>
            <a:off x="1889895" y="1277639"/>
            <a:ext cx="2641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0" name="Equation" r:id="rId3" imgW="2641320" imgH="380880" progId="Equation.DSMT4">
                    <p:embed/>
                  </p:oleObj>
                </mc:Choice>
                <mc:Fallback>
                  <p:oleObj name="Equation" r:id="rId3" imgW="264132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357138CC-BFAE-4D0F-A5D6-A19D02E3E6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9895" y="1277639"/>
                          <a:ext cx="26416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F75EE4C-3C54-4A1C-92DE-AC53563A7558}"/>
                </a:ext>
              </a:extLst>
            </p:cNvPr>
            <p:cNvSpPr/>
            <p:nvPr/>
          </p:nvSpPr>
          <p:spPr>
            <a:xfrm>
              <a:off x="4122143" y="1218406"/>
              <a:ext cx="3744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代入方程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两端，得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7" name="Rectangle 4">
            <a:extLst>
              <a:ext uri="{FF2B5EF4-FFF2-40B4-BE49-F238E27FC236}">
                <a16:creationId xmlns:a16="http://schemas.microsoft.com/office/drawing/2014/main" id="{AB62D0DB-DAC4-4330-AA56-456EA4029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285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31824E4-0667-4F3D-AD0A-C29F3685B9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301857"/>
              </p:ext>
            </p:extLst>
          </p:nvPr>
        </p:nvGraphicFramePr>
        <p:xfrm>
          <a:off x="994058" y="1955955"/>
          <a:ext cx="6723062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1" name="Equation" r:id="rId5" imgW="6565680" imgH="482400" progId="Equation.DSMT4">
                  <p:embed/>
                </p:oleObj>
              </mc:Choice>
              <mc:Fallback>
                <p:oleObj name="Equation" r:id="rId5" imgW="6565680" imgH="482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3CE3945-4FB1-498F-9B1C-3F49224C7C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058" y="1955955"/>
                        <a:ext cx="6723062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F4AFA787-D17E-4079-88EC-A1870F6CE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285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4ABDAB9-9BD4-4A7E-B984-A3D000FE3A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673551"/>
              </p:ext>
            </p:extLst>
          </p:nvPr>
        </p:nvGraphicFramePr>
        <p:xfrm>
          <a:off x="621756" y="2864384"/>
          <a:ext cx="67516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" name="Equation" r:id="rId7" imgW="6591240" imgH="380880" progId="Equation.DSMT4">
                  <p:embed/>
                </p:oleObj>
              </mc:Choice>
              <mc:Fallback>
                <p:oleObj name="Equation" r:id="rId7" imgW="6591240" imgH="380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78AFEC2-EEA6-4807-B8A8-5C8113AF57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56" y="2864384"/>
                        <a:ext cx="6751637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BBA19A6-147B-48D6-B299-A18C6EF0A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993070"/>
              </p:ext>
            </p:extLst>
          </p:nvPr>
        </p:nvGraphicFramePr>
        <p:xfrm>
          <a:off x="7740359" y="3234345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" name="Equation" r:id="rId9" imgW="419040" imgH="279360" progId="Equation.DSMT4">
                  <p:embed/>
                </p:oleObj>
              </mc:Choice>
              <mc:Fallback>
                <p:oleObj name="Equation" r:id="rId9" imgW="419040" imgH="279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88D0CEF-DBAC-40F6-8149-32E09D7B21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40359" y="3234345"/>
                        <a:ext cx="419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93B53D-91D4-43F0-86AE-69710380E15A}"/>
              </a:ext>
            </a:extLst>
          </p:cNvPr>
          <p:cNvGrpSpPr/>
          <p:nvPr/>
        </p:nvGrpSpPr>
        <p:grpSpPr>
          <a:xfrm>
            <a:off x="572248" y="4072929"/>
            <a:ext cx="6045904" cy="467536"/>
            <a:chOff x="978783" y="5337728"/>
            <a:chExt cx="6045904" cy="46753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82853C5-4869-471D-B6E8-24BC3013410C}"/>
                </a:ext>
              </a:extLst>
            </p:cNvPr>
            <p:cNvSpPr/>
            <p:nvPr/>
          </p:nvSpPr>
          <p:spPr>
            <a:xfrm>
              <a:off x="978783" y="5337728"/>
              <a:ext cx="118565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从而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F1748C98-3112-46D6-BB7C-15AADD8173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1149833"/>
                </p:ext>
              </p:extLst>
            </p:nvPr>
          </p:nvGraphicFramePr>
          <p:xfrm>
            <a:off x="2119313" y="5378060"/>
            <a:ext cx="2641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4" name="Equation" r:id="rId11" imgW="2641600" imgH="381000" progId="Equation.DSMT4">
                    <p:embed/>
                  </p:oleObj>
                </mc:Choice>
                <mc:Fallback>
                  <p:oleObj name="Equation" r:id="rId11" imgW="2641600" imgH="3810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890CA5C4-B67D-46C6-90E3-5F7F9683F0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9313" y="5378060"/>
                          <a:ext cx="26416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E917EDC-F3FA-4931-8A1D-62948F4A788A}"/>
                </a:ext>
              </a:extLst>
            </p:cNvPr>
            <p:cNvSpPr/>
            <p:nvPr/>
          </p:nvSpPr>
          <p:spPr>
            <a:xfrm>
              <a:off x="4703218" y="5343599"/>
              <a:ext cx="23214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是方程 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的解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.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48A6D03-5042-4D95-9116-7BFC799498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488709"/>
              </p:ext>
            </p:extLst>
          </p:nvPr>
        </p:nvGraphicFramePr>
        <p:xfrm>
          <a:off x="2375856" y="493434"/>
          <a:ext cx="29749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5" name="Equation" r:id="rId12" imgW="2908080" imgH="355320" progId="Equation.DSMT4">
                  <p:embed/>
                </p:oleObj>
              </mc:Choice>
              <mc:Fallback>
                <p:oleObj name="Equation" r:id="rId12" imgW="2908080" imgH="355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22612E2-A831-43EF-9C94-993C5DE1EE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856" y="493434"/>
                        <a:ext cx="29749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94BE4A85-7882-4555-9C06-E4DACAFD15A9}"/>
              </a:ext>
            </a:extLst>
          </p:cNvPr>
          <p:cNvSpPr/>
          <p:nvPr/>
        </p:nvSpPr>
        <p:spPr>
          <a:xfrm>
            <a:off x="6444208" y="396894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3623F9F-B420-483F-80B3-EDC17E01D0E5}"/>
              </a:ext>
            </a:extLst>
          </p:cNvPr>
          <p:cNvCxnSpPr/>
          <p:nvPr/>
        </p:nvCxnSpPr>
        <p:spPr>
          <a:xfrm>
            <a:off x="35496" y="1059582"/>
            <a:ext cx="9108504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C141718-56AA-4F06-9702-0D453E67DAAA}"/>
              </a:ext>
            </a:extLst>
          </p:cNvPr>
          <p:cNvGrpSpPr/>
          <p:nvPr/>
        </p:nvGrpSpPr>
        <p:grpSpPr>
          <a:xfrm>
            <a:off x="1285072" y="3379534"/>
            <a:ext cx="2684119" cy="465595"/>
            <a:chOff x="1403648" y="3193524"/>
            <a:chExt cx="2684119" cy="465595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229A0444-06DC-443C-8513-A2D3DF02EFDE}"/>
                </a:ext>
              </a:extLst>
            </p:cNvPr>
            <p:cNvCxnSpPr>
              <a:cxnSpLocks/>
            </p:cNvCxnSpPr>
            <p:nvPr/>
          </p:nvCxnSpPr>
          <p:spPr>
            <a:xfrm>
              <a:off x="1403648" y="3193524"/>
              <a:ext cx="2448272" cy="0"/>
            </a:xfrm>
            <a:prstGeom prst="line">
              <a:avLst/>
            </a:prstGeom>
            <a:noFill/>
            <a:ln w="19050" cap="flat" cmpd="sng" algn="ctr">
              <a:solidFill>
                <a:srgbClr val="0066FF"/>
              </a:solidFill>
              <a:prstDash val="solid"/>
            </a:ln>
            <a:effectLst/>
          </p:spPr>
        </p:cxn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44261CE-296E-438B-B942-04CD77509B01}"/>
                </a:ext>
              </a:extLst>
            </p:cNvPr>
            <p:cNvGrpSpPr/>
            <p:nvPr/>
          </p:nvGrpSpPr>
          <p:grpSpPr>
            <a:xfrm>
              <a:off x="1421151" y="3197454"/>
              <a:ext cx="2666616" cy="461665"/>
              <a:chOff x="1637175" y="3202776"/>
              <a:chExt cx="2666616" cy="461665"/>
            </a:xfrm>
          </p:grpSpPr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231EAC16-540B-4E16-8BB2-8DC7095F40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2901775"/>
                  </p:ext>
                </p:extLst>
              </p:nvPr>
            </p:nvGraphicFramePr>
            <p:xfrm>
              <a:off x="1637175" y="3279465"/>
              <a:ext cx="5588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96" name="Equation" r:id="rId14" imgW="558720" imgH="330120" progId="Equation.DSMT4">
                      <p:embed/>
                    </p:oleObj>
                  </mc:Choice>
                  <mc:Fallback>
                    <p:oleObj name="Equation" r:id="rId14" imgW="558720" imgH="330120" progId="Equation.DSMT4">
                      <p:embed/>
                      <p:pic>
                        <p:nvPicPr>
                          <p:cNvPr id="21" name="对象 20">
                            <a:extLst>
                              <a:ext uri="{FF2B5EF4-FFF2-40B4-BE49-F238E27FC236}">
                                <a16:creationId xmlns:a16="http://schemas.microsoft.com/office/drawing/2014/main" id="{284D25A8-D4A8-4538-9AC1-701662A1195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37175" y="3279465"/>
                            <a:ext cx="558800" cy="330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608D6CC-F287-4748-824B-A70A610D09FD}"/>
                  </a:ext>
                </a:extLst>
              </p:cNvPr>
              <p:cNvSpPr/>
              <p:nvPr/>
            </p:nvSpPr>
            <p:spPr>
              <a:xfrm>
                <a:off x="1714087" y="3202776"/>
                <a:ext cx="258970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34925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itchFamily="18" charset="0"/>
                  </a:rPr>
                  <a:t>是方程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(1)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的解</a:t>
                </a:r>
                <a:endPara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DC46833-2B3A-4F39-9DA8-DAB8709F3BDB}"/>
              </a:ext>
            </a:extLst>
          </p:cNvPr>
          <p:cNvGrpSpPr/>
          <p:nvPr/>
        </p:nvGrpSpPr>
        <p:grpSpPr>
          <a:xfrm>
            <a:off x="4631477" y="3380004"/>
            <a:ext cx="3085643" cy="861564"/>
            <a:chOff x="1401721" y="3193524"/>
            <a:chExt cx="2464949" cy="861564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E2558B3C-7661-43F4-8209-0254459AB4B9}"/>
                </a:ext>
              </a:extLst>
            </p:cNvPr>
            <p:cNvCxnSpPr>
              <a:cxnSpLocks/>
            </p:cNvCxnSpPr>
            <p:nvPr/>
          </p:nvCxnSpPr>
          <p:spPr>
            <a:xfrm>
              <a:off x="1403648" y="3193524"/>
              <a:ext cx="2448272" cy="0"/>
            </a:xfrm>
            <a:prstGeom prst="line">
              <a:avLst/>
            </a:prstGeom>
            <a:noFill/>
            <a:ln w="19050" cap="flat" cmpd="sng" algn="ctr">
              <a:solidFill>
                <a:srgbClr val="0066FF"/>
              </a:solidFill>
              <a:prstDash val="solid"/>
            </a:ln>
            <a:effectLst/>
          </p:spPr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81490F4C-9E6E-4A50-82E4-7112F84B9182}"/>
                </a:ext>
              </a:extLst>
            </p:cNvPr>
            <p:cNvGrpSpPr/>
            <p:nvPr/>
          </p:nvGrpSpPr>
          <p:grpSpPr>
            <a:xfrm>
              <a:off x="1401721" y="3224091"/>
              <a:ext cx="2464949" cy="830997"/>
              <a:chOff x="1617745" y="3229413"/>
              <a:chExt cx="2464949" cy="830997"/>
            </a:xfrm>
          </p:grpSpPr>
          <p:graphicFrame>
            <p:nvGraphicFramePr>
              <p:cNvPr id="27" name="对象 26">
                <a:extLst>
                  <a:ext uri="{FF2B5EF4-FFF2-40B4-BE49-F238E27FC236}">
                    <a16:creationId xmlns:a16="http://schemas.microsoft.com/office/drawing/2014/main" id="{A6C78BFB-FBF6-4259-AFE3-E6767492563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42630646"/>
                  </p:ext>
                </p:extLst>
              </p:nvPr>
            </p:nvGraphicFramePr>
            <p:xfrm>
              <a:off x="1617745" y="3278747"/>
              <a:ext cx="5969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97" name="Equation" r:id="rId16" imgW="596880" imgH="330120" progId="Equation.DSMT4">
                      <p:embed/>
                    </p:oleObj>
                  </mc:Choice>
                  <mc:Fallback>
                    <p:oleObj name="Equation" r:id="rId16" imgW="596880" imgH="330120" progId="Equation.DSMT4">
                      <p:embed/>
                      <p:pic>
                        <p:nvPicPr>
                          <p:cNvPr id="26" name="对象 25">
                            <a:extLst>
                              <a:ext uri="{FF2B5EF4-FFF2-40B4-BE49-F238E27FC236}">
                                <a16:creationId xmlns:a16="http://schemas.microsoft.com/office/drawing/2014/main" id="{8D4B2488-89C9-4B99-9237-C6A6558C447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7745" y="3278747"/>
                            <a:ext cx="596900" cy="330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57B32DA-403B-4B22-AEE7-207DCB2DC82E}"/>
                  </a:ext>
                </a:extLst>
              </p:cNvPr>
              <p:cNvSpPr/>
              <p:nvPr/>
            </p:nvSpPr>
            <p:spPr>
              <a:xfrm>
                <a:off x="1850446" y="3229413"/>
                <a:ext cx="223224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34925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itchFamily="18" charset="0"/>
                  </a:rPr>
                  <a:t>是方程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(1)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的解</a:t>
                </a:r>
                <a:endPara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endParaRPr>
              </a:p>
            </p:txBody>
          </p:sp>
        </p:grpSp>
      </p:grp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AF09C2E0-17DA-4851-A0B1-9054B5A398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527600"/>
              </p:ext>
            </p:extLst>
          </p:nvPr>
        </p:nvGraphicFramePr>
        <p:xfrm>
          <a:off x="8178964" y="3231486"/>
          <a:ext cx="355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8" name="Equation" r:id="rId18" imgW="355320" imgH="279360" progId="Equation.DSMT4">
                  <p:embed/>
                </p:oleObj>
              </mc:Choice>
              <mc:Fallback>
                <p:oleObj name="Equation" r:id="rId18" imgW="355320" imgH="27936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D72730D3-8F64-4BB0-A097-5876D14A6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178964" y="3231486"/>
                        <a:ext cx="355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E12CB373-260A-4183-83BB-D7D463F10E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13982"/>
              </p:ext>
            </p:extLst>
          </p:nvPr>
        </p:nvGraphicFramePr>
        <p:xfrm>
          <a:off x="8577882" y="3231486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9" name="Equation" r:id="rId20" imgW="482400" imgH="279360" progId="Equation.DSMT4">
                  <p:embed/>
                </p:oleObj>
              </mc:Choice>
              <mc:Fallback>
                <p:oleObj name="Equation" r:id="rId20" imgW="482400" imgH="27936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90512C12-8D38-4313-8749-9D58C35088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577882" y="3231486"/>
                        <a:ext cx="482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275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24C8154-B763-4373-B027-0B0D43E4AF23}"/>
              </a:ext>
            </a:extLst>
          </p:cNvPr>
          <p:cNvSpPr/>
          <p:nvPr/>
        </p:nvSpPr>
        <p:spPr>
          <a:xfrm>
            <a:off x="599411" y="250894"/>
            <a:ext cx="12258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注</a:t>
            </a:r>
            <a:endParaRPr lang="zh-CN" altLang="zh-CN" sz="2400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32293EF-D8C5-4FD7-9CDF-6E5370735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040946"/>
              </p:ext>
            </p:extLst>
          </p:nvPr>
        </p:nvGraphicFramePr>
        <p:xfrm>
          <a:off x="1835696" y="316751"/>
          <a:ext cx="264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4" name="Equation" r:id="rId3" imgW="2641600" imgH="381000" progId="Equation.DSMT4">
                  <p:embed/>
                </p:oleObj>
              </mc:Choice>
              <mc:Fallback>
                <p:oleObj name="Equation" r:id="rId3" imgW="2641600" imgH="3810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BFE9340-0288-4437-8DD2-2DE363AD7C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16751"/>
                        <a:ext cx="2641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0E92629-D0CC-4799-95D2-4BD1346CBED5}"/>
              </a:ext>
            </a:extLst>
          </p:cNvPr>
          <p:cNvSpPr/>
          <p:nvPr/>
        </p:nvSpPr>
        <p:spPr>
          <a:xfrm>
            <a:off x="4517576" y="265703"/>
            <a:ext cx="34820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不一定是方程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通解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38A9C1-981C-4146-B3C2-31E0CB340381}"/>
              </a:ext>
            </a:extLst>
          </p:cNvPr>
          <p:cNvSpPr/>
          <p:nvPr/>
        </p:nvSpPr>
        <p:spPr>
          <a:xfrm>
            <a:off x="554043" y="835481"/>
            <a:ext cx="12258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例如，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C77FDFA-9F42-46F9-9C57-59A51EF32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177932"/>
              </p:ext>
            </p:extLst>
          </p:nvPr>
        </p:nvGraphicFramePr>
        <p:xfrm>
          <a:off x="1900359" y="895434"/>
          <a:ext cx="160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5" name="Equation" r:id="rId5" imgW="1600200" imgH="380880" progId="Equation.DSMT4">
                  <p:embed/>
                </p:oleObj>
              </mc:Choice>
              <mc:Fallback>
                <p:oleObj name="Equation" r:id="rId5" imgW="160020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3BC0E69-40A5-4D0E-BDBC-21FB34A8E8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0359" y="895434"/>
                        <a:ext cx="1600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4D2D6F6-D6F6-490F-A6AF-2374FFDEF6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066900"/>
              </p:ext>
            </p:extLst>
          </p:nvPr>
        </p:nvGraphicFramePr>
        <p:xfrm>
          <a:off x="3705818" y="894901"/>
          <a:ext cx="1739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6" name="Equation" r:id="rId7" imgW="1739880" imgH="380880" progId="Equation.DSMT4">
                  <p:embed/>
                </p:oleObj>
              </mc:Choice>
              <mc:Fallback>
                <p:oleObj name="Equation" r:id="rId7" imgW="173988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6B5E2EA-9C10-4C40-9AEE-CF6533F285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05818" y="894901"/>
                        <a:ext cx="1739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2B053C7-E35B-4F12-93F9-0EDB57E9310D}"/>
              </a:ext>
            </a:extLst>
          </p:cNvPr>
          <p:cNvSpPr/>
          <p:nvPr/>
        </p:nvSpPr>
        <p:spPr>
          <a:xfrm>
            <a:off x="5165648" y="822180"/>
            <a:ext cx="3627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均为二阶齐次线性方程</a:t>
            </a:r>
            <a:endParaRPr lang="zh-CN" altLang="zh-CN" sz="2400" b="1" dirty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75AA11F-3517-4CC6-8A93-377041BF0C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47649"/>
              </p:ext>
            </p:extLst>
          </p:nvPr>
        </p:nvGraphicFramePr>
        <p:xfrm>
          <a:off x="3495067" y="1407981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7" name="Equation" r:id="rId9" imgW="1218960" imgH="355320" progId="Equation.DSMT4">
                  <p:embed/>
                </p:oleObj>
              </mc:Choice>
              <mc:Fallback>
                <p:oleObj name="Equation" r:id="rId9" imgW="1218960" imgH="355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9855BAB-14C7-4752-9368-4A02810382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95067" y="1407981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905A583-B633-4480-8196-12C19FBB3F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595076"/>
              </p:ext>
            </p:extLst>
          </p:nvPr>
        </p:nvGraphicFramePr>
        <p:xfrm>
          <a:off x="1601204" y="2180777"/>
          <a:ext cx="264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8" name="Equation" r:id="rId11" imgW="2641320" imgH="380880" progId="Equation.DSMT4">
                  <p:embed/>
                </p:oleObj>
              </mc:Choice>
              <mc:Fallback>
                <p:oleObj name="Equation" r:id="rId11" imgW="2641320" imgH="380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9F43D8B-5F67-42F3-BF29-98C1B233C9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01204" y="2180777"/>
                        <a:ext cx="2641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A6E12B8-3435-4612-867C-E6527D0A6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762884"/>
              </p:ext>
            </p:extLst>
          </p:nvPr>
        </p:nvGraphicFramePr>
        <p:xfrm>
          <a:off x="4268325" y="2181125"/>
          <a:ext cx="2476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" name="Equation" r:id="rId13" imgW="2476440" imgH="380880" progId="Equation.DSMT4">
                  <p:embed/>
                </p:oleObj>
              </mc:Choice>
              <mc:Fallback>
                <p:oleObj name="Equation" r:id="rId13" imgW="247644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32CB4D3-40E5-4A25-B22F-C467A7B4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68325" y="2181125"/>
                        <a:ext cx="2476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D393E3D-6B86-4365-985D-9C55B15188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98759"/>
              </p:ext>
            </p:extLst>
          </p:nvPr>
        </p:nvGraphicFramePr>
        <p:xfrm>
          <a:off x="1865033" y="2799579"/>
          <a:ext cx="1079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0" name="Equation" r:id="rId15" imgW="1079280" imgH="279360" progId="Equation.DSMT4">
                  <p:embed/>
                </p:oleObj>
              </mc:Choice>
              <mc:Fallback>
                <p:oleObj name="Equation" r:id="rId15" imgW="1079280" imgH="279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7763930-C74A-4B98-9198-EF18F54676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65033" y="2799579"/>
                        <a:ext cx="1079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2E35C25-B274-4E8A-A2F9-E9F5060340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079359"/>
              </p:ext>
            </p:extLst>
          </p:nvPr>
        </p:nvGraphicFramePr>
        <p:xfrm>
          <a:off x="3202967" y="2775101"/>
          <a:ext cx="180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1" name="Equation" r:id="rId17" imgW="1803240" imgH="380880" progId="Equation.DSMT4">
                  <p:embed/>
                </p:oleObj>
              </mc:Choice>
              <mc:Fallback>
                <p:oleObj name="Equation" r:id="rId17" imgW="180324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5FC7C69-1825-4629-BDD9-7BD77682ED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02967" y="2775101"/>
                        <a:ext cx="180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F09322A2-2F72-4060-8BDB-88EE2259E562}"/>
              </a:ext>
            </a:extLst>
          </p:cNvPr>
          <p:cNvGrpSpPr/>
          <p:nvPr/>
        </p:nvGrpSpPr>
        <p:grpSpPr>
          <a:xfrm>
            <a:off x="413239" y="3704055"/>
            <a:ext cx="7625763" cy="504056"/>
            <a:chOff x="467663" y="3851075"/>
            <a:chExt cx="7625763" cy="50405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E30F1E3-4903-47B1-AA7E-9079E271EBDF}"/>
                </a:ext>
              </a:extLst>
            </p:cNvPr>
            <p:cNvSpPr/>
            <p:nvPr/>
          </p:nvSpPr>
          <p:spPr>
            <a:xfrm>
              <a:off x="467663" y="3893466"/>
              <a:ext cx="122584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问题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DEE16DF-6CE1-485A-9E3E-FD8615A2C4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2700681"/>
                </p:ext>
              </p:extLst>
            </p:nvPr>
          </p:nvGraphicFramePr>
          <p:xfrm>
            <a:off x="1817220" y="3906612"/>
            <a:ext cx="2641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72" name="Equation" r:id="rId19" imgW="2641600" imgH="381000" progId="Equation.DSMT4">
                    <p:embed/>
                  </p:oleObj>
                </mc:Choice>
                <mc:Fallback>
                  <p:oleObj name="Equation" r:id="rId19" imgW="2641600" imgH="3810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048BE3AB-FE12-45A5-A788-819C7E4593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7220" y="3906612"/>
                          <a:ext cx="26416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D8BC47F-8A0F-4FF4-9461-50E91F04A926}"/>
                </a:ext>
              </a:extLst>
            </p:cNvPr>
            <p:cNvSpPr/>
            <p:nvPr/>
          </p:nvSpPr>
          <p:spPr>
            <a:xfrm>
              <a:off x="4582528" y="3851075"/>
              <a:ext cx="351089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何时为方程 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通解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？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FC8D779E-D29A-434E-8163-B537D8C18DF0}"/>
              </a:ext>
            </a:extLst>
          </p:cNvPr>
          <p:cNvSpPr/>
          <p:nvPr/>
        </p:nvSpPr>
        <p:spPr>
          <a:xfrm>
            <a:off x="714191" y="1691138"/>
            <a:ext cx="996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但</a:t>
            </a:r>
            <a:endParaRPr lang="zh-CN" altLang="zh-CN" sz="2400" b="1" dirty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7FE947D-90D3-4F6D-A344-3BA7D7C3C497}"/>
              </a:ext>
            </a:extLst>
          </p:cNvPr>
          <p:cNvSpPr/>
          <p:nvPr/>
        </p:nvSpPr>
        <p:spPr>
          <a:xfrm>
            <a:off x="-126089" y="1691138"/>
            <a:ext cx="16875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的解，</a:t>
            </a:r>
            <a:endParaRPr lang="zh-CN" altLang="zh-CN" sz="24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04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A1CF4AE-3D25-4F95-91A0-48E12FD71652}"/>
              </a:ext>
            </a:extLst>
          </p:cNvPr>
          <p:cNvGrpSpPr/>
          <p:nvPr/>
        </p:nvGrpSpPr>
        <p:grpSpPr>
          <a:xfrm>
            <a:off x="899592" y="195486"/>
            <a:ext cx="4990925" cy="461665"/>
            <a:chOff x="754096" y="723714"/>
            <a:chExt cx="4990925" cy="461665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C998B44A-E12E-4BB0-9C9D-C7909E3ED6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7888634"/>
                </p:ext>
              </p:extLst>
            </p:nvPr>
          </p:nvGraphicFramePr>
          <p:xfrm>
            <a:off x="1170239" y="88943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8" name="Equation" r:id="rId3" imgW="190440" imgH="203040" progId="Equation.DSMT4">
                    <p:embed/>
                  </p:oleObj>
                </mc:Choice>
                <mc:Fallback>
                  <p:oleObj name="Equation" r:id="rId3" imgW="190440" imgH="20304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1B7D7924-BA67-48C3-9978-CD5A42A03E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70239" y="88943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E59547-E581-42EC-91AC-F3106B8213A3}"/>
                </a:ext>
              </a:extLst>
            </p:cNvPr>
            <p:cNvSpPr/>
            <p:nvPr/>
          </p:nvSpPr>
          <p:spPr>
            <a:xfrm>
              <a:off x="754096" y="723714"/>
              <a:ext cx="49909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2.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个函数的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线性相关与线性无关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DAD72C36-4635-4470-A315-F86E78E0A082}"/>
              </a:ext>
            </a:extLst>
          </p:cNvPr>
          <p:cNvSpPr/>
          <p:nvPr/>
        </p:nvSpPr>
        <p:spPr>
          <a:xfrm>
            <a:off x="368270" y="822868"/>
            <a:ext cx="12258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定义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B7C2A2-B466-4385-AE83-F645FE225F01}"/>
              </a:ext>
            </a:extLst>
          </p:cNvPr>
          <p:cNvSpPr/>
          <p:nvPr/>
        </p:nvSpPr>
        <p:spPr>
          <a:xfrm>
            <a:off x="1520398" y="822868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设函数</a:t>
            </a:r>
            <a:endParaRPr lang="zh-CN" altLang="en-US" sz="2400" dirty="0">
              <a:solidFill>
                <a:srgbClr val="0064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D9A7B0D-9FD9-4480-8D88-B077FF6F5D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436128"/>
              </p:ext>
            </p:extLst>
          </p:nvPr>
        </p:nvGraphicFramePr>
        <p:xfrm>
          <a:off x="2665570" y="849149"/>
          <a:ext cx="43783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9" name="Equation" r:id="rId5" imgW="4279680" imgH="380880" progId="Equation.DSMT4">
                  <p:embed/>
                </p:oleObj>
              </mc:Choice>
              <mc:Fallback>
                <p:oleObj name="Equation" r:id="rId5" imgW="427968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8407E62-5650-47F5-B76F-52ADD4781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570" y="849149"/>
                        <a:ext cx="4378325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D848C5A-DDC1-49FB-8A4D-760F5FDB320F}"/>
              </a:ext>
            </a:extLst>
          </p:cNvPr>
          <p:cNvSpPr/>
          <p:nvPr/>
        </p:nvSpPr>
        <p:spPr>
          <a:xfrm>
            <a:off x="6972029" y="813578"/>
            <a:ext cx="1907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均定义在区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DEE3C58-2F30-405E-A38B-031E0C7CEF3A}"/>
              </a:ext>
            </a:extLst>
          </p:cNvPr>
          <p:cNvGrpSpPr/>
          <p:nvPr/>
        </p:nvGrpSpPr>
        <p:grpSpPr>
          <a:xfrm>
            <a:off x="178664" y="1534220"/>
            <a:ext cx="1047300" cy="467767"/>
            <a:chOff x="301387" y="1963958"/>
            <a:chExt cx="1047300" cy="46776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DC6D636-43E4-45C5-B12B-E22BD214233D}"/>
                </a:ext>
              </a:extLst>
            </p:cNvPr>
            <p:cNvSpPr/>
            <p:nvPr/>
          </p:nvSpPr>
          <p:spPr>
            <a:xfrm>
              <a:off x="301387" y="1963958"/>
              <a:ext cx="53371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间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0C41BCD5-3FA4-4870-84B5-9DB5A54957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4849820"/>
                </p:ext>
              </p:extLst>
            </p:nvPr>
          </p:nvGraphicFramePr>
          <p:xfrm>
            <a:off x="708397" y="2072156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0" name="Equation" r:id="rId7" imgW="190440" imgH="266400" progId="Equation.DSMT4">
                    <p:embed/>
                  </p:oleObj>
                </mc:Choice>
                <mc:Fallback>
                  <p:oleObj name="Equation" r:id="rId7" imgW="190440" imgH="2664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C061BC9A-04BB-4788-A672-22EF1BD438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8397" y="2072156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9854B26-A418-4894-BE86-CD7BEA89F30C}"/>
                </a:ext>
              </a:extLst>
            </p:cNvPr>
            <p:cNvSpPr/>
            <p:nvPr/>
          </p:nvSpPr>
          <p:spPr>
            <a:xfrm>
              <a:off x="814977" y="1970060"/>
              <a:ext cx="53371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上，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30F6CF9-DAB2-49F5-9E71-4E59CB7340EE}"/>
              </a:ext>
            </a:extLst>
          </p:cNvPr>
          <p:cNvGrpSpPr/>
          <p:nvPr/>
        </p:nvGrpSpPr>
        <p:grpSpPr>
          <a:xfrm>
            <a:off x="1304858" y="1536960"/>
            <a:ext cx="6235985" cy="478377"/>
            <a:chOff x="1511361" y="1944881"/>
            <a:chExt cx="6235985" cy="478377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7ED306E-93EF-49D8-9678-C305AD29C1E8}"/>
                </a:ext>
              </a:extLst>
            </p:cNvPr>
            <p:cNvSpPr/>
            <p:nvPr/>
          </p:nvSpPr>
          <p:spPr>
            <a:xfrm>
              <a:off x="1511361" y="1961593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若存在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C1BBB79-52E3-460F-A0A9-72C8CF1232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7486619"/>
                </p:ext>
              </p:extLst>
            </p:nvPr>
          </p:nvGraphicFramePr>
          <p:xfrm>
            <a:off x="2609410" y="2129417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1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9935C61D-57EA-4AB6-8393-E053A88AC2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609410" y="2129417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F1F3012-DEF7-45EB-BD6E-028FB7FAFDD0}"/>
                </a:ext>
              </a:extLst>
            </p:cNvPr>
            <p:cNvSpPr/>
            <p:nvPr/>
          </p:nvSpPr>
          <p:spPr>
            <a:xfrm>
              <a:off x="2772823" y="1945057"/>
              <a:ext cx="14794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个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不全为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FBE40CE-6FE2-4CE5-A3DA-5D1638A43B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2736838"/>
                </p:ext>
              </p:extLst>
            </p:nvPr>
          </p:nvGraphicFramePr>
          <p:xfrm>
            <a:off x="4179321" y="2046891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2" name="Equation" r:id="rId11" imgW="190440" imgH="279360" progId="Equation.DSMT4">
                    <p:embed/>
                  </p:oleObj>
                </mc:Choice>
                <mc:Fallback>
                  <p:oleObj name="Equation" r:id="rId11" imgW="190440" imgH="27936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7AAA315E-4C88-469E-9223-7C7CF7672FD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179321" y="2046891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825C55D-5AB0-401D-87CE-CF15A1DE58FC}"/>
                </a:ext>
              </a:extLst>
            </p:cNvPr>
            <p:cNvSpPr/>
            <p:nvPr/>
          </p:nvSpPr>
          <p:spPr>
            <a:xfrm>
              <a:off x="4328854" y="1944881"/>
              <a:ext cx="113607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的常数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646D7F13-8DC3-4C14-8636-0C3E524451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0813558"/>
                </p:ext>
              </p:extLst>
            </p:nvPr>
          </p:nvGraphicFramePr>
          <p:xfrm>
            <a:off x="5385146" y="1996091"/>
            <a:ext cx="2362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3" name="Equation" r:id="rId13" imgW="2361960" imgH="380880" progId="Equation.DSMT4">
                    <p:embed/>
                  </p:oleObj>
                </mc:Choice>
                <mc:Fallback>
                  <p:oleObj name="Equation" r:id="rId13" imgW="2361960" imgH="38088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23CE71C9-D696-4AAF-B27A-B54363459B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385146" y="1996091"/>
                          <a:ext cx="2362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5DA05B32-F2A4-432D-B54A-F8230F125C82}"/>
              </a:ext>
            </a:extLst>
          </p:cNvPr>
          <p:cNvSpPr/>
          <p:nvPr/>
        </p:nvSpPr>
        <p:spPr>
          <a:xfrm>
            <a:off x="7540843" y="1542505"/>
            <a:ext cx="11360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使得当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0E459DF-DE11-424F-9FE4-1E743D0ED1A2}"/>
              </a:ext>
            </a:extLst>
          </p:cNvPr>
          <p:cNvGrpSpPr/>
          <p:nvPr/>
        </p:nvGrpSpPr>
        <p:grpSpPr>
          <a:xfrm>
            <a:off x="304955" y="2204158"/>
            <a:ext cx="2955245" cy="461665"/>
            <a:chOff x="334774" y="2622746"/>
            <a:chExt cx="2955245" cy="461665"/>
          </a:xfrm>
        </p:grpSpPr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5EDF8383-B90C-4F75-A04A-E0EA5AFFB5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0199159"/>
                </p:ext>
              </p:extLst>
            </p:nvPr>
          </p:nvGraphicFramePr>
          <p:xfrm>
            <a:off x="334774" y="2736985"/>
            <a:ext cx="635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4" name="Equation" r:id="rId15" imgW="634680" imgH="279360" progId="Equation.DSMT4">
                    <p:embed/>
                  </p:oleObj>
                </mc:Choice>
                <mc:Fallback>
                  <p:oleObj name="Equation" r:id="rId15" imgW="634680" imgH="27936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5A1FA08F-7C6A-4499-AEC0-97A512E3C9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34774" y="2736985"/>
                          <a:ext cx="6350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0634E91-F715-4D6F-A354-237EA0E32171}"/>
                </a:ext>
              </a:extLst>
            </p:cNvPr>
            <p:cNvSpPr/>
            <p:nvPr/>
          </p:nvSpPr>
          <p:spPr>
            <a:xfrm>
              <a:off x="994007" y="2622746"/>
              <a:ext cx="22960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时有恒等式</a:t>
              </a:r>
            </a:p>
          </p:txBody>
        </p:sp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AE038FE-FAD7-4180-88BF-9BDB3BAF1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172133"/>
              </p:ext>
            </p:extLst>
          </p:nvPr>
        </p:nvGraphicFramePr>
        <p:xfrm>
          <a:off x="2749668" y="2930111"/>
          <a:ext cx="38814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5" name="Equation" r:id="rId17" imgW="3886200" imgH="380880" progId="Equation.DSMT4">
                  <p:embed/>
                </p:oleObj>
              </mc:Choice>
              <mc:Fallback>
                <p:oleObj name="Equation" r:id="rId17" imgW="3886200" imgH="3808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46C5E97A-F08C-4FBD-A4C6-772BC8BFB5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668" y="2930111"/>
                        <a:ext cx="3881438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321516BD-5120-42DF-A482-3A722B7AF6C4}"/>
              </a:ext>
            </a:extLst>
          </p:cNvPr>
          <p:cNvSpPr/>
          <p:nvPr/>
        </p:nvSpPr>
        <p:spPr>
          <a:xfrm>
            <a:off x="133821" y="3690482"/>
            <a:ext cx="9697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成立，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48AFE9A-B825-405E-A822-C5D20483299C}"/>
              </a:ext>
            </a:extLst>
          </p:cNvPr>
          <p:cNvGrpSpPr/>
          <p:nvPr/>
        </p:nvGrpSpPr>
        <p:grpSpPr>
          <a:xfrm>
            <a:off x="914039" y="3681269"/>
            <a:ext cx="5389580" cy="470877"/>
            <a:chOff x="1099484" y="4040987"/>
            <a:chExt cx="5389580" cy="47087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7FD93BF-E7E0-4C35-82F5-2FDFD49F7485}"/>
                </a:ext>
              </a:extLst>
            </p:cNvPr>
            <p:cNvSpPr/>
            <p:nvPr/>
          </p:nvSpPr>
          <p:spPr>
            <a:xfrm>
              <a:off x="1099484" y="4050199"/>
              <a:ext cx="16793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那么称这</a:t>
              </a: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26637F1F-8D6C-4FB3-B4A6-A2388DD330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3807445"/>
                </p:ext>
              </p:extLst>
            </p:nvPr>
          </p:nvGraphicFramePr>
          <p:xfrm>
            <a:off x="2509292" y="419519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6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2EECB4D7-832C-4E43-A280-6EAAF9E5B8B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509292" y="419519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E90E23B-39C7-47D4-A5BF-269F74008C80}"/>
                </a:ext>
              </a:extLst>
            </p:cNvPr>
            <p:cNvSpPr/>
            <p:nvPr/>
          </p:nvSpPr>
          <p:spPr>
            <a:xfrm>
              <a:off x="2628148" y="4040988"/>
              <a:ext cx="215549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个函数在区间</a:t>
              </a: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98D0CE7C-6293-42A1-B442-99C2C02E54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0807667"/>
                </p:ext>
              </p:extLst>
            </p:nvPr>
          </p:nvGraphicFramePr>
          <p:xfrm>
            <a:off x="4617231" y="4131692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7" name="Equation" r:id="rId21" imgW="190440" imgH="266400" progId="Equation.DSMT4">
                    <p:embed/>
                  </p:oleObj>
                </mc:Choice>
                <mc:Fallback>
                  <p:oleObj name="Equation" r:id="rId21" imgW="190440" imgH="26640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27EFE1EA-44DD-4813-8413-AFA51155947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617231" y="4131692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A98A652-3AEA-4D99-AA1A-6F19960505DE}"/>
                </a:ext>
              </a:extLst>
            </p:cNvPr>
            <p:cNvSpPr/>
            <p:nvPr/>
          </p:nvSpPr>
          <p:spPr>
            <a:xfrm>
              <a:off x="4682945" y="4040987"/>
              <a:ext cx="18061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上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线性相关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；</a:t>
              </a:r>
            </a:p>
          </p:txBody>
        </p: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F39EF46D-E680-4617-BFF7-B8D77B45DFD5}"/>
              </a:ext>
            </a:extLst>
          </p:cNvPr>
          <p:cNvSpPr/>
          <p:nvPr/>
        </p:nvSpPr>
        <p:spPr>
          <a:xfrm>
            <a:off x="6240514" y="3669383"/>
            <a:ext cx="273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否则称为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线性无关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srgbClr val="FF0000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66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20" grpId="0"/>
      <p:bldP spid="25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82F8E8-D4D2-4F29-BE49-6B43D50F9E7E}"/>
              </a:ext>
            </a:extLst>
          </p:cNvPr>
          <p:cNvSpPr/>
          <p:nvPr/>
        </p:nvSpPr>
        <p:spPr>
          <a:xfrm>
            <a:off x="579609" y="411510"/>
            <a:ext cx="12258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4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例如，</a:t>
            </a:r>
            <a:endParaRPr lang="zh-CN" altLang="zh-CN" sz="2400" b="1" dirty="0">
              <a:solidFill>
                <a:srgbClr val="0064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2F80BE1-BC4E-471B-9171-6CDBE1DB99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034239"/>
              </p:ext>
            </p:extLst>
          </p:nvPr>
        </p:nvGraphicFramePr>
        <p:xfrm>
          <a:off x="1907704" y="411510"/>
          <a:ext cx="1985962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2" name="Equation" r:id="rId3" imgW="1981080" imgH="393480" progId="Equation.DSMT4">
                  <p:embed/>
                </p:oleObj>
              </mc:Choice>
              <mc:Fallback>
                <p:oleObj name="Equation" r:id="rId3" imgW="1981080" imgH="393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E217A6F-01C8-4AC5-AC9A-4B2E2C6627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11510"/>
                        <a:ext cx="1985962" cy="39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B2E048EC-DC85-4F25-9E9D-A5A05A1AC0BC}"/>
              </a:ext>
            </a:extLst>
          </p:cNvPr>
          <p:cNvGrpSpPr/>
          <p:nvPr/>
        </p:nvGrpSpPr>
        <p:grpSpPr>
          <a:xfrm>
            <a:off x="3989751" y="114077"/>
            <a:ext cx="3008233" cy="817563"/>
            <a:chOff x="3995936" y="444500"/>
            <a:chExt cx="3008233" cy="81756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55D1DBE-B318-46C6-95F5-9407C125AD77}"/>
                </a:ext>
              </a:extLst>
            </p:cNvPr>
            <p:cNvSpPr/>
            <p:nvPr/>
          </p:nvSpPr>
          <p:spPr>
            <a:xfrm>
              <a:off x="3995936" y="746681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在区间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6399D48-3F75-4AF6-98F1-298423999367}"/>
                </a:ext>
              </a:extLst>
            </p:cNvPr>
            <p:cNvSpPr/>
            <p:nvPr/>
          </p:nvSpPr>
          <p:spPr>
            <a:xfrm>
              <a:off x="6203950" y="741933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上有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611A6A0A-3FE3-481A-8B16-292BED428F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6968922"/>
                </p:ext>
              </p:extLst>
            </p:nvPr>
          </p:nvGraphicFramePr>
          <p:xfrm>
            <a:off x="5099050" y="444500"/>
            <a:ext cx="1104900" cy="817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3" name="Equation" r:id="rId5" imgW="1104840" imgH="812520" progId="Equation.DSMT4">
                    <p:embed/>
                  </p:oleObj>
                </mc:Choice>
                <mc:Fallback>
                  <p:oleObj name="Equation" r:id="rId5" imgW="1104840" imgH="8125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EF6E2D71-14CF-47FF-86B3-A866955ABB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9050" y="444500"/>
                          <a:ext cx="1104900" cy="8175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15C8320-A83B-4536-8898-1A4110890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269724"/>
              </p:ext>
            </p:extLst>
          </p:nvPr>
        </p:nvGraphicFramePr>
        <p:xfrm>
          <a:off x="1379901" y="1089199"/>
          <a:ext cx="26098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4" name="Equation" r:id="rId7" imgW="2603160" imgH="393480" progId="Equation.DSMT4">
                  <p:embed/>
                </p:oleObj>
              </mc:Choice>
              <mc:Fallback>
                <p:oleObj name="Equation" r:id="rId7" imgW="2603160" imgH="393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DAE8271-FD3D-46AD-8595-7C3A9E4388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901" y="1089199"/>
                        <a:ext cx="2609850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8BB48A9-D11F-486C-A3F3-F451C38946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512493"/>
              </p:ext>
            </p:extLst>
          </p:nvPr>
        </p:nvGraphicFramePr>
        <p:xfrm>
          <a:off x="4722978" y="1111027"/>
          <a:ext cx="24638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5" name="Equation" r:id="rId9" imgW="2463480" imgH="380880" progId="Equation.DSMT4">
                  <p:embed/>
                </p:oleObj>
              </mc:Choice>
              <mc:Fallback>
                <p:oleObj name="Equation" r:id="rId9" imgW="246348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0E73950-75AC-42C5-A625-282A25DCDF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978" y="1111027"/>
                        <a:ext cx="24638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60B8309C-E34B-4FB6-AC94-DFA0FD7CC4A9}"/>
              </a:ext>
            </a:extLst>
          </p:cNvPr>
          <p:cNvGrpSpPr/>
          <p:nvPr/>
        </p:nvGrpSpPr>
        <p:grpSpPr>
          <a:xfrm>
            <a:off x="201921" y="1593255"/>
            <a:ext cx="7172206" cy="817563"/>
            <a:chOff x="208106" y="1923678"/>
            <a:chExt cx="7172206" cy="81756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19F2E72-65EA-4D5A-9BAE-AD82412D433D}"/>
                </a:ext>
              </a:extLst>
            </p:cNvPr>
            <p:cNvSpPr/>
            <p:nvPr/>
          </p:nvSpPr>
          <p:spPr>
            <a:xfrm>
              <a:off x="208106" y="2202418"/>
              <a:ext cx="327846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从而这三个函数在区间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50A44499-E52F-43BE-8D54-FAC7210E07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9014041"/>
                </p:ext>
              </p:extLst>
            </p:nvPr>
          </p:nvGraphicFramePr>
          <p:xfrm>
            <a:off x="3443486" y="1923678"/>
            <a:ext cx="1104900" cy="817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6" name="Equation" r:id="rId11" imgW="1104840" imgH="812520" progId="Equation.DSMT4">
                    <p:embed/>
                  </p:oleObj>
                </mc:Choice>
                <mc:Fallback>
                  <p:oleObj name="Equation" r:id="rId11" imgW="1104840" imgH="8125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0B3BE178-AF12-49F5-82BB-54E694C952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3486" y="1923678"/>
                          <a:ext cx="1104900" cy="817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88BDFF0-DCEE-4545-9ADC-FFFC4407ECDF}"/>
                </a:ext>
              </a:extLst>
            </p:cNvPr>
            <p:cNvSpPr/>
            <p:nvPr/>
          </p:nvSpPr>
          <p:spPr>
            <a:xfrm>
              <a:off x="4552338" y="2139702"/>
              <a:ext cx="282797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上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线性相关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02E1819D-F795-4581-8124-9486A5824FC0}"/>
              </a:ext>
            </a:extLst>
          </p:cNvPr>
          <p:cNvSpPr/>
          <p:nvPr/>
        </p:nvSpPr>
        <p:spPr>
          <a:xfrm>
            <a:off x="562392" y="2571750"/>
            <a:ext cx="12258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例如，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B64B57B-7F2D-4339-ADE0-6CBB9D5451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275555"/>
              </p:ext>
            </p:extLst>
          </p:nvPr>
        </p:nvGraphicFramePr>
        <p:xfrm>
          <a:off x="1890878" y="2604865"/>
          <a:ext cx="8890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7" name="Equation" r:id="rId13" imgW="888840" imgH="393480" progId="Equation.DSMT4">
                  <p:embed/>
                </p:oleObj>
              </mc:Choice>
              <mc:Fallback>
                <p:oleObj name="Equation" r:id="rId13" imgW="888840" imgH="393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C215A55E-CEEF-4E3B-B99F-95D201A2FE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878" y="2604865"/>
                        <a:ext cx="889000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439E6B9A-E801-408A-B94A-A09C2EAF8A99}"/>
              </a:ext>
            </a:extLst>
          </p:cNvPr>
          <p:cNvSpPr/>
          <p:nvPr/>
        </p:nvSpPr>
        <p:spPr>
          <a:xfrm>
            <a:off x="2807287" y="2583333"/>
            <a:ext cx="37784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在任何区间上都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线性无关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DCCE4-7C3B-4951-A508-15A6889EB789}"/>
              </a:ext>
            </a:extLst>
          </p:cNvPr>
          <p:cNvSpPr/>
          <p:nvPr/>
        </p:nvSpPr>
        <p:spPr>
          <a:xfrm>
            <a:off x="6366015" y="2573614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因为恒等式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054846A-7620-4C5E-979A-A42CCC00F9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051451"/>
              </p:ext>
            </p:extLst>
          </p:nvPr>
        </p:nvGraphicFramePr>
        <p:xfrm>
          <a:off x="3316944" y="3268186"/>
          <a:ext cx="21828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8" name="Equation" r:id="rId15" imgW="2184120" imgH="419040" progId="Equation.DSMT4">
                  <p:embed/>
                </p:oleObj>
              </mc:Choice>
              <mc:Fallback>
                <p:oleObj name="Equation" r:id="rId15" imgW="2184120" imgH="4190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5C5639BC-F47D-4442-B724-B5791630D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944" y="3268186"/>
                        <a:ext cx="218281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7FD46E50-72D8-42C5-B87F-BC2B9CECCD84}"/>
              </a:ext>
            </a:extLst>
          </p:cNvPr>
          <p:cNvGrpSpPr/>
          <p:nvPr/>
        </p:nvGrpSpPr>
        <p:grpSpPr>
          <a:xfrm>
            <a:off x="289004" y="3995902"/>
            <a:ext cx="4690507" cy="474112"/>
            <a:chOff x="295189" y="4326325"/>
            <a:chExt cx="4690507" cy="474112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0776DB6-C2EF-42F8-8F2A-C0E20CB19AB4}"/>
                </a:ext>
              </a:extLst>
            </p:cNvPr>
            <p:cNvSpPr/>
            <p:nvPr/>
          </p:nvSpPr>
          <p:spPr>
            <a:xfrm>
              <a:off x="295189" y="4338772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仅当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所有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AC172E23-0C6A-44CA-B350-1BE69D29F7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493761"/>
                </p:ext>
              </p:extLst>
            </p:nvPr>
          </p:nvGraphicFramePr>
          <p:xfrm>
            <a:off x="1619672" y="4411663"/>
            <a:ext cx="1920875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9" name="Equation" r:id="rId17" imgW="1917360" imgH="380880" progId="Equation.DSMT4">
                    <p:embed/>
                  </p:oleObj>
                </mc:Choice>
                <mc:Fallback>
                  <p:oleObj name="Equation" r:id="rId17" imgW="1917360" imgH="38088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B357E12A-5D40-4C03-8A54-7E233EE2BC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4411663"/>
                          <a:ext cx="1920875" cy="376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B3D004C-20B6-49B7-923B-8011259C2645}"/>
                </a:ext>
              </a:extLst>
            </p:cNvPr>
            <p:cNvSpPr/>
            <p:nvPr/>
          </p:nvSpPr>
          <p:spPr>
            <a:xfrm>
              <a:off x="3486568" y="4326325"/>
              <a:ext cx="149912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时才成立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936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BE6170-4F24-4525-AE48-A2A22628582D}"/>
              </a:ext>
            </a:extLst>
          </p:cNvPr>
          <p:cNvSpPr/>
          <p:nvPr/>
        </p:nvSpPr>
        <p:spPr>
          <a:xfrm>
            <a:off x="392370" y="321037"/>
            <a:ext cx="9025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注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D849B5-E915-4851-BC65-3DA78BCAB5C3}"/>
              </a:ext>
            </a:extLst>
          </p:cNvPr>
          <p:cNvSpPr/>
          <p:nvPr/>
        </p:nvSpPr>
        <p:spPr>
          <a:xfrm>
            <a:off x="392370" y="2001409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09809A-5472-4384-A6C6-497BEBE73823}"/>
              </a:ext>
            </a:extLst>
          </p:cNvPr>
          <p:cNvSpPr/>
          <p:nvPr/>
        </p:nvSpPr>
        <p:spPr>
          <a:xfrm>
            <a:off x="1320885" y="2005998"/>
            <a:ext cx="73063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讨论下列各组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函数在它们定义区间上是否线性相关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8F5284C-82EC-4B0E-8104-F0F8F5A59B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454716"/>
              </p:ext>
            </p:extLst>
          </p:nvPr>
        </p:nvGraphicFramePr>
        <p:xfrm>
          <a:off x="2089078" y="2593619"/>
          <a:ext cx="13462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6" name="Equation" r:id="rId3" imgW="1346040" imgH="406080" progId="Equation.DSMT4">
                  <p:embed/>
                </p:oleObj>
              </mc:Choice>
              <mc:Fallback>
                <p:oleObj name="Equation" r:id="rId3" imgW="134604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DCF6A89-AD6F-4A96-8A7E-B46C6D25D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9078" y="2593619"/>
                        <a:ext cx="1346200" cy="409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C04E8D0-557F-46A3-BA04-57FC0A0F33C6}"/>
              </a:ext>
            </a:extLst>
          </p:cNvPr>
          <p:cNvSpPr/>
          <p:nvPr/>
        </p:nvSpPr>
        <p:spPr>
          <a:xfrm>
            <a:off x="392370" y="3144207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解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417C0A6-2966-4054-A012-8296D0A2BB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482475"/>
              </p:ext>
            </p:extLst>
          </p:nvPr>
        </p:nvGraphicFramePr>
        <p:xfrm>
          <a:off x="1382913" y="3028254"/>
          <a:ext cx="1549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7" name="Equation" r:id="rId5" imgW="1549080" imgH="774360" progId="Equation.DSMT4">
                  <p:embed/>
                </p:oleObj>
              </mc:Choice>
              <mc:Fallback>
                <p:oleObj name="Equation" r:id="rId5" imgW="1549080" imgH="774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51295B1-CB7B-4E00-A98D-2C32ADE8B8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2913" y="3028254"/>
                        <a:ext cx="1549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EDFA60D-3A4B-42E1-8779-996E505E81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777368"/>
              </p:ext>
            </p:extLst>
          </p:nvPr>
        </p:nvGraphicFramePr>
        <p:xfrm>
          <a:off x="2874168" y="3310061"/>
          <a:ext cx="279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8" name="Equation" r:id="rId7" imgW="279360" imgH="241200" progId="Equation.DSMT4">
                  <p:embed/>
                </p:oleObj>
              </mc:Choice>
              <mc:Fallback>
                <p:oleObj name="Equation" r:id="rId7" imgW="27936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0185523-B588-4BA6-B393-6D749A1887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74168" y="3310061"/>
                        <a:ext cx="279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56546C3-8F3E-4F03-89AA-0EC99F1124C0}"/>
              </a:ext>
            </a:extLst>
          </p:cNvPr>
          <p:cNvSpPr/>
          <p:nvPr/>
        </p:nvSpPr>
        <p:spPr>
          <a:xfrm>
            <a:off x="3092079" y="3179216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常数，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862FC90-7FFD-4D1E-99CC-8ED2082548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347231"/>
              </p:ext>
            </p:extLst>
          </p:nvPr>
        </p:nvGraphicFramePr>
        <p:xfrm>
          <a:off x="3904713" y="3231306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9" name="Equation" r:id="rId9" imgW="1790640" imgH="342720" progId="Equation.DSMT4">
                  <p:embed/>
                </p:oleObj>
              </mc:Choice>
              <mc:Fallback>
                <p:oleObj name="Equation" r:id="rId9" imgW="179064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916CB9B-BCDA-4648-83A1-8FC8844804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04713" y="3231306"/>
                        <a:ext cx="1790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99FC864-E88B-46D9-BB11-BE435DE9FF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081119"/>
              </p:ext>
            </p:extLst>
          </p:nvPr>
        </p:nvGraphicFramePr>
        <p:xfrm>
          <a:off x="4350065" y="2658122"/>
          <a:ext cx="2705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0" name="Equation" r:id="rId11" imgW="2705040" imgH="342720" progId="Equation.DSMT4">
                  <p:embed/>
                </p:oleObj>
              </mc:Choice>
              <mc:Fallback>
                <p:oleObj name="Equation" r:id="rId11" imgW="270504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9C86F654-D467-47B2-830A-5EA09DCF4A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50065" y="2658122"/>
                        <a:ext cx="2705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D17CAD32-9659-4A96-BCE8-D80CA43C5BFF}"/>
              </a:ext>
            </a:extLst>
          </p:cNvPr>
          <p:cNvSpPr/>
          <p:nvPr/>
        </p:nvSpPr>
        <p:spPr>
          <a:xfrm>
            <a:off x="6716620" y="3166152"/>
            <a:ext cx="14663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线性无关</a:t>
            </a:r>
            <a:r>
              <a:rPr lang="en-US" altLang="zh-CN" sz="2400" dirty="0">
                <a:solidFill>
                  <a:srgbClr val="0066FF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srgbClr val="0066FF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6D8B03F-C507-49BB-AAAC-DF9F95D52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55672"/>
              </p:ext>
            </p:extLst>
          </p:nvPr>
        </p:nvGraphicFramePr>
        <p:xfrm>
          <a:off x="1360803" y="3931394"/>
          <a:ext cx="229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1" name="Equation" r:id="rId13" imgW="2298600" imgH="736560" progId="Equation.DSMT4">
                  <p:embed/>
                </p:oleObj>
              </mc:Choice>
              <mc:Fallback>
                <p:oleObj name="Equation" r:id="rId13" imgW="229860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F1FF8F87-9C41-41A6-BFD3-AFE5038F52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803" y="3931394"/>
                        <a:ext cx="2298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BEFF5D6-73D7-48FE-9D57-9FB97A8CA9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526405"/>
              </p:ext>
            </p:extLst>
          </p:nvPr>
        </p:nvGraphicFramePr>
        <p:xfrm>
          <a:off x="3918011" y="4155231"/>
          <a:ext cx="939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2" name="Equation" r:id="rId15" imgW="939600" imgH="342720" progId="Equation.DSMT4">
                  <p:embed/>
                </p:oleObj>
              </mc:Choice>
              <mc:Fallback>
                <p:oleObj name="Equation" r:id="rId15" imgW="93960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74AFD48-62B8-41B8-9514-27EFC8CC28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8011" y="4155231"/>
                        <a:ext cx="939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CED8D026-A142-48B3-82CC-5EBD6E9371D1}"/>
              </a:ext>
            </a:extLst>
          </p:cNvPr>
          <p:cNvSpPr/>
          <p:nvPr/>
        </p:nvSpPr>
        <p:spPr>
          <a:xfrm>
            <a:off x="6755013" y="4068861"/>
            <a:ext cx="1505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线性相关</a:t>
            </a:r>
            <a:r>
              <a:rPr lang="en-US" altLang="zh-CN" sz="2400" dirty="0">
                <a:solidFill>
                  <a:srgbClr val="0066FF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srgbClr val="0066FF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E9D91E-07AE-4B18-B7F0-1D76DA0A0C56}"/>
              </a:ext>
            </a:extLst>
          </p:cNvPr>
          <p:cNvSpPr/>
          <p:nvPr/>
        </p:nvSpPr>
        <p:spPr>
          <a:xfrm>
            <a:off x="3088655" y="319197"/>
            <a:ext cx="12449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（常数）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箭头: 右 6">
            <a:extLst>
              <a:ext uri="{FF2B5EF4-FFF2-40B4-BE49-F238E27FC236}">
                <a16:creationId xmlns:a16="http://schemas.microsoft.com/office/drawing/2014/main" id="{4105B997-4EA8-4B1F-80F5-FFFE0ED79B86}"/>
              </a:ext>
            </a:extLst>
          </p:cNvPr>
          <p:cNvSpPr/>
          <p:nvPr/>
        </p:nvSpPr>
        <p:spPr>
          <a:xfrm>
            <a:off x="4400292" y="486312"/>
            <a:ext cx="915039" cy="210903"/>
          </a:xfrm>
          <a:prstGeom prst="rightArrow">
            <a:avLst/>
          </a:prstGeom>
          <a:noFill/>
          <a:ln w="19050" cap="flat" cmpd="sng" algn="ctr">
            <a:solidFill>
              <a:srgbClr val="0066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B343C1C-3FE7-4D82-A9DA-02207A10A6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142226"/>
              </p:ext>
            </p:extLst>
          </p:nvPr>
        </p:nvGraphicFramePr>
        <p:xfrm>
          <a:off x="5369526" y="359529"/>
          <a:ext cx="156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3" name="Equation" r:id="rId17" imgW="1562040" imgH="380880" progId="Equation.DSMT4">
                  <p:embed/>
                </p:oleObj>
              </mc:Choice>
              <mc:Fallback>
                <p:oleObj name="Equation" r:id="rId17" imgW="1562040" imgH="3808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FC96532E-310F-4E09-9347-4FDFA1A7E0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69526" y="359529"/>
                        <a:ext cx="1562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1CAB561C-CEA0-48E8-9D55-FF59AD5F97F7}"/>
              </a:ext>
            </a:extLst>
          </p:cNvPr>
          <p:cNvSpPr/>
          <p:nvPr/>
        </p:nvSpPr>
        <p:spPr>
          <a:xfrm>
            <a:off x="6856278" y="319196"/>
            <a:ext cx="15621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线性相关</a:t>
            </a:r>
            <a:r>
              <a:rPr lang="en-US" altLang="zh-CN" sz="2400" dirty="0">
                <a:solidFill>
                  <a:srgbClr val="1F497D">
                    <a:lumMod val="75000"/>
                  </a:srgbClr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srgbClr val="1F497D">
                  <a:lumMod val="75000"/>
                </a:srgbClr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20" name="箭头: 右 30">
            <a:extLst>
              <a:ext uri="{FF2B5EF4-FFF2-40B4-BE49-F238E27FC236}">
                <a16:creationId xmlns:a16="http://schemas.microsoft.com/office/drawing/2014/main" id="{0907CC20-C452-4D92-87F4-B2968B409D1F}"/>
              </a:ext>
            </a:extLst>
          </p:cNvPr>
          <p:cNvSpPr/>
          <p:nvPr/>
        </p:nvSpPr>
        <p:spPr>
          <a:xfrm>
            <a:off x="4410898" y="1387926"/>
            <a:ext cx="915039" cy="210903"/>
          </a:xfrm>
          <a:prstGeom prst="rightArrow">
            <a:avLst/>
          </a:prstGeom>
          <a:noFill/>
          <a:ln w="19050" cap="flat" cmpd="sng" algn="ctr">
            <a:solidFill>
              <a:srgbClr val="0066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08F440B-65A6-418C-AA6D-0C93EC9A7C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546829"/>
              </p:ext>
            </p:extLst>
          </p:nvPr>
        </p:nvGraphicFramePr>
        <p:xfrm>
          <a:off x="5366337" y="1307425"/>
          <a:ext cx="156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4" name="Equation" r:id="rId19" imgW="1562040" imgH="380880" progId="Equation.DSMT4">
                  <p:embed/>
                </p:oleObj>
              </mc:Choice>
              <mc:Fallback>
                <p:oleObj name="Equation" r:id="rId19" imgW="1562040" imgH="380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3B3B16AF-971B-4401-92E4-874851B60B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66337" y="1307425"/>
                        <a:ext cx="1562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84B71131-85EC-4111-A02E-9B3031CD9E7E}"/>
              </a:ext>
            </a:extLst>
          </p:cNvPr>
          <p:cNvSpPr/>
          <p:nvPr/>
        </p:nvSpPr>
        <p:spPr>
          <a:xfrm>
            <a:off x="6921105" y="1269203"/>
            <a:ext cx="15621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线性无关</a:t>
            </a:r>
            <a:r>
              <a:rPr lang="en-US" altLang="zh-CN" sz="2400" dirty="0">
                <a:solidFill>
                  <a:srgbClr val="0066FF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srgbClr val="0066FF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23" name="箭头: 右 33">
            <a:extLst>
              <a:ext uri="{FF2B5EF4-FFF2-40B4-BE49-F238E27FC236}">
                <a16:creationId xmlns:a16="http://schemas.microsoft.com/office/drawing/2014/main" id="{882251EE-5FDA-41A7-A191-1B867F379400}"/>
              </a:ext>
            </a:extLst>
          </p:cNvPr>
          <p:cNvSpPr/>
          <p:nvPr/>
        </p:nvSpPr>
        <p:spPr>
          <a:xfrm>
            <a:off x="5776968" y="3291534"/>
            <a:ext cx="915039" cy="210903"/>
          </a:xfrm>
          <a:prstGeom prst="rightArrow">
            <a:avLst/>
          </a:prstGeom>
          <a:noFill/>
          <a:ln w="19050" cap="flat" cmpd="sng" algn="ctr">
            <a:solidFill>
              <a:srgbClr val="0066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箭头: 右 34">
            <a:extLst>
              <a:ext uri="{FF2B5EF4-FFF2-40B4-BE49-F238E27FC236}">
                <a16:creationId xmlns:a16="http://schemas.microsoft.com/office/drawing/2014/main" id="{7F0EA55B-67B4-4166-A5EE-26CBEBFA7426}"/>
              </a:ext>
            </a:extLst>
          </p:cNvPr>
          <p:cNvSpPr/>
          <p:nvPr/>
        </p:nvSpPr>
        <p:spPr>
          <a:xfrm>
            <a:off x="5757884" y="4221612"/>
            <a:ext cx="915039" cy="210903"/>
          </a:xfrm>
          <a:prstGeom prst="rightArrow">
            <a:avLst/>
          </a:prstGeom>
          <a:noFill/>
          <a:ln w="19050" cap="flat" cmpd="sng" algn="ctr">
            <a:solidFill>
              <a:srgbClr val="0066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D40545F-F180-482F-8038-2EBBF2F56B48}"/>
              </a:ext>
            </a:extLst>
          </p:cNvPr>
          <p:cNvGrpSpPr/>
          <p:nvPr/>
        </p:nvGrpSpPr>
        <p:grpSpPr>
          <a:xfrm>
            <a:off x="1370597" y="1106620"/>
            <a:ext cx="3029695" cy="800100"/>
            <a:chOff x="1556668" y="1365735"/>
            <a:chExt cx="3029695" cy="800100"/>
          </a:xfrm>
        </p:grpSpPr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1EAF8C62-11DF-4B6C-A2D9-D9A0A7F739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6789965"/>
                </p:ext>
              </p:extLst>
            </p:nvPr>
          </p:nvGraphicFramePr>
          <p:xfrm>
            <a:off x="1556668" y="1365735"/>
            <a:ext cx="18542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05" name="Equation" r:id="rId21" imgW="1854000" imgH="799920" progId="Equation.DSMT4">
                    <p:embed/>
                  </p:oleObj>
                </mc:Choice>
                <mc:Fallback>
                  <p:oleObj name="Equation" r:id="rId21" imgW="1854000" imgH="7999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E835AFF5-8C06-497C-BD86-BA3CD2B3DD3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556668" y="1365735"/>
                          <a:ext cx="1854200" cy="800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5939FC5-1B54-436D-9AE4-D418DF70321B}"/>
                </a:ext>
              </a:extLst>
            </p:cNvPr>
            <p:cNvSpPr/>
            <p:nvPr/>
          </p:nvSpPr>
          <p:spPr>
            <a:xfrm>
              <a:off x="3341450" y="1513326"/>
              <a:ext cx="124491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（常数）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330C943-D5E7-428D-9E59-C3C736AEE2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1670" y="1614364"/>
              <a:ext cx="81172" cy="265349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</a:ln>
            <a:effectLst/>
          </p:spPr>
        </p:cxnSp>
      </p:grp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9562AEEE-ED2A-4453-A2A7-4AD11E703D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051671"/>
              </p:ext>
            </p:extLst>
          </p:nvPr>
        </p:nvGraphicFramePr>
        <p:xfrm>
          <a:off x="1259632" y="195486"/>
          <a:ext cx="1854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6" name="Equation" r:id="rId23" imgW="1854000" imgH="799920" progId="Equation.DSMT4">
                  <p:embed/>
                </p:oleObj>
              </mc:Choice>
              <mc:Fallback>
                <p:oleObj name="Equation" r:id="rId23" imgW="1854000" imgH="79992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22D2BC37-0F89-492B-B09A-0A86FC0A5E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95486"/>
                        <a:ext cx="1854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690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9" grpId="0"/>
      <p:bldP spid="12" grpId="0"/>
      <p:bldP spid="15" grpId="0"/>
      <p:bldP spid="16" grpId="0"/>
      <p:bldP spid="17" grpId="0" animBg="1"/>
      <p:bldP spid="19" grpId="0"/>
      <p:bldP spid="20" grpId="0" animBg="1"/>
      <p:bldP spid="22" grpId="0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EF55843-3449-40E3-BD15-F1B62A226F22}"/>
              </a:ext>
            </a:extLst>
          </p:cNvPr>
          <p:cNvSpPr/>
          <p:nvPr/>
        </p:nvSpPr>
        <p:spPr>
          <a:xfrm>
            <a:off x="483503" y="355844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定理</a:t>
            </a:r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221269-BAA4-4216-9C72-F52E6740F34B}"/>
              </a:ext>
            </a:extLst>
          </p:cNvPr>
          <p:cNvSpPr/>
          <p:nvPr/>
        </p:nvSpPr>
        <p:spPr>
          <a:xfrm>
            <a:off x="2312" y="2269799"/>
            <a:ext cx="35491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的两个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线性无关特解，</a:t>
            </a:r>
            <a:endParaRPr lang="zh-CN" altLang="zh-CN" sz="24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D3584AE-2540-41A3-802A-4E0FFB57D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473302"/>
              </p:ext>
            </p:extLst>
          </p:nvPr>
        </p:nvGraphicFramePr>
        <p:xfrm>
          <a:off x="3116117" y="2859392"/>
          <a:ext cx="264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" name="Equation" r:id="rId3" imgW="2641320" imgH="380880" progId="Equation.DSMT4">
                  <p:embed/>
                </p:oleObj>
              </mc:Choice>
              <mc:Fallback>
                <p:oleObj name="Equation" r:id="rId3" imgW="2641320" imgH="38088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098ECA87-24D7-49DC-90D3-5068341B0F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6117" y="2859392"/>
                        <a:ext cx="2641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66CD5CA9-8C05-43A3-8185-FF58AB500B1C}"/>
              </a:ext>
            </a:extLst>
          </p:cNvPr>
          <p:cNvGrpSpPr/>
          <p:nvPr/>
        </p:nvGrpSpPr>
        <p:grpSpPr>
          <a:xfrm>
            <a:off x="415739" y="928182"/>
            <a:ext cx="7806215" cy="475268"/>
            <a:chOff x="1475656" y="457200"/>
            <a:chExt cx="7806215" cy="47526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2C5E89E-A3C8-41D5-9015-1864FF2716E9}"/>
                </a:ext>
              </a:extLst>
            </p:cNvPr>
            <p:cNvSpPr/>
            <p:nvPr/>
          </p:nvSpPr>
          <p:spPr>
            <a:xfrm>
              <a:off x="1475656" y="457644"/>
              <a:ext cx="19442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如果函数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9B5F80B-9006-4EAE-9E0E-45EA962D61F5}"/>
                </a:ext>
              </a:extLst>
            </p:cNvPr>
            <p:cNvSpPr/>
            <p:nvPr/>
          </p:nvSpPr>
          <p:spPr>
            <a:xfrm>
              <a:off x="3432123" y="470803"/>
              <a:ext cx="9361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与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1D3D00D-85C4-4BD8-BE63-729ED2F9EDD2}"/>
                </a:ext>
              </a:extLst>
            </p:cNvPr>
            <p:cNvSpPr/>
            <p:nvPr/>
          </p:nvSpPr>
          <p:spPr>
            <a:xfrm>
              <a:off x="4496207" y="457200"/>
              <a:ext cx="47856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是二阶齐次线性方程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54C7FC7-318C-4068-8E27-5CC987BB45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3699383"/>
                </p:ext>
              </p:extLst>
            </p:nvPr>
          </p:nvGraphicFramePr>
          <p:xfrm>
            <a:off x="3180417" y="510125"/>
            <a:ext cx="660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98" name="Equation" r:id="rId5" imgW="660240" imgH="380880" progId="Equation.DSMT4">
                    <p:embed/>
                  </p:oleObj>
                </mc:Choice>
                <mc:Fallback>
                  <p:oleObj name="Equation" r:id="rId5" imgW="660240" imgH="38088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62FD9849-3A2A-41F3-8DE1-967CFD50FAF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80417" y="510125"/>
                          <a:ext cx="660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F730FAB-BDD4-4E01-94CC-44B6965E8D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6892861"/>
                </p:ext>
              </p:extLst>
            </p:nvPr>
          </p:nvGraphicFramePr>
          <p:xfrm>
            <a:off x="4199319" y="486263"/>
            <a:ext cx="698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99" name="Equation" r:id="rId7" imgW="698400" imgH="380880" progId="Equation.DSMT4">
                    <p:embed/>
                  </p:oleObj>
                </mc:Choice>
                <mc:Fallback>
                  <p:oleObj name="Equation" r:id="rId7" imgW="698400" imgH="38088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F426C3FA-38E1-4186-A166-0250B2FD5F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9319" y="486263"/>
                          <a:ext cx="6985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9A656AFA-6264-4CE7-B2AC-5A4CD4A9C282}"/>
              </a:ext>
            </a:extLst>
          </p:cNvPr>
          <p:cNvSpPr/>
          <p:nvPr/>
        </p:nvSpPr>
        <p:spPr>
          <a:xfrm>
            <a:off x="2901389" y="2264280"/>
            <a:ext cx="11560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那么</a:t>
            </a:r>
            <a:endParaRPr lang="zh-CN" altLang="zh-CN" sz="2400" b="1" dirty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A1F79F-D355-4FD5-976A-8708EF1ECCEE}"/>
              </a:ext>
            </a:extLst>
          </p:cNvPr>
          <p:cNvSpPr/>
          <p:nvPr/>
        </p:nvSpPr>
        <p:spPr>
          <a:xfrm>
            <a:off x="651691" y="4222176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如</a:t>
            </a:r>
            <a:endParaRPr lang="zh-CN" altLang="zh-CN" sz="2400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E33683C-3E60-41B8-9B78-414F157ABA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096571"/>
              </p:ext>
            </p:extLst>
          </p:nvPr>
        </p:nvGraphicFramePr>
        <p:xfrm>
          <a:off x="1541993" y="4280868"/>
          <a:ext cx="2603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0" name="Equation" r:id="rId9" imgW="2603160" imgH="380880" progId="Equation.DSMT4">
                  <p:embed/>
                </p:oleObj>
              </mc:Choice>
              <mc:Fallback>
                <p:oleObj name="Equation" r:id="rId9" imgW="2603160" imgH="38088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0657D541-A95B-4056-8D0C-E41D57467C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993" y="4280868"/>
                        <a:ext cx="2603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0776387-2E9A-476F-A7C0-E9C4176D92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787021"/>
              </p:ext>
            </p:extLst>
          </p:nvPr>
        </p:nvGraphicFramePr>
        <p:xfrm>
          <a:off x="5245110" y="4306268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1" name="Equation" r:id="rId11" imgW="1218960" imgH="355320" progId="Equation.DSMT4">
                  <p:embed/>
                </p:oleObj>
              </mc:Choice>
              <mc:Fallback>
                <p:oleObj name="Equation" r:id="rId11" imgW="1218960" imgH="35532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B71ECA95-AB6B-49B0-88B5-31AADA9EB7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45110" y="4306268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3B20D333-E2B9-4771-BEDE-517D3222AECD}"/>
              </a:ext>
            </a:extLst>
          </p:cNvPr>
          <p:cNvSpPr/>
          <p:nvPr/>
        </p:nvSpPr>
        <p:spPr>
          <a:xfrm>
            <a:off x="3792276" y="4249672"/>
            <a:ext cx="1584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是方程</a:t>
            </a:r>
            <a:endParaRPr lang="zh-CN" altLang="zh-CN" sz="2400" b="1" dirty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D8D85A-A5AF-490A-B399-267CB13E7920}"/>
              </a:ext>
            </a:extLst>
          </p:cNvPr>
          <p:cNvSpPr/>
          <p:nvPr/>
        </p:nvSpPr>
        <p:spPr>
          <a:xfrm>
            <a:off x="6091369" y="4222176"/>
            <a:ext cx="17144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6BBDF7A8-B7DF-448C-9A36-498C9E126C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319187"/>
              </p:ext>
            </p:extLst>
          </p:nvPr>
        </p:nvGraphicFramePr>
        <p:xfrm>
          <a:off x="2831360" y="1788482"/>
          <a:ext cx="29749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2" name="Equation" r:id="rId13" imgW="2908080" imgH="355320" progId="Equation.DSMT4">
                  <p:embed/>
                </p:oleObj>
              </mc:Choice>
              <mc:Fallback>
                <p:oleObj name="Equation" r:id="rId13" imgW="2908080" imgH="35532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2D72B209-E5E1-4F3A-AEA6-64D5931109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360" y="1788482"/>
                        <a:ext cx="29749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16F71087-912A-4EC4-86AA-02F5627C8DDB}"/>
              </a:ext>
            </a:extLst>
          </p:cNvPr>
          <p:cNvSpPr/>
          <p:nvPr/>
        </p:nvSpPr>
        <p:spPr>
          <a:xfrm>
            <a:off x="6464310" y="1637709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6DEF118-8DDE-44EC-A488-D476147901D4}"/>
              </a:ext>
            </a:extLst>
          </p:cNvPr>
          <p:cNvSpPr/>
          <p:nvPr/>
        </p:nvSpPr>
        <p:spPr>
          <a:xfrm>
            <a:off x="1287177" y="339502"/>
            <a:ext cx="4999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线性齐次方程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通解</a:t>
            </a: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的叠加原理</a:t>
            </a:r>
            <a:endParaRPr lang="zh-CN" altLang="zh-CN" sz="2400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797C82E-FD3E-4278-BD03-DBF91590757B}"/>
              </a:ext>
            </a:extLst>
          </p:cNvPr>
          <p:cNvGrpSpPr/>
          <p:nvPr/>
        </p:nvGrpSpPr>
        <p:grpSpPr>
          <a:xfrm>
            <a:off x="179512" y="3646649"/>
            <a:ext cx="6277597" cy="483333"/>
            <a:chOff x="-197529" y="1944401"/>
            <a:chExt cx="6536293" cy="48333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1623387-54C7-4741-B46B-617A8D7221FD}"/>
                </a:ext>
              </a:extLst>
            </p:cNvPr>
            <p:cNvSpPr/>
            <p:nvPr/>
          </p:nvSpPr>
          <p:spPr>
            <a:xfrm>
              <a:off x="-197529" y="1966069"/>
              <a:ext cx="41353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就是方程 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通解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,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其中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51D03BF-363D-4DB4-B686-28F762FF6A9B}"/>
                </a:ext>
              </a:extLst>
            </p:cNvPr>
            <p:cNvSpPr/>
            <p:nvPr/>
          </p:nvSpPr>
          <p:spPr>
            <a:xfrm>
              <a:off x="4067944" y="1944401"/>
              <a:ext cx="2270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是任意常数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9166577-9EAC-435B-BF30-E9A830B85F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2660698"/>
                </p:ext>
              </p:extLst>
            </p:nvPr>
          </p:nvGraphicFramePr>
          <p:xfrm>
            <a:off x="3705985" y="2006401"/>
            <a:ext cx="812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3" name="Equation" r:id="rId15" imgW="812520" imgH="380880" progId="Equation.DSMT4">
                    <p:embed/>
                  </p:oleObj>
                </mc:Choice>
                <mc:Fallback>
                  <p:oleObj name="Equation" r:id="rId15" imgW="812520" imgH="380880" progId="Equation.DSMT4">
                    <p:embed/>
                    <p:pic>
                      <p:nvPicPr>
                        <p:cNvPr id="51" name="对象 50">
                          <a:extLst>
                            <a:ext uri="{FF2B5EF4-FFF2-40B4-BE49-F238E27FC236}">
                              <a16:creationId xmlns:a16="http://schemas.microsoft.com/office/drawing/2014/main" id="{44B2F74E-AA0E-4C63-8D3E-6DC0FCA5CB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705985" y="2006401"/>
                          <a:ext cx="812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3308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  <p:bldP spid="15" grpId="0"/>
      <p:bldP spid="16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F20774-80E4-4CBE-8981-CF5B1F8C6A9A}"/>
              </a:ext>
            </a:extLst>
          </p:cNvPr>
          <p:cNvSpPr/>
          <p:nvPr/>
        </p:nvSpPr>
        <p:spPr>
          <a:xfrm>
            <a:off x="520844" y="312089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推广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68C3671-FE3C-4D77-9F05-A54055F47FC3}"/>
              </a:ext>
            </a:extLst>
          </p:cNvPr>
          <p:cNvGrpSpPr/>
          <p:nvPr/>
        </p:nvGrpSpPr>
        <p:grpSpPr>
          <a:xfrm>
            <a:off x="512250" y="858573"/>
            <a:ext cx="7560840" cy="486424"/>
            <a:chOff x="1411262" y="2512516"/>
            <a:chExt cx="7560840" cy="48642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68588EB-B46B-4733-8296-A1A0967832A0}"/>
                </a:ext>
              </a:extLst>
            </p:cNvPr>
            <p:cNvSpPr/>
            <p:nvPr/>
          </p:nvSpPr>
          <p:spPr>
            <a:xfrm>
              <a:off x="1411262" y="2537275"/>
              <a:ext cx="19442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如果函数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1E5853A3-4EDF-4882-BC43-399BB0016B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79662" y="2572844"/>
            <a:ext cx="2655888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4" name="Equation" r:id="rId3" imgW="2590560" imgH="380880" progId="Equation.DSMT4">
                    <p:embed/>
                  </p:oleObj>
                </mc:Choice>
                <mc:Fallback>
                  <p:oleObj name="Equation" r:id="rId3" imgW="25905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D61C16B-DDF2-4BE5-B16B-C86F873064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662" y="2572844"/>
                          <a:ext cx="2655888" cy="390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3F7F761-B737-46B7-93E9-5C3A75B9E443}"/>
                </a:ext>
              </a:extLst>
            </p:cNvPr>
            <p:cNvSpPr/>
            <p:nvPr/>
          </p:nvSpPr>
          <p:spPr>
            <a:xfrm>
              <a:off x="5371702" y="2512516"/>
              <a:ext cx="3600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是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阶齐次线性方程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E6A5E63-1A4E-4856-8A2E-BB072810A1D9}"/>
              </a:ext>
            </a:extLst>
          </p:cNvPr>
          <p:cNvGrpSpPr/>
          <p:nvPr/>
        </p:nvGrpSpPr>
        <p:grpSpPr>
          <a:xfrm>
            <a:off x="383121" y="2356658"/>
            <a:ext cx="6097321" cy="461917"/>
            <a:chOff x="168753" y="3189953"/>
            <a:chExt cx="6097321" cy="46191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66EE1EE-C599-4312-95AC-1EC34EA8DE46}"/>
                </a:ext>
              </a:extLst>
            </p:cNvPr>
            <p:cNvSpPr/>
            <p:nvPr/>
          </p:nvSpPr>
          <p:spPr>
            <a:xfrm>
              <a:off x="168753" y="3190205"/>
              <a:ext cx="27068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的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n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个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线性无关解，</a:t>
              </a:r>
              <a:endPara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CD47090-58F7-498A-83F4-36F38E7DEC9B}"/>
                </a:ext>
              </a:extLst>
            </p:cNvPr>
            <p:cNvSpPr/>
            <p:nvPr/>
          </p:nvSpPr>
          <p:spPr>
            <a:xfrm>
              <a:off x="2339752" y="3189953"/>
              <a:ext cx="392632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34925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那么方程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通解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为</a:t>
              </a:r>
              <a:endPara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E2ED776-10F5-40CB-9F40-04E08DFB5E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556041"/>
              </p:ext>
            </p:extLst>
          </p:nvPr>
        </p:nvGraphicFramePr>
        <p:xfrm>
          <a:off x="2408076" y="3075731"/>
          <a:ext cx="45910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5" name="Equation" r:id="rId5" imgW="4483080" imgH="380880" progId="Equation.DSMT4">
                  <p:embed/>
                </p:oleObj>
              </mc:Choice>
              <mc:Fallback>
                <p:oleObj name="Equation" r:id="rId5" imgW="4483080" imgH="380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4D65B1D-A2BE-4908-A6DD-ACD388B849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076" y="3075731"/>
                        <a:ext cx="459105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70DA8D77-B580-44EC-B10C-35DBC3DAA7D4}"/>
              </a:ext>
            </a:extLst>
          </p:cNvPr>
          <p:cNvGrpSpPr/>
          <p:nvPr/>
        </p:nvGrpSpPr>
        <p:grpSpPr>
          <a:xfrm>
            <a:off x="2474" y="3863014"/>
            <a:ext cx="4701127" cy="471993"/>
            <a:chOff x="-145845" y="4404013"/>
            <a:chExt cx="4701127" cy="47199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F07AD0D-4D77-4921-A3E3-D7EBE5BD25C0}"/>
                </a:ext>
              </a:extLst>
            </p:cNvPr>
            <p:cNvSpPr/>
            <p:nvPr/>
          </p:nvSpPr>
          <p:spPr>
            <a:xfrm>
              <a:off x="-145845" y="4404013"/>
              <a:ext cx="137079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其中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CFFB465-1D72-4072-B7FE-B49BDD47E3F0}"/>
                </a:ext>
              </a:extLst>
            </p:cNvPr>
            <p:cNvSpPr/>
            <p:nvPr/>
          </p:nvSpPr>
          <p:spPr>
            <a:xfrm>
              <a:off x="2284462" y="4414341"/>
              <a:ext cx="2270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是任意常数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9463D435-1E45-4732-8102-B09FE0002F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8204" y="4482209"/>
            <a:ext cx="1625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6" name="Equation" r:id="rId7" imgW="1625400" imgH="380880" progId="Equation.DSMT4">
                    <p:embed/>
                  </p:oleObj>
                </mc:Choice>
                <mc:Fallback>
                  <p:oleObj name="Equation" r:id="rId7" imgW="1625400" imgH="3808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41AC4AEF-55D5-4B24-A8D2-AFA00368E3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8204" y="4482209"/>
                          <a:ext cx="16256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B218345-C4C9-4086-9725-1F62D2C48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035415"/>
              </p:ext>
            </p:extLst>
          </p:nvPr>
        </p:nvGraphicFramePr>
        <p:xfrm>
          <a:off x="2008026" y="1610788"/>
          <a:ext cx="5537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" name="Equation" r:id="rId9" imgW="5410080" imgH="419040" progId="Equation.DSMT4">
                  <p:embed/>
                </p:oleObj>
              </mc:Choice>
              <mc:Fallback>
                <p:oleObj name="Equation" r:id="rId9" imgW="5410080" imgH="419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36595F7-3370-425C-9294-7AA358A56E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026" y="1610788"/>
                        <a:ext cx="5537200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6BE7C834-9962-477F-B71D-78A42691710A}"/>
              </a:ext>
            </a:extLst>
          </p:cNvPr>
          <p:cNvSpPr/>
          <p:nvPr/>
        </p:nvSpPr>
        <p:spPr>
          <a:xfrm>
            <a:off x="7679079" y="1584030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DDEEA0-A12F-4D3C-A9EC-548118B47C80}"/>
              </a:ext>
            </a:extLst>
          </p:cNvPr>
          <p:cNvSpPr/>
          <p:nvPr/>
        </p:nvSpPr>
        <p:spPr>
          <a:xfrm>
            <a:off x="1175209" y="267494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线性齐次方程通解的叠加原理</a:t>
            </a:r>
            <a:endParaRPr lang="zh-CN" altLang="zh-CN" sz="2400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90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7A41B7-9FB9-4AB0-B089-C6C160020375}"/>
              </a:ext>
            </a:extLst>
          </p:cNvPr>
          <p:cNvSpPr/>
          <p:nvPr/>
        </p:nvSpPr>
        <p:spPr>
          <a:xfrm>
            <a:off x="389579" y="195486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AB3097-C706-47F4-9C6D-6A39B2A881C6}"/>
              </a:ext>
            </a:extLst>
          </p:cNvPr>
          <p:cNvSpPr/>
          <p:nvPr/>
        </p:nvSpPr>
        <p:spPr>
          <a:xfrm>
            <a:off x="1517178" y="19548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验证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61A668A-D9BA-4E98-912D-D078A51039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800828"/>
              </p:ext>
            </p:extLst>
          </p:nvPr>
        </p:nvGraphicFramePr>
        <p:xfrm>
          <a:off x="2339975" y="195486"/>
          <a:ext cx="32718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0" name="Equation" r:id="rId3" imgW="3276360" imgH="419040" progId="Equation.DSMT4">
                  <p:embed/>
                </p:oleObj>
              </mc:Choice>
              <mc:Fallback>
                <p:oleObj name="Equation" r:id="rId3" imgW="327636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1DBD0AB-A0AB-4332-8F44-879C1AD8E3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95486"/>
                        <a:ext cx="3271837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0C83821-111E-48BD-AF01-BE76344DE413}"/>
              </a:ext>
            </a:extLst>
          </p:cNvPr>
          <p:cNvSpPr/>
          <p:nvPr/>
        </p:nvSpPr>
        <p:spPr>
          <a:xfrm>
            <a:off x="5162323" y="162545"/>
            <a:ext cx="40583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是</a:t>
            </a:r>
            <a:r>
              <a:rPr lang="zh-CN" altLang="en-US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任意常数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是方程</a:t>
            </a:r>
            <a:endParaRPr lang="zh-CN" altLang="zh-CN" sz="2400" b="1" dirty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73549C3-A7FC-45ED-AEF3-52FA097E66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886053"/>
              </p:ext>
            </p:extLst>
          </p:nvPr>
        </p:nvGraphicFramePr>
        <p:xfrm>
          <a:off x="357123" y="652281"/>
          <a:ext cx="23320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1" name="Equation" r:id="rId5" imgW="2336760" imgH="736560" progId="Equation.DSMT4">
                  <p:embed/>
                </p:oleObj>
              </mc:Choice>
              <mc:Fallback>
                <p:oleObj name="Equation" r:id="rId5" imgW="233676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FAC4979-9D68-4969-9B80-0A98A6E0E1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23" y="652281"/>
                        <a:ext cx="2332037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8B0573E-9DF9-4335-8C90-1D9101584611}"/>
              </a:ext>
            </a:extLst>
          </p:cNvPr>
          <p:cNvSpPr/>
          <p:nvPr/>
        </p:nvSpPr>
        <p:spPr>
          <a:xfrm>
            <a:off x="2642635" y="752216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FB1E33-3A30-4611-9543-4204EBA7117E}"/>
              </a:ext>
            </a:extLst>
          </p:cNvPr>
          <p:cNvSpPr/>
          <p:nvPr/>
        </p:nvSpPr>
        <p:spPr>
          <a:xfrm>
            <a:off x="380068" y="1434686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解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985AC4-6DB6-4B5A-ACAE-70BA37BEAD6C}"/>
              </a:ext>
            </a:extLst>
          </p:cNvPr>
          <p:cNvSpPr/>
          <p:nvPr/>
        </p:nvSpPr>
        <p:spPr>
          <a:xfrm>
            <a:off x="1187970" y="145943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记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D94FB9A-D843-423D-AE39-FAE4403910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840345"/>
              </p:ext>
            </p:extLst>
          </p:nvPr>
        </p:nvGraphicFramePr>
        <p:xfrm>
          <a:off x="1682016" y="1437429"/>
          <a:ext cx="8524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2" name="Equation" r:id="rId7" imgW="850680" imgH="419040" progId="Equation.DSMT4">
                  <p:embed/>
                </p:oleObj>
              </mc:Choice>
              <mc:Fallback>
                <p:oleObj name="Equation" r:id="rId7" imgW="850680" imgH="419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ADCB800-2EF5-4AC3-A4AE-5E9564D283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016" y="1437429"/>
                        <a:ext cx="852487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619A6DB-FC74-4594-A314-2BDA26A062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356679"/>
              </p:ext>
            </p:extLst>
          </p:nvPr>
        </p:nvGraphicFramePr>
        <p:xfrm>
          <a:off x="2642635" y="1465159"/>
          <a:ext cx="2300287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3" name="Equation" r:id="rId9" imgW="2298600" imgH="380880" progId="Equation.DSMT4">
                  <p:embed/>
                </p:oleObj>
              </mc:Choice>
              <mc:Fallback>
                <p:oleObj name="Equation" r:id="rId9" imgW="2298600" imgH="380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528AC63-679E-48FD-8A44-24065FB09D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2635" y="1465159"/>
                        <a:ext cx="2300287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EE9EAD7-8112-484E-A718-FE7C6A5747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527432"/>
              </p:ext>
            </p:extLst>
          </p:nvPr>
        </p:nvGraphicFramePr>
        <p:xfrm>
          <a:off x="4998047" y="2570179"/>
          <a:ext cx="1790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4" name="Equation" r:id="rId11" imgW="1790640" imgH="380880" progId="Equation.DSMT4">
                  <p:embed/>
                </p:oleObj>
              </mc:Choice>
              <mc:Fallback>
                <p:oleObj name="Equation" r:id="rId11" imgW="179064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D7B00B2-ABCC-4F9F-8F5F-00125ED59C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98047" y="2570179"/>
                        <a:ext cx="1790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7D5F3CA-D986-4FA0-B812-4072A028FA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532412"/>
              </p:ext>
            </p:extLst>
          </p:nvPr>
        </p:nvGraphicFramePr>
        <p:xfrm>
          <a:off x="2613220" y="1833579"/>
          <a:ext cx="41227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5" name="Equation" r:id="rId13" imgW="4127400" imgH="736560" progId="Equation.DSMT4">
                  <p:embed/>
                </p:oleObj>
              </mc:Choice>
              <mc:Fallback>
                <p:oleObj name="Equation" r:id="rId13" imgW="412740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FFAB6EC-C911-4B15-9C7E-DD70C05B12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220" y="1833579"/>
                        <a:ext cx="4122738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1CFD65B-E086-4B32-8A08-EB6000C17D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460159"/>
              </p:ext>
            </p:extLst>
          </p:nvPr>
        </p:nvGraphicFramePr>
        <p:xfrm>
          <a:off x="944445" y="2965634"/>
          <a:ext cx="686276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6" name="Equation" r:id="rId15" imgW="6858000" imgH="736560" progId="Equation.DSMT4">
                  <p:embed/>
                </p:oleObj>
              </mc:Choice>
              <mc:Fallback>
                <p:oleObj name="Equation" r:id="rId15" imgW="685800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60AED73-841E-41BD-BE4D-BC394EB348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445" y="2965634"/>
                        <a:ext cx="6862763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4E4EE7C-E48D-4EC1-B4FD-77738EE3CC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925187"/>
              </p:ext>
            </p:extLst>
          </p:nvPr>
        </p:nvGraphicFramePr>
        <p:xfrm>
          <a:off x="466395" y="3734852"/>
          <a:ext cx="156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7" name="Equation" r:id="rId17" imgW="1562040" imgH="380880" progId="Equation.DSMT4">
                  <p:embed/>
                </p:oleObj>
              </mc:Choice>
              <mc:Fallback>
                <p:oleObj name="Equation" r:id="rId17" imgW="1562040" imgH="380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B82564E-B712-4A9E-AFE1-469C05976A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6395" y="3734852"/>
                        <a:ext cx="1562100" cy="381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19AA26C0-626B-40D4-BCC5-49CD160438B4}"/>
              </a:ext>
            </a:extLst>
          </p:cNvPr>
          <p:cNvSpPr/>
          <p:nvPr/>
        </p:nvSpPr>
        <p:spPr>
          <a:xfrm>
            <a:off x="355228" y="4198317"/>
            <a:ext cx="23564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是原方程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55CC885-C4DB-4CC4-9ACB-4D467C2D0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898667"/>
              </p:ext>
            </p:extLst>
          </p:nvPr>
        </p:nvGraphicFramePr>
        <p:xfrm>
          <a:off x="1217333" y="2541437"/>
          <a:ext cx="1387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8" name="Equation" r:id="rId19" imgW="1384200" imgH="419040" progId="Equation.DSMT4">
                  <p:embed/>
                </p:oleObj>
              </mc:Choice>
              <mc:Fallback>
                <p:oleObj name="Equation" r:id="rId19" imgW="1384200" imgH="419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DB87C18-C86A-4B30-901D-CC094A7706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333" y="2541437"/>
                        <a:ext cx="138747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BA56C16-6CE0-463F-9BC9-4ECE6DC8F5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040645"/>
              </p:ext>
            </p:extLst>
          </p:nvPr>
        </p:nvGraphicFramePr>
        <p:xfrm>
          <a:off x="2657597" y="2605611"/>
          <a:ext cx="2465388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9" name="Equation" r:id="rId21" imgW="2463480" imgH="380880" progId="Equation.DSMT4">
                  <p:embed/>
                </p:oleObj>
              </mc:Choice>
              <mc:Fallback>
                <p:oleObj name="Equation" r:id="rId21" imgW="2463480" imgH="3808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2DDED754-D8CE-47C8-9EA1-FCC26DA4B0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597" y="2605611"/>
                        <a:ext cx="2465388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7A62DD09-8AA7-4864-A6D4-93B58E1F8FED}"/>
              </a:ext>
            </a:extLst>
          </p:cNvPr>
          <p:cNvGrpSpPr/>
          <p:nvPr/>
        </p:nvGrpSpPr>
        <p:grpSpPr>
          <a:xfrm>
            <a:off x="2023687" y="3649725"/>
            <a:ext cx="2552092" cy="473318"/>
            <a:chOff x="6055081" y="1634622"/>
            <a:chExt cx="2552092" cy="47331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6570328-9FF9-48EA-B3F6-8656C375FCAF}"/>
                </a:ext>
              </a:extLst>
            </p:cNvPr>
            <p:cNvSpPr/>
            <p:nvPr/>
          </p:nvSpPr>
          <p:spPr>
            <a:xfrm>
              <a:off x="6055081" y="1634622"/>
              <a:ext cx="4956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即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D3928F11-2AE5-4C7A-9D49-1D74267BCC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0140292"/>
                </p:ext>
              </p:extLst>
            </p:nvPr>
          </p:nvGraphicFramePr>
          <p:xfrm>
            <a:off x="6456794" y="1670054"/>
            <a:ext cx="660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20" name="Equation" r:id="rId23" imgW="660240" imgH="380880" progId="Equation.DSMT4">
                    <p:embed/>
                  </p:oleObj>
                </mc:Choice>
                <mc:Fallback>
                  <p:oleObj name="Equation" r:id="rId23" imgW="660240" imgH="38088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758AFD4B-C825-44BB-AF53-39525E70B75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456794" y="1670054"/>
                          <a:ext cx="660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CFC062B-0CE6-4F1B-8FB5-6CEC2B455DE0}"/>
                </a:ext>
              </a:extLst>
            </p:cNvPr>
            <p:cNvSpPr/>
            <p:nvPr/>
          </p:nvSpPr>
          <p:spPr>
            <a:xfrm>
              <a:off x="7029497" y="1646275"/>
              <a:ext cx="157767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线性无关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31D086D-1562-4E4E-9805-31CE4DD43EF5}"/>
              </a:ext>
            </a:extLst>
          </p:cNvPr>
          <p:cNvSpPr/>
          <p:nvPr/>
        </p:nvSpPr>
        <p:spPr>
          <a:xfrm>
            <a:off x="4499992" y="3643855"/>
            <a:ext cx="4069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6C65AF48-1B2C-4B99-98E7-0B866E742A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190825"/>
              </p:ext>
            </p:extLst>
          </p:nvPr>
        </p:nvGraphicFramePr>
        <p:xfrm>
          <a:off x="5486595" y="3686420"/>
          <a:ext cx="24987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21" name="Equation" r:id="rId25" imgW="2501640" imgH="419040" progId="Equation.DSMT4">
                  <p:embed/>
                </p:oleObj>
              </mc:Choice>
              <mc:Fallback>
                <p:oleObj name="Equation" r:id="rId25" imgW="2501640" imgH="41904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37984623-2D2F-4124-A25E-0AD208DCE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595" y="3686420"/>
                        <a:ext cx="24987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426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6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AC6F3847-8E04-49E7-BA55-BAC126B3CF09}"/>
              </a:ext>
            </a:extLst>
          </p:cNvPr>
          <p:cNvGrpSpPr/>
          <p:nvPr/>
        </p:nvGrpSpPr>
        <p:grpSpPr>
          <a:xfrm>
            <a:off x="251297" y="339502"/>
            <a:ext cx="8333811" cy="2222449"/>
            <a:chOff x="251297" y="339502"/>
            <a:chExt cx="8333811" cy="222244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FAD20C0-3CFD-4CEE-B4A1-0637B84E66AD}"/>
                </a:ext>
              </a:extLst>
            </p:cNvPr>
            <p:cNvSpPr txBox="1"/>
            <p:nvPr/>
          </p:nvSpPr>
          <p:spPr>
            <a:xfrm>
              <a:off x="755576" y="339502"/>
              <a:ext cx="93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定理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B21EFF9-C956-4C64-83DF-3947A2E52FD1}"/>
                </a:ext>
              </a:extLst>
            </p:cNvPr>
            <p:cNvSpPr txBox="1"/>
            <p:nvPr/>
          </p:nvSpPr>
          <p:spPr>
            <a:xfrm>
              <a:off x="1429873" y="339502"/>
              <a:ext cx="41802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设     是二阶线性齐次方程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A817B501-8AFB-488D-AD22-BB711667A1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4271649"/>
                </p:ext>
              </p:extLst>
            </p:nvPr>
          </p:nvGraphicFramePr>
          <p:xfrm>
            <a:off x="1907704" y="379834"/>
            <a:ext cx="660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59" name="Equation" r:id="rId3" imgW="660240" imgH="380880" progId="Equation.DSMT4">
                    <p:embed/>
                  </p:oleObj>
                </mc:Choice>
                <mc:Fallback>
                  <p:oleObj name="Equation" r:id="rId3" imgW="6602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07704" y="379834"/>
                          <a:ext cx="660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E4394FF-2DA7-4E4F-82FA-CE91B858D1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1724439"/>
                </p:ext>
              </p:extLst>
            </p:nvPr>
          </p:nvGraphicFramePr>
          <p:xfrm>
            <a:off x="5610133" y="398525"/>
            <a:ext cx="297497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60" name="Equation" r:id="rId5" imgW="2908080" imgH="355320" progId="Equation.DSMT4">
                    <p:embed/>
                  </p:oleObj>
                </mc:Choice>
                <mc:Fallback>
                  <p:oleObj name="Equation" r:id="rId5" imgW="2908080" imgH="3553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B48A6D03-5042-4D95-9116-7BFC799498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0133" y="398525"/>
                          <a:ext cx="2974975" cy="365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1D8EAB3-F412-4784-811D-1402B246385C}"/>
                </a:ext>
              </a:extLst>
            </p:cNvPr>
            <p:cNvSpPr txBox="1"/>
            <p:nvPr/>
          </p:nvSpPr>
          <p:spPr>
            <a:xfrm>
              <a:off x="251297" y="900692"/>
              <a:ext cx="21604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的一个解，则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50909BB-BCE2-4428-B028-1ADF6C4293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3662543"/>
                </p:ext>
              </p:extLst>
            </p:nvPr>
          </p:nvGraphicFramePr>
          <p:xfrm>
            <a:off x="2411760" y="1166093"/>
            <a:ext cx="39497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61" name="Equation" r:id="rId7" imgW="3949560" imgH="799920" progId="Equation.DSMT4">
                    <p:embed/>
                  </p:oleObj>
                </mc:Choice>
                <mc:Fallback>
                  <p:oleObj name="Equation" r:id="rId7" imgW="3949560" imgH="7999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411760" y="1166093"/>
                          <a:ext cx="3949700" cy="8001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97B90C7-0E68-4C98-AE77-9B0813BBA68F}"/>
                </a:ext>
              </a:extLst>
            </p:cNvPr>
            <p:cNvSpPr txBox="1"/>
            <p:nvPr/>
          </p:nvSpPr>
          <p:spPr>
            <a:xfrm>
              <a:off x="251297" y="2100286"/>
              <a:ext cx="530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是方程的一个与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线性无关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的解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14B0816-41F3-4B84-8851-14D3E96B0D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5998"/>
                </p:ext>
              </p:extLst>
            </p:nvPr>
          </p:nvGraphicFramePr>
          <p:xfrm>
            <a:off x="2456953" y="2124235"/>
            <a:ext cx="660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62" name="Equation" r:id="rId9" imgW="660240" imgH="380880" progId="Equation.DSMT4">
                    <p:embed/>
                  </p:oleObj>
                </mc:Choice>
                <mc:Fallback>
                  <p:oleObj name="Equation" r:id="rId9" imgW="6602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56953" y="2124235"/>
                          <a:ext cx="660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8855A7D6-A35E-4302-B8DC-AE2E6F89DB72}"/>
              </a:ext>
            </a:extLst>
          </p:cNvPr>
          <p:cNvSpPr txBox="1"/>
          <p:nvPr/>
        </p:nvSpPr>
        <p:spPr>
          <a:xfrm>
            <a:off x="755576" y="2838215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6BB2EE-9E34-4D93-9AB5-496D51350FB9}"/>
              </a:ext>
            </a:extLst>
          </p:cNvPr>
          <p:cNvSpPr txBox="1"/>
          <p:nvPr/>
        </p:nvSpPr>
        <p:spPr>
          <a:xfrm>
            <a:off x="1223628" y="2838215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88B4059-A27E-4909-B156-45C4916ED6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637072"/>
              </p:ext>
            </p:extLst>
          </p:nvPr>
        </p:nvGraphicFramePr>
        <p:xfrm>
          <a:off x="1749425" y="2870200"/>
          <a:ext cx="229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3" name="Equation" r:id="rId11" imgW="2298600" imgH="380880" progId="Equation.DSMT4">
                  <p:embed/>
                </p:oleObj>
              </mc:Choice>
              <mc:Fallback>
                <p:oleObj name="Equation" r:id="rId11" imgW="229860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9D869F8-8759-46AE-BD27-43336F4B3A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49425" y="2870200"/>
                        <a:ext cx="2298700" cy="381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738CC8BE-A92A-45DD-A7F8-655A5A452F01}"/>
              </a:ext>
            </a:extLst>
          </p:cNvPr>
          <p:cNvSpPr txBox="1"/>
          <p:nvPr/>
        </p:nvSpPr>
        <p:spPr>
          <a:xfrm>
            <a:off x="4134582" y="278939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8AD7F53-8BB5-42E9-B65E-D012CFD2FC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601822"/>
              </p:ext>
            </p:extLst>
          </p:nvPr>
        </p:nvGraphicFramePr>
        <p:xfrm>
          <a:off x="1704975" y="3527425"/>
          <a:ext cx="388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4" name="Equation" r:id="rId13" imgW="3886200" imgH="380880" progId="Equation.DSMT4">
                  <p:embed/>
                </p:oleObj>
              </mc:Choice>
              <mc:Fallback>
                <p:oleObj name="Equation" r:id="rId13" imgW="3886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04975" y="3527425"/>
                        <a:ext cx="3886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6A3E751-F4CC-4F6C-BB5C-06F29194AC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091600"/>
              </p:ext>
            </p:extLst>
          </p:nvPr>
        </p:nvGraphicFramePr>
        <p:xfrm>
          <a:off x="1676400" y="4335463"/>
          <a:ext cx="562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5" name="Equation" r:id="rId15" imgW="5626080" imgH="380880" progId="Equation.DSMT4">
                  <p:embed/>
                </p:oleObj>
              </mc:Choice>
              <mc:Fallback>
                <p:oleObj name="Equation" r:id="rId15" imgW="5626080" imgH="3808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88AD7F53-8BB5-42E9-B65E-D012CFD2FC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76400" y="4335463"/>
                        <a:ext cx="5626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544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255BC26-FA80-43D7-996E-3F139DCA5E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088760"/>
              </p:ext>
            </p:extLst>
          </p:nvPr>
        </p:nvGraphicFramePr>
        <p:xfrm>
          <a:off x="935831" y="381000"/>
          <a:ext cx="26638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6" name="Equation" r:id="rId3" imgW="2603160" imgH="380880" progId="Equation.DSMT4">
                  <p:embed/>
                </p:oleObj>
              </mc:Choice>
              <mc:Fallback>
                <p:oleObj name="Equation" r:id="rId3" imgW="260316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E4394FF-2DA7-4E4F-82FA-CE91B858D1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831" y="381000"/>
                        <a:ext cx="26638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719FA20-B819-4F60-BF97-FE8969781B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834559"/>
              </p:ext>
            </p:extLst>
          </p:nvPr>
        </p:nvGraphicFramePr>
        <p:xfrm>
          <a:off x="665163" y="1058863"/>
          <a:ext cx="4813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7" name="Equation" r:id="rId5" imgW="4813200" imgH="380880" progId="Equation.DSMT4">
                  <p:embed/>
                </p:oleObj>
              </mc:Choice>
              <mc:Fallback>
                <p:oleObj name="Equation" r:id="rId5" imgW="4813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5163" y="1058863"/>
                        <a:ext cx="4813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AB7EDBC-7131-4551-AC02-45707D1BD5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515669"/>
              </p:ext>
            </p:extLst>
          </p:nvPr>
        </p:nvGraphicFramePr>
        <p:xfrm>
          <a:off x="2123728" y="1746077"/>
          <a:ext cx="388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8" name="Equation" r:id="rId7" imgW="3886200" imgH="380880" progId="Equation.DSMT4">
                  <p:embed/>
                </p:oleObj>
              </mc:Choice>
              <mc:Fallback>
                <p:oleObj name="Equation" r:id="rId7" imgW="3886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23728" y="1746077"/>
                        <a:ext cx="3886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4A28160-F524-4840-B0BB-6A45736030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862743"/>
              </p:ext>
            </p:extLst>
          </p:nvPr>
        </p:nvGraphicFramePr>
        <p:xfrm>
          <a:off x="6142038" y="1746250"/>
          <a:ext cx="203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9" name="Equation" r:id="rId9" imgW="2031840" imgH="380880" progId="Equation.DSMT4">
                  <p:embed/>
                </p:oleObj>
              </mc:Choice>
              <mc:Fallback>
                <p:oleObj name="Equation" r:id="rId9" imgW="20318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42038" y="1746250"/>
                        <a:ext cx="2032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6670767-C299-40AC-83D1-E08E476FC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392901"/>
              </p:ext>
            </p:extLst>
          </p:nvPr>
        </p:nvGraphicFramePr>
        <p:xfrm>
          <a:off x="395288" y="2441575"/>
          <a:ext cx="8547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0" name="Equation" r:id="rId11" imgW="8546760" imgH="380880" progId="Equation.DSMT4">
                  <p:embed/>
                </p:oleObj>
              </mc:Choice>
              <mc:Fallback>
                <p:oleObj name="Equation" r:id="rId11" imgW="8546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5288" y="2441575"/>
                        <a:ext cx="8547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150B730-D82D-4A7B-A223-E5B78E537E79}"/>
              </a:ext>
            </a:extLst>
          </p:cNvPr>
          <p:cNvCxnSpPr/>
          <p:nvPr/>
        </p:nvCxnSpPr>
        <p:spPr>
          <a:xfrm>
            <a:off x="6300192" y="2892276"/>
            <a:ext cx="266429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0950A41-F27F-4B1F-BD39-B823A56813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123156"/>
              </p:ext>
            </p:extLst>
          </p:nvPr>
        </p:nvGraphicFramePr>
        <p:xfrm>
          <a:off x="7380312" y="2940422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1" name="Equation" r:id="rId13" imgW="419040" imgH="279360" progId="Equation.DSMT4">
                  <p:embed/>
                </p:oleObj>
              </mc:Choice>
              <mc:Fallback>
                <p:oleObj name="Equation" r:id="rId13" imgW="4190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80312" y="2940422"/>
                        <a:ext cx="419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304E9E3-688F-4557-A4B9-A6E96C1A5F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890942"/>
              </p:ext>
            </p:extLst>
          </p:nvPr>
        </p:nvGraphicFramePr>
        <p:xfrm>
          <a:off x="396875" y="3155950"/>
          <a:ext cx="4610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2" name="Equation" r:id="rId15" imgW="4609800" imgH="380880" progId="Equation.DSMT4">
                  <p:embed/>
                </p:oleObj>
              </mc:Choice>
              <mc:Fallback>
                <p:oleObj name="Equation" r:id="rId15" imgW="4609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6875" y="3155950"/>
                        <a:ext cx="4610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65BC8B1-1947-495C-8262-DC41D2AC60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308091"/>
              </p:ext>
            </p:extLst>
          </p:nvPr>
        </p:nvGraphicFramePr>
        <p:xfrm>
          <a:off x="5214392" y="3036838"/>
          <a:ext cx="469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3" name="Equation" r:id="rId17" imgW="469800" imgH="507960" progId="Equation.DSMT4">
                  <p:embed/>
                </p:oleObj>
              </mc:Choice>
              <mc:Fallback>
                <p:oleObj name="Equation" r:id="rId17" imgW="4698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14392" y="3036838"/>
                        <a:ext cx="4699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CAAA6657-CD08-4AC2-B8BC-FD9581C6C3AD}"/>
              </a:ext>
            </a:extLst>
          </p:cNvPr>
          <p:cNvSpPr txBox="1"/>
          <p:nvPr/>
        </p:nvSpPr>
        <p:spPr>
          <a:xfrm>
            <a:off x="628725" y="3953023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90441C8-B283-4ACF-AAC5-BF6F240973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247408"/>
              </p:ext>
            </p:extLst>
          </p:nvPr>
        </p:nvGraphicFramePr>
        <p:xfrm>
          <a:off x="1319213" y="3843338"/>
          <a:ext cx="4051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4" name="Equation" r:id="rId19" imgW="4051080" imgH="799920" progId="Equation.DSMT4">
                  <p:embed/>
                </p:oleObj>
              </mc:Choice>
              <mc:Fallback>
                <p:oleObj name="Equation" r:id="rId19" imgW="405108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19213" y="3843338"/>
                        <a:ext cx="40513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156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6B6A8FB9-8595-4743-8740-EB51EB3E3DC1}"/>
              </a:ext>
            </a:extLst>
          </p:cNvPr>
          <p:cNvGrpSpPr/>
          <p:nvPr/>
        </p:nvGrpSpPr>
        <p:grpSpPr>
          <a:xfrm>
            <a:off x="755577" y="1275606"/>
            <a:ext cx="5976664" cy="461665"/>
            <a:chOff x="755577" y="1275606"/>
            <a:chExt cx="5976664" cy="46166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1C051E0-DF81-478A-94BA-C43ADDA06416}"/>
                </a:ext>
              </a:extLst>
            </p:cNvPr>
            <p:cNvSpPr txBox="1"/>
            <p:nvPr/>
          </p:nvSpPr>
          <p:spPr>
            <a:xfrm>
              <a:off x="755577" y="1275606"/>
              <a:ext cx="59766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此乃关于     的一阶齐次线性方程，解得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E349432-5E84-42C6-ADC0-A7EF41ECB5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8881610"/>
                </p:ext>
              </p:extLst>
            </p:nvPr>
          </p:nvGraphicFramePr>
          <p:xfrm>
            <a:off x="2123728" y="1381671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94" name="Equation" r:id="rId3" imgW="685800" imgH="355320" progId="Equation.DSMT4">
                    <p:embed/>
                  </p:oleObj>
                </mc:Choice>
                <mc:Fallback>
                  <p:oleObj name="Equation" r:id="rId3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23728" y="1381671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3530524-4C19-4DDD-A83B-96671D3C18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164511"/>
              </p:ext>
            </p:extLst>
          </p:nvPr>
        </p:nvGraphicFramePr>
        <p:xfrm>
          <a:off x="1691680" y="371475"/>
          <a:ext cx="4051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5" name="Equation" r:id="rId5" imgW="4051080" imgH="799920" progId="Equation.DSMT4">
                  <p:embed/>
                </p:oleObj>
              </mc:Choice>
              <mc:Fallback>
                <p:oleObj name="Equation" r:id="rId5" imgW="4051080" imgH="7999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990441C8-B283-4ACF-AAC5-BF6F24097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371475"/>
                        <a:ext cx="40513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FF29AA5-3C48-41D6-8C47-89FC4926C5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191041"/>
              </p:ext>
            </p:extLst>
          </p:nvPr>
        </p:nvGraphicFramePr>
        <p:xfrm>
          <a:off x="1691680" y="1995686"/>
          <a:ext cx="4826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6" name="Equation" r:id="rId7" imgW="4825800" imgH="901440" progId="Equation.DSMT4">
                  <p:embed/>
                </p:oleObj>
              </mc:Choice>
              <mc:Fallback>
                <p:oleObj name="Equation" r:id="rId7" imgW="482580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91680" y="1995686"/>
                        <a:ext cx="48260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5CF7F787-19B8-49B5-BAE2-2EF90B1871F9}"/>
              </a:ext>
            </a:extLst>
          </p:cNvPr>
          <p:cNvSpPr/>
          <p:nvPr/>
        </p:nvSpPr>
        <p:spPr>
          <a:xfrm>
            <a:off x="771575" y="3175397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积分得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D7B5784-56B0-4C1F-BA69-789EC6C9C8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311021"/>
              </p:ext>
            </p:extLst>
          </p:nvPr>
        </p:nvGraphicFramePr>
        <p:xfrm>
          <a:off x="1908639" y="3067794"/>
          <a:ext cx="3200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7" name="Equation" r:id="rId9" imgW="3200400" imgH="799920" progId="Equation.DSMT4">
                  <p:embed/>
                </p:oleObj>
              </mc:Choice>
              <mc:Fallback>
                <p:oleObj name="Equation" r:id="rId9" imgW="320040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08639" y="3067794"/>
                        <a:ext cx="32004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3CD980D-2E28-4276-A261-329DFC5CDB41}"/>
              </a:ext>
            </a:extLst>
          </p:cNvPr>
          <p:cNvSpPr/>
          <p:nvPr/>
        </p:nvSpPr>
        <p:spPr>
          <a:xfrm>
            <a:off x="742182" y="410467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5332184-EB30-4690-962A-B82F388E5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025564"/>
              </p:ext>
            </p:extLst>
          </p:nvPr>
        </p:nvGraphicFramePr>
        <p:xfrm>
          <a:off x="1558456" y="3941266"/>
          <a:ext cx="4025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8" name="Equation" r:id="rId11" imgW="4025880" imgH="799920" progId="Equation.DSMT4">
                  <p:embed/>
                </p:oleObj>
              </mc:Choice>
              <mc:Fallback>
                <p:oleObj name="Equation" r:id="rId11" imgW="4025880" imgH="7999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50909BB-BCE2-4428-B028-1ADF6C4293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58456" y="3941266"/>
                        <a:ext cx="4025900" cy="8001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2ABC6CE4-A1B9-44C5-8E00-AED23F7CFF4B}"/>
              </a:ext>
            </a:extLst>
          </p:cNvPr>
          <p:cNvGrpSpPr/>
          <p:nvPr/>
        </p:nvGrpSpPr>
        <p:grpSpPr>
          <a:xfrm>
            <a:off x="5602687" y="4104678"/>
            <a:ext cx="3289793" cy="461665"/>
            <a:chOff x="5602687" y="4104678"/>
            <a:chExt cx="3289793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35AD1BD-8082-47C6-AFD9-3F898770E8C4}"/>
                </a:ext>
              </a:extLst>
            </p:cNvPr>
            <p:cNvSpPr/>
            <p:nvPr/>
          </p:nvSpPr>
          <p:spPr>
            <a:xfrm>
              <a:off x="5602687" y="4104678"/>
              <a:ext cx="328979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且与     线性无关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B057EA2-5E93-4DEC-980E-ED56105D4B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2577656"/>
                </p:ext>
              </p:extLst>
            </p:nvPr>
          </p:nvGraphicFramePr>
          <p:xfrm>
            <a:off x="6372200" y="4110110"/>
            <a:ext cx="660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99" name="Equation" r:id="rId13" imgW="660240" imgH="380880" progId="Equation.DSMT4">
                    <p:embed/>
                  </p:oleObj>
                </mc:Choice>
                <mc:Fallback>
                  <p:oleObj name="Equation" r:id="rId13" imgW="660240" imgH="3808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814B0816-41F3-4B84-8851-14D3E96B0D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372200" y="4110110"/>
                          <a:ext cx="660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6465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DAC3788-7221-41F7-8F69-CAA790125FCD}"/>
              </a:ext>
            </a:extLst>
          </p:cNvPr>
          <p:cNvSpPr txBox="1"/>
          <p:nvPr/>
        </p:nvSpPr>
        <p:spPr>
          <a:xfrm>
            <a:off x="1641823" y="283714"/>
            <a:ext cx="7643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已知方程                        的一个解为                                               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8164885-27F1-4E84-BF82-02B1650E62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947919"/>
              </p:ext>
            </p:extLst>
          </p:nvPr>
        </p:nvGraphicFramePr>
        <p:xfrm>
          <a:off x="3059832" y="336747"/>
          <a:ext cx="3479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5" name="Equation" r:id="rId3" imgW="3479760" imgH="355320" progId="Equation.DSMT4">
                  <p:embed/>
                </p:oleObj>
              </mc:Choice>
              <mc:Fallback>
                <p:oleObj name="Equation" r:id="rId3" imgW="34797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9832" y="336747"/>
                        <a:ext cx="3479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9D31EFA-28E9-482C-8519-65C631102C11}"/>
              </a:ext>
            </a:extLst>
          </p:cNvPr>
          <p:cNvSpPr txBox="1"/>
          <p:nvPr/>
        </p:nvSpPr>
        <p:spPr>
          <a:xfrm>
            <a:off x="1018010" y="283716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5B4E10F-E03F-4A2C-8260-A66F4F3D8C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360529"/>
              </p:ext>
            </p:extLst>
          </p:nvPr>
        </p:nvGraphicFramePr>
        <p:xfrm>
          <a:off x="363538" y="987425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6" name="Equation" r:id="rId5" imgW="1307880" imgH="419040" progId="Equation.DSMT4">
                  <p:embed/>
                </p:oleObj>
              </mc:Choice>
              <mc:Fallback>
                <p:oleObj name="Equation" r:id="rId5" imgW="1307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538" y="987425"/>
                        <a:ext cx="1308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A275C97-173C-4A69-8C04-9BDF6DBF55C3}"/>
              </a:ext>
            </a:extLst>
          </p:cNvPr>
          <p:cNvSpPr txBox="1"/>
          <p:nvPr/>
        </p:nvSpPr>
        <p:spPr>
          <a:xfrm>
            <a:off x="1685875" y="944860"/>
            <a:ext cx="216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求方程的通解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83335C-499D-46F7-9E3D-99FC19510A84}"/>
              </a:ext>
            </a:extLst>
          </p:cNvPr>
          <p:cNvSpPr txBox="1"/>
          <p:nvPr/>
        </p:nvSpPr>
        <p:spPr>
          <a:xfrm>
            <a:off x="1037803" y="163602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83A5146-B359-4EED-8547-75F5B11F6B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1498391"/>
              </p:ext>
            </p:extLst>
          </p:nvPr>
        </p:nvGraphicFramePr>
        <p:xfrm>
          <a:off x="1577975" y="3276600"/>
          <a:ext cx="454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7" name="Equation" r:id="rId7" imgW="4546440" imgH="838080" progId="Equation.DSMT4">
                  <p:embed/>
                </p:oleObj>
              </mc:Choice>
              <mc:Fallback>
                <p:oleObj name="Equation" r:id="rId7" imgW="4546440" imgH="838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50909BB-BCE2-4428-B028-1ADF6C4293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77975" y="3276600"/>
                        <a:ext cx="4546600" cy="8382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5A228B9-E4AC-4EE7-B44C-83203D772DD1}"/>
              </a:ext>
            </a:extLst>
          </p:cNvPr>
          <p:cNvSpPr txBox="1"/>
          <p:nvPr/>
        </p:nvSpPr>
        <p:spPr>
          <a:xfrm>
            <a:off x="1373869" y="2586015"/>
            <a:ext cx="121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由公式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D82F8DE-B7E8-4CC7-BDC7-EC9AB483AD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499071"/>
              </p:ext>
            </p:extLst>
          </p:nvPr>
        </p:nvGraphicFramePr>
        <p:xfrm>
          <a:off x="2483768" y="2440769"/>
          <a:ext cx="3949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8" name="Equation" r:id="rId9" imgW="3949560" imgH="799920" progId="Equation.DSMT4">
                  <p:embed/>
                </p:oleObj>
              </mc:Choice>
              <mc:Fallback>
                <p:oleObj name="Equation" r:id="rId9" imgW="3949560" imgH="7999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50909BB-BCE2-4428-B028-1ADF6C4293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83768" y="2440769"/>
                        <a:ext cx="3949700" cy="8001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84157027-DA18-4A73-9058-267C34860359}"/>
              </a:ext>
            </a:extLst>
          </p:cNvPr>
          <p:cNvSpPr txBox="1"/>
          <p:nvPr/>
        </p:nvSpPr>
        <p:spPr>
          <a:xfrm>
            <a:off x="6433468" y="2499742"/>
            <a:ext cx="121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得，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0FDD97-DA50-4503-9CAC-05C2FCFB21FC}"/>
              </a:ext>
            </a:extLst>
          </p:cNvPr>
          <p:cNvSpPr txBox="1"/>
          <p:nvPr/>
        </p:nvSpPr>
        <p:spPr>
          <a:xfrm>
            <a:off x="1025872" y="4275113"/>
            <a:ext cx="216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方程的通解为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D79DB59-1478-4311-826F-3512CB21B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813401"/>
              </p:ext>
            </p:extLst>
          </p:nvPr>
        </p:nvGraphicFramePr>
        <p:xfrm>
          <a:off x="3171106" y="4299942"/>
          <a:ext cx="2400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9" name="Equation" r:id="rId11" imgW="2400120" imgH="419040" progId="Equation.DSMT4">
                  <p:embed/>
                </p:oleObj>
              </mc:Choice>
              <mc:Fallback>
                <p:oleObj name="Equation" r:id="rId11" imgW="2400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71106" y="4299942"/>
                        <a:ext cx="2400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09315948-938E-4107-88A9-64EBA8CF7F60}"/>
              </a:ext>
            </a:extLst>
          </p:cNvPr>
          <p:cNvSpPr txBox="1"/>
          <p:nvPr/>
        </p:nvSpPr>
        <p:spPr>
          <a:xfrm>
            <a:off x="1575296" y="1615419"/>
            <a:ext cx="357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化为标准形式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167A4F5-33EE-4FBB-A5C7-CBE82ADA50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826768"/>
              </p:ext>
            </p:extLst>
          </p:nvPr>
        </p:nvGraphicFramePr>
        <p:xfrm>
          <a:off x="3635896" y="1483680"/>
          <a:ext cx="316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0" name="Equation" r:id="rId13" imgW="3162240" imgH="736560" progId="Equation.DSMT4">
                  <p:embed/>
                </p:oleObj>
              </mc:Choice>
              <mc:Fallback>
                <p:oleObj name="Equation" r:id="rId13" imgW="31622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35896" y="1483680"/>
                        <a:ext cx="3162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664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5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53CBEBDB-C368-4686-B0C3-EAE4FEEBE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425085"/>
              </p:ext>
            </p:extLst>
          </p:nvPr>
        </p:nvGraphicFramePr>
        <p:xfrm>
          <a:off x="1455485" y="3006858"/>
          <a:ext cx="5816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" name="Equation" r:id="rId3" imgW="5816520" imgH="609480" progId="Equation.DSMT4">
                  <p:embed/>
                </p:oleObj>
              </mc:Choice>
              <mc:Fallback>
                <p:oleObj name="Equation" r:id="rId3" imgW="5816520" imgH="609480" progId="Equation.DSMT4">
                  <p:embed/>
                  <p:pic>
                    <p:nvPicPr>
                      <p:cNvPr id="2" name="Object 24">
                        <a:extLst>
                          <a:ext uri="{FF2B5EF4-FFF2-40B4-BE49-F238E27FC236}">
                            <a16:creationId xmlns:a16="http://schemas.microsoft.com/office/drawing/2014/main" id="{4484E449-7A64-4D8F-BE95-056FE11EED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485" y="3006858"/>
                        <a:ext cx="5816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1456E71-A606-445A-AB40-87ED59FBABE9}"/>
              </a:ext>
            </a:extLst>
          </p:cNvPr>
          <p:cNvSpPr txBox="1"/>
          <p:nvPr/>
        </p:nvSpPr>
        <p:spPr>
          <a:xfrm>
            <a:off x="1883870" y="3757240"/>
            <a:ext cx="1429401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齐次方程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的</a:t>
            </a: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通解</a:t>
            </a:r>
            <a:endParaRPr lang="en-US" altLang="zh-CN" sz="2400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F72855D-F228-4BE8-9C1C-FC07D333FF89}"/>
              </a:ext>
            </a:extLst>
          </p:cNvPr>
          <p:cNvSpPr/>
          <p:nvPr/>
        </p:nvSpPr>
        <p:spPr>
          <a:xfrm>
            <a:off x="1877968" y="2969519"/>
            <a:ext cx="1234619" cy="6768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92001B-A5F4-42FB-8D8E-104A9C9F9317}"/>
              </a:ext>
            </a:extLst>
          </p:cNvPr>
          <p:cNvSpPr txBox="1"/>
          <p:nvPr/>
        </p:nvSpPr>
        <p:spPr>
          <a:xfrm>
            <a:off x="3797052" y="3729306"/>
            <a:ext cx="2353112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非齐次方程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特解</a:t>
            </a:r>
            <a:endParaRPr lang="en-US" altLang="zh-CN" sz="2400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4DFD47E-01FC-4A67-99CB-FFC89F04EDF0}"/>
              </a:ext>
            </a:extLst>
          </p:cNvPr>
          <p:cNvSpPr/>
          <p:nvPr/>
        </p:nvSpPr>
        <p:spPr>
          <a:xfrm>
            <a:off x="3313271" y="2985391"/>
            <a:ext cx="2866304" cy="67685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277B39-B948-47AC-BBF2-CBE0E6BFC22C}"/>
              </a:ext>
            </a:extLst>
          </p:cNvPr>
          <p:cNvSpPr/>
          <p:nvPr/>
        </p:nvSpPr>
        <p:spPr>
          <a:xfrm>
            <a:off x="395536" y="267494"/>
            <a:ext cx="7075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三、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非齐次</a:t>
            </a:r>
            <a:r>
              <a:rPr lang="zh-CN" altLang="zh-CN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线性</a:t>
            </a:r>
            <a:r>
              <a:rPr lang="zh-CN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微分方程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的解的结构</a:t>
            </a:r>
            <a:endParaRPr lang="zh-CN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BCB5D03-96FA-45C5-B1EC-1A0677F77A01}"/>
              </a:ext>
            </a:extLst>
          </p:cNvPr>
          <p:cNvGrpSpPr/>
          <p:nvPr/>
        </p:nvGrpSpPr>
        <p:grpSpPr>
          <a:xfrm>
            <a:off x="990752" y="1271009"/>
            <a:ext cx="5581352" cy="609600"/>
            <a:chOff x="1475656" y="1242140"/>
            <a:chExt cx="5581352" cy="609600"/>
          </a:xfrm>
        </p:grpSpPr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D7B96BD7-6922-47BA-A81A-63DECF3193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620417"/>
                </p:ext>
              </p:extLst>
            </p:nvPr>
          </p:nvGraphicFramePr>
          <p:xfrm>
            <a:off x="4644008" y="1242140"/>
            <a:ext cx="24130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3" name="Equation" r:id="rId5" imgW="2412720" imgH="609480" progId="Equation.DSMT4">
                    <p:embed/>
                  </p:oleObj>
                </mc:Choice>
                <mc:Fallback>
                  <p:oleObj name="Equation" r:id="rId5" imgW="2412720" imgH="60948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BCAE6658-15EC-42CE-8C8D-14D6F4BF01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4008" y="1242140"/>
                          <a:ext cx="2413000" cy="6096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724A71E-6C0B-4C2A-BF31-732D2D8C5B23}"/>
                </a:ext>
              </a:extLst>
            </p:cNvPr>
            <p:cNvSpPr/>
            <p:nvPr/>
          </p:nvSpPr>
          <p:spPr>
            <a:xfrm>
              <a:off x="1475656" y="1316108"/>
              <a:ext cx="327846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一阶线性非齐次方程：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B777F36B-0E93-4346-8FA3-C8DB83CB2779}"/>
              </a:ext>
            </a:extLst>
          </p:cNvPr>
          <p:cNvSpPr/>
          <p:nvPr/>
        </p:nvSpPr>
        <p:spPr>
          <a:xfrm>
            <a:off x="342680" y="2158404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通解为</a:t>
            </a:r>
          </a:p>
        </p:txBody>
      </p:sp>
    </p:spTree>
    <p:extLst>
      <p:ext uri="{BB962C8B-B14F-4D97-AF65-F5344CB8AC3E}">
        <p14:creationId xmlns:p14="http://schemas.microsoft.com/office/powerpoint/2010/main" val="252351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 animBg="1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EEBAC65-F9E2-46D6-BA40-1A197F989445}"/>
              </a:ext>
            </a:extLst>
          </p:cNvPr>
          <p:cNvSpPr/>
          <p:nvPr/>
        </p:nvSpPr>
        <p:spPr>
          <a:xfrm>
            <a:off x="460864" y="284979"/>
            <a:ext cx="13681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定理</a:t>
            </a:r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264CAE2-AFF1-4DAB-81EF-7B72A5735C51}"/>
              </a:ext>
            </a:extLst>
          </p:cNvPr>
          <p:cNvGrpSpPr/>
          <p:nvPr/>
        </p:nvGrpSpPr>
        <p:grpSpPr>
          <a:xfrm>
            <a:off x="887705" y="746644"/>
            <a:ext cx="5138765" cy="468395"/>
            <a:chOff x="1917714" y="1131590"/>
            <a:chExt cx="5138765" cy="46839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861482-C1EE-41E1-B3BC-CBC32692DB24}"/>
                </a:ext>
              </a:extLst>
            </p:cNvPr>
            <p:cNvSpPr/>
            <p:nvPr/>
          </p:nvSpPr>
          <p:spPr>
            <a:xfrm>
              <a:off x="1917714" y="1131590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设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075D616-4044-4024-9C54-8124B91950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3191033"/>
                </p:ext>
              </p:extLst>
            </p:nvPr>
          </p:nvGraphicFramePr>
          <p:xfrm>
            <a:off x="2360860" y="1159222"/>
            <a:ext cx="698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36" name="Equation" r:id="rId3" imgW="698400" imgH="406080" progId="Equation.DSMT4">
                    <p:embed/>
                  </p:oleObj>
                </mc:Choice>
                <mc:Fallback>
                  <p:oleObj name="Equation" r:id="rId3" imgW="698400" imgH="4060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142B3A5-A4D0-4B34-8497-C90841C78D8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60860" y="1159222"/>
                          <a:ext cx="698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7BD41D0-355C-441C-9C3B-FAA282235402}"/>
                </a:ext>
              </a:extLst>
            </p:cNvPr>
            <p:cNvSpPr/>
            <p:nvPr/>
          </p:nvSpPr>
          <p:spPr>
            <a:xfrm>
              <a:off x="2990169" y="1138320"/>
              <a:ext cx="406631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是二阶非齐次线性方程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BEDAC1B-B56E-411B-8F79-AFD39C0CD392}"/>
              </a:ext>
            </a:extLst>
          </p:cNvPr>
          <p:cNvGrpSpPr/>
          <p:nvPr/>
        </p:nvGrpSpPr>
        <p:grpSpPr>
          <a:xfrm>
            <a:off x="2849404" y="1298390"/>
            <a:ext cx="5181196" cy="461665"/>
            <a:chOff x="2880012" y="1580213"/>
            <a:chExt cx="5181196" cy="461665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1D2EF34-5113-4682-8F47-E70D942816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1276557"/>
                </p:ext>
              </p:extLst>
            </p:nvPr>
          </p:nvGraphicFramePr>
          <p:xfrm>
            <a:off x="2880012" y="1654849"/>
            <a:ext cx="342900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37" name="Equation" r:id="rId5" imgW="3352680" imgH="355320" progId="Equation.DSMT4">
                    <p:embed/>
                  </p:oleObj>
                </mc:Choice>
                <mc:Fallback>
                  <p:oleObj name="Equation" r:id="rId5" imgW="3352680" imgH="355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57A8DF5E-4073-4D7C-8116-29DD39ED9D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012" y="1654849"/>
                          <a:ext cx="3429000" cy="365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E2B1E4E-4FB9-4DBF-ABEE-427754E2148A}"/>
                </a:ext>
              </a:extLst>
            </p:cNvPr>
            <p:cNvSpPr/>
            <p:nvPr/>
          </p:nvSpPr>
          <p:spPr>
            <a:xfrm>
              <a:off x="7164809" y="1580213"/>
              <a:ext cx="89639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D89FB317-5C49-4190-B669-9B849CAD9849}"/>
              </a:ext>
            </a:extLst>
          </p:cNvPr>
          <p:cNvSpPr/>
          <p:nvPr/>
        </p:nvSpPr>
        <p:spPr>
          <a:xfrm>
            <a:off x="355944" y="1851508"/>
            <a:ext cx="18870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B4A8305-D7E2-4DA4-A500-BF367E4DB171}"/>
              </a:ext>
            </a:extLst>
          </p:cNvPr>
          <p:cNvGrpSpPr/>
          <p:nvPr/>
        </p:nvGrpSpPr>
        <p:grpSpPr>
          <a:xfrm>
            <a:off x="2328088" y="1872875"/>
            <a:ext cx="5961817" cy="461665"/>
            <a:chOff x="1994559" y="2532841"/>
            <a:chExt cx="5961817" cy="461665"/>
          </a:xfrm>
        </p:grpSpPr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2CCE34BD-4690-4E5C-921F-123672005E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4473691"/>
                </p:ext>
              </p:extLst>
            </p:nvPr>
          </p:nvGraphicFramePr>
          <p:xfrm>
            <a:off x="1994559" y="2637770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38" name="Equation" r:id="rId7" imgW="596880" imgH="342720" progId="Equation.DSMT4">
                    <p:embed/>
                  </p:oleObj>
                </mc:Choice>
                <mc:Fallback>
                  <p:oleObj name="Equation" r:id="rId7" imgW="59688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76920D39-33F8-4E1E-BB18-95EC1EECE20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94559" y="2637770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200A833-82A8-46B9-BB97-8B1ADFBFF08D}"/>
                </a:ext>
              </a:extLst>
            </p:cNvPr>
            <p:cNvSpPr/>
            <p:nvPr/>
          </p:nvSpPr>
          <p:spPr>
            <a:xfrm>
              <a:off x="2164736" y="2532841"/>
              <a:ext cx="57916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是与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itchFamily="18" charset="0"/>
                </a:rPr>
                <a:t>(2)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对应的齐次方程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641AC9D-BA87-4145-A5EC-B2C285433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537528"/>
              </p:ext>
            </p:extLst>
          </p:nvPr>
        </p:nvGraphicFramePr>
        <p:xfrm>
          <a:off x="2870861" y="3379747"/>
          <a:ext cx="2062162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9" name="Equation" r:id="rId9" imgW="2019240" imgH="406080" progId="Equation.DSMT4">
                  <p:embed/>
                </p:oleObj>
              </mc:Choice>
              <mc:Fallback>
                <p:oleObj name="Equation" r:id="rId9" imgW="2019240" imgH="4060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698DC5B-FE7F-4DC1-A878-423D771AB7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861" y="3379747"/>
                        <a:ext cx="2062162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689EC69A-3F0D-42A8-ACD9-2AB3555C5B70}"/>
              </a:ext>
            </a:extLst>
          </p:cNvPr>
          <p:cNvSpPr/>
          <p:nvPr/>
        </p:nvSpPr>
        <p:spPr>
          <a:xfrm>
            <a:off x="311641" y="4026911"/>
            <a:ext cx="48245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是二阶非齐次线性方程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的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通解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666330-B230-4B91-A091-5242044B21CB}"/>
              </a:ext>
            </a:extLst>
          </p:cNvPr>
          <p:cNvSpPr/>
          <p:nvPr/>
        </p:nvSpPr>
        <p:spPr>
          <a:xfrm>
            <a:off x="-11887" y="2949642"/>
            <a:ext cx="21602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通解，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则</a:t>
            </a:r>
            <a:endParaRPr lang="zh-CN" altLang="zh-CN" sz="2400" b="1" dirty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E1082E7-8874-4BDA-8EC2-D1112417AD17}"/>
              </a:ext>
            </a:extLst>
          </p:cNvPr>
          <p:cNvGrpSpPr/>
          <p:nvPr/>
        </p:nvGrpSpPr>
        <p:grpSpPr>
          <a:xfrm>
            <a:off x="2849404" y="2451904"/>
            <a:ext cx="5161902" cy="461665"/>
            <a:chOff x="2861291" y="2590496"/>
            <a:chExt cx="5161902" cy="461665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E37C664-B2BD-4E40-B082-561854FE91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1296965"/>
                </p:ext>
              </p:extLst>
            </p:nvPr>
          </p:nvGraphicFramePr>
          <p:xfrm>
            <a:off x="2861291" y="2670369"/>
            <a:ext cx="297497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40" name="Equation" r:id="rId11" imgW="2908080" imgH="355320" progId="Equation.DSMT4">
                    <p:embed/>
                  </p:oleObj>
                </mc:Choice>
                <mc:Fallback>
                  <p:oleObj name="Equation" r:id="rId11" imgW="2908080" imgH="3553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DF081688-D1FD-4EEC-B546-F3CAC3B6E4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1291" y="2670369"/>
                          <a:ext cx="2974975" cy="365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91B7E45-F978-457B-89A8-D208D136EA30}"/>
                </a:ext>
              </a:extLst>
            </p:cNvPr>
            <p:cNvSpPr/>
            <p:nvPr/>
          </p:nvSpPr>
          <p:spPr>
            <a:xfrm>
              <a:off x="7126794" y="2590496"/>
              <a:ext cx="89639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C510B863-9C3A-49A4-8DE4-B98B8FA1E3D3}"/>
              </a:ext>
            </a:extLst>
          </p:cNvPr>
          <p:cNvSpPr/>
          <p:nvPr/>
        </p:nvSpPr>
        <p:spPr>
          <a:xfrm>
            <a:off x="1381751" y="267494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线性非齐次方程通解的结构原理</a:t>
            </a:r>
            <a:endParaRPr lang="zh-CN" altLang="zh-CN" sz="2400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814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A823B30-B934-46BD-A1D2-FD1DDA33E9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185268"/>
              </p:ext>
            </p:extLst>
          </p:nvPr>
        </p:nvGraphicFramePr>
        <p:xfrm>
          <a:off x="1543177" y="1269439"/>
          <a:ext cx="62579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0" name="Equation" r:id="rId3" imgW="6108480" imgH="469800" progId="Equation.DSMT4">
                  <p:embed/>
                </p:oleObj>
              </mc:Choice>
              <mc:Fallback>
                <p:oleObj name="Equation" r:id="rId3" imgW="6108480" imgH="4698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564B49E-35A4-4071-9967-C3625622CF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177" y="1269439"/>
                        <a:ext cx="6257925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3313E68-BA92-4A26-A818-3E57D10E211D}"/>
              </a:ext>
            </a:extLst>
          </p:cNvPr>
          <p:cNvSpPr/>
          <p:nvPr/>
        </p:nvSpPr>
        <p:spPr>
          <a:xfrm>
            <a:off x="679081" y="267494"/>
            <a:ext cx="13681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证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75FADB-65B7-4667-A842-2B637A969DEC}"/>
              </a:ext>
            </a:extLst>
          </p:cNvPr>
          <p:cNvSpPr/>
          <p:nvPr/>
        </p:nvSpPr>
        <p:spPr>
          <a:xfrm>
            <a:off x="1543177" y="24283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1C51A04-B791-4CD1-815A-AD9A810A7F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815271"/>
              </p:ext>
            </p:extLst>
          </p:nvPr>
        </p:nvGraphicFramePr>
        <p:xfrm>
          <a:off x="2051720" y="267494"/>
          <a:ext cx="206216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1" name="Equation" r:id="rId5" imgW="2019240" imgH="406080" progId="Equation.DSMT4">
                  <p:embed/>
                </p:oleObj>
              </mc:Choice>
              <mc:Fallback>
                <p:oleObj name="Equation" r:id="rId5" imgW="201924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5668ED6-D420-439C-ABD6-FA69B3792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67494"/>
                        <a:ext cx="2062163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57AD0C2E-308E-423F-8390-0F13DB20AA1F}"/>
              </a:ext>
            </a:extLst>
          </p:cNvPr>
          <p:cNvSpPr/>
          <p:nvPr/>
        </p:nvSpPr>
        <p:spPr>
          <a:xfrm>
            <a:off x="4113765" y="267494"/>
            <a:ext cx="40541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代入方程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(2)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的左端，得</a:t>
            </a:r>
            <a:endParaRPr lang="zh-CN" altLang="zh-CN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5D67F84-1483-4B6F-B10D-1ABF69CCC5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398061"/>
              </p:ext>
            </p:extLst>
          </p:nvPr>
        </p:nvGraphicFramePr>
        <p:xfrm>
          <a:off x="1785778" y="779909"/>
          <a:ext cx="4921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2" name="Equation" r:id="rId7" imgW="4800600" imgH="406080" progId="Equation.DSMT4">
                  <p:embed/>
                </p:oleObj>
              </mc:Choice>
              <mc:Fallback>
                <p:oleObj name="Equation" r:id="rId7" imgW="4800600" imgH="406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ADF9A01-F674-4ECD-BCA4-3E07E842C2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778" y="779909"/>
                        <a:ext cx="492125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08B9BF7-6549-4A7F-814E-274F62240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389545"/>
              </p:ext>
            </p:extLst>
          </p:nvPr>
        </p:nvGraphicFramePr>
        <p:xfrm>
          <a:off x="1543471" y="2215477"/>
          <a:ext cx="428625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3" name="Equation" r:id="rId9" imgW="419040" imgH="279360" progId="Equation.DSMT4">
                  <p:embed/>
                </p:oleObj>
              </mc:Choice>
              <mc:Fallback>
                <p:oleObj name="Equation" r:id="rId9" imgW="41904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B521411-A252-4343-A1E4-0498069C94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471" y="2215477"/>
                        <a:ext cx="428625" cy="29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F8F835C-B132-413B-BF55-63C965EE82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744166"/>
              </p:ext>
            </p:extLst>
          </p:nvPr>
        </p:nvGraphicFramePr>
        <p:xfrm>
          <a:off x="1993151" y="2196577"/>
          <a:ext cx="81756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4" name="Equation" r:id="rId11" imgW="799920" imgH="342720" progId="Equation.DSMT4">
                  <p:embed/>
                </p:oleObj>
              </mc:Choice>
              <mc:Fallback>
                <p:oleObj name="Equation" r:id="rId11" imgW="79992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06EDF2E-EA9B-4650-908A-180FCCDE7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151" y="2196577"/>
                        <a:ext cx="817563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54D8629-08C7-4109-958D-55AAAB475C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638236"/>
              </p:ext>
            </p:extLst>
          </p:nvPr>
        </p:nvGraphicFramePr>
        <p:xfrm>
          <a:off x="2813460" y="2203268"/>
          <a:ext cx="9588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5" name="Equation" r:id="rId13" imgW="939600" imgH="342720" progId="Equation.DSMT4">
                  <p:embed/>
                </p:oleObj>
              </mc:Choice>
              <mc:Fallback>
                <p:oleObj name="Equation" r:id="rId13" imgW="93960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F29FB4C-F492-48D6-B5F4-2858203E4F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460" y="2203268"/>
                        <a:ext cx="958850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62E337EA-08C3-4755-8E95-FC2960994AA0}"/>
              </a:ext>
            </a:extLst>
          </p:cNvPr>
          <p:cNvGrpSpPr/>
          <p:nvPr/>
        </p:nvGrpSpPr>
        <p:grpSpPr>
          <a:xfrm>
            <a:off x="1923895" y="1742625"/>
            <a:ext cx="2463022" cy="430677"/>
            <a:chOff x="1403648" y="3193524"/>
            <a:chExt cx="2463022" cy="430677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54C06E9-BFF2-4D42-BB3B-4A176BB61034}"/>
                </a:ext>
              </a:extLst>
            </p:cNvPr>
            <p:cNvCxnSpPr>
              <a:cxnSpLocks/>
            </p:cNvCxnSpPr>
            <p:nvPr/>
          </p:nvCxnSpPr>
          <p:spPr>
            <a:xfrm>
              <a:off x="1403648" y="3193524"/>
              <a:ext cx="24482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</p:cxn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587DE6C-358A-4E6C-8990-62076BED9AC3}"/>
                </a:ext>
              </a:extLst>
            </p:cNvPr>
            <p:cNvGrpSpPr/>
            <p:nvPr/>
          </p:nvGrpSpPr>
          <p:grpSpPr>
            <a:xfrm>
              <a:off x="1446781" y="3224091"/>
              <a:ext cx="2419889" cy="400110"/>
              <a:chOff x="1662805" y="3229413"/>
              <a:chExt cx="2419889" cy="400110"/>
            </a:xfrm>
          </p:grpSpPr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C4EB7662-7193-4252-9DAE-E42DD87897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37323769"/>
                  </p:ext>
                </p:extLst>
              </p:nvPr>
            </p:nvGraphicFramePr>
            <p:xfrm>
              <a:off x="1662805" y="3292175"/>
              <a:ext cx="5080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746" name="Equation" r:id="rId15" imgW="507960" imgH="304560" progId="Equation.DSMT4">
                      <p:embed/>
                    </p:oleObj>
                  </mc:Choice>
                  <mc:Fallback>
                    <p:oleObj name="Equation" r:id="rId15" imgW="507960" imgH="304560" progId="Equation.DSMT4">
                      <p:embed/>
                      <p:pic>
                        <p:nvPicPr>
                          <p:cNvPr id="14" name="对象 13">
                            <a:extLst>
                              <a:ext uri="{FF2B5EF4-FFF2-40B4-BE49-F238E27FC236}">
                                <a16:creationId xmlns:a16="http://schemas.microsoft.com/office/drawing/2014/main" id="{55E971B0-F6EF-4E30-93B7-9A96A4354E4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62805" y="3292175"/>
                            <a:ext cx="508000" cy="304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FCF2852-D8A5-4D5F-8EB9-5A7FD653E071}"/>
                  </a:ext>
                </a:extLst>
              </p:cNvPr>
              <p:cNvSpPr/>
              <p:nvPr/>
            </p:nvSpPr>
            <p:spPr>
              <a:xfrm>
                <a:off x="1850446" y="3229413"/>
                <a:ext cx="223224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34925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itchFamily="18" charset="0"/>
                  </a:rPr>
                  <a:t>是方程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(1)</a:t>
                </a: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的解</a:t>
                </a:r>
                <a:endPara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376752C-716D-425F-9E1B-200DF6234A7D}"/>
              </a:ext>
            </a:extLst>
          </p:cNvPr>
          <p:cNvGrpSpPr/>
          <p:nvPr/>
        </p:nvGrpSpPr>
        <p:grpSpPr>
          <a:xfrm>
            <a:off x="4855545" y="1746892"/>
            <a:ext cx="2656268" cy="430677"/>
            <a:chOff x="1402699" y="3193524"/>
            <a:chExt cx="2656268" cy="430677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92CC974-89CA-48EA-A7BA-885B3AF5720F}"/>
                </a:ext>
              </a:extLst>
            </p:cNvPr>
            <p:cNvCxnSpPr>
              <a:cxnSpLocks/>
            </p:cNvCxnSpPr>
            <p:nvPr/>
          </p:nvCxnSpPr>
          <p:spPr>
            <a:xfrm>
              <a:off x="1403648" y="3193524"/>
              <a:ext cx="2655319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</p:cxn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E919242-882C-40A7-AF89-5DF664452B43}"/>
                </a:ext>
              </a:extLst>
            </p:cNvPr>
            <p:cNvGrpSpPr/>
            <p:nvPr/>
          </p:nvGrpSpPr>
          <p:grpSpPr>
            <a:xfrm>
              <a:off x="1402699" y="3224091"/>
              <a:ext cx="2444732" cy="400110"/>
              <a:chOff x="1618723" y="3229413"/>
              <a:chExt cx="2444732" cy="400110"/>
            </a:xfrm>
          </p:grpSpPr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2A4A6292-51D6-4F38-BC47-692C841D61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9917143"/>
                  </p:ext>
                </p:extLst>
              </p:nvPr>
            </p:nvGraphicFramePr>
            <p:xfrm>
              <a:off x="1618723" y="3273400"/>
              <a:ext cx="5969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747" name="Equation" r:id="rId17" imgW="596880" imgH="342720" progId="Equation.DSMT4">
                      <p:embed/>
                    </p:oleObj>
                  </mc:Choice>
                  <mc:Fallback>
                    <p:oleObj name="Equation" r:id="rId17" imgW="596880" imgH="342720" progId="Equation.DSMT4">
                      <p:embed/>
                      <p:pic>
                        <p:nvPicPr>
                          <p:cNvPr id="19" name="对象 18">
                            <a:extLst>
                              <a:ext uri="{FF2B5EF4-FFF2-40B4-BE49-F238E27FC236}">
                                <a16:creationId xmlns:a16="http://schemas.microsoft.com/office/drawing/2014/main" id="{29F4EE76-30FE-4BF1-BA12-E211EAAB0BD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8723" y="3273400"/>
                            <a:ext cx="5969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A3CBB4B1-A1E0-425D-BE53-FCBEEB7015C7}"/>
                  </a:ext>
                </a:extLst>
              </p:cNvPr>
              <p:cNvSpPr/>
              <p:nvPr/>
            </p:nvSpPr>
            <p:spPr>
              <a:xfrm>
                <a:off x="1831207" y="3229413"/>
                <a:ext cx="223224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34925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itchFamily="18" charset="0"/>
                  </a:rPr>
                  <a:t>是方程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(2)</a:t>
                </a: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的解</a:t>
                </a:r>
                <a:endPara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866E0F5-591C-4B03-99D0-4EE9253B2552}"/>
              </a:ext>
            </a:extLst>
          </p:cNvPr>
          <p:cNvGrpSpPr/>
          <p:nvPr/>
        </p:nvGrpSpPr>
        <p:grpSpPr>
          <a:xfrm>
            <a:off x="899592" y="2626197"/>
            <a:ext cx="7482061" cy="496816"/>
            <a:chOff x="137839" y="2571750"/>
            <a:chExt cx="7482061" cy="496816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3957E7B-F31D-49B3-A818-44DEDF2296A6}"/>
                </a:ext>
              </a:extLst>
            </p:cNvPr>
            <p:cNvSpPr/>
            <p:nvPr/>
          </p:nvSpPr>
          <p:spPr>
            <a:xfrm>
              <a:off x="137839" y="2571750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从而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E12CE9ED-A112-4320-A2FD-4C8DBE61C3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4383292"/>
                </p:ext>
              </p:extLst>
            </p:nvPr>
          </p:nvGraphicFramePr>
          <p:xfrm>
            <a:off x="849426" y="2594160"/>
            <a:ext cx="2062163" cy="420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48" name="Equation" r:id="rId19" imgW="2019240" imgH="406080" progId="Equation.DSMT4">
                    <p:embed/>
                  </p:oleObj>
                </mc:Choice>
                <mc:Fallback>
                  <p:oleObj name="Equation" r:id="rId19" imgW="2019240" imgH="4060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83F60D82-71FC-4FE3-AC76-2F0D3922A8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9426" y="2594160"/>
                          <a:ext cx="2062163" cy="4206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2F670B5-F960-4F1E-A8B6-CC4A306F43DB}"/>
                </a:ext>
              </a:extLst>
            </p:cNvPr>
            <p:cNvSpPr/>
            <p:nvPr/>
          </p:nvSpPr>
          <p:spPr>
            <a:xfrm>
              <a:off x="2795364" y="2606901"/>
              <a:ext cx="48245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是二阶非齐次线性方程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(2)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的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解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07ACEC5-10CC-44F7-AD16-FE73C6DEEC22}"/>
              </a:ext>
            </a:extLst>
          </p:cNvPr>
          <p:cNvGrpSpPr/>
          <p:nvPr/>
        </p:nvGrpSpPr>
        <p:grpSpPr>
          <a:xfrm>
            <a:off x="899592" y="3130876"/>
            <a:ext cx="7416089" cy="485900"/>
            <a:chOff x="690770" y="3219821"/>
            <a:chExt cx="7416089" cy="48590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EF99021-045E-4A09-A8A3-D9563CD037CD}"/>
                </a:ext>
              </a:extLst>
            </p:cNvPr>
            <p:cNvSpPr/>
            <p:nvPr/>
          </p:nvSpPr>
          <p:spPr>
            <a:xfrm>
              <a:off x="690770" y="321982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又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3DF3CC4B-D6BE-4D4F-B18F-00A72E6790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2355985"/>
                </p:ext>
              </p:extLst>
            </p:nvPr>
          </p:nvGraphicFramePr>
          <p:xfrm>
            <a:off x="1203920" y="3314737"/>
            <a:ext cx="2260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49" name="Equation" r:id="rId21" imgW="2260440" imgH="380880" progId="Equation.DSMT4">
                    <p:embed/>
                  </p:oleObj>
                </mc:Choice>
                <mc:Fallback>
                  <p:oleObj name="Equation" r:id="rId21" imgW="2260440" imgH="38088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3E560746-1E6C-478A-AE4F-96CB0C24AC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203920" y="3314737"/>
                          <a:ext cx="2260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7CBA226-FFD9-406B-B6D8-73F74DECDD70}"/>
                </a:ext>
              </a:extLst>
            </p:cNvPr>
            <p:cNvSpPr/>
            <p:nvPr/>
          </p:nvSpPr>
          <p:spPr>
            <a:xfrm>
              <a:off x="3590879" y="3244056"/>
              <a:ext cx="451598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含有两个相互独立的任意常数，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FF4D04DD-128C-4862-8D18-DC96C7A783B2}"/>
              </a:ext>
            </a:extLst>
          </p:cNvPr>
          <p:cNvSpPr/>
          <p:nvPr/>
        </p:nvSpPr>
        <p:spPr>
          <a:xfrm>
            <a:off x="7963324" y="313087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A8AE1E5-635F-4259-ABF1-0AD9B60EA5F7}"/>
              </a:ext>
            </a:extLst>
          </p:cNvPr>
          <p:cNvGrpSpPr/>
          <p:nvPr/>
        </p:nvGrpSpPr>
        <p:grpSpPr>
          <a:xfrm>
            <a:off x="454837" y="3705703"/>
            <a:ext cx="6777672" cy="469053"/>
            <a:chOff x="273337" y="3844342"/>
            <a:chExt cx="6777672" cy="469053"/>
          </a:xfrm>
        </p:grpSpPr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A8BB6891-663B-4956-A78E-FDDD5DC2D4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4185775"/>
                </p:ext>
              </p:extLst>
            </p:nvPr>
          </p:nvGraphicFramePr>
          <p:xfrm>
            <a:off x="273337" y="3844342"/>
            <a:ext cx="2062162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50" name="Equation" r:id="rId23" imgW="2019240" imgH="406080" progId="Equation.DSMT4">
                    <p:embed/>
                  </p:oleObj>
                </mc:Choice>
                <mc:Fallback>
                  <p:oleObj name="Equation" r:id="rId23" imgW="2019240" imgH="40608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7D66FAC4-B3A2-4DEC-A312-C4FF8658D7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337" y="3844342"/>
                          <a:ext cx="2062162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059032A-E4C3-4A3E-A704-34E2EA2E5110}"/>
                </a:ext>
              </a:extLst>
            </p:cNvPr>
            <p:cNvSpPr/>
            <p:nvPr/>
          </p:nvSpPr>
          <p:spPr>
            <a:xfrm>
              <a:off x="2225649" y="3851730"/>
              <a:ext cx="482536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也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含有两个相互独立的任意常数，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B13C23-E6A8-4C88-ABD2-2559C254B7D4}"/>
              </a:ext>
            </a:extLst>
          </p:cNvPr>
          <p:cNvSpPr/>
          <p:nvPr/>
        </p:nvSpPr>
        <p:spPr>
          <a:xfrm>
            <a:off x="6894130" y="3705703"/>
            <a:ext cx="2112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从而其为二阶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1BDB2FE-3AAB-4A4D-8EC5-0FDB68E61FBD}"/>
              </a:ext>
            </a:extLst>
          </p:cNvPr>
          <p:cNvSpPr/>
          <p:nvPr/>
        </p:nvSpPr>
        <p:spPr>
          <a:xfrm>
            <a:off x="398446" y="4207345"/>
            <a:ext cx="48245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非齐次线性方程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(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)</a:t>
            </a:r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的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通解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srgbClr val="FF0000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84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3B8D3AA2-ABBE-43B9-985F-461E0F483B91}"/>
              </a:ext>
            </a:extLst>
          </p:cNvPr>
          <p:cNvSpPr txBox="1"/>
          <p:nvPr/>
        </p:nvSpPr>
        <p:spPr>
          <a:xfrm>
            <a:off x="1019732" y="555526"/>
            <a:ext cx="905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推广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9A1B993-AE74-4E4D-B91A-3D839935391D}"/>
              </a:ext>
            </a:extLst>
          </p:cNvPr>
          <p:cNvGrpSpPr/>
          <p:nvPr/>
        </p:nvGrpSpPr>
        <p:grpSpPr>
          <a:xfrm>
            <a:off x="1763688" y="555526"/>
            <a:ext cx="4463763" cy="471990"/>
            <a:chOff x="1656491" y="495748"/>
            <a:chExt cx="4463763" cy="47199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7AE4863-2F57-4512-A6C2-4BBC70197FF5}"/>
                </a:ext>
              </a:extLst>
            </p:cNvPr>
            <p:cNvSpPr/>
            <p:nvPr/>
          </p:nvSpPr>
          <p:spPr>
            <a:xfrm>
              <a:off x="1656491" y="50607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设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A856F5E-3511-468A-9DAA-73C232842F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9671632"/>
                </p:ext>
              </p:extLst>
            </p:nvPr>
          </p:nvGraphicFramePr>
          <p:xfrm>
            <a:off x="2128939" y="495748"/>
            <a:ext cx="698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4" name="Equation" r:id="rId3" imgW="698400" imgH="406080" progId="Equation.DSMT4">
                    <p:embed/>
                  </p:oleObj>
                </mc:Choice>
                <mc:Fallback>
                  <p:oleObj name="Equation" r:id="rId3" imgW="698400" imgH="4060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FA99C1F-A8BF-4F12-875E-75E5AF983D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28939" y="495748"/>
                          <a:ext cx="698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32F5149-2022-4AFC-984D-A360A6D0ADB0}"/>
                </a:ext>
              </a:extLst>
            </p:cNvPr>
            <p:cNvSpPr/>
            <p:nvPr/>
          </p:nvSpPr>
          <p:spPr>
            <a:xfrm>
              <a:off x="2753360" y="495748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是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3BEF8B8-9ECB-4545-908F-D8391EA65E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0057971"/>
                </p:ext>
              </p:extLst>
            </p:nvPr>
          </p:nvGraphicFramePr>
          <p:xfrm>
            <a:off x="3202126" y="64035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5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EF53F33-BBB2-4798-BB4A-50F0E8E40AB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02126" y="640358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D78FC17-F9B4-4691-AD51-03E8C85A6337}"/>
                </a:ext>
              </a:extLst>
            </p:cNvPr>
            <p:cNvSpPr/>
            <p:nvPr/>
          </p:nvSpPr>
          <p:spPr>
            <a:xfrm>
              <a:off x="3347345" y="495748"/>
              <a:ext cx="277290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阶非齐次线性方程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9CF2D16-2A09-457E-AB5A-018232FA6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828274"/>
              </p:ext>
            </p:extLst>
          </p:nvPr>
        </p:nvGraphicFramePr>
        <p:xfrm>
          <a:off x="3388907" y="2466350"/>
          <a:ext cx="20621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6" name="Equation" r:id="rId7" imgW="2019300" imgH="406400" progId="Equation.DSMT4">
                  <p:embed/>
                </p:oleObj>
              </mc:Choice>
              <mc:Fallback>
                <p:oleObj name="Equation" r:id="rId7" imgW="2019300" imgH="4064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156D586-4A39-46D2-8F18-B6678E7F28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8907" y="2466350"/>
                        <a:ext cx="206216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1D1AEA23-21F6-4F2D-9E98-CECA5DF85FCB}"/>
              </a:ext>
            </a:extLst>
          </p:cNvPr>
          <p:cNvGrpSpPr/>
          <p:nvPr/>
        </p:nvGrpSpPr>
        <p:grpSpPr>
          <a:xfrm>
            <a:off x="354012" y="3048951"/>
            <a:ext cx="5854317" cy="481489"/>
            <a:chOff x="149138" y="3003798"/>
            <a:chExt cx="5854317" cy="481489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0F7A490-A477-4E27-BCB3-DAB31A57AE75}"/>
                </a:ext>
              </a:extLst>
            </p:cNvPr>
            <p:cNvSpPr/>
            <p:nvPr/>
          </p:nvSpPr>
          <p:spPr>
            <a:xfrm>
              <a:off x="149138" y="302362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是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27E9B8C-08A3-4715-B0EC-6DA52DF6EF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6747984"/>
                </p:ext>
              </p:extLst>
            </p:nvPr>
          </p:nvGraphicFramePr>
          <p:xfrm>
            <a:off x="572420" y="315285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7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53252736-ADCD-419A-9145-3027FF62A14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72420" y="315285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D44B2B1-E04A-4A47-BD2B-853010AC8C63}"/>
                </a:ext>
              </a:extLst>
            </p:cNvPr>
            <p:cNvSpPr/>
            <p:nvPr/>
          </p:nvSpPr>
          <p:spPr>
            <a:xfrm>
              <a:off x="724507" y="3003798"/>
              <a:ext cx="52789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阶非齐次线性方程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通解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1B30858-0ACA-4100-95F2-45ADAC683A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2334"/>
              </p:ext>
            </p:extLst>
          </p:nvPr>
        </p:nvGraphicFramePr>
        <p:xfrm>
          <a:off x="1689140" y="1181777"/>
          <a:ext cx="59801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8" name="Equation" r:id="rId10" imgW="5841720" imgH="419040" progId="Equation.DSMT4">
                  <p:embed/>
                </p:oleObj>
              </mc:Choice>
              <mc:Fallback>
                <p:oleObj name="Equation" r:id="rId10" imgW="5841720" imgH="419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D3729B64-0E21-4613-9FE3-B2FE81E6F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40" y="1181777"/>
                        <a:ext cx="598011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CAF6F291-C786-4687-ABBA-2C540041436A}"/>
              </a:ext>
            </a:extLst>
          </p:cNvPr>
          <p:cNvSpPr/>
          <p:nvPr/>
        </p:nvSpPr>
        <p:spPr>
          <a:xfrm>
            <a:off x="7647401" y="1168431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3DB41C9-8A71-4083-8EB4-2F46059535CB}"/>
              </a:ext>
            </a:extLst>
          </p:cNvPr>
          <p:cNvGrpSpPr/>
          <p:nvPr/>
        </p:nvGrpSpPr>
        <p:grpSpPr>
          <a:xfrm>
            <a:off x="354012" y="1829735"/>
            <a:ext cx="8573657" cy="462216"/>
            <a:chOff x="232129" y="1707654"/>
            <a:chExt cx="8573657" cy="462216"/>
          </a:xfrm>
        </p:grpSpPr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C7A00EB-9CBE-40CA-AC91-713CFD9CD7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5862359"/>
                </p:ext>
              </p:extLst>
            </p:nvPr>
          </p:nvGraphicFramePr>
          <p:xfrm>
            <a:off x="2134973" y="1767036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9" name="Equation" r:id="rId12" imgW="596880" imgH="342720" progId="Equation.DSMT4">
                    <p:embed/>
                  </p:oleObj>
                </mc:Choice>
                <mc:Fallback>
                  <p:oleObj name="Equation" r:id="rId12" imgW="59688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07A8E75A-99B3-4F28-A3B6-A7203C746D8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134973" y="1767036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14F7F21-AE62-45C5-ADDF-7A2C2D1E17B1}"/>
                </a:ext>
              </a:extLst>
            </p:cNvPr>
            <p:cNvSpPr/>
            <p:nvPr/>
          </p:nvSpPr>
          <p:spPr>
            <a:xfrm>
              <a:off x="232129" y="1707654"/>
              <a:ext cx="20409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一个特解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，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A781970-85C8-4145-A1E7-2FCC9BB9BAC7}"/>
                </a:ext>
              </a:extLst>
            </p:cNvPr>
            <p:cNvSpPr/>
            <p:nvPr/>
          </p:nvSpPr>
          <p:spPr>
            <a:xfrm>
              <a:off x="2699792" y="1707654"/>
              <a:ext cx="343395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是与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对应的齐次方程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7C8609B-1350-4506-96CE-0B7D4099F896}"/>
                </a:ext>
              </a:extLst>
            </p:cNvPr>
            <p:cNvSpPr/>
            <p:nvPr/>
          </p:nvSpPr>
          <p:spPr>
            <a:xfrm>
              <a:off x="5493418" y="1708205"/>
              <a:ext cx="33123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通解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，则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3894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62670415-278C-4157-A0CF-8271287DB655}"/>
              </a:ext>
            </a:extLst>
          </p:cNvPr>
          <p:cNvSpPr txBox="1"/>
          <p:nvPr/>
        </p:nvSpPr>
        <p:spPr>
          <a:xfrm>
            <a:off x="769055" y="253629"/>
            <a:ext cx="1216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endParaRPr lang="zh-CN" altLang="en-US" sz="2400" b="1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D7E5FD2-E23F-4A82-9F94-911D21F90B63}"/>
              </a:ext>
            </a:extLst>
          </p:cNvPr>
          <p:cNvGrpSpPr/>
          <p:nvPr/>
        </p:nvGrpSpPr>
        <p:grpSpPr>
          <a:xfrm>
            <a:off x="2052068" y="267494"/>
            <a:ext cx="7091932" cy="461665"/>
            <a:chOff x="1961020" y="3694261"/>
            <a:chExt cx="7091932" cy="461665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E102B9C6-2D74-4091-AAC2-B40E29D436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969866"/>
                </p:ext>
              </p:extLst>
            </p:nvPr>
          </p:nvGraphicFramePr>
          <p:xfrm>
            <a:off x="1961020" y="383002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68" name="Equation" r:id="rId3" imgW="190440" imgH="203040" progId="Equation.DSMT4">
                    <p:embed/>
                  </p:oleObj>
                </mc:Choice>
                <mc:Fallback>
                  <p:oleObj name="Equation" r:id="rId3" imgW="190440" imgH="20304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8EE50A1F-4C50-44AB-911D-E0A8DFBD296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61020" y="383002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F250455-6BD4-4EC6-9E5E-79C11A149A58}"/>
                </a:ext>
              </a:extLst>
            </p:cNvPr>
            <p:cNvSpPr/>
            <p:nvPr/>
          </p:nvSpPr>
          <p:spPr>
            <a:xfrm>
              <a:off x="2098213" y="3694261"/>
              <a:ext cx="69547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阶非齐次线性方程的任意两个解之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差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必为其对应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100BA8E0-C0F6-4447-AA1A-B4F478608457}"/>
              </a:ext>
            </a:extLst>
          </p:cNvPr>
          <p:cNvSpPr/>
          <p:nvPr/>
        </p:nvSpPr>
        <p:spPr>
          <a:xfrm>
            <a:off x="142127" y="805116"/>
            <a:ext cx="32636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的齐次线性方程的解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22CEA1-BC96-4752-8283-5346CF4356F8}"/>
              </a:ext>
            </a:extLst>
          </p:cNvPr>
          <p:cNvSpPr/>
          <p:nvPr/>
        </p:nvSpPr>
        <p:spPr>
          <a:xfrm>
            <a:off x="412254" y="1329460"/>
            <a:ext cx="9902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证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33906BD-CE19-4605-8FC5-73571F705D6B}"/>
              </a:ext>
            </a:extLst>
          </p:cNvPr>
          <p:cNvGrpSpPr/>
          <p:nvPr/>
        </p:nvGrpSpPr>
        <p:grpSpPr>
          <a:xfrm>
            <a:off x="1213297" y="1302087"/>
            <a:ext cx="5400600" cy="480285"/>
            <a:chOff x="1656491" y="487453"/>
            <a:chExt cx="5400600" cy="48028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8A3E7D6-83CF-4A86-9333-987B37D7D359}"/>
                </a:ext>
              </a:extLst>
            </p:cNvPr>
            <p:cNvSpPr/>
            <p:nvPr/>
          </p:nvSpPr>
          <p:spPr>
            <a:xfrm>
              <a:off x="1656491" y="50607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设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483C9298-6CFD-4A2B-9774-62AABBC5C4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6655798"/>
                </p:ext>
              </p:extLst>
            </p:nvPr>
          </p:nvGraphicFramePr>
          <p:xfrm>
            <a:off x="2021591" y="517990"/>
            <a:ext cx="1435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69" name="Equation" r:id="rId5" imgW="1434960" imgH="380880" progId="Equation.DSMT4">
                    <p:embed/>
                  </p:oleObj>
                </mc:Choice>
                <mc:Fallback>
                  <p:oleObj name="Equation" r:id="rId5" imgW="1434960" imgH="38088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D1323799-1D74-4625-A909-74D909280C8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21591" y="517990"/>
                          <a:ext cx="1435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238050A-4375-456E-BE5C-189D1EE7A01B}"/>
                </a:ext>
              </a:extLst>
            </p:cNvPr>
            <p:cNvSpPr/>
            <p:nvPr/>
          </p:nvSpPr>
          <p:spPr>
            <a:xfrm>
              <a:off x="3522248" y="487453"/>
              <a:ext cx="353484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是二阶非齐次线性方程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F23E2D7-E95B-45CC-8A0E-400E529ADC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936674"/>
              </p:ext>
            </p:extLst>
          </p:nvPr>
        </p:nvGraphicFramePr>
        <p:xfrm>
          <a:off x="2435608" y="1912455"/>
          <a:ext cx="34290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0" name="Equation" r:id="rId7" imgW="3352680" imgH="355320" progId="Equation.DSMT4">
                  <p:embed/>
                </p:oleObj>
              </mc:Choice>
              <mc:Fallback>
                <p:oleObj name="Equation" r:id="rId7" imgW="3352680" imgH="355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E15C40F-C48E-4C75-ADE8-A8CA4D84AC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608" y="1912455"/>
                        <a:ext cx="34290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28FBF381-A946-4F5F-96AA-60C3D632136F}"/>
              </a:ext>
            </a:extLst>
          </p:cNvPr>
          <p:cNvSpPr/>
          <p:nvPr/>
        </p:nvSpPr>
        <p:spPr>
          <a:xfrm>
            <a:off x="6393816" y="1817502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BEC14B-F78D-43F9-9247-0A29A029EEB6}"/>
              </a:ext>
            </a:extLst>
          </p:cNvPr>
          <p:cNvSpPr/>
          <p:nvPr/>
        </p:nvSpPr>
        <p:spPr>
          <a:xfrm>
            <a:off x="142277" y="2396687"/>
            <a:ext cx="31816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的任意两个解，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15FB7DB-E523-4941-827C-7D259B2254E1}"/>
              </a:ext>
            </a:extLst>
          </p:cNvPr>
          <p:cNvGrpSpPr/>
          <p:nvPr/>
        </p:nvGrpSpPr>
        <p:grpSpPr>
          <a:xfrm>
            <a:off x="2336216" y="2405091"/>
            <a:ext cx="3528392" cy="470914"/>
            <a:chOff x="1506564" y="496824"/>
            <a:chExt cx="3528392" cy="470914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42751CF-2639-496B-8249-260450455FEC}"/>
                </a:ext>
              </a:extLst>
            </p:cNvPr>
            <p:cNvSpPr/>
            <p:nvPr/>
          </p:nvSpPr>
          <p:spPr>
            <a:xfrm>
              <a:off x="1506564" y="50607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令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3033384-6F0D-44C8-BE04-8E7F22AE64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5785991"/>
                </p:ext>
              </p:extLst>
            </p:nvPr>
          </p:nvGraphicFramePr>
          <p:xfrm>
            <a:off x="2048895" y="537156"/>
            <a:ext cx="207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1" name="Equation" r:id="rId9" imgW="2070000" imgH="380880" progId="Equation.DSMT4">
                    <p:embed/>
                  </p:oleObj>
                </mc:Choice>
                <mc:Fallback>
                  <p:oleObj name="Equation" r:id="rId9" imgW="207000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7DC1F8A6-DFB6-4671-B4BB-84836DE5494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48895" y="537156"/>
                          <a:ext cx="2070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721992D-2ECE-49F6-9924-2272907B6FF6}"/>
                </a:ext>
              </a:extLst>
            </p:cNvPr>
            <p:cNvSpPr/>
            <p:nvPr/>
          </p:nvSpPr>
          <p:spPr>
            <a:xfrm>
              <a:off x="4098852" y="496824"/>
              <a:ext cx="9361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则有</a:t>
              </a:r>
            </a:p>
          </p:txBody>
        </p:sp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CA716E6-2E8B-4311-8A16-3D58E798E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786020"/>
              </p:ext>
            </p:extLst>
          </p:nvPr>
        </p:nvGraphicFramePr>
        <p:xfrm>
          <a:off x="1060640" y="2969913"/>
          <a:ext cx="5105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2" name="Equation" r:id="rId11" imgW="4991040" imgH="380880" progId="Equation.DSMT4">
                  <p:embed/>
                </p:oleObj>
              </mc:Choice>
              <mc:Fallback>
                <p:oleObj name="Equation" r:id="rId11" imgW="4991040" imgH="380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082E17BB-05B7-4607-AD02-206D85454A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640" y="2969913"/>
                        <a:ext cx="5105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96DCA41-BA5C-4807-B986-F77C1FE8B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406317"/>
              </p:ext>
            </p:extLst>
          </p:nvPr>
        </p:nvGraphicFramePr>
        <p:xfrm>
          <a:off x="848140" y="3409073"/>
          <a:ext cx="64420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3" name="Equation" r:id="rId13" imgW="6298920" imgH="482400" progId="Equation.DSMT4">
                  <p:embed/>
                </p:oleObj>
              </mc:Choice>
              <mc:Fallback>
                <p:oleObj name="Equation" r:id="rId13" imgW="6298920" imgH="4824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95C5D1C6-3DE2-4C63-8012-7554E88180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140" y="3409073"/>
                        <a:ext cx="64420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07C31BD-86E7-4B45-A637-3E39D58B98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992701"/>
              </p:ext>
            </p:extLst>
          </p:nvPr>
        </p:nvGraphicFramePr>
        <p:xfrm>
          <a:off x="874020" y="4071850"/>
          <a:ext cx="22225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4" name="Equation" r:id="rId15" imgW="2171520" imgH="342720" progId="Equation.DSMT4">
                  <p:embed/>
                </p:oleObj>
              </mc:Choice>
              <mc:Fallback>
                <p:oleObj name="Equation" r:id="rId15" imgW="2171520" imgH="3427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67A99DBD-73DB-435E-BA8B-C6B5CEB84A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020" y="4071850"/>
                        <a:ext cx="222250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619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B4B34A-75C2-4CEB-8501-A83F467B5961}"/>
              </a:ext>
            </a:extLst>
          </p:cNvPr>
          <p:cNvSpPr/>
          <p:nvPr/>
        </p:nvSpPr>
        <p:spPr>
          <a:xfrm>
            <a:off x="316794" y="282417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273253-27FA-41B7-9919-C283B9B6FD16}"/>
              </a:ext>
            </a:extLst>
          </p:cNvPr>
          <p:cNvSpPr/>
          <p:nvPr/>
        </p:nvSpPr>
        <p:spPr>
          <a:xfrm>
            <a:off x="1351870" y="28879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882AF73-9F41-4E6B-9752-1AA987493D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902403"/>
              </p:ext>
            </p:extLst>
          </p:nvPr>
        </p:nvGraphicFramePr>
        <p:xfrm>
          <a:off x="1845916" y="267494"/>
          <a:ext cx="3352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0" name="Equation" r:id="rId3" imgW="3352680" imgH="419040" progId="Equation.DSMT4">
                  <p:embed/>
                </p:oleObj>
              </mc:Choice>
              <mc:Fallback>
                <p:oleObj name="Equation" r:id="rId3" imgW="335268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D01FE36-F832-4B9D-8D57-758A00784F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916" y="267494"/>
                        <a:ext cx="33528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C4648A8-E103-40E8-BFA3-34A8C70813FC}"/>
              </a:ext>
            </a:extLst>
          </p:cNvPr>
          <p:cNvSpPr/>
          <p:nvPr/>
        </p:nvSpPr>
        <p:spPr>
          <a:xfrm>
            <a:off x="5105425" y="261687"/>
            <a:ext cx="3587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是某二阶线性</a:t>
            </a:r>
            <a:r>
              <a:rPr lang="zh-CN" altLang="zh-CN" sz="2400" b="1" dirty="0">
                <a:solidFill>
                  <a:srgbClr val="0066FF"/>
                </a:solidFill>
                <a:ea typeface="宋体" panose="02010600030101010101" pitchFamily="2" charset="-122"/>
              </a:rPr>
              <a:t>非齐次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791CFC-7B6A-4002-8BC2-73ECC2329371}"/>
              </a:ext>
            </a:extLst>
          </p:cNvPr>
          <p:cNvSpPr/>
          <p:nvPr/>
        </p:nvSpPr>
        <p:spPr>
          <a:xfrm>
            <a:off x="67057" y="788219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的两个特解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80337-ED31-4567-B054-911E12BC409A}"/>
              </a:ext>
            </a:extLst>
          </p:cNvPr>
          <p:cNvSpPr/>
          <p:nvPr/>
        </p:nvSpPr>
        <p:spPr>
          <a:xfrm>
            <a:off x="1765126" y="788219"/>
            <a:ext cx="4825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且对应</a:t>
            </a:r>
            <a:r>
              <a:rPr lang="zh-CN" altLang="zh-CN" sz="2400" b="1" dirty="0">
                <a:solidFill>
                  <a:srgbClr val="0066FF"/>
                </a:solidFill>
                <a:ea typeface="宋体" panose="02010600030101010101" pitchFamily="2" charset="-122"/>
              </a:rPr>
              <a:t>齐次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线性方程的一个特解为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C6874A6-AF2A-495B-9E24-28DDD6AA0F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572013"/>
              </p:ext>
            </p:extLst>
          </p:nvPr>
        </p:nvGraphicFramePr>
        <p:xfrm>
          <a:off x="6476277" y="806553"/>
          <a:ext cx="846137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1" name="Equation" r:id="rId5" imgW="850680" imgH="380880" progId="Equation.DSMT4">
                  <p:embed/>
                </p:oleObj>
              </mc:Choice>
              <mc:Fallback>
                <p:oleObj name="Equation" r:id="rId5" imgW="85068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FE5F9F9-E2D3-46E9-BFE2-7E66E25E03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277" y="806553"/>
                        <a:ext cx="846137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0C116BB-B930-469C-96F6-0E9FE8DAC521}"/>
              </a:ext>
            </a:extLst>
          </p:cNvPr>
          <p:cNvSpPr/>
          <p:nvPr/>
        </p:nvSpPr>
        <p:spPr>
          <a:xfrm>
            <a:off x="7301570" y="770473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该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非齐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9FD43E-FE0D-4B6C-A59B-91120A28D81F}"/>
              </a:ext>
            </a:extLst>
          </p:cNvPr>
          <p:cNvSpPr/>
          <p:nvPr/>
        </p:nvSpPr>
        <p:spPr>
          <a:xfrm>
            <a:off x="53305" y="1376510"/>
            <a:ext cx="21194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方程的</a:t>
            </a:r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89CD9A-D5DD-456D-8AEE-BD15B33135A4}"/>
              </a:ext>
            </a:extLst>
          </p:cNvPr>
          <p:cNvSpPr/>
          <p:nvPr/>
        </p:nvSpPr>
        <p:spPr>
          <a:xfrm>
            <a:off x="363335" y="1959260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解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1F61F8-2D3D-48C2-9EDC-EE352922F924}"/>
              </a:ext>
            </a:extLst>
          </p:cNvPr>
          <p:cNvSpPr/>
          <p:nvPr/>
        </p:nvSpPr>
        <p:spPr>
          <a:xfrm>
            <a:off x="1334909" y="1945451"/>
            <a:ext cx="28151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由线性方程性质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C1CCBF3-6F67-47A6-B693-4EF6B8217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091266"/>
              </p:ext>
            </p:extLst>
          </p:nvPr>
        </p:nvGraphicFramePr>
        <p:xfrm>
          <a:off x="2419007" y="2473619"/>
          <a:ext cx="4318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2" name="Equation" r:id="rId7" imgW="4317840" imgH="419040" progId="Equation.DSMT4">
                  <p:embed/>
                </p:oleObj>
              </mc:Choice>
              <mc:Fallback>
                <p:oleObj name="Equation" r:id="rId7" imgW="431784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A3C9B40-C3FD-4349-84FF-CD757D26D8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007" y="2473619"/>
                        <a:ext cx="43180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9F2B6BEF-E00B-40F3-9BFE-3EC16C70E866}"/>
              </a:ext>
            </a:extLst>
          </p:cNvPr>
          <p:cNvSpPr/>
          <p:nvPr/>
        </p:nvSpPr>
        <p:spPr>
          <a:xfrm>
            <a:off x="28762" y="3046582"/>
            <a:ext cx="42066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为齐次线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性方程的一个特解，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3A5BC9C-8C50-4216-8C6E-819B4CE2431C}"/>
              </a:ext>
            </a:extLst>
          </p:cNvPr>
          <p:cNvGrpSpPr/>
          <p:nvPr/>
        </p:nvGrpSpPr>
        <p:grpSpPr>
          <a:xfrm>
            <a:off x="3840592" y="3046076"/>
            <a:ext cx="3174196" cy="470096"/>
            <a:chOff x="4063350" y="3208110"/>
            <a:chExt cx="3174196" cy="47009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8DA326D-E7B3-42D1-A1C1-23852504ACB2}"/>
                </a:ext>
              </a:extLst>
            </p:cNvPr>
            <p:cNvSpPr/>
            <p:nvPr/>
          </p:nvSpPr>
          <p:spPr>
            <a:xfrm>
              <a:off x="4063350" y="3216541"/>
              <a:ext cx="123698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且与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2A0BC104-B0FB-4569-838A-FAEB9F5549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9890807"/>
                </p:ext>
              </p:extLst>
            </p:nvPr>
          </p:nvGraphicFramePr>
          <p:xfrm>
            <a:off x="4800765" y="3233993"/>
            <a:ext cx="769937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33" name="Equation" r:id="rId9" imgW="774360" imgH="380880" progId="Equation.DSMT4">
                    <p:embed/>
                  </p:oleObj>
                </mc:Choice>
                <mc:Fallback>
                  <p:oleObj name="Equation" r:id="rId9" imgW="774360" imgH="3808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D1A46640-A961-4034-B9CA-6D084E4DDE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765" y="3233993"/>
                          <a:ext cx="769937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08FF1CD-2830-4F71-8AA4-5828C254E82E}"/>
                </a:ext>
              </a:extLst>
            </p:cNvPr>
            <p:cNvSpPr/>
            <p:nvPr/>
          </p:nvSpPr>
          <p:spPr>
            <a:xfrm>
              <a:off x="5513997" y="3208110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线性无关，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420D9882-EA48-474E-BDF4-FAA2CD04C3F8}"/>
              </a:ext>
            </a:extLst>
          </p:cNvPr>
          <p:cNvSpPr/>
          <p:nvPr/>
        </p:nvSpPr>
        <p:spPr>
          <a:xfrm>
            <a:off x="6722766" y="3040222"/>
            <a:ext cx="21551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故齐次方程的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C4784C5-CF06-48FD-A359-1E96CA5398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705088"/>
              </p:ext>
            </p:extLst>
          </p:nvPr>
        </p:nvGraphicFramePr>
        <p:xfrm>
          <a:off x="1108882" y="3634300"/>
          <a:ext cx="21129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4" name="Equation" r:id="rId11" imgW="2057400" imgH="419040" progId="Equation.DSMT4">
                  <p:embed/>
                </p:oleObj>
              </mc:Choice>
              <mc:Fallback>
                <p:oleObj name="Equation" r:id="rId11" imgW="2057400" imgH="4190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A6409496-651F-4CA5-8834-1E52BDF0ED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882" y="3634300"/>
                        <a:ext cx="2112962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C0787804-8B66-4D57-8624-4EBB9505DD4A}"/>
              </a:ext>
            </a:extLst>
          </p:cNvPr>
          <p:cNvSpPr/>
          <p:nvPr/>
        </p:nvSpPr>
        <p:spPr>
          <a:xfrm>
            <a:off x="28762" y="3605420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通解为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D34E2A-8A79-47BF-96A7-D89E31D63B6E}"/>
              </a:ext>
            </a:extLst>
          </p:cNvPr>
          <p:cNvSpPr/>
          <p:nvPr/>
        </p:nvSpPr>
        <p:spPr>
          <a:xfrm>
            <a:off x="3186701" y="3615523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从而非齐次方程的通解为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236A056-5917-4210-861B-BD2E79CA2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762717"/>
              </p:ext>
            </p:extLst>
          </p:nvPr>
        </p:nvGraphicFramePr>
        <p:xfrm>
          <a:off x="1337291" y="4326671"/>
          <a:ext cx="12763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5" name="Equation" r:id="rId13" imgW="1244520" imgH="406080" progId="Equation.DSMT4">
                  <p:embed/>
                </p:oleObj>
              </mc:Choice>
              <mc:Fallback>
                <p:oleObj name="Equation" r:id="rId13" imgW="1244520" imgH="4060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BA60D3EE-B7FD-4250-9FDB-3FC72F559D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291" y="4326671"/>
                        <a:ext cx="1276350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F27CA92E-7E0E-4E24-820B-A62E1A3C32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514501"/>
              </p:ext>
            </p:extLst>
          </p:nvPr>
        </p:nvGraphicFramePr>
        <p:xfrm>
          <a:off x="3614839" y="4341902"/>
          <a:ext cx="2794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6" name="Equation" r:id="rId15" imgW="2730240" imgH="419040" progId="Equation.DSMT4">
                  <p:embed/>
                </p:oleObj>
              </mc:Choice>
              <mc:Fallback>
                <p:oleObj name="Equation" r:id="rId15" imgW="2730240" imgH="41904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556CF2EB-4CC5-42AA-ABB0-FA98247FF2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839" y="4341902"/>
                        <a:ext cx="2794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E3367C54-B97D-4454-BDBB-658F36A878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803711"/>
              </p:ext>
            </p:extLst>
          </p:nvPr>
        </p:nvGraphicFramePr>
        <p:xfrm>
          <a:off x="2613641" y="4370719"/>
          <a:ext cx="96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7" name="Equation" r:id="rId17" imgW="965160" imgH="380880" progId="Equation.DSMT4">
                  <p:embed/>
                </p:oleObj>
              </mc:Choice>
              <mc:Fallback>
                <p:oleObj name="Equation" r:id="rId17" imgW="965160" imgH="380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457F9027-360D-4A2A-AECC-12148AB987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13641" y="4370719"/>
                        <a:ext cx="965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562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9" grpId="0"/>
      <p:bldP spid="21" grpId="0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446FAA-9868-439D-AF5F-2A97D706FE44}"/>
              </a:ext>
            </a:extLst>
          </p:cNvPr>
          <p:cNvSpPr/>
          <p:nvPr/>
        </p:nvSpPr>
        <p:spPr>
          <a:xfrm>
            <a:off x="651617" y="382275"/>
            <a:ext cx="13681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定理</a:t>
            </a:r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10BFACB-0696-4417-814A-1C4C99AFF660}"/>
              </a:ext>
            </a:extLst>
          </p:cNvPr>
          <p:cNvGrpSpPr/>
          <p:nvPr/>
        </p:nvGrpSpPr>
        <p:grpSpPr>
          <a:xfrm>
            <a:off x="1036386" y="933258"/>
            <a:ext cx="2419153" cy="490856"/>
            <a:chOff x="5292080" y="442499"/>
            <a:chExt cx="2419153" cy="49085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45B8DE4-B8AA-407B-BF09-8C8A84A958FE}"/>
                </a:ext>
              </a:extLst>
            </p:cNvPr>
            <p:cNvSpPr/>
            <p:nvPr/>
          </p:nvSpPr>
          <p:spPr>
            <a:xfrm>
              <a:off x="5292080" y="471690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设</a:t>
              </a: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805419D-69BC-412D-AD60-B9F14D3ED560}"/>
                </a:ext>
              </a:extLst>
            </p:cNvPr>
            <p:cNvGrpSpPr/>
            <p:nvPr/>
          </p:nvGrpSpPr>
          <p:grpSpPr>
            <a:xfrm>
              <a:off x="5786126" y="442499"/>
              <a:ext cx="1925107" cy="461665"/>
              <a:chOff x="625981" y="2504132"/>
              <a:chExt cx="1925107" cy="461665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74CE2E9-F78A-4639-AE9A-F58D1513670E}"/>
                  </a:ext>
                </a:extLst>
              </p:cNvPr>
              <p:cNvSpPr/>
              <p:nvPr/>
            </p:nvSpPr>
            <p:spPr>
              <a:xfrm>
                <a:off x="1295902" y="2504132"/>
                <a:ext cx="4940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与</a:t>
                </a:r>
              </a:p>
            </p:txBody>
          </p:sp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22AF12AA-AE6C-42BD-95AD-71E9AC4938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270040"/>
                  </p:ext>
                </p:extLst>
              </p:nvPr>
            </p:nvGraphicFramePr>
            <p:xfrm>
              <a:off x="625981" y="2533897"/>
              <a:ext cx="749300" cy="419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92" name="Equation" r:id="rId3" imgW="749160" imgH="419040" progId="Equation.DSMT4">
                      <p:embed/>
                    </p:oleObj>
                  </mc:Choice>
                  <mc:Fallback>
                    <p:oleObj name="Equation" r:id="rId3" imgW="749160" imgH="419040" progId="Equation.DSMT4">
                      <p:embed/>
                      <p:pic>
                        <p:nvPicPr>
                          <p:cNvPr id="7" name="对象 6">
                            <a:extLst>
                              <a:ext uri="{FF2B5EF4-FFF2-40B4-BE49-F238E27FC236}">
                                <a16:creationId xmlns:a16="http://schemas.microsoft.com/office/drawing/2014/main" id="{720F4D61-3144-4D77-87B5-79817CFB25A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625981" y="2533897"/>
                            <a:ext cx="749300" cy="419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对象 7">
                <a:extLst>
                  <a:ext uri="{FF2B5EF4-FFF2-40B4-BE49-F238E27FC236}">
                    <a16:creationId xmlns:a16="http://schemas.microsoft.com/office/drawing/2014/main" id="{48E62154-895F-4332-B0C4-1FF99531DA0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67609155"/>
                  </p:ext>
                </p:extLst>
              </p:nvPr>
            </p:nvGraphicFramePr>
            <p:xfrm>
              <a:off x="1763688" y="2520856"/>
              <a:ext cx="787400" cy="419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93" name="Equation" r:id="rId5" imgW="787320" imgH="419040" progId="Equation.DSMT4">
                      <p:embed/>
                    </p:oleObj>
                  </mc:Choice>
                  <mc:Fallback>
                    <p:oleObj name="Equation" r:id="rId5" imgW="787320" imgH="419040" progId="Equation.DSMT4">
                      <p:embed/>
                      <p:pic>
                        <p:nvPicPr>
                          <p:cNvPr id="8" name="对象 7">
                            <a:extLst>
                              <a:ext uri="{FF2B5EF4-FFF2-40B4-BE49-F238E27FC236}">
                                <a16:creationId xmlns:a16="http://schemas.microsoft.com/office/drawing/2014/main" id="{B231DB16-5C41-4DC6-B613-B404E622DD5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3688" y="2520856"/>
                            <a:ext cx="787400" cy="4191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3C6B3FF0-76E6-4F53-9A9F-12B1B3403D4E}"/>
              </a:ext>
            </a:extLst>
          </p:cNvPr>
          <p:cNvSpPr/>
          <p:nvPr/>
        </p:nvSpPr>
        <p:spPr>
          <a:xfrm>
            <a:off x="3380550" y="963023"/>
            <a:ext cx="41365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分别是二阶线性非齐次方程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12F1192-6AD2-4CC5-A94F-58144EA46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894980"/>
              </p:ext>
            </p:extLst>
          </p:nvPr>
        </p:nvGraphicFramePr>
        <p:xfrm>
          <a:off x="2154157" y="3615525"/>
          <a:ext cx="44084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4" name="Equation" r:id="rId7" imgW="4305240" imgH="380880" progId="Equation.DSMT4">
                  <p:embed/>
                </p:oleObj>
              </mc:Choice>
              <mc:Fallback>
                <p:oleObj name="Equation" r:id="rId7" imgW="4305240" imgH="380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D9C20C7-3C97-47D0-92BE-0D33C43496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157" y="3615525"/>
                        <a:ext cx="44084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DB931CB-ADF0-4834-8FCC-FC9F12CFD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433462"/>
              </p:ext>
            </p:extLst>
          </p:nvPr>
        </p:nvGraphicFramePr>
        <p:xfrm>
          <a:off x="2630755" y="1556295"/>
          <a:ext cx="34575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5" name="Equation" r:id="rId9" imgW="3377880" imgH="380880" progId="Equation.DSMT4">
                  <p:embed/>
                </p:oleObj>
              </mc:Choice>
              <mc:Fallback>
                <p:oleObj name="Equation" r:id="rId9" imgW="3377880" imgH="380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9FE176D0-6B94-4EF5-B414-A6D647A8CA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0755" y="1556295"/>
                        <a:ext cx="34575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64C9BD5-264D-4F27-A365-5C1501F8454D}"/>
              </a:ext>
            </a:extLst>
          </p:cNvPr>
          <p:cNvSpPr/>
          <p:nvPr/>
        </p:nvSpPr>
        <p:spPr>
          <a:xfrm>
            <a:off x="328876" y="189521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与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BCC66CE-085E-48C0-A79A-9DDF29AD3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76913"/>
              </p:ext>
            </p:extLst>
          </p:nvPr>
        </p:nvGraphicFramePr>
        <p:xfrm>
          <a:off x="2610910" y="2296049"/>
          <a:ext cx="34972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6" name="Equation" r:id="rId11" imgW="3416040" imgH="380880" progId="Equation.DSMT4">
                  <p:embed/>
                </p:oleObj>
              </mc:Choice>
              <mc:Fallback>
                <p:oleObj name="Equation" r:id="rId11" imgW="341604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95532E0-E5D2-4C09-9890-A3035DB55C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0910" y="2296049"/>
                        <a:ext cx="34972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1421815E-3345-4E9B-9D24-5D2645574B4E}"/>
              </a:ext>
            </a:extLst>
          </p:cNvPr>
          <p:cNvSpPr/>
          <p:nvPr/>
        </p:nvSpPr>
        <p:spPr>
          <a:xfrm>
            <a:off x="294226" y="2859134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的特解，则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2234837-C196-4CFB-8EFF-38E308F23C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495320"/>
              </p:ext>
            </p:extLst>
          </p:nvPr>
        </p:nvGraphicFramePr>
        <p:xfrm>
          <a:off x="1966804" y="2849977"/>
          <a:ext cx="17700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7" name="Equation" r:id="rId13" imgW="1765080" imgH="419040" progId="Equation.DSMT4">
                  <p:embed/>
                </p:oleObj>
              </mc:Choice>
              <mc:Fallback>
                <p:oleObj name="Equation" r:id="rId13" imgW="1765080" imgH="419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3CC1B19-B812-4E67-8F62-99A2893E98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804" y="2849977"/>
                        <a:ext cx="177006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9F116225-0A77-4248-8C6E-C02C8E2294DC}"/>
              </a:ext>
            </a:extLst>
          </p:cNvPr>
          <p:cNvSpPr/>
          <p:nvPr/>
        </p:nvSpPr>
        <p:spPr>
          <a:xfrm>
            <a:off x="3698368" y="2849977"/>
            <a:ext cx="26341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是非齐次线性方程</a:t>
            </a:r>
            <a:endParaRPr lang="zh-CN" altLang="en-US" sz="2400" b="1" dirty="0">
              <a:solidFill>
                <a:srgbClr val="0064FF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272665-4D23-4468-B669-B1A9FF43C92F}"/>
              </a:ext>
            </a:extLst>
          </p:cNvPr>
          <p:cNvSpPr/>
          <p:nvPr/>
        </p:nvSpPr>
        <p:spPr>
          <a:xfrm>
            <a:off x="6374954" y="1476410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97B88E-8AF0-4E1B-8B6A-ECCC57C7D50B}"/>
              </a:ext>
            </a:extLst>
          </p:cNvPr>
          <p:cNvSpPr/>
          <p:nvPr/>
        </p:nvSpPr>
        <p:spPr>
          <a:xfrm>
            <a:off x="6374954" y="2291815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(6)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47C7BD-D0CA-4D14-A229-B767415574B1}"/>
              </a:ext>
            </a:extLst>
          </p:cNvPr>
          <p:cNvSpPr/>
          <p:nvPr/>
        </p:nvSpPr>
        <p:spPr>
          <a:xfrm>
            <a:off x="6422443" y="3581693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(7)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07D056-8C73-4D9E-9852-EF770FC72692}"/>
              </a:ext>
            </a:extLst>
          </p:cNvPr>
          <p:cNvSpPr/>
          <p:nvPr/>
        </p:nvSpPr>
        <p:spPr>
          <a:xfrm>
            <a:off x="1580350" y="267494"/>
            <a:ext cx="5983300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线性非齐次方程特解的叠加原理</a:t>
            </a:r>
            <a:endParaRPr lang="zh-CN" altLang="zh-CN" sz="2400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0DF145-DAC7-4CB1-A9E1-FE3B62BDD861}"/>
              </a:ext>
            </a:extLst>
          </p:cNvPr>
          <p:cNvSpPr/>
          <p:nvPr/>
        </p:nvSpPr>
        <p:spPr>
          <a:xfrm>
            <a:off x="204670" y="4239090"/>
            <a:ext cx="1995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的一个特解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740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8EC42B1A-7174-42EC-9FBA-137A00907298}"/>
              </a:ext>
            </a:extLst>
          </p:cNvPr>
          <p:cNvSpPr txBox="1"/>
          <p:nvPr/>
        </p:nvSpPr>
        <p:spPr>
          <a:xfrm>
            <a:off x="812064" y="483518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A32E20-3953-4B9C-852D-C46415EB319C}"/>
              </a:ext>
            </a:extLst>
          </p:cNvPr>
          <p:cNvSpPr/>
          <p:nvPr/>
        </p:nvSpPr>
        <p:spPr>
          <a:xfrm>
            <a:off x="1316120" y="48351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DB777A0-3009-4EB9-9ED3-96CD15AFEE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114525"/>
              </p:ext>
            </p:extLst>
          </p:nvPr>
        </p:nvGraphicFramePr>
        <p:xfrm>
          <a:off x="1835696" y="483518"/>
          <a:ext cx="2247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9" name="Equation" r:id="rId3" imgW="2247840" imgH="419040" progId="Equation.DSMT4">
                  <p:embed/>
                </p:oleObj>
              </mc:Choice>
              <mc:Fallback>
                <p:oleObj name="Equation" r:id="rId3" imgW="224784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61F5DCA-1260-4B6F-B005-95D506D06E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83518"/>
                        <a:ext cx="22479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AD5E9FA-8964-4C59-A66F-A91C7C69983A}"/>
              </a:ext>
            </a:extLst>
          </p:cNvPr>
          <p:cNvSpPr/>
          <p:nvPr/>
        </p:nvSpPr>
        <p:spPr>
          <a:xfrm>
            <a:off x="4196440" y="498150"/>
            <a:ext cx="3667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(7)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的左端，得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DD16E8A-18E2-40E8-9349-F529B40F00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463111"/>
              </p:ext>
            </p:extLst>
          </p:nvPr>
        </p:nvGraphicFramePr>
        <p:xfrm>
          <a:off x="1810166" y="1115754"/>
          <a:ext cx="56340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0" name="Equation" r:id="rId5" imgW="5499000" imgH="419040" progId="Equation.DSMT4">
                  <p:embed/>
                </p:oleObj>
              </mc:Choice>
              <mc:Fallback>
                <p:oleObj name="Equation" r:id="rId5" imgW="5499000" imgH="419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AA850DD-968B-465F-BCE2-85C99C9E4C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0166" y="1115754"/>
                        <a:ext cx="5634038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5926D61-2AE7-4EAA-84D7-858034E3D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697683"/>
              </p:ext>
            </p:extLst>
          </p:nvPr>
        </p:nvGraphicFramePr>
        <p:xfrm>
          <a:off x="1344229" y="1726940"/>
          <a:ext cx="36909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1" name="Equation" r:id="rId7" imgW="3606480" imgH="482400" progId="Equation.DSMT4">
                  <p:embed/>
                </p:oleObj>
              </mc:Choice>
              <mc:Fallback>
                <p:oleObj name="Equation" r:id="rId7" imgW="360648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99721D5-699E-44F2-99AF-0B8C1C250B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229" y="1726940"/>
                        <a:ext cx="3690938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49D2DE3-79F0-4454-97A6-7E5CD5855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506415"/>
              </p:ext>
            </p:extLst>
          </p:nvPr>
        </p:nvGraphicFramePr>
        <p:xfrm>
          <a:off x="4772504" y="1741572"/>
          <a:ext cx="37290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2" name="Equation" r:id="rId9" imgW="3644640" imgH="482400" progId="Equation.DSMT4">
                  <p:embed/>
                </p:oleObj>
              </mc:Choice>
              <mc:Fallback>
                <p:oleObj name="Equation" r:id="rId9" imgW="3644640" imgH="482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9985EAC-B4E7-4F18-BDBC-4E4D80FA55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504" y="1741572"/>
                        <a:ext cx="3729038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7ECA212-7F6D-4106-A93C-AD9089121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461573"/>
              </p:ext>
            </p:extLst>
          </p:nvPr>
        </p:nvGraphicFramePr>
        <p:xfrm>
          <a:off x="1402428" y="3000343"/>
          <a:ext cx="10175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3" name="Equation" r:id="rId11" imgW="990360" imgH="380880" progId="Equation.DSMT4">
                  <p:embed/>
                </p:oleObj>
              </mc:Choice>
              <mc:Fallback>
                <p:oleObj name="Equation" r:id="rId11" imgW="99036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FA28BE2-AC8E-4518-91D6-973C695390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428" y="3000343"/>
                        <a:ext cx="1017587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2CBF362C-9C6F-454D-8518-DB1BA6954FBD}"/>
              </a:ext>
            </a:extLst>
          </p:cNvPr>
          <p:cNvGrpSpPr/>
          <p:nvPr/>
        </p:nvGrpSpPr>
        <p:grpSpPr>
          <a:xfrm>
            <a:off x="812064" y="3475064"/>
            <a:ext cx="5688632" cy="461665"/>
            <a:chOff x="971600" y="3155180"/>
            <a:chExt cx="5688632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DDA56D0-9923-490E-A61C-755018B2998E}"/>
                </a:ext>
              </a:extLst>
            </p:cNvPr>
            <p:cNvSpPr/>
            <p:nvPr/>
          </p:nvSpPr>
          <p:spPr>
            <a:xfrm>
              <a:off x="971600" y="3155180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因此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7B69F83D-6469-487D-B626-46CBDA5DA3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904280"/>
                </p:ext>
              </p:extLst>
            </p:nvPr>
          </p:nvGraphicFramePr>
          <p:xfrm>
            <a:off x="1728701" y="3171934"/>
            <a:ext cx="177165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4" name="Equation" r:id="rId13" imgW="1765080" imgH="419040" progId="Equation.DSMT4">
                    <p:embed/>
                  </p:oleObj>
                </mc:Choice>
                <mc:Fallback>
                  <p:oleObj name="Equation" r:id="rId13" imgW="1765080" imgH="41904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A7ECEA60-FB8A-4629-9A3F-9DCD99214B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701" y="3171934"/>
                          <a:ext cx="177165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24E6878-2206-425A-B0F0-7FF692FF7990}"/>
                </a:ext>
              </a:extLst>
            </p:cNvPr>
            <p:cNvSpPr/>
            <p:nvPr/>
          </p:nvSpPr>
          <p:spPr>
            <a:xfrm>
              <a:off x="3500351" y="3155180"/>
              <a:ext cx="315988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(7)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的一个特解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5D537D7-018B-4A05-B342-B91109545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723193"/>
              </p:ext>
            </p:extLst>
          </p:nvPr>
        </p:nvGraphicFramePr>
        <p:xfrm>
          <a:off x="2429344" y="2975376"/>
          <a:ext cx="9652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5" name="Equation" r:id="rId15" imgW="939600" imgH="380880" progId="Equation.DSMT4">
                  <p:embed/>
                </p:oleObj>
              </mc:Choice>
              <mc:Fallback>
                <p:oleObj name="Equation" r:id="rId15" imgW="93960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396B84F-2F41-4514-8201-1E9DB64296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9344" y="2975376"/>
                        <a:ext cx="9652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0B5B6B32-219C-4BBC-9E08-1200F20036D4}"/>
              </a:ext>
            </a:extLst>
          </p:cNvPr>
          <p:cNvGrpSpPr/>
          <p:nvPr/>
        </p:nvGrpSpPr>
        <p:grpSpPr>
          <a:xfrm>
            <a:off x="1615489" y="2326364"/>
            <a:ext cx="3085007" cy="349250"/>
            <a:chOff x="3750221" y="2536825"/>
            <a:chExt cx="3085007" cy="349250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81EAAF3-91FC-4AD3-B999-C814B9364358}"/>
                </a:ext>
              </a:extLst>
            </p:cNvPr>
            <p:cNvCxnSpPr>
              <a:cxnSpLocks/>
            </p:cNvCxnSpPr>
            <p:nvPr/>
          </p:nvCxnSpPr>
          <p:spPr>
            <a:xfrm>
              <a:off x="3750221" y="2536825"/>
              <a:ext cx="3085007" cy="0"/>
            </a:xfrm>
            <a:prstGeom prst="line">
              <a:avLst/>
            </a:prstGeom>
            <a:noFill/>
            <a:ln w="19050" cap="flat" cmpd="sng" algn="ctr">
              <a:solidFill>
                <a:srgbClr val="0064FF"/>
              </a:solidFill>
              <a:prstDash val="solid"/>
            </a:ln>
            <a:effectLst/>
          </p:spPr>
        </p:cxn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78D6D1B-A75F-4025-8039-9AF3343698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2176080"/>
                </p:ext>
              </p:extLst>
            </p:nvPr>
          </p:nvGraphicFramePr>
          <p:xfrm>
            <a:off x="3843338" y="2544763"/>
            <a:ext cx="2898775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6" name="Equation" r:id="rId17" imgW="2831760" imgH="330120" progId="Equation.DSMT4">
                    <p:embed/>
                  </p:oleObj>
                </mc:Choice>
                <mc:Fallback>
                  <p:oleObj name="Equation" r:id="rId17" imgW="2831760" imgH="3301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E534DF91-92C0-4639-84B8-1C2EF66E00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3338" y="2544763"/>
                          <a:ext cx="2898775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9971AAF-3E4A-47D6-8496-A6FC9F7A584A}"/>
              </a:ext>
            </a:extLst>
          </p:cNvPr>
          <p:cNvGrpSpPr/>
          <p:nvPr/>
        </p:nvGrpSpPr>
        <p:grpSpPr>
          <a:xfrm>
            <a:off x="5093343" y="2334574"/>
            <a:ext cx="3085007" cy="389832"/>
            <a:chOff x="3750221" y="2536825"/>
            <a:chExt cx="3085007" cy="389832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F74E627-C314-4FBE-AAB2-54DEA2535673}"/>
                </a:ext>
              </a:extLst>
            </p:cNvPr>
            <p:cNvCxnSpPr>
              <a:cxnSpLocks/>
            </p:cNvCxnSpPr>
            <p:nvPr/>
          </p:nvCxnSpPr>
          <p:spPr>
            <a:xfrm>
              <a:off x="3750221" y="2536825"/>
              <a:ext cx="3085007" cy="0"/>
            </a:xfrm>
            <a:prstGeom prst="line">
              <a:avLst/>
            </a:prstGeom>
            <a:noFill/>
            <a:ln w="19050" cap="flat" cmpd="sng" algn="ctr">
              <a:solidFill>
                <a:srgbClr val="0064FF"/>
              </a:solidFill>
              <a:prstDash val="solid"/>
            </a:ln>
            <a:effectLst/>
          </p:spPr>
        </p:cxn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5FC4EFC6-E79A-4AD0-A86F-BD2A7F7C10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0144909"/>
                </p:ext>
              </p:extLst>
            </p:nvPr>
          </p:nvGraphicFramePr>
          <p:xfrm>
            <a:off x="3798739" y="2585345"/>
            <a:ext cx="2938463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17" name="Equation" r:id="rId19" imgW="2869920" imgH="330120" progId="Equation.DSMT4">
                    <p:embed/>
                  </p:oleObj>
                </mc:Choice>
                <mc:Fallback>
                  <p:oleObj name="Equation" r:id="rId19" imgW="2869920" imgH="3301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9BB42AF8-D9B6-48FD-9CAC-8D47FD5B97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8739" y="2585345"/>
                          <a:ext cx="2938463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1622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BA2F41-3391-4F45-BCF4-6145E86AFC02}"/>
              </a:ext>
            </a:extLst>
          </p:cNvPr>
          <p:cNvSpPr/>
          <p:nvPr/>
        </p:nvSpPr>
        <p:spPr>
          <a:xfrm>
            <a:off x="426094" y="288486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D95268-D2C1-4DD6-AFDF-B51563923BA4}"/>
              </a:ext>
            </a:extLst>
          </p:cNvPr>
          <p:cNvSpPr/>
          <p:nvPr/>
        </p:nvSpPr>
        <p:spPr>
          <a:xfrm>
            <a:off x="1470210" y="267494"/>
            <a:ext cx="17395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已知方程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5C7FB1-02C2-4816-8177-80D0FF897A4D}"/>
              </a:ext>
            </a:extLst>
          </p:cNvPr>
          <p:cNvSpPr/>
          <p:nvPr/>
        </p:nvSpPr>
        <p:spPr>
          <a:xfrm>
            <a:off x="3973558" y="264592"/>
            <a:ext cx="16289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的通解为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C138A9B-B762-498C-9095-B74023D68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894963"/>
              </p:ext>
            </p:extLst>
          </p:nvPr>
        </p:nvGraphicFramePr>
        <p:xfrm>
          <a:off x="2838362" y="362221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7" name="Equation" r:id="rId3" imgW="1218960" imgH="355320" progId="Equation.DSMT4">
                  <p:embed/>
                </p:oleObj>
              </mc:Choice>
              <mc:Fallback>
                <p:oleObj name="Equation" r:id="rId3" imgW="1218960" imgH="355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995BC9D-C6C7-48A7-AB66-316E761EBA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362" y="362221"/>
                        <a:ext cx="1219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47C8D7A-386B-485B-A6D4-B67FADB3DB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743526"/>
              </p:ext>
            </p:extLst>
          </p:nvPr>
        </p:nvGraphicFramePr>
        <p:xfrm>
          <a:off x="5286404" y="368117"/>
          <a:ext cx="269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8" name="Equation" r:id="rId5" imgW="2692080" imgH="380880" progId="Equation.DSMT4">
                  <p:embed/>
                </p:oleObj>
              </mc:Choice>
              <mc:Fallback>
                <p:oleObj name="Equation" r:id="rId5" imgW="269208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C724CCF-5A82-43BC-A1A5-BD1F31F3E8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404" y="368117"/>
                        <a:ext cx="2692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B9759BC-B88D-48C3-A8EC-0B9B72BC52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241915"/>
              </p:ext>
            </p:extLst>
          </p:nvPr>
        </p:nvGraphicFramePr>
        <p:xfrm>
          <a:off x="136710" y="885203"/>
          <a:ext cx="1333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9" name="Equation" r:id="rId7" imgW="1333440" imgH="406080" progId="Equation.DSMT4">
                  <p:embed/>
                </p:oleObj>
              </mc:Choice>
              <mc:Fallback>
                <p:oleObj name="Equation" r:id="rId7" imgW="133344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DB69C28-493C-44A5-9DFE-0E4A24F2ED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6710" y="885203"/>
                        <a:ext cx="1333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ACE6EA84-5B8E-4BB5-94B1-A266304DCD49}"/>
              </a:ext>
            </a:extLst>
          </p:cNvPr>
          <p:cNvGrpSpPr/>
          <p:nvPr/>
        </p:nvGrpSpPr>
        <p:grpSpPr>
          <a:xfrm>
            <a:off x="1539485" y="829938"/>
            <a:ext cx="3438208" cy="461665"/>
            <a:chOff x="3758501" y="933555"/>
            <a:chExt cx="3438208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8C4219B-B298-4B8B-86D5-075BBBC4B5BE}"/>
                </a:ext>
              </a:extLst>
            </p:cNvPr>
            <p:cNvSpPr/>
            <p:nvPr/>
          </p:nvSpPr>
          <p:spPr>
            <a:xfrm>
              <a:off x="3758501" y="933555"/>
              <a:ext cx="20409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的一个特解为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CC48056-872A-48FA-ADA1-2FC7233DCE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5822143"/>
                </p:ext>
              </p:extLst>
            </p:nvPr>
          </p:nvGraphicFramePr>
          <p:xfrm>
            <a:off x="5825109" y="951700"/>
            <a:ext cx="1371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0" name="Equation" r:id="rId9" imgW="1371600" imgH="419040" progId="Equation.DSMT4">
                    <p:embed/>
                  </p:oleObj>
                </mc:Choice>
                <mc:Fallback>
                  <p:oleObj name="Equation" r:id="rId9" imgW="1371600" imgH="4190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EA6A12FE-9AF3-4184-9FEE-0C2C7E0F68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825109" y="951700"/>
                          <a:ext cx="13716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6230C36-841C-4576-A0CF-62F0C91FB3BD}"/>
              </a:ext>
            </a:extLst>
          </p:cNvPr>
          <p:cNvGrpSpPr/>
          <p:nvPr/>
        </p:nvGrpSpPr>
        <p:grpSpPr>
          <a:xfrm>
            <a:off x="4956631" y="832993"/>
            <a:ext cx="2076394" cy="461665"/>
            <a:chOff x="1360355" y="1892597"/>
            <a:chExt cx="2076394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F8EDB82-B2DF-4A2A-8BE9-5150EF2715D6}"/>
                </a:ext>
              </a:extLst>
            </p:cNvPr>
            <p:cNvSpPr/>
            <p:nvPr/>
          </p:nvSpPr>
          <p:spPr>
            <a:xfrm>
              <a:off x="1360355" y="1892597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方程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80F8AA3-4009-4AFE-A93D-B3318B6917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3916562"/>
                </p:ext>
              </p:extLst>
            </p:nvPr>
          </p:nvGraphicFramePr>
          <p:xfrm>
            <a:off x="2128649" y="1917875"/>
            <a:ext cx="1308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1" name="Equation" r:id="rId11" imgW="1307880" imgH="406080" progId="Equation.DSMT4">
                    <p:embed/>
                  </p:oleObj>
                </mc:Choice>
                <mc:Fallback>
                  <p:oleObj name="Equation" r:id="rId11" imgW="1307880" imgH="4060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3A5289AF-DC11-4F97-ADE3-04F7C1C245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28649" y="1917875"/>
                          <a:ext cx="1308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2E3980DF-50C4-4D0B-B156-6E1E1DC5E8D0}"/>
              </a:ext>
            </a:extLst>
          </p:cNvPr>
          <p:cNvSpPr/>
          <p:nvPr/>
        </p:nvSpPr>
        <p:spPr>
          <a:xfrm>
            <a:off x="7033025" y="820488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的一个特解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904C54-8284-4F0D-8E4E-BED14DD8A4AC}"/>
              </a:ext>
            </a:extLst>
          </p:cNvPr>
          <p:cNvSpPr/>
          <p:nvPr/>
        </p:nvSpPr>
        <p:spPr>
          <a:xfrm>
            <a:off x="102058" y="155001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798CB52-0794-4328-94D3-D148BEEE59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084511"/>
              </p:ext>
            </p:extLst>
          </p:nvPr>
        </p:nvGraphicFramePr>
        <p:xfrm>
          <a:off x="682026" y="1420399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2" name="Equation" r:id="rId13" imgW="1206360" imgH="723600" progId="Equation.DSMT4">
                  <p:embed/>
                </p:oleObj>
              </mc:Choice>
              <mc:Fallback>
                <p:oleObj name="Equation" r:id="rId13" imgW="1206360" imgH="723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1030D25-D343-4DD0-B48A-5B0D6F63F6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2026" y="1420399"/>
                        <a:ext cx="1206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1082056-76C5-4B36-9750-9190A3B57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042444"/>
              </p:ext>
            </p:extLst>
          </p:nvPr>
        </p:nvGraphicFramePr>
        <p:xfrm>
          <a:off x="2921136" y="1533275"/>
          <a:ext cx="186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3" name="Equation" r:id="rId15" imgW="1866600" imgH="406080" progId="Equation.DSMT4">
                  <p:embed/>
                </p:oleObj>
              </mc:Choice>
              <mc:Fallback>
                <p:oleObj name="Equation" r:id="rId15" imgW="1866600" imgH="4060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3EFB64E-BE89-4B8E-8FE6-500A5B5BF5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21136" y="1533275"/>
                        <a:ext cx="1866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80B03525-FFE5-43C8-B13D-F8492DD0FBE9}"/>
              </a:ext>
            </a:extLst>
          </p:cNvPr>
          <p:cNvSpPr/>
          <p:nvPr/>
        </p:nvSpPr>
        <p:spPr>
          <a:xfrm>
            <a:off x="1841135" y="1478010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求方程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87FE22-82FC-4EB6-BCF2-2E968A57E27D}"/>
              </a:ext>
            </a:extLst>
          </p:cNvPr>
          <p:cNvSpPr/>
          <p:nvPr/>
        </p:nvSpPr>
        <p:spPr>
          <a:xfrm>
            <a:off x="4731472" y="1478010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073CC1-729F-4F27-B9A6-DB10195DB44D}"/>
              </a:ext>
            </a:extLst>
          </p:cNvPr>
          <p:cNvSpPr/>
          <p:nvPr/>
        </p:nvSpPr>
        <p:spPr>
          <a:xfrm>
            <a:off x="531676" y="2268202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解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0FC292-AB96-4647-AE5F-C4CF674248C0}"/>
              </a:ext>
            </a:extLst>
          </p:cNvPr>
          <p:cNvSpPr/>
          <p:nvPr/>
        </p:nvSpPr>
        <p:spPr>
          <a:xfrm>
            <a:off x="1305086" y="2240404"/>
            <a:ext cx="17395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由定理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知，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E98551B-291E-4E81-AE9C-51BE545D86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247325"/>
              </p:ext>
            </p:extLst>
          </p:nvPr>
        </p:nvGraphicFramePr>
        <p:xfrm>
          <a:off x="2932832" y="2280994"/>
          <a:ext cx="1409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4" name="Equation" r:id="rId17" imgW="1409400" imgH="380880" progId="Equation.DSMT4">
                  <p:embed/>
                </p:oleObj>
              </mc:Choice>
              <mc:Fallback>
                <p:oleObj name="Equation" r:id="rId17" imgW="1409400" imgH="3808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48863DC4-B684-47C5-A027-885275716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32832" y="2280994"/>
                        <a:ext cx="1409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33435270-BB3C-4CA0-9DAA-3F02D60E25F3}"/>
              </a:ext>
            </a:extLst>
          </p:cNvPr>
          <p:cNvSpPr/>
          <p:nvPr/>
        </p:nvSpPr>
        <p:spPr>
          <a:xfrm>
            <a:off x="6149283" y="2233483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是方程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6ADAE58-B698-4794-A2A5-E08D53F14F4C}"/>
              </a:ext>
            </a:extLst>
          </p:cNvPr>
          <p:cNvSpPr/>
          <p:nvPr/>
        </p:nvSpPr>
        <p:spPr>
          <a:xfrm>
            <a:off x="1841135" y="3497440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故该方程的通解为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CAA97F5A-C14B-49A5-AC87-802229CEC7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949782"/>
              </p:ext>
            </p:extLst>
          </p:nvPr>
        </p:nvGraphicFramePr>
        <p:xfrm>
          <a:off x="5576446" y="4053871"/>
          <a:ext cx="1739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5" name="Equation" r:id="rId19" imgW="1739880" imgH="723600" progId="Equation.DSMT4">
                  <p:embed/>
                </p:oleObj>
              </mc:Choice>
              <mc:Fallback>
                <p:oleObj name="Equation" r:id="rId19" imgW="1739880" imgH="723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792D8344-1FA9-4AD7-AF5F-AAF686915C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6446" y="4053871"/>
                        <a:ext cx="1739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B8D2B60-10F4-4CFA-8DC1-8C9856E77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025675"/>
              </p:ext>
            </p:extLst>
          </p:nvPr>
        </p:nvGraphicFramePr>
        <p:xfrm>
          <a:off x="1724024" y="4206974"/>
          <a:ext cx="1231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6" name="Equation" r:id="rId21" imgW="1231560" imgH="380880" progId="Equation.DSMT4">
                  <p:embed/>
                </p:oleObj>
              </mc:Choice>
              <mc:Fallback>
                <p:oleObj name="Equation" r:id="rId21" imgW="1231560" imgH="3808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62A66C7F-BF6B-4B58-8842-1E6A876262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4" y="4206974"/>
                        <a:ext cx="1231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BE1D6569-01DE-40AC-976C-22EDD12836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996534"/>
              </p:ext>
            </p:extLst>
          </p:nvPr>
        </p:nvGraphicFramePr>
        <p:xfrm>
          <a:off x="3044615" y="4225321"/>
          <a:ext cx="236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7" name="Equation" r:id="rId23" imgW="2361960" imgH="380880" progId="Equation.DSMT4">
                  <p:embed/>
                </p:oleObj>
              </mc:Choice>
              <mc:Fallback>
                <p:oleObj name="Equation" r:id="rId23" imgW="2361960" imgH="3808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3C4BEB2B-8447-478F-A7BD-A487746B03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615" y="4225321"/>
                        <a:ext cx="2362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D0139336-68E8-4595-9AC8-A8932E8D975B}"/>
              </a:ext>
            </a:extLst>
          </p:cNvPr>
          <p:cNvSpPr/>
          <p:nvPr/>
        </p:nvSpPr>
        <p:spPr>
          <a:xfrm>
            <a:off x="7978804" y="28848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2454E7-2672-4E6E-A168-52923B2F1D2E}"/>
              </a:ext>
            </a:extLst>
          </p:cNvPr>
          <p:cNvSpPr/>
          <p:nvPr/>
        </p:nvSpPr>
        <p:spPr>
          <a:xfrm>
            <a:off x="138754" y="3507685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的一个特解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B82CEEB4-AB72-4EE5-ABF0-23C21C47A5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026982"/>
              </p:ext>
            </p:extLst>
          </p:nvPr>
        </p:nvGraphicFramePr>
        <p:xfrm>
          <a:off x="3577153" y="2979804"/>
          <a:ext cx="186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8" name="Equation" r:id="rId25" imgW="1866600" imgH="406080" progId="Equation.DSMT4">
                  <p:embed/>
                </p:oleObj>
              </mc:Choice>
              <mc:Fallback>
                <p:oleObj name="Equation" r:id="rId25" imgW="1866600" imgH="4060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006CC6D2-3A32-47AB-AC46-82A829F5F3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577153" y="2979804"/>
                        <a:ext cx="1866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F20D2918-54D5-4EF3-938B-506FEA7AB3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357805"/>
              </p:ext>
            </p:extLst>
          </p:nvPr>
        </p:nvGraphicFramePr>
        <p:xfrm>
          <a:off x="4474658" y="2130074"/>
          <a:ext cx="1727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9" name="Equation" r:id="rId27" imgW="1726920" imgH="723600" progId="Equation.DSMT4">
                  <p:embed/>
                </p:oleObj>
              </mc:Choice>
              <mc:Fallback>
                <p:oleObj name="Equation" r:id="rId27" imgW="1726920" imgH="7236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EDEFB291-A8A8-4787-BE15-12924AAED0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474658" y="2130074"/>
                        <a:ext cx="1727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: 圆角 2">
            <a:extLst>
              <a:ext uri="{FF2B5EF4-FFF2-40B4-BE49-F238E27FC236}">
                <a16:creationId xmlns:a16="http://schemas.microsoft.com/office/drawing/2014/main" id="{05E38251-A30D-4542-9B2E-B0254CD1ACA8}"/>
              </a:ext>
            </a:extLst>
          </p:cNvPr>
          <p:cNvSpPr/>
          <p:nvPr/>
        </p:nvSpPr>
        <p:spPr>
          <a:xfrm>
            <a:off x="3251391" y="4058674"/>
            <a:ext cx="2304781" cy="67760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矩形: 圆角 49">
            <a:extLst>
              <a:ext uri="{FF2B5EF4-FFF2-40B4-BE49-F238E27FC236}">
                <a16:creationId xmlns:a16="http://schemas.microsoft.com/office/drawing/2014/main" id="{E0FBFE53-84E1-4C1A-833A-7DDD9BE92ED9}"/>
              </a:ext>
            </a:extLst>
          </p:cNvPr>
          <p:cNvSpPr/>
          <p:nvPr/>
        </p:nvSpPr>
        <p:spPr>
          <a:xfrm>
            <a:off x="5302174" y="211483"/>
            <a:ext cx="2692400" cy="603979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矩形: 圆角 50">
            <a:extLst>
              <a:ext uri="{FF2B5EF4-FFF2-40B4-BE49-F238E27FC236}">
                <a16:creationId xmlns:a16="http://schemas.microsoft.com/office/drawing/2014/main" id="{65D61B77-0805-4975-8E27-911AB94413CD}"/>
              </a:ext>
            </a:extLst>
          </p:cNvPr>
          <p:cNvSpPr/>
          <p:nvPr/>
        </p:nvSpPr>
        <p:spPr>
          <a:xfrm>
            <a:off x="5760056" y="4075813"/>
            <a:ext cx="1758826" cy="699704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矩形: 圆角 51">
            <a:extLst>
              <a:ext uri="{FF2B5EF4-FFF2-40B4-BE49-F238E27FC236}">
                <a16:creationId xmlns:a16="http://schemas.microsoft.com/office/drawing/2014/main" id="{3B1CA207-5569-4BBC-B1CD-08F8C8FE1F0D}"/>
              </a:ext>
            </a:extLst>
          </p:cNvPr>
          <p:cNvSpPr/>
          <p:nvPr/>
        </p:nvSpPr>
        <p:spPr>
          <a:xfrm>
            <a:off x="4654922" y="2137084"/>
            <a:ext cx="1578262" cy="72390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81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3" grpId="0"/>
      <p:bldP spid="24" grpId="0"/>
      <p:bldP spid="29" grpId="0"/>
      <p:bldP spid="32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7">
            <a:extLst>
              <a:ext uri="{FF2B5EF4-FFF2-40B4-BE49-F238E27FC236}">
                <a16:creationId xmlns:a16="http://schemas.microsoft.com/office/drawing/2014/main" id="{4A3B2F27-ABF3-4175-A8A4-737823584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29" y="1243480"/>
            <a:ext cx="533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则该方程的通解是 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   ).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87A76EC1-FD3E-4541-9288-57B8A4A9E4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265669"/>
              </p:ext>
            </p:extLst>
          </p:nvPr>
        </p:nvGraphicFramePr>
        <p:xfrm>
          <a:off x="3947030" y="185349"/>
          <a:ext cx="1168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6" name="Equation" r:id="rId3" imgW="1168200" imgH="380880" progId="Equation.DSMT4">
                  <p:embed/>
                </p:oleObj>
              </mc:Choice>
              <mc:Fallback>
                <p:oleObj name="Equation" r:id="rId3" imgW="1168200" imgH="380880" progId="Equation.DSMT4">
                  <p:embed/>
                  <p:pic>
                    <p:nvPicPr>
                      <p:cNvPr id="18438" name="Object 6">
                        <a:extLst>
                          <a:ext uri="{FF2B5EF4-FFF2-40B4-BE49-F238E27FC236}">
                            <a16:creationId xmlns:a16="http://schemas.microsoft.com/office/drawing/2014/main" id="{0647CF9E-1730-472C-9EB6-F73B98DE63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7030" y="185349"/>
                        <a:ext cx="1168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2">
            <a:extLst>
              <a:ext uri="{FF2B5EF4-FFF2-40B4-BE49-F238E27FC236}">
                <a16:creationId xmlns:a16="http://schemas.microsoft.com/office/drawing/2014/main" id="{4EDE4A1A-3173-48AA-BBF5-FD217B03A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880" y="154631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设线性无关函数</a:t>
            </a: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9D89FC0-E5AE-493D-9E08-07D7A2E80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680" y="159691"/>
            <a:ext cx="3554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都是二阶非齐次线性</a:t>
            </a: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3F8C67F8-B2EE-497C-8DE4-61463ADC9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738" y="715673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</a:t>
            </a:r>
          </a:p>
        </p:txBody>
      </p:sp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333A057A-948E-46C8-BB59-D08248D5F7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261436"/>
              </p:ext>
            </p:extLst>
          </p:nvPr>
        </p:nvGraphicFramePr>
        <p:xfrm>
          <a:off x="1066284" y="782696"/>
          <a:ext cx="3352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7" name="Equation" r:id="rId5" imgW="3352680" imgH="355320" progId="Equation.DSMT4">
                  <p:embed/>
                </p:oleObj>
              </mc:Choice>
              <mc:Fallback>
                <p:oleObj name="Equation" r:id="rId5" imgW="3352680" imgH="355320" progId="Equation.DSMT4">
                  <p:embed/>
                  <p:pic>
                    <p:nvPicPr>
                      <p:cNvPr id="18447" name="Object 15">
                        <a:extLst>
                          <a:ext uri="{FF2B5EF4-FFF2-40B4-BE49-F238E27FC236}">
                            <a16:creationId xmlns:a16="http://schemas.microsoft.com/office/drawing/2014/main" id="{CFDE37AB-2703-41AF-A222-9A784A05D6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284" y="782696"/>
                        <a:ext cx="3352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6">
            <a:extLst>
              <a:ext uri="{FF2B5EF4-FFF2-40B4-BE49-F238E27FC236}">
                <a16:creationId xmlns:a16="http://schemas.microsoft.com/office/drawing/2014/main" id="{02DD96CD-9EF8-47B1-A929-DE3CC41AB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511" y="679692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的解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9" name="Object 17">
            <a:extLst>
              <a:ext uri="{FF2B5EF4-FFF2-40B4-BE49-F238E27FC236}">
                <a16:creationId xmlns:a16="http://schemas.microsoft.com/office/drawing/2014/main" id="{8735584F-D2C4-427D-AF36-009AACE44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643314"/>
              </p:ext>
            </p:extLst>
          </p:nvPr>
        </p:nvGraphicFramePr>
        <p:xfrm>
          <a:off x="5274567" y="726487"/>
          <a:ext cx="81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8" name="Equation" r:id="rId7" imgW="812520" imgH="380880" progId="Equation.DSMT4">
                  <p:embed/>
                </p:oleObj>
              </mc:Choice>
              <mc:Fallback>
                <p:oleObj name="Equation" r:id="rId7" imgW="812520" imgH="380880" progId="Equation.DSMT4">
                  <p:embed/>
                  <p:pic>
                    <p:nvPicPr>
                      <p:cNvPr id="18449" name="Object 17">
                        <a:extLst>
                          <a:ext uri="{FF2B5EF4-FFF2-40B4-BE49-F238E27FC236}">
                            <a16:creationId xmlns:a16="http://schemas.microsoft.com/office/drawing/2014/main" id="{D0905400-D81D-4E85-BBBD-3FF7A6EE97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4567" y="726487"/>
                        <a:ext cx="812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8">
            <a:extLst>
              <a:ext uri="{FF2B5EF4-FFF2-40B4-BE49-F238E27FC236}">
                <a16:creationId xmlns:a16="http://schemas.microsoft.com/office/drawing/2014/main" id="{E1406671-6722-4AA5-A5F6-0C6AEEFBB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7366" y="663023"/>
            <a:ext cx="24850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是任意常数，则</a:t>
            </a:r>
          </a:p>
        </p:txBody>
      </p:sp>
      <p:sp>
        <p:nvSpPr>
          <p:cNvPr id="12" name="Rectangle 24">
            <a:extLst>
              <a:ext uri="{FF2B5EF4-FFF2-40B4-BE49-F238E27FC236}">
                <a16:creationId xmlns:a16="http://schemas.microsoft.com/office/drawing/2014/main" id="{80EAA09E-4932-490F-A695-7FE3F4841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980" y="70990"/>
            <a:ext cx="990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13EB936-CDE3-4AA5-A8AF-2EB784F313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415057"/>
              </p:ext>
            </p:extLst>
          </p:nvPr>
        </p:nvGraphicFramePr>
        <p:xfrm>
          <a:off x="3275856" y="1368402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9" name="Equation" r:id="rId9" imgW="266400" imgH="266400" progId="Equation.DSMT4">
                  <p:embed/>
                </p:oleObj>
              </mc:Choice>
              <mc:Fallback>
                <p:oleObj name="Equation" r:id="rId9" imgW="2664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5856" y="1368402"/>
                        <a:ext cx="266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9">
            <a:extLst>
              <a:ext uri="{FF2B5EF4-FFF2-40B4-BE49-F238E27FC236}">
                <a16:creationId xmlns:a16="http://schemas.microsoft.com/office/drawing/2014/main" id="{87008BE5-7CE8-492F-9790-EBF32F0000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737387"/>
              </p:ext>
            </p:extLst>
          </p:nvPr>
        </p:nvGraphicFramePr>
        <p:xfrm>
          <a:off x="557717" y="1886232"/>
          <a:ext cx="26257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0" name="Equation" r:id="rId11" imgW="2628720" imgH="380880" progId="Equation.DSMT4">
                  <p:embed/>
                </p:oleObj>
              </mc:Choice>
              <mc:Fallback>
                <p:oleObj name="Equation" r:id="rId11" imgW="2628720" imgH="380880" progId="Equation.DSMT4">
                  <p:embed/>
                  <p:pic>
                    <p:nvPicPr>
                      <p:cNvPr id="18451" name="Object 19">
                        <a:extLst>
                          <a:ext uri="{FF2B5EF4-FFF2-40B4-BE49-F238E27FC236}">
                            <a16:creationId xmlns:a16="http://schemas.microsoft.com/office/drawing/2014/main" id="{FDCD1748-AF3B-4A69-AA38-4C49BBB293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717" y="1886232"/>
                        <a:ext cx="26257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0">
            <a:extLst>
              <a:ext uri="{FF2B5EF4-FFF2-40B4-BE49-F238E27FC236}">
                <a16:creationId xmlns:a16="http://schemas.microsoft.com/office/drawing/2014/main" id="{F47D3E74-F2DD-4011-968D-AC6B2510E3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217925"/>
              </p:ext>
            </p:extLst>
          </p:nvPr>
        </p:nvGraphicFramePr>
        <p:xfrm>
          <a:off x="4774659" y="1895491"/>
          <a:ext cx="37179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1" name="Equation" r:id="rId13" imgW="3720960" imgH="380880" progId="Equation.DSMT4">
                  <p:embed/>
                </p:oleObj>
              </mc:Choice>
              <mc:Fallback>
                <p:oleObj name="Equation" r:id="rId13" imgW="3720960" imgH="380880" progId="Equation.DSMT4">
                  <p:embed/>
                  <p:pic>
                    <p:nvPicPr>
                      <p:cNvPr id="18452" name="Object 20">
                        <a:extLst>
                          <a:ext uri="{FF2B5EF4-FFF2-40B4-BE49-F238E27FC236}">
                            <a16:creationId xmlns:a16="http://schemas.microsoft.com/office/drawing/2014/main" id="{DF1CC0D4-1BC2-4AE7-B6B2-87DFFA6478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4659" y="1895491"/>
                        <a:ext cx="37179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52">
            <a:extLst>
              <a:ext uri="{FF2B5EF4-FFF2-40B4-BE49-F238E27FC236}">
                <a16:creationId xmlns:a16="http://schemas.microsoft.com/office/drawing/2014/main" id="{EE14ABE2-A5D1-457A-A666-13F1C24BB8B1}"/>
              </a:ext>
            </a:extLst>
          </p:cNvPr>
          <p:cNvGrpSpPr>
            <a:grpSpLocks/>
          </p:cNvGrpSpPr>
          <p:nvPr/>
        </p:nvGrpSpPr>
        <p:grpSpPr bwMode="auto">
          <a:xfrm>
            <a:off x="267013" y="1886232"/>
            <a:ext cx="200531" cy="398012"/>
            <a:chOff x="240" y="1242"/>
            <a:chExt cx="317" cy="308"/>
          </a:xfrm>
        </p:grpSpPr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2EF2E8EF-EA04-41F5-BB6E-9F6987BC88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1248"/>
              <a:ext cx="317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7350425B-08D2-4345-BCCF-81DD9FB6F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242"/>
              <a:ext cx="317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56">
            <a:extLst>
              <a:ext uri="{FF2B5EF4-FFF2-40B4-BE49-F238E27FC236}">
                <a16:creationId xmlns:a16="http://schemas.microsoft.com/office/drawing/2014/main" id="{EDF4C045-7E5E-40EB-87C2-565730FFA512}"/>
              </a:ext>
            </a:extLst>
          </p:cNvPr>
          <p:cNvGrpSpPr>
            <a:grpSpLocks/>
          </p:cNvGrpSpPr>
          <p:nvPr/>
        </p:nvGrpSpPr>
        <p:grpSpPr bwMode="auto">
          <a:xfrm>
            <a:off x="4574128" y="1893985"/>
            <a:ext cx="200531" cy="381000"/>
            <a:chOff x="240" y="1242"/>
            <a:chExt cx="317" cy="308"/>
          </a:xfrm>
        </p:grpSpPr>
        <p:sp>
          <p:nvSpPr>
            <p:cNvPr id="22" name="Line 57">
              <a:extLst>
                <a:ext uri="{FF2B5EF4-FFF2-40B4-BE49-F238E27FC236}">
                  <a16:creationId xmlns:a16="http://schemas.microsoft.com/office/drawing/2014/main" id="{7576DDE0-2812-4BCB-87AD-6C6691CD4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1248"/>
              <a:ext cx="317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58">
              <a:extLst>
                <a:ext uri="{FF2B5EF4-FFF2-40B4-BE49-F238E27FC236}">
                  <a16:creationId xmlns:a16="http://schemas.microsoft.com/office/drawing/2014/main" id="{D985D047-97C6-4D74-8426-0C2EC7220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242"/>
              <a:ext cx="317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150E6FBF-0EA8-48DC-8C6E-60A14A3E41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957560"/>
              </p:ext>
            </p:extLst>
          </p:nvPr>
        </p:nvGraphicFramePr>
        <p:xfrm>
          <a:off x="510911" y="2551949"/>
          <a:ext cx="4076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2" name="Equation" r:id="rId15" imgW="4076640" imgH="380880" progId="Equation.DSMT4">
                  <p:embed/>
                </p:oleObj>
              </mc:Choice>
              <mc:Fallback>
                <p:oleObj name="Equation" r:id="rId15" imgW="40766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0911" y="2551949"/>
                        <a:ext cx="4076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C1EDA97-B67C-4974-9523-9DE242DC79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383749"/>
              </p:ext>
            </p:extLst>
          </p:nvPr>
        </p:nvGraphicFramePr>
        <p:xfrm>
          <a:off x="4774659" y="2591760"/>
          <a:ext cx="4076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3" name="Equation" r:id="rId17" imgW="4076640" imgH="380880" progId="Equation.DSMT4">
                  <p:embed/>
                </p:oleObj>
              </mc:Choice>
              <mc:Fallback>
                <p:oleObj name="Equation" r:id="rId17" imgW="40766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74659" y="2591760"/>
                        <a:ext cx="4076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36">
            <a:extLst>
              <a:ext uri="{FF2B5EF4-FFF2-40B4-BE49-F238E27FC236}">
                <a16:creationId xmlns:a16="http://schemas.microsoft.com/office/drawing/2014/main" id="{A9107678-09AC-4F22-84EC-15276B227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166" y="1251222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（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89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考研）</a:t>
            </a: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AD479137-DD71-4F27-8F0F-167E3F7C8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522769"/>
              </p:ext>
            </p:extLst>
          </p:nvPr>
        </p:nvGraphicFramePr>
        <p:xfrm>
          <a:off x="810338" y="4338790"/>
          <a:ext cx="177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4" name="Equation" r:id="rId19" imgW="1777680" imgH="380880" progId="Equation.DSMT4">
                  <p:embed/>
                </p:oleObj>
              </mc:Choice>
              <mc:Fallback>
                <p:oleObj name="Equation" r:id="rId19" imgW="1777680" imgH="380880" progId="Equation.DSMT4">
                  <p:embed/>
                  <p:pic>
                    <p:nvPicPr>
                      <p:cNvPr id="18458" name="Object 26">
                        <a:extLst>
                          <a:ext uri="{FF2B5EF4-FFF2-40B4-BE49-F238E27FC236}">
                            <a16:creationId xmlns:a16="http://schemas.microsoft.com/office/drawing/2014/main" id="{D463C688-F616-492D-917A-2BE88AB2C3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338" y="4338790"/>
                        <a:ext cx="1778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7">
            <a:extLst>
              <a:ext uri="{FF2B5EF4-FFF2-40B4-BE49-F238E27FC236}">
                <a16:creationId xmlns:a16="http://schemas.microsoft.com/office/drawing/2014/main" id="{60E9EBCB-BBC1-467C-9F31-24A6316E3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328" y="4298457"/>
            <a:ext cx="411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都是对应齐次方程的解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2C422D95-CB60-46E5-BAE1-4635BC2AC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6136" y="4311553"/>
            <a:ext cx="2304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二者线性无关 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endParaRPr kumimoji="1" lang="en-US" altLang="zh-CN" sz="2400" b="1" dirty="0">
              <a:solidFill>
                <a:srgbClr val="0066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Text Box 25">
            <a:extLst>
              <a:ext uri="{FF2B5EF4-FFF2-40B4-BE49-F238E27FC236}">
                <a16:creationId xmlns:a16="http://schemas.microsoft.com/office/drawing/2014/main" id="{ED36D47E-BDE6-4770-B67D-29589AD11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9" y="3123295"/>
            <a:ext cx="825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提示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DA31080D-4250-460A-996C-A414CAECF0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086987"/>
              </p:ext>
            </p:extLst>
          </p:nvPr>
        </p:nvGraphicFramePr>
        <p:xfrm>
          <a:off x="831769" y="3203960"/>
          <a:ext cx="415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5" name="Equation" r:id="rId21" imgW="4152600" imgH="380880" progId="Equation.DSMT4">
                  <p:embed/>
                </p:oleObj>
              </mc:Choice>
              <mc:Fallback>
                <p:oleObj name="Equation" r:id="rId21" imgW="4152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31769" y="3203960"/>
                        <a:ext cx="4152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9C0287D8-24A0-4385-80F1-C92097BD5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252797"/>
              </p:ext>
            </p:extLst>
          </p:nvPr>
        </p:nvGraphicFramePr>
        <p:xfrm>
          <a:off x="879980" y="3739752"/>
          <a:ext cx="408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6" name="Equation" r:id="rId23" imgW="4089240" imgH="380880" progId="Equation.DSMT4">
                  <p:embed/>
                </p:oleObj>
              </mc:Choice>
              <mc:Fallback>
                <p:oleObj name="Equation" r:id="rId23" imgW="40892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79980" y="3739752"/>
                        <a:ext cx="408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491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6">
            <a:extLst>
              <a:ext uri="{FF2B5EF4-FFF2-40B4-BE49-F238E27FC236}">
                <a16:creationId xmlns:a16="http://schemas.microsoft.com/office/drawing/2014/main" id="{0997F80F-69CC-4F3A-BFF5-90F77C7F2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340349"/>
              </p:ext>
            </p:extLst>
          </p:nvPr>
        </p:nvGraphicFramePr>
        <p:xfrm>
          <a:off x="1816100" y="539750"/>
          <a:ext cx="345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1" name="Equation" r:id="rId3" imgW="3454200" imgH="380880" progId="Equation.DSMT4">
                  <p:embed/>
                </p:oleObj>
              </mc:Choice>
              <mc:Fallback>
                <p:oleObj name="Equation" r:id="rId3" imgW="3454200" imgH="38088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AD479137-DD71-4F27-8F0F-167E3F7C80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539750"/>
                        <a:ext cx="345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9">
            <a:extLst>
              <a:ext uri="{FF2B5EF4-FFF2-40B4-BE49-F238E27FC236}">
                <a16:creationId xmlns:a16="http://schemas.microsoft.com/office/drawing/2014/main" id="{4909F3B7-9E08-4AC7-85B5-F67545BD7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68709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 Box 29">
            <a:extLst>
              <a:ext uri="{FF2B5EF4-FFF2-40B4-BE49-F238E27FC236}">
                <a16:creationId xmlns:a16="http://schemas.microsoft.com/office/drawing/2014/main" id="{E7B7E589-2C18-4759-94E2-65D02EA51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907" y="468708"/>
            <a:ext cx="9277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EA6E494-25CC-437D-804B-A2653A786B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057217"/>
              </p:ext>
            </p:extLst>
          </p:nvPr>
        </p:nvGraphicFramePr>
        <p:xfrm>
          <a:off x="1835696" y="1315938"/>
          <a:ext cx="363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2" name="Equation" r:id="rId5" imgW="3632040" imgH="380880" progId="Equation.DSMT4">
                  <p:embed/>
                </p:oleObj>
              </mc:Choice>
              <mc:Fallback>
                <p:oleObj name="Equation" r:id="rId5" imgW="3632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696" y="1315938"/>
                        <a:ext cx="3632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9">
            <a:extLst>
              <a:ext uri="{FF2B5EF4-FFF2-40B4-BE49-F238E27FC236}">
                <a16:creationId xmlns:a16="http://schemas.microsoft.com/office/drawing/2014/main" id="{411E4935-5767-47C0-883A-29F55F38A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907" y="1995686"/>
            <a:ext cx="9277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已知</a:t>
            </a: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CD10A63-CB0C-4A97-AC4D-5ECA58043C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611227"/>
              </p:ext>
            </p:extLst>
          </p:nvPr>
        </p:nvGraphicFramePr>
        <p:xfrm>
          <a:off x="1907704" y="2036018"/>
          <a:ext cx="1041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3" name="Equation" r:id="rId7" imgW="1041120" imgH="380880" progId="Equation.DSMT4">
                  <p:embed/>
                </p:oleObj>
              </mc:Choice>
              <mc:Fallback>
                <p:oleObj name="Equation" r:id="rId7" imgW="1041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7704" y="2036018"/>
                        <a:ext cx="1041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9">
            <a:extLst>
              <a:ext uri="{FF2B5EF4-FFF2-40B4-BE49-F238E27FC236}">
                <a16:creationId xmlns:a16="http://schemas.microsoft.com/office/drawing/2014/main" id="{7A337C55-6A9E-4507-8F27-DCA459322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9104" y="1995685"/>
            <a:ext cx="3855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线性无关，从而</a:t>
            </a: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298B855-7CC3-4980-9679-2688F7301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724705"/>
              </p:ext>
            </p:extLst>
          </p:nvPr>
        </p:nvGraphicFramePr>
        <p:xfrm>
          <a:off x="5364088" y="2063764"/>
          <a:ext cx="1358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" name="Equation" r:id="rId9" imgW="1358640" imgH="380880" progId="Equation.DSMT4">
                  <p:embed/>
                </p:oleObj>
              </mc:Choice>
              <mc:Fallback>
                <p:oleObj name="Equation" r:id="rId9" imgW="13586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64088" y="2063764"/>
                        <a:ext cx="1358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9">
            <a:extLst>
              <a:ext uri="{FF2B5EF4-FFF2-40B4-BE49-F238E27FC236}">
                <a16:creationId xmlns:a16="http://schemas.microsoft.com/office/drawing/2014/main" id="{484D4B65-64B5-479E-AA66-9913E28C4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907" y="1337480"/>
            <a:ext cx="9277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C3C8C9B-7E35-46E0-8721-A2DF8B7A2F4A}"/>
              </a:ext>
            </a:extLst>
          </p:cNvPr>
          <p:cNvGrpSpPr/>
          <p:nvPr/>
        </p:nvGrpSpPr>
        <p:grpSpPr>
          <a:xfrm>
            <a:off x="1127907" y="2858850"/>
            <a:ext cx="4236181" cy="501998"/>
            <a:chOff x="1127907" y="2858850"/>
            <a:chExt cx="4236181" cy="501998"/>
          </a:xfrm>
        </p:grpSpPr>
        <p:sp>
          <p:nvSpPr>
            <p:cNvPr id="5" name="Text Box 29">
              <a:extLst>
                <a:ext uri="{FF2B5EF4-FFF2-40B4-BE49-F238E27FC236}">
                  <a16:creationId xmlns:a16="http://schemas.microsoft.com/office/drawing/2014/main" id="{E4AE77BE-2447-4101-A18B-A6CF99339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7907" y="2899183"/>
              <a:ext cx="9277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所以</a:t>
              </a:r>
              <a:endPara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2" name="Object 26">
              <a:extLst>
                <a:ext uri="{FF2B5EF4-FFF2-40B4-BE49-F238E27FC236}">
                  <a16:creationId xmlns:a16="http://schemas.microsoft.com/office/drawing/2014/main" id="{0E50C8EB-51A1-42D5-AF11-148E3CB8AB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0999031"/>
                </p:ext>
              </p:extLst>
            </p:nvPr>
          </p:nvGraphicFramePr>
          <p:xfrm>
            <a:off x="1873796" y="2899183"/>
            <a:ext cx="1778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5" name="Equation" r:id="rId11" imgW="1777680" imgH="380880" progId="Equation.DSMT4">
                    <p:embed/>
                  </p:oleObj>
                </mc:Choice>
                <mc:Fallback>
                  <p:oleObj name="Equation" r:id="rId11" imgW="1777680" imgH="380880" progId="Equation.DSMT4">
                    <p:embed/>
                    <p:pic>
                      <p:nvPicPr>
                        <p:cNvPr id="27" name="Object 26">
                          <a:extLst>
                            <a:ext uri="{FF2B5EF4-FFF2-40B4-BE49-F238E27FC236}">
                              <a16:creationId xmlns:a16="http://schemas.microsoft.com/office/drawing/2014/main" id="{AD479137-DD71-4F27-8F0F-167E3F7C80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3796" y="2899183"/>
                          <a:ext cx="1778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29">
              <a:extLst>
                <a:ext uri="{FF2B5EF4-FFF2-40B4-BE49-F238E27FC236}">
                  <a16:creationId xmlns:a16="http://schemas.microsoft.com/office/drawing/2014/main" id="{CDC990B8-F444-40BC-815D-DAF21AAD4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796" y="2858850"/>
              <a:ext cx="17122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线性无关</a:t>
              </a:r>
              <a:r>
                <a:rPr kumimoji="1"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52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36393C0-E84A-4EDA-B302-62B2A3329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623" y="27856"/>
            <a:ext cx="990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F5863EA-7963-40AD-8D11-D80529C79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923" y="121928"/>
            <a:ext cx="2682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已知微分方程</a:t>
            </a:r>
            <a:endParaRPr kumimoji="1" lang="zh-CN" altLang="en-US" sz="2400" b="1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6D7ABE7C-D2E4-47D1-87F5-5FA8A6AA2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760439"/>
              </p:ext>
            </p:extLst>
          </p:nvPr>
        </p:nvGraphicFramePr>
        <p:xfrm>
          <a:off x="3594100" y="205465"/>
          <a:ext cx="3352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" name="Equation" r:id="rId3" imgW="3352680" imgH="355320" progId="Equation.DSMT4">
                  <p:embed/>
                </p:oleObj>
              </mc:Choice>
              <mc:Fallback>
                <p:oleObj name="Equation" r:id="rId3" imgW="3352680" imgH="355320" progId="Equation.DSMT4">
                  <p:embed/>
                  <p:pic>
                    <p:nvPicPr>
                      <p:cNvPr id="34820" name="Object 4">
                        <a:extLst>
                          <a:ext uri="{FF2B5EF4-FFF2-40B4-BE49-F238E27FC236}">
                            <a16:creationId xmlns:a16="http://schemas.microsoft.com/office/drawing/2014/main" id="{8503B295-E3AB-4A14-AEAA-5334C0CE72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205465"/>
                        <a:ext cx="3352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2893FF66-CA4F-4B7A-8929-B96C3B13D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868828"/>
              </p:ext>
            </p:extLst>
          </p:nvPr>
        </p:nvGraphicFramePr>
        <p:xfrm>
          <a:off x="487412" y="731528"/>
          <a:ext cx="2971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1" name="Equation" r:id="rId5" imgW="2971800" imgH="419040" progId="Equation.DSMT4">
                  <p:embed/>
                </p:oleObj>
              </mc:Choice>
              <mc:Fallback>
                <p:oleObj name="Equation" r:id="rId5" imgW="2971800" imgH="419040" progId="Equation.DSMT4">
                  <p:embed/>
                  <p:pic>
                    <p:nvPicPr>
                      <p:cNvPr id="34823" name="Object 7">
                        <a:extLst>
                          <a:ext uri="{FF2B5EF4-FFF2-40B4-BE49-F238E27FC236}">
                            <a16:creationId xmlns:a16="http://schemas.microsoft.com/office/drawing/2014/main" id="{4B321CBD-2B9D-4AE7-B13D-F0D9FBDE9A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412" y="731528"/>
                        <a:ext cx="2971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>
            <a:extLst>
              <a:ext uri="{FF2B5EF4-FFF2-40B4-BE49-F238E27FC236}">
                <a16:creationId xmlns:a16="http://schemas.microsoft.com/office/drawing/2014/main" id="{471249FE-D82E-4F61-AB42-2B4FEA761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882" y="672372"/>
            <a:ext cx="381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求此方程满足初始条件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673B07B4-D999-4BCA-BE5F-81EFEB46B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014042"/>
              </p:ext>
            </p:extLst>
          </p:nvPr>
        </p:nvGraphicFramePr>
        <p:xfrm>
          <a:off x="6618436" y="731528"/>
          <a:ext cx="2184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2" name="Equation" r:id="rId7" imgW="2184120" imgH="355320" progId="Equation.DSMT4">
                  <p:embed/>
                </p:oleObj>
              </mc:Choice>
              <mc:Fallback>
                <p:oleObj name="Equation" r:id="rId7" imgW="2184120" imgH="355320" progId="Equation.DSMT4">
                  <p:embed/>
                  <p:pic>
                    <p:nvPicPr>
                      <p:cNvPr id="34825" name="Object 9">
                        <a:extLst>
                          <a:ext uri="{FF2B5EF4-FFF2-40B4-BE49-F238E27FC236}">
                            <a16:creationId xmlns:a16="http://schemas.microsoft.com/office/drawing/2014/main" id="{A198E1AC-4668-40A2-9063-5369C60AB7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436" y="731528"/>
                        <a:ext cx="2184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>
            <a:extLst>
              <a:ext uri="{FF2B5EF4-FFF2-40B4-BE49-F238E27FC236}">
                <a16:creationId xmlns:a16="http://schemas.microsoft.com/office/drawing/2014/main" id="{2CBE7DD1-B373-4BDA-A05F-AB54D7E35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412" y="1298563"/>
            <a:ext cx="160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的特解 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0" name="Text Box 34">
            <a:extLst>
              <a:ext uri="{FF2B5EF4-FFF2-40B4-BE49-F238E27FC236}">
                <a16:creationId xmlns:a16="http://schemas.microsoft.com/office/drawing/2014/main" id="{B964FA3A-260B-4B59-B76A-8211D59EB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2492" y="98054"/>
            <a:ext cx="21243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有三个解 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858B5DE3-887D-4317-A5C6-E647E27BB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655" y="1781320"/>
            <a:ext cx="5522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CE93BABE-45AE-4A60-8C63-CD77411D6C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815342"/>
              </p:ext>
            </p:extLst>
          </p:nvPr>
        </p:nvGraphicFramePr>
        <p:xfrm>
          <a:off x="876127" y="2360185"/>
          <a:ext cx="2286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3" name="Equation" r:id="rId9" imgW="2286000" imgH="850680" progId="Equation.DSMT4">
                  <p:embed/>
                </p:oleObj>
              </mc:Choice>
              <mc:Fallback>
                <p:oleObj name="Equation" r:id="rId9" imgW="2286000" imgH="850680" progId="Equation.DSMT4">
                  <p:embed/>
                  <p:pic>
                    <p:nvPicPr>
                      <p:cNvPr id="34833" name="Object 17">
                        <a:extLst>
                          <a:ext uri="{FF2B5EF4-FFF2-40B4-BE49-F238E27FC236}">
                            <a16:creationId xmlns:a16="http://schemas.microsoft.com/office/drawing/2014/main" id="{C7AD471A-B8B8-4B53-8032-88C0F04FD3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127" y="2360185"/>
                        <a:ext cx="2286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8">
            <a:extLst>
              <a:ext uri="{FF2B5EF4-FFF2-40B4-BE49-F238E27FC236}">
                <a16:creationId xmlns:a16="http://schemas.microsoft.com/office/drawing/2014/main" id="{877D9150-E6F7-4D85-9760-9F59A8FC6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510855"/>
            <a:ext cx="10081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常数，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F6B89B3-D9E5-4AA0-A812-1ADD8A327AA8}"/>
              </a:ext>
            </a:extLst>
          </p:cNvPr>
          <p:cNvGrpSpPr/>
          <p:nvPr/>
        </p:nvGrpSpPr>
        <p:grpSpPr>
          <a:xfrm>
            <a:off x="1349923" y="1797132"/>
            <a:ext cx="5919289" cy="481080"/>
            <a:chOff x="1349923" y="1797132"/>
            <a:chExt cx="5919289" cy="481080"/>
          </a:xfrm>
        </p:grpSpPr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762AB03A-23FF-4B88-B336-82EB77ECA3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5412" y="1816547"/>
              <a:ext cx="3733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是对应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齐次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方程的解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</a:p>
          </p:txBody>
        </p:sp>
        <p:graphicFrame>
          <p:nvGraphicFramePr>
            <p:cNvPr id="12" name="Object 12">
              <a:extLst>
                <a:ext uri="{FF2B5EF4-FFF2-40B4-BE49-F238E27FC236}">
                  <a16:creationId xmlns:a16="http://schemas.microsoft.com/office/drawing/2014/main" id="{0CC09081-5E87-45C2-A2C2-D30C03617B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8112958"/>
                </p:ext>
              </p:extLst>
            </p:nvPr>
          </p:nvGraphicFramePr>
          <p:xfrm>
            <a:off x="1349923" y="1822446"/>
            <a:ext cx="901700" cy="379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54" name="Equation" r:id="rId11" imgW="901440" imgH="380880" progId="Equation.DSMT4">
                    <p:embed/>
                  </p:oleObj>
                </mc:Choice>
                <mc:Fallback>
                  <p:oleObj name="Equation" r:id="rId11" imgW="901440" imgH="380880" progId="Equation.DSMT4">
                    <p:embed/>
                    <p:pic>
                      <p:nvPicPr>
                        <p:cNvPr id="34828" name="Object 12">
                          <a:extLst>
                            <a:ext uri="{FF2B5EF4-FFF2-40B4-BE49-F238E27FC236}">
                              <a16:creationId xmlns:a16="http://schemas.microsoft.com/office/drawing/2014/main" id="{52637081-A961-47D3-A782-AA58CF4BDB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9923" y="1822446"/>
                          <a:ext cx="901700" cy="379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C38F09D-025C-48E6-974D-DEA12526B4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3834307"/>
                </p:ext>
              </p:extLst>
            </p:nvPr>
          </p:nvGraphicFramePr>
          <p:xfrm>
            <a:off x="2722612" y="1840813"/>
            <a:ext cx="812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55" name="Equation" r:id="rId13" imgW="812520" imgH="380880" progId="Equation.DSMT4">
                    <p:embed/>
                  </p:oleObj>
                </mc:Choice>
                <mc:Fallback>
                  <p:oleObj name="Equation" r:id="rId13" imgW="8125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722612" y="1840813"/>
                          <a:ext cx="812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11">
              <a:extLst>
                <a:ext uri="{FF2B5EF4-FFF2-40B4-BE49-F238E27FC236}">
                  <a16:creationId xmlns:a16="http://schemas.microsoft.com/office/drawing/2014/main" id="{CAF7C7BC-1B3B-4098-BCFE-85931FC54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0344" y="1797132"/>
              <a:ext cx="55226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和</a:t>
              </a:r>
              <a:endPara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9" name="Text Box 19">
            <a:extLst>
              <a:ext uri="{FF2B5EF4-FFF2-40B4-BE49-F238E27FC236}">
                <a16:creationId xmlns:a16="http://schemas.microsoft.com/office/drawing/2014/main" id="{16DAF960-2F30-48AE-8323-BBB489FDE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606" y="2491422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因而线性无关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6718928E-1A61-4799-B63C-07D59943D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285" y="2471989"/>
            <a:ext cx="2895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故原方程通解为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1D45F3F8-3C1C-4B39-9827-F43EBCBDD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827625"/>
              </p:ext>
            </p:extLst>
          </p:nvPr>
        </p:nvGraphicFramePr>
        <p:xfrm>
          <a:off x="2742693" y="3090659"/>
          <a:ext cx="381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6" name="Equation" r:id="rId15" imgW="3809880" imgH="419040" progId="Equation.DSMT4">
                  <p:embed/>
                </p:oleObj>
              </mc:Choice>
              <mc:Fallback>
                <p:oleObj name="Equation" r:id="rId15" imgW="3809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42693" y="3090659"/>
                        <a:ext cx="3810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>
            <a:extLst>
              <a:ext uri="{FF2B5EF4-FFF2-40B4-BE49-F238E27FC236}">
                <a16:creationId xmlns:a16="http://schemas.microsoft.com/office/drawing/2014/main" id="{0A7DD266-B227-4287-8055-60EB74307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27" y="3641133"/>
            <a:ext cx="2590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代入初始条件</a:t>
            </a:r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504D1ADF-ACFB-4DDF-86B5-999112B83A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505736"/>
              </p:ext>
            </p:extLst>
          </p:nvPr>
        </p:nvGraphicFramePr>
        <p:xfrm>
          <a:off x="2875375" y="3721007"/>
          <a:ext cx="2260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7" name="Equation" r:id="rId17" imgW="2260440" imgH="355320" progId="Equation.DSMT4">
                  <p:embed/>
                </p:oleObj>
              </mc:Choice>
              <mc:Fallback>
                <p:oleObj name="Equation" r:id="rId17" imgW="2260440" imgH="355320" progId="Equation.DSMT4">
                  <p:embed/>
                  <p:pic>
                    <p:nvPicPr>
                      <p:cNvPr id="34840" name="Object 24">
                        <a:extLst>
                          <a:ext uri="{FF2B5EF4-FFF2-40B4-BE49-F238E27FC236}">
                            <a16:creationId xmlns:a16="http://schemas.microsoft.com/office/drawing/2014/main" id="{5A9854CA-4846-4D6B-BB16-F9540C2C72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375" y="3721007"/>
                        <a:ext cx="2260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6">
            <a:extLst>
              <a:ext uri="{FF2B5EF4-FFF2-40B4-BE49-F238E27FC236}">
                <a16:creationId xmlns:a16="http://schemas.microsoft.com/office/drawing/2014/main" id="{69B44263-5D09-46C4-B8DB-E61410C2C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740354"/>
              </p:ext>
            </p:extLst>
          </p:nvPr>
        </p:nvGraphicFramePr>
        <p:xfrm>
          <a:off x="5884285" y="3708307"/>
          <a:ext cx="2019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8" name="Equation" r:id="rId19" imgW="2019240" imgH="380880" progId="Equation.DSMT4">
                  <p:embed/>
                </p:oleObj>
              </mc:Choice>
              <mc:Fallback>
                <p:oleObj name="Equation" r:id="rId19" imgW="2019240" imgH="380880" progId="Equation.DSMT4">
                  <p:embed/>
                  <p:pic>
                    <p:nvPicPr>
                      <p:cNvPr id="34842" name="Object 26">
                        <a:extLst>
                          <a:ext uri="{FF2B5EF4-FFF2-40B4-BE49-F238E27FC236}">
                            <a16:creationId xmlns:a16="http://schemas.microsoft.com/office/drawing/2014/main" id="{4D8DDC4E-CBCF-49DC-8FCF-ACAD7A3E7F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285" y="3708307"/>
                        <a:ext cx="2019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7">
            <a:extLst>
              <a:ext uri="{FF2B5EF4-FFF2-40B4-BE49-F238E27FC236}">
                <a16:creationId xmlns:a16="http://schemas.microsoft.com/office/drawing/2014/main" id="{E7E9860A-17B1-41F9-A1DF-BA47099AC1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400953"/>
              </p:ext>
            </p:extLst>
          </p:nvPr>
        </p:nvGraphicFramePr>
        <p:xfrm>
          <a:off x="2946400" y="4351970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9" name="Equation" r:id="rId21" imgW="1625400" imgH="406080" progId="Equation.DSMT4">
                  <p:embed/>
                </p:oleObj>
              </mc:Choice>
              <mc:Fallback>
                <p:oleObj name="Equation" r:id="rId21" imgW="1625400" imgH="406080" progId="Equation.DSMT4">
                  <p:embed/>
                  <p:pic>
                    <p:nvPicPr>
                      <p:cNvPr id="34843" name="Object 27">
                        <a:extLst>
                          <a:ext uri="{FF2B5EF4-FFF2-40B4-BE49-F238E27FC236}">
                            <a16:creationId xmlns:a16="http://schemas.microsoft.com/office/drawing/2014/main" id="{3684ACDC-8663-44CC-A7F1-0D21A18A65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4351970"/>
                        <a:ext cx="1625600" cy="4064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3">
            <a:extLst>
              <a:ext uri="{FF2B5EF4-FFF2-40B4-BE49-F238E27FC236}">
                <a16:creationId xmlns:a16="http://schemas.microsoft.com/office/drawing/2014/main" id="{7EBF56B6-6304-44C4-BCFC-F549F91B1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49" y="4319597"/>
            <a:ext cx="2040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故所求特解为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7113EAB2-99F1-4CE4-A22B-006449910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403" y="3627642"/>
            <a:ext cx="5522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78354478-E2E1-47E9-9808-4D1360C34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082" y="1781651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</a:p>
        </p:txBody>
      </p:sp>
    </p:spTree>
    <p:extLst>
      <p:ext uri="{BB962C8B-B14F-4D97-AF65-F5344CB8AC3E}">
        <p14:creationId xmlns:p14="http://schemas.microsoft.com/office/powerpoint/2010/main" val="419392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9" grpId="0"/>
      <p:bldP spid="20" grpId="0"/>
      <p:bldP spid="23" grpId="0"/>
      <p:bldP spid="27" grpId="0"/>
      <p:bldP spid="28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1A57B6A0-6EA1-4F5A-835C-5F742DA46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000" y="1491630"/>
            <a:ext cx="5968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第六、七节 一、二题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kumimoji="1"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A7FAE23B-0728-4C85-8DAA-E5DD81DB5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000" y="779934"/>
            <a:ext cx="1152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作业</a:t>
            </a:r>
            <a:endParaRPr kumimoji="1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10DA2BFF-6D9F-494B-85CF-87FC0DA33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000" y="2211437"/>
            <a:ext cx="344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课本题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P382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7-6.</a:t>
            </a:r>
          </a:p>
        </p:txBody>
      </p:sp>
    </p:spTree>
    <p:extLst>
      <p:ext uri="{BB962C8B-B14F-4D97-AF65-F5344CB8AC3E}">
        <p14:creationId xmlns:p14="http://schemas.microsoft.com/office/powerpoint/2010/main" val="29351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D79C4-1451-4ED1-88D5-4FDACC7E6EE4}"/>
              </a:ext>
            </a:extLst>
          </p:cNvPr>
          <p:cNvSpPr txBox="1">
            <a:spLocks/>
          </p:cNvSpPr>
          <p:nvPr/>
        </p:nvSpPr>
        <p:spPr>
          <a:xfrm>
            <a:off x="4788024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07B635-87AE-4133-9EE1-DABF5CCB1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2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accent2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>
        <a:defPPr algn="l">
          <a:defRPr sz="2400" dirty="0">
            <a:solidFill>
              <a:srgbClr val="FF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6095</TotalTime>
  <Words>1309</Words>
  <Application>Microsoft Office PowerPoint</Application>
  <PresentationFormat>全屏显示(16:9)</PresentationFormat>
  <Paragraphs>324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等线</vt:lpstr>
      <vt:lpstr>等线 Light</vt:lpstr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李宏</dc:creator>
  <cp:lastModifiedBy>郭 晓峰</cp:lastModifiedBy>
  <cp:revision>421</cp:revision>
  <cp:lastPrinted>2019-07-22T12:21:14Z</cp:lastPrinted>
  <dcterms:created xsi:type="dcterms:W3CDTF">2019-07-22T11:45:41Z</dcterms:created>
  <dcterms:modified xsi:type="dcterms:W3CDTF">2023-12-24T14:57:15Z</dcterms:modified>
</cp:coreProperties>
</file>