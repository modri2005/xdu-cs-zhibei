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4"/>
  </p:notesMasterIdLst>
  <p:sldIdLst>
    <p:sldId id="649" r:id="rId3"/>
    <p:sldId id="754" r:id="rId4"/>
    <p:sldId id="769" r:id="rId5"/>
    <p:sldId id="770" r:id="rId6"/>
    <p:sldId id="771" r:id="rId7"/>
    <p:sldId id="773" r:id="rId8"/>
    <p:sldId id="774" r:id="rId9"/>
    <p:sldId id="775" r:id="rId10"/>
    <p:sldId id="776" r:id="rId11"/>
    <p:sldId id="777" r:id="rId12"/>
    <p:sldId id="778" r:id="rId13"/>
    <p:sldId id="779" r:id="rId14"/>
    <p:sldId id="780" r:id="rId15"/>
    <p:sldId id="781" r:id="rId16"/>
    <p:sldId id="784" r:id="rId17"/>
    <p:sldId id="785" r:id="rId18"/>
    <p:sldId id="786" r:id="rId19"/>
    <p:sldId id="787" r:id="rId20"/>
    <p:sldId id="788" r:id="rId21"/>
    <p:sldId id="790" r:id="rId22"/>
    <p:sldId id="791" r:id="rId23"/>
    <p:sldId id="792" r:id="rId24"/>
    <p:sldId id="793" r:id="rId25"/>
    <p:sldId id="794" r:id="rId26"/>
    <p:sldId id="795" r:id="rId27"/>
    <p:sldId id="796" r:id="rId28"/>
    <p:sldId id="797" r:id="rId29"/>
    <p:sldId id="798" r:id="rId30"/>
    <p:sldId id="799" r:id="rId31"/>
    <p:sldId id="800" r:id="rId32"/>
    <p:sldId id="801" r:id="rId33"/>
    <p:sldId id="802" r:id="rId34"/>
    <p:sldId id="803" r:id="rId35"/>
    <p:sldId id="804" r:id="rId36"/>
    <p:sldId id="805" r:id="rId37"/>
    <p:sldId id="806" r:id="rId38"/>
    <p:sldId id="807" r:id="rId39"/>
    <p:sldId id="809" r:id="rId40"/>
    <p:sldId id="811" r:id="rId41"/>
    <p:sldId id="812" r:id="rId42"/>
    <p:sldId id="813" r:id="rId43"/>
    <p:sldId id="814" r:id="rId44"/>
    <p:sldId id="815" r:id="rId45"/>
    <p:sldId id="816" r:id="rId46"/>
    <p:sldId id="817" r:id="rId47"/>
    <p:sldId id="818" r:id="rId48"/>
    <p:sldId id="819" r:id="rId49"/>
    <p:sldId id="820" r:id="rId50"/>
    <p:sldId id="808" r:id="rId51"/>
    <p:sldId id="716" r:id="rId52"/>
    <p:sldId id="717" r:id="rId53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4" userDrawn="1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71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726" y="108"/>
      </p:cViewPr>
      <p:guideLst>
        <p:guide orient="horz" pos="894"/>
        <p:guide pos="14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19.wmf"/><Relationship Id="rId1" Type="http://schemas.openxmlformats.org/officeDocument/2006/relationships/image" Target="../media/image27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7.wmf"/><Relationship Id="rId7" Type="http://schemas.openxmlformats.org/officeDocument/2006/relationships/image" Target="../media/image9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99.wmf"/><Relationship Id="rId5" Type="http://schemas.openxmlformats.org/officeDocument/2006/relationships/image" Target="../media/image94.wmf"/><Relationship Id="rId4" Type="http://schemas.openxmlformats.org/officeDocument/2006/relationships/image" Target="../media/image98.wmf"/><Relationship Id="rId9" Type="http://schemas.openxmlformats.org/officeDocument/2006/relationships/image" Target="../media/image10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91.wmf"/><Relationship Id="rId1" Type="http://schemas.openxmlformats.org/officeDocument/2006/relationships/image" Target="../media/image102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91.wmf"/><Relationship Id="rId7" Type="http://schemas.openxmlformats.org/officeDocument/2006/relationships/image" Target="../media/image111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9" Type="http://schemas.openxmlformats.org/officeDocument/2006/relationships/image" Target="../media/image11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6.wmf"/><Relationship Id="rId5" Type="http://schemas.openxmlformats.org/officeDocument/2006/relationships/image" Target="../media/image130.wmf"/><Relationship Id="rId4" Type="http://schemas.openxmlformats.org/officeDocument/2006/relationships/image" Target="../media/image13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10" Type="http://schemas.openxmlformats.org/officeDocument/2006/relationships/image" Target="../media/image158.wmf"/><Relationship Id="rId4" Type="http://schemas.openxmlformats.org/officeDocument/2006/relationships/image" Target="../media/image152.wmf"/><Relationship Id="rId9" Type="http://schemas.openxmlformats.org/officeDocument/2006/relationships/image" Target="../media/image15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81.wmf"/><Relationship Id="rId3" Type="http://schemas.openxmlformats.org/officeDocument/2006/relationships/image" Target="../media/image171.wmf"/><Relationship Id="rId7" Type="http://schemas.openxmlformats.org/officeDocument/2006/relationships/image" Target="../media/image175.wmf"/><Relationship Id="rId12" Type="http://schemas.openxmlformats.org/officeDocument/2006/relationships/image" Target="../media/image180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11" Type="http://schemas.openxmlformats.org/officeDocument/2006/relationships/image" Target="../media/image179.wmf"/><Relationship Id="rId5" Type="http://schemas.openxmlformats.org/officeDocument/2006/relationships/image" Target="../media/image173.wmf"/><Relationship Id="rId10" Type="http://schemas.openxmlformats.org/officeDocument/2006/relationships/image" Target="../media/image178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12" Type="http://schemas.openxmlformats.org/officeDocument/2006/relationships/image" Target="../media/image209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203.wmf"/><Relationship Id="rId11" Type="http://schemas.openxmlformats.org/officeDocument/2006/relationships/image" Target="../media/image208.wmf"/><Relationship Id="rId5" Type="http://schemas.openxmlformats.org/officeDocument/2006/relationships/image" Target="../media/image202.wmf"/><Relationship Id="rId10" Type="http://schemas.openxmlformats.org/officeDocument/2006/relationships/image" Target="../media/image207.w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7" Type="http://schemas.openxmlformats.org/officeDocument/2006/relationships/image" Target="../media/image214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3.wmf"/><Relationship Id="rId5" Type="http://schemas.openxmlformats.org/officeDocument/2006/relationships/image" Target="../media/image189.wmf"/><Relationship Id="rId4" Type="http://schemas.openxmlformats.org/officeDocument/2006/relationships/image" Target="../media/image21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36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187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2" Type="http://schemas.openxmlformats.org/officeDocument/2006/relationships/image" Target="../media/image237.wmf"/><Relationship Id="rId1" Type="http://schemas.openxmlformats.org/officeDocument/2006/relationships/image" Target="../media/image239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wmf"/><Relationship Id="rId7" Type="http://schemas.openxmlformats.org/officeDocument/2006/relationships/image" Target="../media/image248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7.wmf"/><Relationship Id="rId5" Type="http://schemas.openxmlformats.org/officeDocument/2006/relationships/image" Target="../media/image246.wmf"/><Relationship Id="rId4" Type="http://schemas.openxmlformats.org/officeDocument/2006/relationships/image" Target="../media/image237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29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8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0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1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01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9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0" Type="http://schemas.openxmlformats.org/officeDocument/2006/relationships/image" Target="../media/image104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0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27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39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47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6.wmf"/><Relationship Id="rId20" Type="http://schemas.openxmlformats.org/officeDocument/2006/relationships/image" Target="../media/image148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6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5.wmf"/><Relationship Id="rId20" Type="http://schemas.openxmlformats.org/officeDocument/2006/relationships/image" Target="../media/image157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4.wmf"/><Relationship Id="rId22" Type="http://schemas.openxmlformats.org/officeDocument/2006/relationships/image" Target="../media/image15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5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0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8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10" Type="http://schemas.openxmlformats.org/officeDocument/2006/relationships/image" Target="../media/image165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76.wmf"/><Relationship Id="rId26" Type="http://schemas.openxmlformats.org/officeDocument/2006/relationships/image" Target="../media/image180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73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5.wmf"/><Relationship Id="rId20" Type="http://schemas.openxmlformats.org/officeDocument/2006/relationships/image" Target="../media/image177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79.w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81.wmf"/><Relationship Id="rId10" Type="http://schemas.openxmlformats.org/officeDocument/2006/relationships/image" Target="../media/image172.w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74.wmf"/><Relationship Id="rId22" Type="http://schemas.openxmlformats.org/officeDocument/2006/relationships/image" Target="../media/image178.wmf"/><Relationship Id="rId27" Type="http://schemas.openxmlformats.org/officeDocument/2006/relationships/oleObject" Target="../embeddings/oleObject18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190.bin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8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8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89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8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95.wmf"/><Relationship Id="rId3" Type="http://schemas.openxmlformats.org/officeDocument/2006/relationships/oleObject" Target="../embeddings/oleObject192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208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3.wmf"/><Relationship Id="rId22" Type="http://schemas.openxmlformats.org/officeDocument/2006/relationships/image" Target="../media/image20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18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4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12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1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26.bin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19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32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3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6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10" Type="http://schemas.openxmlformats.org/officeDocument/2006/relationships/image" Target="../media/image223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22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35.wmf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4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4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39.bin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3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48.bin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5.bin"/><Relationship Id="rId12" Type="http://schemas.openxmlformats.org/officeDocument/2006/relationships/image" Target="../media/image23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47.bin"/><Relationship Id="rId5" Type="http://schemas.openxmlformats.org/officeDocument/2006/relationships/oleObject" Target="../embeddings/oleObject244.bin"/><Relationship Id="rId10" Type="http://schemas.openxmlformats.org/officeDocument/2006/relationships/image" Target="../media/image187.wmf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3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4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0" Type="http://schemas.openxmlformats.org/officeDocument/2006/relationships/image" Target="../media/image241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5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4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8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10" Type="http://schemas.openxmlformats.org/officeDocument/2006/relationships/image" Target="../media/image237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4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62.bin"/><Relationship Id="rId4" Type="http://schemas.openxmlformats.org/officeDocument/2006/relationships/image" Target="../media/image24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5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0" Type="http://schemas.openxmlformats.org/officeDocument/2006/relationships/image" Target="../media/image255.wmf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267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85800" y="1117083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210C94A6-1489-46D6-A55C-790231075901}"/>
              </a:ext>
            </a:extLst>
          </p:cNvPr>
          <p:cNvSpPr txBox="1">
            <a:spLocks/>
          </p:cNvSpPr>
          <p:nvPr/>
        </p:nvSpPr>
        <p:spPr>
          <a:xfrm>
            <a:off x="1371600" y="2355726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第四节  一阶线性微分方程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20EA9B-ABA0-46B0-80EA-D9B6027A581F}"/>
              </a:ext>
            </a:extLst>
          </p:cNvPr>
          <p:cNvSpPr/>
          <p:nvPr/>
        </p:nvSpPr>
        <p:spPr>
          <a:xfrm>
            <a:off x="2580227" y="3435846"/>
            <a:ext cx="39835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   郭晓峰</a:t>
            </a:r>
            <a:endParaRPr lang="zh-CN" altLang="en-US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ECA740-1F6C-445F-9B7D-2421CCE410BC}"/>
              </a:ext>
            </a:extLst>
          </p:cNvPr>
          <p:cNvSpPr/>
          <p:nvPr/>
        </p:nvSpPr>
        <p:spPr>
          <a:xfrm>
            <a:off x="2915816" y="555526"/>
            <a:ext cx="35168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30F72-D18A-4F53-AE35-8A561C35E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63638"/>
            <a:ext cx="30194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2">
            <a:extLst>
              <a:ext uri="{FF2B5EF4-FFF2-40B4-BE49-F238E27FC236}">
                <a16:creationId xmlns:a16="http://schemas.microsoft.com/office/drawing/2014/main" id="{6934F9A1-4BE6-444E-BBA0-7F8D93736392}"/>
              </a:ext>
            </a:extLst>
          </p:cNvPr>
          <p:cNvSpPr txBox="1"/>
          <p:nvPr/>
        </p:nvSpPr>
        <p:spPr>
          <a:xfrm>
            <a:off x="827583" y="401119"/>
            <a:ext cx="605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2">
            <a:extLst>
              <a:ext uri="{FF2B5EF4-FFF2-40B4-BE49-F238E27FC236}">
                <a16:creationId xmlns:a16="http://schemas.microsoft.com/office/drawing/2014/main" id="{991190E4-EE50-4BAA-8BE6-6F888D2A4D73}"/>
              </a:ext>
            </a:extLst>
          </p:cNvPr>
          <p:cNvSpPr txBox="1"/>
          <p:nvPr/>
        </p:nvSpPr>
        <p:spPr>
          <a:xfrm>
            <a:off x="1215307" y="401119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求解初值问题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2EB721D-CB23-45D7-8AFB-21515F1A9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152661"/>
              </p:ext>
            </p:extLst>
          </p:nvPr>
        </p:nvGraphicFramePr>
        <p:xfrm>
          <a:off x="3131840" y="123478"/>
          <a:ext cx="2070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2" name="Equation" r:id="rId3" imgW="2070000" imgH="1091880" progId="Equation.DSMT4">
                  <p:embed/>
                </p:oleObj>
              </mc:Choice>
              <mc:Fallback>
                <p:oleObj name="Equation" r:id="rId3" imgW="2070000" imgH="1091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44C5B6C-E05F-4CA7-AE1E-51289FEEF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840" y="123478"/>
                        <a:ext cx="20701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2">
            <a:extLst>
              <a:ext uri="{FF2B5EF4-FFF2-40B4-BE49-F238E27FC236}">
                <a16:creationId xmlns:a16="http://schemas.microsoft.com/office/drawing/2014/main" id="{91CE7E11-F17B-4A03-AD10-3EC88F4774A3}"/>
              </a:ext>
            </a:extLst>
          </p:cNvPr>
          <p:cNvSpPr txBox="1"/>
          <p:nvPr/>
        </p:nvSpPr>
        <p:spPr>
          <a:xfrm>
            <a:off x="827583" y="1437155"/>
            <a:ext cx="605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E7D1CD6-F5E4-4B51-BC6A-1FB864578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382782"/>
              </p:ext>
            </p:extLst>
          </p:nvPr>
        </p:nvGraphicFramePr>
        <p:xfrm>
          <a:off x="3089470" y="1294169"/>
          <a:ext cx="1752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3" name="Equation" r:id="rId5" imgW="1752480" imgH="787320" progId="Equation.DSMT4">
                  <p:embed/>
                </p:oleObj>
              </mc:Choice>
              <mc:Fallback>
                <p:oleObj name="Equation" r:id="rId5" imgW="175248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8F0F424-43D8-408B-A994-AB669859E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9470" y="1294169"/>
                        <a:ext cx="1752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2">
            <a:extLst>
              <a:ext uri="{FF2B5EF4-FFF2-40B4-BE49-F238E27FC236}">
                <a16:creationId xmlns:a16="http://schemas.microsoft.com/office/drawing/2014/main" id="{0B475A84-2985-4AFB-85CD-D35366A78A53}"/>
              </a:ext>
            </a:extLst>
          </p:cNvPr>
          <p:cNvSpPr txBox="1"/>
          <p:nvPr/>
        </p:nvSpPr>
        <p:spPr>
          <a:xfrm>
            <a:off x="1304572" y="1439925"/>
            <a:ext cx="1611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分离变量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22">
            <a:extLst>
              <a:ext uri="{FF2B5EF4-FFF2-40B4-BE49-F238E27FC236}">
                <a16:creationId xmlns:a16="http://schemas.microsoft.com/office/drawing/2014/main" id="{8FE90285-8B5F-47C1-830E-8D394E0E0E25}"/>
              </a:ext>
            </a:extLst>
          </p:cNvPr>
          <p:cNvSpPr txBox="1"/>
          <p:nvPr/>
        </p:nvSpPr>
        <p:spPr>
          <a:xfrm>
            <a:off x="1329925" y="2283495"/>
            <a:ext cx="864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积分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07963C9-76B2-4B08-8C87-11E24077C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153182"/>
              </p:ext>
            </p:extLst>
          </p:nvPr>
        </p:nvGraphicFramePr>
        <p:xfrm>
          <a:off x="2898651" y="2383752"/>
          <a:ext cx="425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4" name="Equation" r:id="rId7" imgW="4254480" imgH="342720" progId="Equation.DSMT4">
                  <p:embed/>
                </p:oleObj>
              </mc:Choice>
              <mc:Fallback>
                <p:oleObj name="Equation" r:id="rId7" imgW="42544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E8E78E2-B9FC-49A6-8683-2FF1BE10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8651" y="2383752"/>
                        <a:ext cx="425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2">
            <a:extLst>
              <a:ext uri="{FF2B5EF4-FFF2-40B4-BE49-F238E27FC236}">
                <a16:creationId xmlns:a16="http://schemas.microsoft.com/office/drawing/2014/main" id="{26004CA1-B89F-46AB-9C73-05F721BE0730}"/>
              </a:ext>
            </a:extLst>
          </p:cNvPr>
          <p:cNvSpPr txBox="1"/>
          <p:nvPr/>
        </p:nvSpPr>
        <p:spPr>
          <a:xfrm>
            <a:off x="1342634" y="2916280"/>
            <a:ext cx="864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EB7E24C-EAF0-4DC1-9328-E1E05E0B2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327533"/>
              </p:ext>
            </p:extLst>
          </p:nvPr>
        </p:nvGraphicFramePr>
        <p:xfrm>
          <a:off x="3060478" y="3033589"/>
          <a:ext cx="270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5" name="Equation" r:id="rId9" imgW="2705040" imgH="342720" progId="Equation.DSMT4">
                  <p:embed/>
                </p:oleObj>
              </mc:Choice>
              <mc:Fallback>
                <p:oleObj name="Equation" r:id="rId9" imgW="27050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995FB53-ED45-450E-B61B-4FFA1308EC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60478" y="3033589"/>
                        <a:ext cx="2705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561B5F04-EFBA-4289-BD0C-27A89617D5CC}"/>
              </a:ext>
            </a:extLst>
          </p:cNvPr>
          <p:cNvGrpSpPr/>
          <p:nvPr/>
        </p:nvGrpSpPr>
        <p:grpSpPr>
          <a:xfrm>
            <a:off x="1329925" y="3434564"/>
            <a:ext cx="5328594" cy="723900"/>
            <a:chOff x="1043606" y="3565162"/>
            <a:chExt cx="5328594" cy="723900"/>
          </a:xfrm>
        </p:grpSpPr>
        <p:sp>
          <p:nvSpPr>
            <p:cNvPr id="13" name="文本框 22">
              <a:extLst>
                <a:ext uri="{FF2B5EF4-FFF2-40B4-BE49-F238E27FC236}">
                  <a16:creationId xmlns:a16="http://schemas.microsoft.com/office/drawing/2014/main" id="{1F86ABFE-FF28-46FE-A593-9BD7F054B252}"/>
                </a:ext>
              </a:extLst>
            </p:cNvPr>
            <p:cNvSpPr txBox="1"/>
            <p:nvPr/>
          </p:nvSpPr>
          <p:spPr>
            <a:xfrm>
              <a:off x="1043606" y="3695335"/>
              <a:ext cx="53285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由初值条件          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86889B4-73CF-4276-9D29-E031EBBCCC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8831212"/>
                </p:ext>
              </p:extLst>
            </p:nvPr>
          </p:nvGraphicFramePr>
          <p:xfrm>
            <a:off x="2699792" y="3565162"/>
            <a:ext cx="1460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16" name="Equation" r:id="rId11" imgW="1460160" imgH="723600" progId="Equation.DSMT4">
                    <p:embed/>
                  </p:oleObj>
                </mc:Choice>
                <mc:Fallback>
                  <p:oleObj name="Equation" r:id="rId11" imgW="1460160" imgH="7236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9D75AE8-4756-411C-B365-F621E132BD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99792" y="3565162"/>
                          <a:ext cx="1460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93F88FF-2FAC-4708-819B-B9AAB57A94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3894421"/>
                </p:ext>
              </p:extLst>
            </p:nvPr>
          </p:nvGraphicFramePr>
          <p:xfrm>
            <a:off x="4716016" y="3826800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17" name="Equation" r:id="rId13" imgW="723600" imgH="330120" progId="Equation.DSMT4">
                    <p:embed/>
                  </p:oleObj>
                </mc:Choice>
                <mc:Fallback>
                  <p:oleObj name="Equation" r:id="rId13" imgW="72360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D470619-239B-4634-BD51-624E2456AE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16016" y="3826800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22">
            <a:extLst>
              <a:ext uri="{FF2B5EF4-FFF2-40B4-BE49-F238E27FC236}">
                <a16:creationId xmlns:a16="http://schemas.microsoft.com/office/drawing/2014/main" id="{D7D0231F-546D-4DF3-9693-7B57E6E858BD}"/>
              </a:ext>
            </a:extLst>
          </p:cNvPr>
          <p:cNvSpPr txBox="1"/>
          <p:nvPr/>
        </p:nvSpPr>
        <p:spPr>
          <a:xfrm>
            <a:off x="1327392" y="4197522"/>
            <a:ext cx="4002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所求特解为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AD7A8AF-664F-428C-B82A-4E62F0914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766802"/>
              </p:ext>
            </p:extLst>
          </p:nvPr>
        </p:nvGraphicFramePr>
        <p:xfrm>
          <a:off x="3601632" y="4325553"/>
          <a:ext cx="226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8" name="Equation" r:id="rId15" imgW="2260440" imgH="342720" progId="Equation.DSMT4">
                  <p:embed/>
                </p:oleObj>
              </mc:Choice>
              <mc:Fallback>
                <p:oleObj name="Equation" r:id="rId15" imgW="226044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22E6D60-296D-4E22-AAFD-344B9EC79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1632" y="4325553"/>
                        <a:ext cx="226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681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73AF2E36-CE0F-4805-A9D4-BE3B36F76138}"/>
              </a:ext>
            </a:extLst>
          </p:cNvPr>
          <p:cNvSpPr txBox="1">
            <a:spLocks/>
          </p:cNvSpPr>
          <p:nvPr/>
        </p:nvSpPr>
        <p:spPr>
          <a:xfrm>
            <a:off x="1259632" y="2139702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第四节  一阶线性微分方程</a:t>
            </a:r>
          </a:p>
        </p:txBody>
      </p:sp>
    </p:spTree>
    <p:extLst>
      <p:ext uri="{BB962C8B-B14F-4D97-AF65-F5344CB8AC3E}">
        <p14:creationId xmlns:p14="http://schemas.microsoft.com/office/powerpoint/2010/main" val="159431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6061D3A8-18F4-4037-838E-70B1242ECD19}"/>
              </a:ext>
            </a:extLst>
          </p:cNvPr>
          <p:cNvSpPr txBox="1"/>
          <p:nvPr/>
        </p:nvSpPr>
        <p:spPr>
          <a:xfrm>
            <a:off x="899592" y="267494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 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一阶线性微分方程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3EF26A8-C452-4556-8944-3AED985029D8}"/>
              </a:ext>
            </a:extLst>
          </p:cNvPr>
          <p:cNvGrpSpPr/>
          <p:nvPr/>
        </p:nvGrpSpPr>
        <p:grpSpPr>
          <a:xfrm>
            <a:off x="827807" y="885664"/>
            <a:ext cx="4838530" cy="1056286"/>
            <a:chOff x="1094951" y="1678289"/>
            <a:chExt cx="4838530" cy="105628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F9EFA2D-4451-42F0-8CC9-5CE6C212D27F}"/>
                </a:ext>
              </a:extLst>
            </p:cNvPr>
            <p:cNvSpPr txBox="1"/>
            <p:nvPr/>
          </p:nvSpPr>
          <p:spPr>
            <a:xfrm>
              <a:off x="1094951" y="1678289"/>
              <a:ext cx="1512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形如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5C2D0E6C-B921-4B4D-8C10-0DA36C522D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77481" y="1997975"/>
            <a:ext cx="3556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20" name="Equation" r:id="rId3" imgW="3555720" imgH="736560" progId="Equation.DSMT4">
                    <p:embed/>
                  </p:oleObj>
                </mc:Choice>
                <mc:Fallback>
                  <p:oleObj name="Equation" r:id="rId3" imgW="3555720" imgH="73656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B4DE1BE2-E272-40BC-AF55-2A98FD716E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7481" y="1997975"/>
                          <a:ext cx="35560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4A1B09F-0BC7-4D09-9083-F44F485DA58F}"/>
              </a:ext>
            </a:extLst>
          </p:cNvPr>
          <p:cNvSpPr txBox="1"/>
          <p:nvPr/>
        </p:nvSpPr>
        <p:spPr>
          <a:xfrm>
            <a:off x="138609" y="2151270"/>
            <a:ext cx="5640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的方程称为一阶线性微分方程，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296E4C-9DB4-424A-937E-0A7EBB846F5C}"/>
              </a:ext>
            </a:extLst>
          </p:cNvPr>
          <p:cNvSpPr txBox="1"/>
          <p:nvPr/>
        </p:nvSpPr>
        <p:spPr>
          <a:xfrm>
            <a:off x="138609" y="2706373"/>
            <a:ext cx="2229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909E711-E6B9-4D67-A50F-0E6333B60459}"/>
              </a:ext>
            </a:extLst>
          </p:cNvPr>
          <p:cNvGrpSpPr/>
          <p:nvPr/>
        </p:nvGrpSpPr>
        <p:grpSpPr>
          <a:xfrm>
            <a:off x="3714470" y="661506"/>
            <a:ext cx="2335570" cy="1385104"/>
            <a:chOff x="3714470" y="661506"/>
            <a:chExt cx="2335570" cy="1385104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7492DB0-43B0-437A-A2A4-C52683FE04CF}"/>
                </a:ext>
              </a:extLst>
            </p:cNvPr>
            <p:cNvSpPr/>
            <p:nvPr/>
          </p:nvSpPr>
          <p:spPr>
            <a:xfrm>
              <a:off x="3714470" y="1166211"/>
              <a:ext cx="857530" cy="880399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62B0492-645E-4ACF-97E5-C53B8AF2C46F}"/>
                </a:ext>
              </a:extLst>
            </p:cNvPr>
            <p:cNvGrpSpPr/>
            <p:nvPr/>
          </p:nvGrpSpPr>
          <p:grpSpPr>
            <a:xfrm>
              <a:off x="4774072" y="661506"/>
              <a:ext cx="1275968" cy="584775"/>
              <a:chOff x="5176434" y="1657572"/>
              <a:chExt cx="1275968" cy="584775"/>
            </a:xfrm>
          </p:grpSpPr>
          <p:sp>
            <p:nvSpPr>
              <p:cNvPr id="11" name="对话气泡: 圆角矩形 24">
                <a:extLst>
                  <a:ext uri="{FF2B5EF4-FFF2-40B4-BE49-F238E27FC236}">
                    <a16:creationId xmlns:a16="http://schemas.microsoft.com/office/drawing/2014/main" id="{EA0FAE5C-4062-4979-8BEB-DDBFAA46981B}"/>
                  </a:ext>
                </a:extLst>
              </p:cNvPr>
              <p:cNvSpPr/>
              <p:nvPr/>
            </p:nvSpPr>
            <p:spPr>
              <a:xfrm>
                <a:off x="5191838" y="1657572"/>
                <a:ext cx="1150676" cy="584775"/>
              </a:xfrm>
              <a:prstGeom prst="wedgeRoundRectCallout">
                <a:avLst>
                  <a:gd name="adj1" fmla="val -67898"/>
                  <a:gd name="adj2" fmla="val 97866"/>
                  <a:gd name="adj3" fmla="val 16667"/>
                </a:avLst>
              </a:prstGeom>
              <a:solidFill>
                <a:srgbClr val="FFFF00"/>
              </a:solidFill>
              <a:ln w="25400" cap="flat" cmpd="sng" algn="ctr">
                <a:solidFill>
                  <a:srgbClr val="FFC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文本框 26">
                <a:extLst>
                  <a:ext uri="{FF2B5EF4-FFF2-40B4-BE49-F238E27FC236}">
                    <a16:creationId xmlns:a16="http://schemas.microsoft.com/office/drawing/2014/main" id="{5A447232-8502-4A13-B955-88FC0C198533}"/>
                  </a:ext>
                </a:extLst>
              </p:cNvPr>
              <p:cNvSpPr txBox="1"/>
              <p:nvPr/>
            </p:nvSpPr>
            <p:spPr>
              <a:xfrm>
                <a:off x="5176434" y="1691385"/>
                <a:ext cx="1275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自由项</a:t>
                </a: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733D834-C8D9-49C6-BAD4-8ED9053E1B4C}"/>
              </a:ext>
            </a:extLst>
          </p:cNvPr>
          <p:cNvGrpSpPr/>
          <p:nvPr/>
        </p:nvGrpSpPr>
        <p:grpSpPr>
          <a:xfrm>
            <a:off x="4355976" y="2139236"/>
            <a:ext cx="4680520" cy="473699"/>
            <a:chOff x="4355976" y="2139236"/>
            <a:chExt cx="4680520" cy="473699"/>
          </a:xfrm>
        </p:grpSpPr>
        <p:sp>
          <p:nvSpPr>
            <p:cNvPr id="14" name="文本框 12">
              <a:extLst>
                <a:ext uri="{FF2B5EF4-FFF2-40B4-BE49-F238E27FC236}">
                  <a16:creationId xmlns:a16="http://schemas.microsoft.com/office/drawing/2014/main" id="{A58FB217-877B-441B-8478-F3F7FD6D1D2F}"/>
                </a:ext>
              </a:extLst>
            </p:cNvPr>
            <p:cNvSpPr txBox="1"/>
            <p:nvPr/>
          </p:nvSpPr>
          <p:spPr>
            <a:xfrm>
              <a:off x="4355976" y="2139236"/>
              <a:ext cx="4680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其中     和      是关于  的</a:t>
              </a: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05EEAD2A-8FA1-4540-8506-E5B4C63AB7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6499025"/>
                </p:ext>
              </p:extLst>
            </p:nvPr>
          </p:nvGraphicFramePr>
          <p:xfrm>
            <a:off x="5081326" y="2219235"/>
            <a:ext cx="794795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21" name="Equation" r:id="rId5" imgW="711000" imgH="393480" progId="Equation.DSMT4">
                    <p:embed/>
                  </p:oleObj>
                </mc:Choice>
                <mc:Fallback>
                  <p:oleObj name="Equation" r:id="rId5" imgW="711000" imgH="39348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2A7ABAAE-F426-4513-8767-3ED7067B1C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1326" y="2219235"/>
                          <a:ext cx="794795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53039CF3-73CA-4386-AEFB-164AB08DCF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640376"/>
                </p:ext>
              </p:extLst>
            </p:nvPr>
          </p:nvGraphicFramePr>
          <p:xfrm>
            <a:off x="6257123" y="2210652"/>
            <a:ext cx="709639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22" name="Equation" r:id="rId7" imgW="634680" imgH="342720" progId="Equation.DSMT4">
                    <p:embed/>
                  </p:oleObj>
                </mc:Choice>
                <mc:Fallback>
                  <p:oleObj name="Equation" r:id="rId7" imgW="634680" imgH="3427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8F54F0F7-5234-42CF-B302-4CCBD01570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7123" y="2210652"/>
                          <a:ext cx="709639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7A9DBD6A-C6EA-4E6C-BD40-E3E8E69B11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8356812"/>
                </p:ext>
              </p:extLst>
            </p:nvPr>
          </p:nvGraphicFramePr>
          <p:xfrm>
            <a:off x="7972206" y="2301785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23" name="Equation" r:id="rId9" imgW="215640" imgH="228600" progId="Equation.DSMT4">
                    <p:embed/>
                  </p:oleObj>
                </mc:Choice>
                <mc:Fallback>
                  <p:oleObj name="Equation" r:id="rId9" imgW="215640" imgH="22860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1C9B3D67-2D2E-44E9-A3D7-652C74A07C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72206" y="2301785"/>
                          <a:ext cx="2159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358AD0E-A080-4479-BD2F-7382C1663DAC}"/>
              </a:ext>
            </a:extLst>
          </p:cNvPr>
          <p:cNvGrpSpPr/>
          <p:nvPr/>
        </p:nvGrpSpPr>
        <p:grpSpPr>
          <a:xfrm>
            <a:off x="806323" y="3334487"/>
            <a:ext cx="7413186" cy="461665"/>
            <a:chOff x="762743" y="4289413"/>
            <a:chExt cx="7413186" cy="46166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30CF869-792A-4F6D-863B-8B7F77B9802D}"/>
                </a:ext>
              </a:extLst>
            </p:cNvPr>
            <p:cNvSpPr txBox="1"/>
            <p:nvPr/>
          </p:nvSpPr>
          <p:spPr>
            <a:xfrm>
              <a:off x="762743" y="4289413"/>
              <a:ext cx="586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0331A175-56BC-4279-911B-CEE6A74E57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550124"/>
                </p:ext>
              </p:extLst>
            </p:nvPr>
          </p:nvGraphicFramePr>
          <p:xfrm>
            <a:off x="1227674" y="4369223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24" name="Equation" r:id="rId11" imgW="1155600" imgH="342720" progId="Equation.DSMT4">
                    <p:embed/>
                  </p:oleObj>
                </mc:Choice>
                <mc:Fallback>
                  <p:oleObj name="Equation" r:id="rId11" imgW="1155600" imgH="34272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B738816D-73A4-4F50-85DC-AA7082EEB2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7674" y="4369223"/>
                          <a:ext cx="1155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D201C3C-7347-462A-9039-73A7F13C7F01}"/>
                </a:ext>
              </a:extLst>
            </p:cNvPr>
            <p:cNvSpPr txBox="1"/>
            <p:nvPr/>
          </p:nvSpPr>
          <p:spPr>
            <a:xfrm>
              <a:off x="2346090" y="4289413"/>
              <a:ext cx="5829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则方程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称为一阶线性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齐次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方程；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C773391-0184-4FD2-9520-F1890D39D0C5}"/>
              </a:ext>
            </a:extLst>
          </p:cNvPr>
          <p:cNvGrpSpPr/>
          <p:nvPr/>
        </p:nvGrpSpPr>
        <p:grpSpPr>
          <a:xfrm>
            <a:off x="780234" y="4050202"/>
            <a:ext cx="7389579" cy="468484"/>
            <a:chOff x="781204" y="4911551"/>
            <a:chExt cx="7389579" cy="46848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4326ED0-A7CA-4F9B-9210-11008B5C9282}"/>
                </a:ext>
              </a:extLst>
            </p:cNvPr>
            <p:cNvSpPr txBox="1"/>
            <p:nvPr/>
          </p:nvSpPr>
          <p:spPr>
            <a:xfrm>
              <a:off x="781204" y="4911551"/>
              <a:ext cx="586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9E2B75E-8B82-4C0B-A79D-3DB3F519D007}"/>
                </a:ext>
              </a:extLst>
            </p:cNvPr>
            <p:cNvSpPr txBox="1"/>
            <p:nvPr/>
          </p:nvSpPr>
          <p:spPr>
            <a:xfrm>
              <a:off x="2340945" y="4918370"/>
              <a:ext cx="58298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则方程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称为一阶线性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非齐次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3C96093-CD39-4EEB-AB83-3DAB8410BE64}"/>
                </a:ext>
              </a:extLst>
            </p:cNvPr>
            <p:cNvGrpSpPr/>
            <p:nvPr/>
          </p:nvGrpSpPr>
          <p:grpSpPr>
            <a:xfrm>
              <a:off x="1241137" y="5025544"/>
              <a:ext cx="1155700" cy="347672"/>
              <a:chOff x="1199334" y="4330262"/>
              <a:chExt cx="1155700" cy="347672"/>
            </a:xfrm>
          </p:grpSpPr>
          <p:graphicFrame>
            <p:nvGraphicFramePr>
              <p:cNvPr id="26" name="Object 24">
                <a:extLst>
                  <a:ext uri="{FF2B5EF4-FFF2-40B4-BE49-F238E27FC236}">
                    <a16:creationId xmlns:a16="http://schemas.microsoft.com/office/drawing/2014/main" id="{4BE673D7-EC02-4224-8F51-5B01D25974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99334" y="4335034"/>
              <a:ext cx="1155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225" name="Equation" r:id="rId13" imgW="1155600" imgH="342720" progId="Equation.DSMT4">
                      <p:embed/>
                    </p:oleObj>
                  </mc:Choice>
                  <mc:Fallback>
                    <p:oleObj name="Equation" r:id="rId13" imgW="1155600" imgH="342720" progId="Equation.DSMT4">
                      <p:embed/>
                      <p:pic>
                        <p:nvPicPr>
                          <p:cNvPr id="29" name="Object 24">
                            <a:extLst>
                              <a:ext uri="{FF2B5EF4-FFF2-40B4-BE49-F238E27FC236}">
                                <a16:creationId xmlns:a16="http://schemas.microsoft.com/office/drawing/2014/main" id="{5D624F0A-B9F8-4FC4-95BE-2D225DB7DC8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9334" y="4335034"/>
                            <a:ext cx="11557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021F5C8E-2F2D-4E6B-8E23-EE8945E14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7704" y="4330262"/>
                <a:ext cx="114335" cy="329720"/>
              </a:xfrm>
              <a:prstGeom prst="line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9050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2">
            <a:extLst>
              <a:ext uri="{FF2B5EF4-FFF2-40B4-BE49-F238E27FC236}">
                <a16:creationId xmlns:a16="http://schemas.microsoft.com/office/drawing/2014/main" id="{E50FE741-B9E9-4257-AE28-C8AB146601A5}"/>
              </a:ext>
            </a:extLst>
          </p:cNvPr>
          <p:cNvSpPr txBox="1"/>
          <p:nvPr/>
        </p:nvSpPr>
        <p:spPr>
          <a:xfrm>
            <a:off x="1416164" y="3116507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endParaRPr lang="en-US" altLang="zh-CN" sz="24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4">
            <a:extLst>
              <a:ext uri="{FF2B5EF4-FFF2-40B4-BE49-F238E27FC236}">
                <a16:creationId xmlns:a16="http://schemas.microsoft.com/office/drawing/2014/main" id="{90B44D2B-4F90-4168-90BE-F16652F41ED3}"/>
              </a:ext>
            </a:extLst>
          </p:cNvPr>
          <p:cNvSpPr txBox="1"/>
          <p:nvPr/>
        </p:nvSpPr>
        <p:spPr>
          <a:xfrm>
            <a:off x="4919525" y="3116508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非齐次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endParaRPr lang="en-US" altLang="zh-CN" sz="24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0280376-03B0-49A5-BE2D-E22475DF07B7}"/>
              </a:ext>
            </a:extLst>
          </p:cNvPr>
          <p:cNvGrpSpPr/>
          <p:nvPr/>
        </p:nvGrpSpPr>
        <p:grpSpPr>
          <a:xfrm>
            <a:off x="827584" y="1782006"/>
            <a:ext cx="6297344" cy="736600"/>
            <a:chOff x="750288" y="865143"/>
            <a:chExt cx="6297344" cy="736600"/>
          </a:xfrm>
        </p:grpSpPr>
        <p:sp>
          <p:nvSpPr>
            <p:cNvPr id="5" name="文本框 20">
              <a:extLst>
                <a:ext uri="{FF2B5EF4-FFF2-40B4-BE49-F238E27FC236}">
                  <a16:creationId xmlns:a16="http://schemas.microsoft.com/office/drawing/2014/main" id="{CAD16AA1-2308-419F-82D9-1F7ABC762F2A}"/>
                </a:ext>
              </a:extLst>
            </p:cNvPr>
            <p:cNvSpPr txBox="1"/>
            <p:nvPr/>
          </p:nvSpPr>
          <p:spPr>
            <a:xfrm>
              <a:off x="750288" y="976620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489849BF-6A97-4DB0-81EE-376321FF62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12727"/>
                </p:ext>
              </p:extLst>
            </p:nvPr>
          </p:nvGraphicFramePr>
          <p:xfrm>
            <a:off x="1916166" y="865143"/>
            <a:ext cx="1828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01" name="Equation" r:id="rId3" imgW="1828800" imgH="736560" progId="Equation.DSMT4">
                    <p:embed/>
                  </p:oleObj>
                </mc:Choice>
                <mc:Fallback>
                  <p:oleObj name="Equation" r:id="rId3" imgW="1828800" imgH="73656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390BAC04-1C7B-4AB9-826E-B82599D2FF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6166" y="865143"/>
                          <a:ext cx="18288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8DC52EC-1F82-4F7C-9E9F-C517697055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466697"/>
                </p:ext>
              </p:extLst>
            </p:nvPr>
          </p:nvGraphicFramePr>
          <p:xfrm>
            <a:off x="5041032" y="865143"/>
            <a:ext cx="2006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02" name="Equation" r:id="rId5" imgW="2006280" imgH="736560" progId="Equation.DSMT4">
                    <p:embed/>
                  </p:oleObj>
                </mc:Choice>
                <mc:Fallback>
                  <p:oleObj name="Equation" r:id="rId5" imgW="2006280" imgH="736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AD807C0-2ACA-4783-A913-22B65BA0AC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032" y="865143"/>
                          <a:ext cx="20066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EB4BD4A6-42FB-4F55-BEB7-899A61DF84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784514"/>
              </p:ext>
            </p:extLst>
          </p:nvPr>
        </p:nvGraphicFramePr>
        <p:xfrm>
          <a:off x="5004048" y="452192"/>
          <a:ext cx="325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03" name="Equation" r:id="rId7" imgW="3251160" imgH="736560" progId="Equation.DSMT4">
                  <p:embed/>
                </p:oleObj>
              </mc:Choice>
              <mc:Fallback>
                <p:oleObj name="Equation" r:id="rId7" imgW="3251160" imgH="7365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5C2D0E6C-B921-4B4D-8C10-0DA36C522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452192"/>
                        <a:ext cx="3251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2DD8E336-BE84-49E3-8029-9018E3844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985567"/>
              </p:ext>
            </p:extLst>
          </p:nvPr>
        </p:nvGraphicFramePr>
        <p:xfrm>
          <a:off x="1788784" y="555526"/>
          <a:ext cx="257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04" name="Equation" r:id="rId9" imgW="2577960" imgH="736560" progId="Equation.DSMT4">
                  <p:embed/>
                </p:oleObj>
              </mc:Choice>
              <mc:Fallback>
                <p:oleObj name="Equation" r:id="rId9" imgW="2577960" imgH="7365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EB4BD4A6-42FB-4F55-BEB7-899A61DF8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784" y="555526"/>
                        <a:ext cx="2578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00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389626-1C02-4ABD-9165-ABB762828E03}"/>
              </a:ext>
            </a:extLst>
          </p:cNvPr>
          <p:cNvGrpSpPr/>
          <p:nvPr/>
        </p:nvGrpSpPr>
        <p:grpSpPr>
          <a:xfrm>
            <a:off x="2039788" y="684631"/>
            <a:ext cx="4209576" cy="736600"/>
            <a:chOff x="2600449" y="3768269"/>
            <a:chExt cx="4209576" cy="736600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EBE58B65-4E9E-4C13-8179-57F33E5173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2090282"/>
                </p:ext>
              </p:extLst>
            </p:nvPr>
          </p:nvGraphicFramePr>
          <p:xfrm>
            <a:off x="2600449" y="3768269"/>
            <a:ext cx="193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06" name="Equation" r:id="rId3" imgW="1930320" imgH="736560" progId="Equation.DSMT4">
                    <p:embed/>
                  </p:oleObj>
                </mc:Choice>
                <mc:Fallback>
                  <p:oleObj name="Equation" r:id="rId3" imgW="1930320" imgH="7365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5D2E916E-634B-43BA-8BF9-525EBDB2E8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449" y="3768269"/>
                          <a:ext cx="19304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6">
              <a:extLst>
                <a:ext uri="{FF2B5EF4-FFF2-40B4-BE49-F238E27FC236}">
                  <a16:creationId xmlns:a16="http://schemas.microsoft.com/office/drawing/2014/main" id="{A44A2C29-4ED7-441A-B288-2AE908488D4A}"/>
                </a:ext>
              </a:extLst>
            </p:cNvPr>
            <p:cNvSpPr txBox="1"/>
            <p:nvPr/>
          </p:nvSpPr>
          <p:spPr>
            <a:xfrm>
              <a:off x="6148251" y="3848157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框 22">
            <a:extLst>
              <a:ext uri="{FF2B5EF4-FFF2-40B4-BE49-F238E27FC236}">
                <a16:creationId xmlns:a16="http://schemas.microsoft.com/office/drawing/2014/main" id="{46684750-3C4F-4252-8D16-29E6E34F483E}"/>
              </a:ext>
            </a:extLst>
          </p:cNvPr>
          <p:cNvSpPr txBox="1"/>
          <p:nvPr/>
        </p:nvSpPr>
        <p:spPr>
          <a:xfrm>
            <a:off x="683568" y="195486"/>
            <a:ext cx="427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一阶线性齐次方程</a:t>
            </a:r>
            <a:endParaRPr lang="en-US" altLang="zh-CN" sz="28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4">
            <a:extLst>
              <a:ext uri="{FF2B5EF4-FFF2-40B4-BE49-F238E27FC236}">
                <a16:creationId xmlns:a16="http://schemas.microsoft.com/office/drawing/2014/main" id="{B2B2BCB7-DBCA-4F00-8EBB-41649177735A}"/>
              </a:ext>
            </a:extLst>
          </p:cNvPr>
          <p:cNvSpPr txBox="1"/>
          <p:nvPr/>
        </p:nvSpPr>
        <p:spPr>
          <a:xfrm>
            <a:off x="6013273" y="764519"/>
            <a:ext cx="3042018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可分离变量方程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A3C73D82-0F6B-4AF8-B986-E8303488E812}"/>
              </a:ext>
            </a:extLst>
          </p:cNvPr>
          <p:cNvSpPr txBox="1"/>
          <p:nvPr/>
        </p:nvSpPr>
        <p:spPr>
          <a:xfrm>
            <a:off x="589788" y="1609423"/>
            <a:ext cx="299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D4938F-F82F-4DFF-8F52-38473A4774CD}"/>
              </a:ext>
            </a:extLst>
          </p:cNvPr>
          <p:cNvGrpSpPr/>
          <p:nvPr/>
        </p:nvGrpSpPr>
        <p:grpSpPr>
          <a:xfrm>
            <a:off x="2147114" y="1492501"/>
            <a:ext cx="3156780" cy="787400"/>
            <a:chOff x="2437861" y="5115749"/>
            <a:chExt cx="3156780" cy="787400"/>
          </a:xfrm>
        </p:grpSpPr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B3FC8BF3-5227-4114-A47D-F2CA04174E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0264426"/>
                </p:ext>
              </p:extLst>
            </p:nvPr>
          </p:nvGraphicFramePr>
          <p:xfrm>
            <a:off x="2437861" y="5115749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07" name="Equation" r:id="rId5" imgW="1739880" imgH="787320" progId="Equation.DSMT4">
                    <p:embed/>
                  </p:oleObj>
                </mc:Choice>
                <mc:Fallback>
                  <p:oleObj name="Equation" r:id="rId5" imgW="1739880" imgH="7873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3ABE6874-4B65-4285-BCC3-04F529988E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861" y="5115749"/>
                          <a:ext cx="1739900" cy="787400"/>
                        </a:xfrm>
                        <a:prstGeom prst="rect">
                          <a:avLst/>
                        </a:prstGeom>
                        <a:solidFill>
                          <a:sysClr val="window" lastClr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2992249E-B15E-4291-8C01-9E1325D9DE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818204"/>
                </p:ext>
              </p:extLst>
            </p:nvPr>
          </p:nvGraphicFramePr>
          <p:xfrm>
            <a:off x="4642141" y="5288391"/>
            <a:ext cx="95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08" name="Equation" r:id="rId7" imgW="952200" imgH="342720" progId="Equation.DSMT4">
                    <p:embed/>
                  </p:oleObj>
                </mc:Choice>
                <mc:Fallback>
                  <p:oleObj name="Equation" r:id="rId7" imgW="952200" imgH="34272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6D81A56A-908A-4818-8C1B-7B33629FCC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2141" y="5288391"/>
                          <a:ext cx="952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665DDD6-FFE8-4276-8484-4ADFAE2A9D05}"/>
              </a:ext>
            </a:extLst>
          </p:cNvPr>
          <p:cNvGrpSpPr/>
          <p:nvPr/>
        </p:nvGrpSpPr>
        <p:grpSpPr>
          <a:xfrm>
            <a:off x="681348" y="2369580"/>
            <a:ext cx="3063131" cy="787400"/>
            <a:chOff x="103350" y="585122"/>
            <a:chExt cx="3063131" cy="78740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FBCC3D6-4BAC-4C90-8A59-37A438B858E2}"/>
                </a:ext>
              </a:extLst>
            </p:cNvPr>
            <p:cNvSpPr txBox="1"/>
            <p:nvPr/>
          </p:nvSpPr>
          <p:spPr>
            <a:xfrm>
              <a:off x="103350" y="726347"/>
              <a:ext cx="15136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积分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009894E-AB33-4FED-A564-98CEC8DF8D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8360317"/>
                </p:ext>
              </p:extLst>
            </p:nvPr>
          </p:nvGraphicFramePr>
          <p:xfrm>
            <a:off x="1020181" y="585122"/>
            <a:ext cx="21463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09" name="Equation" r:id="rId9" imgW="2145960" imgH="787320" progId="Equation.DSMT4">
                    <p:embed/>
                  </p:oleObj>
                </mc:Choice>
                <mc:Fallback>
                  <p:oleObj name="Equation" r:id="rId9" imgW="2145960" imgH="7873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325E3180-8D5E-4C7F-849B-829B15A99B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181" y="585122"/>
                          <a:ext cx="2146300" cy="787400"/>
                        </a:xfrm>
                        <a:prstGeom prst="rect">
                          <a:avLst/>
                        </a:prstGeom>
                        <a:solidFill>
                          <a:sysClr val="window" lastClr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E82127-5797-4ED2-A1C4-1FC37A10492C}"/>
              </a:ext>
            </a:extLst>
          </p:cNvPr>
          <p:cNvGrpSpPr/>
          <p:nvPr/>
        </p:nvGrpSpPr>
        <p:grpSpPr>
          <a:xfrm>
            <a:off x="3744479" y="2468085"/>
            <a:ext cx="3628148" cy="508000"/>
            <a:chOff x="3393435" y="2134486"/>
            <a:chExt cx="3628148" cy="508000"/>
          </a:xfrm>
        </p:grpSpPr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F4BBC867-15A6-4212-84E6-CBCE265F9E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9180737"/>
                </p:ext>
              </p:extLst>
            </p:nvPr>
          </p:nvGraphicFramePr>
          <p:xfrm>
            <a:off x="4113283" y="2134486"/>
            <a:ext cx="29083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10" name="Equation" r:id="rId11" imgW="2908080" imgH="507960" progId="Equation.DSMT4">
                    <p:embed/>
                  </p:oleObj>
                </mc:Choice>
                <mc:Fallback>
                  <p:oleObj name="Equation" r:id="rId11" imgW="2908080" imgH="50796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D8CC392C-6388-4AF5-8070-815CEE5B2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3283" y="2134486"/>
                          <a:ext cx="2908300" cy="50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7">
              <a:extLst>
                <a:ext uri="{FF2B5EF4-FFF2-40B4-BE49-F238E27FC236}">
                  <a16:creationId xmlns:a16="http://schemas.microsoft.com/office/drawing/2014/main" id="{32EB6F08-697A-4887-89BD-088349596912}"/>
                </a:ext>
              </a:extLst>
            </p:cNvPr>
            <p:cNvSpPr txBox="1"/>
            <p:nvPr/>
          </p:nvSpPr>
          <p:spPr>
            <a:xfrm>
              <a:off x="3393435" y="2134486"/>
              <a:ext cx="719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E39768-13F3-4EF0-A183-B996D3EBB131}"/>
              </a:ext>
            </a:extLst>
          </p:cNvPr>
          <p:cNvGrpSpPr/>
          <p:nvPr/>
        </p:nvGrpSpPr>
        <p:grpSpPr>
          <a:xfrm>
            <a:off x="743741" y="4007999"/>
            <a:ext cx="5505623" cy="589599"/>
            <a:chOff x="283549" y="2820474"/>
            <a:chExt cx="5505623" cy="589599"/>
          </a:xfrm>
          <a:solidFill>
            <a:sysClr val="window" lastClr="FFFFFF"/>
          </a:solidFill>
        </p:grpSpPr>
        <p:sp>
          <p:nvSpPr>
            <p:cNvPr id="18" name="文本框 13">
              <a:extLst>
                <a:ext uri="{FF2B5EF4-FFF2-40B4-BE49-F238E27FC236}">
                  <a16:creationId xmlns:a16="http://schemas.microsoft.com/office/drawing/2014/main" id="{4C0ACA11-DA83-48EE-ACB8-AA863F876AA1}"/>
                </a:ext>
              </a:extLst>
            </p:cNvPr>
            <p:cNvSpPr txBox="1"/>
            <p:nvPr/>
          </p:nvSpPr>
          <p:spPr>
            <a:xfrm>
              <a:off x="283549" y="2948408"/>
              <a:ext cx="135204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D236A6D3-E4CD-4ED2-B63E-22161CEC6F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7642570"/>
                </p:ext>
              </p:extLst>
            </p:nvPr>
          </p:nvGraphicFramePr>
          <p:xfrm>
            <a:off x="1986441" y="2820474"/>
            <a:ext cx="2959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11" name="Equation" r:id="rId13" imgW="2958840" imgH="533160" progId="Equation.DSMT4">
                    <p:embed/>
                  </p:oleObj>
                </mc:Choice>
                <mc:Fallback>
                  <p:oleObj name="Equation" r:id="rId13" imgW="2958840" imgH="53316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D17AFA45-3ABE-450F-800C-99F98609E4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6441" y="2820474"/>
                          <a:ext cx="2959100" cy="5334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AE7B6C7-B2C5-459F-B61F-ECF2C3E355A1}"/>
                </a:ext>
              </a:extLst>
            </p:cNvPr>
            <p:cNvSpPr txBox="1"/>
            <p:nvPr/>
          </p:nvSpPr>
          <p:spPr>
            <a:xfrm>
              <a:off x="5127398" y="2820474"/>
              <a:ext cx="661774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8F7D3C-7BF6-40BB-9B31-FC711E3ACB9B}"/>
              </a:ext>
            </a:extLst>
          </p:cNvPr>
          <p:cNvGrpSpPr/>
          <p:nvPr/>
        </p:nvGrpSpPr>
        <p:grpSpPr>
          <a:xfrm>
            <a:off x="701471" y="3251091"/>
            <a:ext cx="2877939" cy="534486"/>
            <a:chOff x="700358" y="3476526"/>
            <a:chExt cx="2877939" cy="53448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E4ED673-A14F-4245-AC68-E0F12AE8509D}"/>
                </a:ext>
              </a:extLst>
            </p:cNvPr>
            <p:cNvSpPr txBox="1"/>
            <p:nvPr/>
          </p:nvSpPr>
          <p:spPr>
            <a:xfrm>
              <a:off x="700358" y="3549347"/>
              <a:ext cx="15136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28F18E26-551C-4DC3-8A30-8B52CF63CF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9246651"/>
                </p:ext>
              </p:extLst>
            </p:nvPr>
          </p:nvGraphicFramePr>
          <p:xfrm>
            <a:off x="1584397" y="3476526"/>
            <a:ext cx="19939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12" name="Equation" r:id="rId15" imgW="1993680" imgH="533160" progId="Equation.DSMT4">
                    <p:embed/>
                  </p:oleObj>
                </mc:Choice>
                <mc:Fallback>
                  <p:oleObj name="Equation" r:id="rId15" imgW="1993680" imgH="5331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68528854-4E5D-4CB2-BA88-1132433E87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84397" y="3476526"/>
                          <a:ext cx="19939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B6E4FB7-BA12-4F3E-995A-B9218BFAF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335304"/>
              </p:ext>
            </p:extLst>
          </p:nvPr>
        </p:nvGraphicFramePr>
        <p:xfrm>
          <a:off x="4281544" y="3247369"/>
          <a:ext cx="2044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13" name="Equation" r:id="rId17" imgW="2044440" imgH="533160" progId="Equation.DSMT4">
                  <p:embed/>
                </p:oleObj>
              </mc:Choice>
              <mc:Fallback>
                <p:oleObj name="Equation" r:id="rId17" imgW="2044440" imgH="5331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A88E3B0D-2DF5-4402-A266-81016D4704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81544" y="3247369"/>
                        <a:ext cx="2044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64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5226F738-6C47-429F-A9ED-AAA4188D6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596015"/>
              </p:ext>
            </p:extLst>
          </p:nvPr>
        </p:nvGraphicFramePr>
        <p:xfrm>
          <a:off x="2657475" y="1389063"/>
          <a:ext cx="195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42" name="Equation" r:id="rId3" imgW="1955520" imgH="609480" progId="Equation.DSMT4">
                  <p:embed/>
                </p:oleObj>
              </mc:Choice>
              <mc:Fallback>
                <p:oleObj name="Equation" r:id="rId3" imgW="1955520" imgH="60948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C56C0155-FA20-468A-BB05-185063739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1389063"/>
                        <a:ext cx="1955800" cy="609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60E8DA9-CA33-4220-9373-0EB845176C6C}"/>
              </a:ext>
            </a:extLst>
          </p:cNvPr>
          <p:cNvSpPr/>
          <p:nvPr/>
        </p:nvSpPr>
        <p:spPr>
          <a:xfrm>
            <a:off x="1619672" y="2211710"/>
            <a:ext cx="4873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一阶齐次线性方程的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通解公式</a:t>
            </a:r>
            <a:endParaRPr lang="zh-CN" altLang="en-US" sz="28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448E98F-4AD7-49F4-A9D9-1EE5DA435B07}"/>
              </a:ext>
            </a:extLst>
          </p:cNvPr>
          <p:cNvGrpSpPr/>
          <p:nvPr/>
        </p:nvGrpSpPr>
        <p:grpSpPr>
          <a:xfrm>
            <a:off x="2771800" y="483518"/>
            <a:ext cx="4163155" cy="736600"/>
            <a:chOff x="2600449" y="3768269"/>
            <a:chExt cx="4163155" cy="736600"/>
          </a:xfrm>
        </p:grpSpPr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74F04499-7378-44BB-8104-84AF8FDF26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329835"/>
                </p:ext>
              </p:extLst>
            </p:nvPr>
          </p:nvGraphicFramePr>
          <p:xfrm>
            <a:off x="2600449" y="3768269"/>
            <a:ext cx="193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243" name="Equation" r:id="rId5" imgW="1930320" imgH="736560" progId="Equation.DSMT4">
                    <p:embed/>
                  </p:oleObj>
                </mc:Choice>
                <mc:Fallback>
                  <p:oleObj name="Equation" r:id="rId5" imgW="1930320" imgH="73656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049308C4-272B-4494-B43F-8BF46B6D93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449" y="3768269"/>
                          <a:ext cx="19304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26">
              <a:extLst>
                <a:ext uri="{FF2B5EF4-FFF2-40B4-BE49-F238E27FC236}">
                  <a16:creationId xmlns:a16="http://schemas.microsoft.com/office/drawing/2014/main" id="{AD862C40-D0ED-4F49-BCFC-D660A5677F26}"/>
                </a:ext>
              </a:extLst>
            </p:cNvPr>
            <p:cNvSpPr txBox="1"/>
            <p:nvPr/>
          </p:nvSpPr>
          <p:spPr>
            <a:xfrm>
              <a:off x="6101830" y="3837283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2812EF0-8A70-4408-9D2C-D0D0568DAB68}"/>
              </a:ext>
            </a:extLst>
          </p:cNvPr>
          <p:cNvGrpSpPr/>
          <p:nvPr/>
        </p:nvGrpSpPr>
        <p:grpSpPr>
          <a:xfrm>
            <a:off x="755576" y="3784775"/>
            <a:ext cx="8051587" cy="470440"/>
            <a:chOff x="755576" y="3784775"/>
            <a:chExt cx="8051587" cy="470440"/>
          </a:xfrm>
        </p:grpSpPr>
        <p:sp>
          <p:nvSpPr>
            <p:cNvPr id="8" name="文本框 22">
              <a:extLst>
                <a:ext uri="{FF2B5EF4-FFF2-40B4-BE49-F238E27FC236}">
                  <a16:creationId xmlns:a16="http://schemas.microsoft.com/office/drawing/2014/main" id="{72B1AD60-9998-4FB0-84B7-9F493F698B71}"/>
                </a:ext>
              </a:extLst>
            </p:cNvPr>
            <p:cNvSpPr txBox="1"/>
            <p:nvPr/>
          </p:nvSpPr>
          <p:spPr>
            <a:xfrm>
              <a:off x="755576" y="3793550"/>
              <a:ext cx="66247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注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一阶齐次线性方程的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要么恒等于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0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，要么　　　</a:t>
              </a:r>
              <a:endPara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8BBD1AC-A9FD-4025-BA53-8D7ACB0D5245}"/>
                </a:ext>
              </a:extLst>
            </p:cNvPr>
            <p:cNvSpPr/>
            <p:nvPr/>
          </p:nvSpPr>
          <p:spPr>
            <a:xfrm>
              <a:off x="6934955" y="3784775"/>
              <a:ext cx="18722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恒不等于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0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．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6E445E4-1664-4480-ABAB-A70FFEBE6BA6}"/>
              </a:ext>
            </a:extLst>
          </p:cNvPr>
          <p:cNvGrpSpPr/>
          <p:nvPr/>
        </p:nvGrpSpPr>
        <p:grpSpPr>
          <a:xfrm>
            <a:off x="755576" y="3140859"/>
            <a:ext cx="7776864" cy="461665"/>
            <a:chOff x="755576" y="3140859"/>
            <a:chExt cx="7776864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DC2E168-868E-4C2E-8EBA-B15119A1F19F}"/>
                </a:ext>
              </a:extLst>
            </p:cNvPr>
            <p:cNvSpPr/>
            <p:nvPr/>
          </p:nvSpPr>
          <p:spPr>
            <a:xfrm>
              <a:off x="755576" y="3140859"/>
              <a:ext cx="7776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注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  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也是方程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的解，包含在通解中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         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DF6B2E8-8B32-4A02-A7A8-451B7BD39A95}"/>
                </a:ext>
              </a:extLst>
            </p:cNvPr>
            <p:cNvSpPr/>
            <p:nvPr/>
          </p:nvSpPr>
          <p:spPr>
            <a:xfrm>
              <a:off x="1403648" y="3140859"/>
              <a:ext cx="70567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4A947E1-3E43-459F-A1E2-44FD6DAFF8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115315"/>
                </p:ext>
              </p:extLst>
            </p:nvPr>
          </p:nvGraphicFramePr>
          <p:xfrm>
            <a:off x="1612347" y="3200241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244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1F37CF2E-6F78-4EFD-B57C-32428B654D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12347" y="3200241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32C73A5-E6CA-4246-9D60-236F3C4B3C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475994"/>
                </p:ext>
              </p:extLst>
            </p:nvPr>
          </p:nvGraphicFramePr>
          <p:xfrm>
            <a:off x="7092280" y="3231991"/>
            <a:ext cx="698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245" name="Equation" r:id="rId9" imgW="698400" imgH="279360" progId="Equation.DSMT4">
                    <p:embed/>
                  </p:oleObj>
                </mc:Choice>
                <mc:Fallback>
                  <p:oleObj name="Equation" r:id="rId9" imgW="698400" imgH="2793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F23DAD7C-6DC7-4511-9A23-025EF9C035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92280" y="3231991"/>
                          <a:ext cx="698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501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2">
            <a:extLst>
              <a:ext uri="{FF2B5EF4-FFF2-40B4-BE49-F238E27FC236}">
                <a16:creationId xmlns:a16="http://schemas.microsoft.com/office/drawing/2014/main" id="{6618D07D-477E-4F2B-B1D1-9CEC02CF0513}"/>
              </a:ext>
            </a:extLst>
          </p:cNvPr>
          <p:cNvSpPr txBox="1"/>
          <p:nvPr/>
        </p:nvSpPr>
        <p:spPr>
          <a:xfrm>
            <a:off x="832513" y="267494"/>
            <a:ext cx="5337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一阶线性非齐次方程</a:t>
            </a:r>
            <a:endParaRPr lang="en-US" altLang="zh-CN" sz="28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B63746-AA90-4606-AA23-FBFA1272EAA5}"/>
              </a:ext>
            </a:extLst>
          </p:cNvPr>
          <p:cNvGrpSpPr/>
          <p:nvPr/>
        </p:nvGrpSpPr>
        <p:grpSpPr>
          <a:xfrm>
            <a:off x="1908718" y="790247"/>
            <a:ext cx="4477184" cy="736600"/>
            <a:chOff x="2451725" y="1475155"/>
            <a:chExt cx="4477184" cy="736600"/>
          </a:xfrm>
        </p:grpSpPr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EB72EF87-856C-4CC2-949C-E3690F876E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0112480"/>
                </p:ext>
              </p:extLst>
            </p:nvPr>
          </p:nvGraphicFramePr>
          <p:xfrm>
            <a:off x="2451725" y="1475155"/>
            <a:ext cx="2374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93" name="Equation" r:id="rId3" imgW="2374560" imgH="736560" progId="Equation.DSMT4">
                    <p:embed/>
                  </p:oleObj>
                </mc:Choice>
                <mc:Fallback>
                  <p:oleObj name="Equation" r:id="rId3" imgW="2374560" imgH="73656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CF9A32FE-28EE-474E-A1F7-3ADA02F61C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1725" y="1475155"/>
                          <a:ext cx="2374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21">
              <a:extLst>
                <a:ext uri="{FF2B5EF4-FFF2-40B4-BE49-F238E27FC236}">
                  <a16:creationId xmlns:a16="http://schemas.microsoft.com/office/drawing/2014/main" id="{23E8BBA6-B647-4F17-ADA0-9FF8CDCD1251}"/>
                </a:ext>
              </a:extLst>
            </p:cNvPr>
            <p:cNvSpPr txBox="1"/>
            <p:nvPr/>
          </p:nvSpPr>
          <p:spPr>
            <a:xfrm>
              <a:off x="6267135" y="1612856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90260EA-5047-4247-B189-7F1BEEFAEC82}"/>
              </a:ext>
            </a:extLst>
          </p:cNvPr>
          <p:cNvGrpSpPr/>
          <p:nvPr/>
        </p:nvGrpSpPr>
        <p:grpSpPr>
          <a:xfrm>
            <a:off x="1980726" y="2161034"/>
            <a:ext cx="4374589" cy="533400"/>
            <a:chOff x="1979712" y="2305050"/>
            <a:chExt cx="4374589" cy="533400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5507E22B-0C3D-4023-8B7A-98D4DAFA42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228171"/>
                </p:ext>
              </p:extLst>
            </p:nvPr>
          </p:nvGraphicFramePr>
          <p:xfrm>
            <a:off x="1979712" y="2305050"/>
            <a:ext cx="17145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94" name="Equation" r:id="rId5" imgW="1714320" imgH="533160" progId="Equation.DSMT4">
                    <p:embed/>
                  </p:oleObj>
                </mc:Choice>
                <mc:Fallback>
                  <p:oleObj name="Equation" r:id="rId5" imgW="1714320" imgH="53316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DEBDCE3E-FA0E-4B03-A6B5-23890219C0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2305050"/>
                          <a:ext cx="17145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24">
              <a:extLst>
                <a:ext uri="{FF2B5EF4-FFF2-40B4-BE49-F238E27FC236}">
                  <a16:creationId xmlns:a16="http://schemas.microsoft.com/office/drawing/2014/main" id="{E49FC91E-A868-441D-95A9-1AB311E07205}"/>
                </a:ext>
              </a:extLst>
            </p:cNvPr>
            <p:cNvSpPr txBox="1"/>
            <p:nvPr/>
          </p:nvSpPr>
          <p:spPr>
            <a:xfrm>
              <a:off x="5692527" y="2329056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30">
            <a:extLst>
              <a:ext uri="{FF2B5EF4-FFF2-40B4-BE49-F238E27FC236}">
                <a16:creationId xmlns:a16="http://schemas.microsoft.com/office/drawing/2014/main" id="{8DA89CDC-EA7D-461D-A986-9354DB4BC79A}"/>
              </a:ext>
            </a:extLst>
          </p:cNvPr>
          <p:cNvSpPr txBox="1"/>
          <p:nvPr/>
        </p:nvSpPr>
        <p:spPr>
          <a:xfrm>
            <a:off x="796738" y="1590078"/>
            <a:ext cx="348688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方程的通解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30">
            <a:extLst>
              <a:ext uri="{FF2B5EF4-FFF2-40B4-BE49-F238E27FC236}">
                <a16:creationId xmlns:a16="http://schemas.microsoft.com/office/drawing/2014/main" id="{3E5497C2-A89C-468B-BE7E-6AC0A7D6BA38}"/>
              </a:ext>
            </a:extLst>
          </p:cNvPr>
          <p:cNvSpPr txBox="1"/>
          <p:nvPr/>
        </p:nvSpPr>
        <p:spPr>
          <a:xfrm>
            <a:off x="811535" y="2803725"/>
            <a:ext cx="5990837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非齐次方程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如何求通解？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30">
            <a:extLst>
              <a:ext uri="{FF2B5EF4-FFF2-40B4-BE49-F238E27FC236}">
                <a16:creationId xmlns:a16="http://schemas.microsoft.com/office/drawing/2014/main" id="{112D41D1-C863-4D59-A07B-23C5DC4E9DD5}"/>
              </a:ext>
            </a:extLst>
          </p:cNvPr>
          <p:cNvSpPr txBox="1"/>
          <p:nvPr/>
        </p:nvSpPr>
        <p:spPr>
          <a:xfrm>
            <a:off x="793460" y="3446416"/>
            <a:ext cx="207184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99029BF-C08C-4987-A5C7-339190A646E0}"/>
              </a:ext>
            </a:extLst>
          </p:cNvPr>
          <p:cNvGrpSpPr/>
          <p:nvPr/>
        </p:nvGrpSpPr>
        <p:grpSpPr>
          <a:xfrm>
            <a:off x="1620686" y="3356265"/>
            <a:ext cx="7524328" cy="548816"/>
            <a:chOff x="1619672" y="3500281"/>
            <a:chExt cx="7524328" cy="548816"/>
          </a:xfrm>
        </p:grpSpPr>
        <p:sp>
          <p:nvSpPr>
            <p:cNvPr id="13" name="文本框 30">
              <a:extLst>
                <a:ext uri="{FF2B5EF4-FFF2-40B4-BE49-F238E27FC236}">
                  <a16:creationId xmlns:a16="http://schemas.microsoft.com/office/drawing/2014/main" id="{84B2C725-295B-493B-A791-F909C3DD4C32}"/>
                </a:ext>
              </a:extLst>
            </p:cNvPr>
            <p:cNvSpPr txBox="1"/>
            <p:nvPr/>
          </p:nvSpPr>
          <p:spPr>
            <a:xfrm>
              <a:off x="1619672" y="3587432"/>
              <a:ext cx="7524328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itchFamily="18" charset="0"/>
                </a:rPr>
                <a:t>C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itchFamily="18" charset="0"/>
                </a:rPr>
                <a:t>为常数时，对应齐次方程的通解                的导数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9074173-108F-4543-B8A4-D74C86B491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4819546"/>
                </p:ext>
              </p:extLst>
            </p:nvPr>
          </p:nvGraphicFramePr>
          <p:xfrm>
            <a:off x="6588224" y="3500281"/>
            <a:ext cx="11303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95" name="Equation" r:id="rId7" imgW="1130040" imgH="469800" progId="Equation.DSMT4">
                    <p:embed/>
                  </p:oleObj>
                </mc:Choice>
                <mc:Fallback>
                  <p:oleObj name="Equation" r:id="rId7" imgW="1130040" imgH="4698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580E110-ACB4-4A6B-9AFC-4410ACD75E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88224" y="3500281"/>
                          <a:ext cx="11303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291748-E714-4800-8C82-5E6A819AB3B1}"/>
              </a:ext>
            </a:extLst>
          </p:cNvPr>
          <p:cNvGrpSpPr/>
          <p:nvPr/>
        </p:nvGrpSpPr>
        <p:grpSpPr>
          <a:xfrm>
            <a:off x="108518" y="4016822"/>
            <a:ext cx="8786280" cy="736600"/>
            <a:chOff x="107504" y="4160838"/>
            <a:chExt cx="8786280" cy="736600"/>
          </a:xfrm>
        </p:grpSpPr>
        <p:sp>
          <p:nvSpPr>
            <p:cNvPr id="16" name="文本框 30">
              <a:extLst>
                <a:ext uri="{FF2B5EF4-FFF2-40B4-BE49-F238E27FC236}">
                  <a16:creationId xmlns:a16="http://schemas.microsoft.com/office/drawing/2014/main" id="{0CC133AF-A97B-4430-8E85-5F6B20E9AD5A}"/>
                </a:ext>
              </a:extLst>
            </p:cNvPr>
            <p:cNvSpPr txBox="1"/>
            <p:nvPr/>
          </p:nvSpPr>
          <p:spPr>
            <a:xfrm>
              <a:off x="107504" y="4328241"/>
              <a:ext cx="878628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恰等于该函数乘上      即</a:t>
              </a:r>
              <a:endPara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AC4A522-4BAD-452E-B31A-DF72575846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366883"/>
                </p:ext>
              </p:extLst>
            </p:nvPr>
          </p:nvGraphicFramePr>
          <p:xfrm>
            <a:off x="2663354" y="4416168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96" name="Equation" r:id="rId9" imgW="863280" imgH="342720" progId="Equation.DSMT4">
                    <p:embed/>
                  </p:oleObj>
                </mc:Choice>
                <mc:Fallback>
                  <p:oleObj name="Equation" r:id="rId9" imgW="86328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BEC2BDE-E581-4AB5-A7F6-1FE329967C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63354" y="4416168"/>
                          <a:ext cx="863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33BF0F70-F87C-438E-AE22-4B109BD05D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1594576"/>
                </p:ext>
              </p:extLst>
            </p:nvPr>
          </p:nvGraphicFramePr>
          <p:xfrm>
            <a:off x="4079875" y="4160838"/>
            <a:ext cx="4076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97" name="Equation" r:id="rId11" imgW="4076640" imgH="736560" progId="Equation.DSMT4">
                    <p:embed/>
                  </p:oleObj>
                </mc:Choice>
                <mc:Fallback>
                  <p:oleObj name="Equation" r:id="rId11" imgW="4076640" imgH="73656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C13F64A9-9485-4804-A055-F972FF3B0B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9875" y="4160838"/>
                          <a:ext cx="40767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452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77946-35E0-478C-9FF2-AA90EC239595}"/>
              </a:ext>
            </a:extLst>
          </p:cNvPr>
          <p:cNvSpPr/>
          <p:nvPr/>
        </p:nvSpPr>
        <p:spPr>
          <a:xfrm>
            <a:off x="783649" y="267494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现在要求非齐次线性方程的解，这个解的导数不能恰好等于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0D87BD-2AD6-438D-B6A0-156B6034878A}"/>
              </a:ext>
            </a:extLst>
          </p:cNvPr>
          <p:cNvSpPr/>
          <p:nvPr/>
        </p:nvSpPr>
        <p:spPr>
          <a:xfrm>
            <a:off x="246104" y="889325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       的乘积，还必须多出一项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D50CB2B-F50C-4EEE-B4D1-2E71C176A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374010"/>
              </p:ext>
            </p:extLst>
          </p:nvPr>
        </p:nvGraphicFramePr>
        <p:xfrm>
          <a:off x="1136582" y="981471"/>
          <a:ext cx="78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0" name="Equation" r:id="rId3" imgW="787320" imgH="342720" progId="Equation.DSMT4">
                  <p:embed/>
                </p:oleObj>
              </mc:Choice>
              <mc:Fallback>
                <p:oleObj name="Equation" r:id="rId3" imgW="7873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9752DFF-FF6B-4AFA-A6A8-D56C5BC60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6582" y="981471"/>
                        <a:ext cx="78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8BD4C5A-06E6-48E5-B976-FEEFF2D8A2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808270"/>
              </p:ext>
            </p:extLst>
          </p:nvPr>
        </p:nvGraphicFramePr>
        <p:xfrm>
          <a:off x="5508104" y="965159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1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5C78A3F-69DB-40F7-9806-BFCD12B56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08104" y="965159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30">
            <a:extLst>
              <a:ext uri="{FF2B5EF4-FFF2-40B4-BE49-F238E27FC236}">
                <a16:creationId xmlns:a16="http://schemas.microsoft.com/office/drawing/2014/main" id="{89FF50EB-AE60-4190-9596-6BA21C458B58}"/>
              </a:ext>
            </a:extLst>
          </p:cNvPr>
          <p:cNvSpPr txBox="1"/>
          <p:nvPr/>
        </p:nvSpPr>
        <p:spPr>
          <a:xfrm>
            <a:off x="606386" y="1475204"/>
            <a:ext cx="1847793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求解方法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B9E5A74-E7D8-4DB2-8F99-A3B085B81AAE}"/>
              </a:ext>
            </a:extLst>
          </p:cNvPr>
          <p:cNvGrpSpPr/>
          <p:nvPr/>
        </p:nvGrpSpPr>
        <p:grpSpPr>
          <a:xfrm>
            <a:off x="546809" y="2010855"/>
            <a:ext cx="7917281" cy="590211"/>
            <a:chOff x="975199" y="3608084"/>
            <a:chExt cx="7917281" cy="59021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9B67D47-F319-4EEB-9D1D-3F42CFC8B285}"/>
                </a:ext>
              </a:extLst>
            </p:cNvPr>
            <p:cNvGrpSpPr/>
            <p:nvPr/>
          </p:nvGrpSpPr>
          <p:grpSpPr>
            <a:xfrm>
              <a:off x="4099205" y="3608084"/>
              <a:ext cx="4793275" cy="533400"/>
              <a:chOff x="4099205" y="3608084"/>
              <a:chExt cx="4793275" cy="533400"/>
            </a:xfrm>
          </p:grpSpPr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A41351A4-4E04-4513-BD86-5FA3282546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59428093"/>
                  </p:ext>
                </p:extLst>
              </p:nvPr>
            </p:nvGraphicFramePr>
            <p:xfrm>
              <a:off x="4099205" y="3608084"/>
              <a:ext cx="1714500" cy="533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92" name="Equation" r:id="rId7" imgW="1714320" imgH="533160" progId="Equation.DSMT4">
                      <p:embed/>
                    </p:oleObj>
                  </mc:Choice>
                  <mc:Fallback>
                    <p:oleObj name="Equation" r:id="rId7" imgW="1714320" imgH="53316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7431B78F-A927-4042-BE28-DD0DB69419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9205" y="3608084"/>
                            <a:ext cx="1714500" cy="533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文本框 24">
                <a:extLst>
                  <a:ext uri="{FF2B5EF4-FFF2-40B4-BE49-F238E27FC236}">
                    <a16:creationId xmlns:a16="http://schemas.microsoft.com/office/drawing/2014/main" id="{F00DC302-01FB-42B6-A77A-31EF2BB08B93}"/>
                  </a:ext>
                </a:extLst>
              </p:cNvPr>
              <p:cNvSpPr txBox="1"/>
              <p:nvPr/>
            </p:nvSpPr>
            <p:spPr>
              <a:xfrm>
                <a:off x="8230706" y="3675075"/>
                <a:ext cx="6617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文本框 30">
              <a:extLst>
                <a:ext uri="{FF2B5EF4-FFF2-40B4-BE49-F238E27FC236}">
                  <a16:creationId xmlns:a16="http://schemas.microsoft.com/office/drawing/2014/main" id="{ABCE6A72-46B2-426F-A270-C3FB840AF098}"/>
                </a:ext>
              </a:extLst>
            </p:cNvPr>
            <p:cNvSpPr txBox="1"/>
            <p:nvPr/>
          </p:nvSpPr>
          <p:spPr>
            <a:xfrm>
              <a:off x="975199" y="3736630"/>
              <a:ext cx="3498462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对应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齐次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方程的通解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B65041D-33F9-45AB-8E2D-95830E9AE2A2}"/>
              </a:ext>
            </a:extLst>
          </p:cNvPr>
          <p:cNvGrpSpPr/>
          <p:nvPr/>
        </p:nvGrpSpPr>
        <p:grpSpPr>
          <a:xfrm>
            <a:off x="4157698" y="2662602"/>
            <a:ext cx="2324909" cy="775041"/>
            <a:chOff x="4559172" y="4394720"/>
            <a:chExt cx="2324909" cy="775041"/>
          </a:xfrm>
        </p:grpSpPr>
        <p:sp>
          <p:nvSpPr>
            <p:cNvPr id="13" name="文本框 20">
              <a:extLst>
                <a:ext uri="{FF2B5EF4-FFF2-40B4-BE49-F238E27FC236}">
                  <a16:creationId xmlns:a16="http://schemas.microsoft.com/office/drawing/2014/main" id="{08E0E466-6E24-4CE2-8927-1448F2321A11}"/>
                </a:ext>
              </a:extLst>
            </p:cNvPr>
            <p:cNvSpPr txBox="1"/>
            <p:nvPr/>
          </p:nvSpPr>
          <p:spPr>
            <a:xfrm>
              <a:off x="5048507" y="4394720"/>
              <a:ext cx="1835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常数变易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箭头: 下 4">
              <a:extLst>
                <a:ext uri="{FF2B5EF4-FFF2-40B4-BE49-F238E27FC236}">
                  <a16:creationId xmlns:a16="http://schemas.microsoft.com/office/drawing/2014/main" id="{8C1A8710-E842-4490-8139-7B3D109DD68B}"/>
                </a:ext>
              </a:extLst>
            </p:cNvPr>
            <p:cNvSpPr/>
            <p:nvPr/>
          </p:nvSpPr>
          <p:spPr>
            <a:xfrm>
              <a:off x="4559172" y="4398700"/>
              <a:ext cx="336878" cy="771061"/>
            </a:xfrm>
            <a:prstGeom prst="downArrow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DD46ED8-7F25-45EA-8246-8F5E2BEDFD3D}"/>
              </a:ext>
            </a:extLst>
          </p:cNvPr>
          <p:cNvGrpSpPr/>
          <p:nvPr/>
        </p:nvGrpSpPr>
        <p:grpSpPr>
          <a:xfrm>
            <a:off x="3488253" y="3525887"/>
            <a:ext cx="4975837" cy="533400"/>
            <a:chOff x="3916643" y="5555164"/>
            <a:chExt cx="4975837" cy="533400"/>
          </a:xfrm>
        </p:grpSpPr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01C89622-FCB3-4392-8006-A23BC63438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6126575"/>
                </p:ext>
              </p:extLst>
            </p:nvPr>
          </p:nvGraphicFramePr>
          <p:xfrm>
            <a:off x="3916643" y="5555164"/>
            <a:ext cx="21082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93" name="Equation" r:id="rId9" imgW="2108160" imgH="533160" progId="Equation.DSMT4">
                    <p:embed/>
                  </p:oleObj>
                </mc:Choice>
                <mc:Fallback>
                  <p:oleObj name="Equation" r:id="rId9" imgW="2108160" imgH="53316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D7CC7F02-828D-4C1B-A052-7B343ECC2D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643" y="5555164"/>
                          <a:ext cx="21082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25">
              <a:extLst>
                <a:ext uri="{FF2B5EF4-FFF2-40B4-BE49-F238E27FC236}">
                  <a16:creationId xmlns:a16="http://schemas.microsoft.com/office/drawing/2014/main" id="{53E436EC-52AC-4F45-B8AD-56C3B53B826B}"/>
                </a:ext>
              </a:extLst>
            </p:cNvPr>
            <p:cNvSpPr txBox="1"/>
            <p:nvPr/>
          </p:nvSpPr>
          <p:spPr>
            <a:xfrm>
              <a:off x="8230706" y="5595630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本框 15">
            <a:extLst>
              <a:ext uri="{FF2B5EF4-FFF2-40B4-BE49-F238E27FC236}">
                <a16:creationId xmlns:a16="http://schemas.microsoft.com/office/drawing/2014/main" id="{EF31F06E-219D-4267-8C51-1A096C4AAE6A}"/>
              </a:ext>
            </a:extLst>
          </p:cNvPr>
          <p:cNvSpPr txBox="1"/>
          <p:nvPr/>
        </p:nvSpPr>
        <p:spPr>
          <a:xfrm>
            <a:off x="546809" y="4059287"/>
            <a:ext cx="316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代入方程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化简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065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EAD1F11-030C-4D57-AD18-23D3D7342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071922"/>
              </p:ext>
            </p:extLst>
          </p:nvPr>
        </p:nvGraphicFramePr>
        <p:xfrm>
          <a:off x="2843808" y="483518"/>
          <a:ext cx="2578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0" name="Equation" r:id="rId3" imgW="2577960" imgH="533160" progId="Equation.DSMT4">
                  <p:embed/>
                </p:oleObj>
              </mc:Choice>
              <mc:Fallback>
                <p:oleObj name="Equation" r:id="rId3" imgW="2577960" imgH="5331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6F0AC17-9329-4AF1-A662-BA0A1360C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83518"/>
                        <a:ext cx="2578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6899365-28CC-4706-B176-1A01CE08A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74628"/>
              </p:ext>
            </p:extLst>
          </p:nvPr>
        </p:nvGraphicFramePr>
        <p:xfrm>
          <a:off x="2815233" y="1875756"/>
          <a:ext cx="3340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1" name="Equation" r:id="rId5" imgW="3340080" imgH="609480" progId="Equation.DSMT4">
                  <p:embed/>
                </p:oleObj>
              </mc:Choice>
              <mc:Fallback>
                <p:oleObj name="Equation" r:id="rId5" imgW="3340080" imgH="609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A6F1FDB-45BC-40C0-8453-03C0CB8E7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233" y="1875756"/>
                        <a:ext cx="3340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8">
            <a:extLst>
              <a:ext uri="{FF2B5EF4-FFF2-40B4-BE49-F238E27FC236}">
                <a16:creationId xmlns:a16="http://schemas.microsoft.com/office/drawing/2014/main" id="{15CA767B-1CF0-43EC-8A08-F3E7166B890A}"/>
              </a:ext>
            </a:extLst>
          </p:cNvPr>
          <p:cNvSpPr txBox="1"/>
          <p:nvPr/>
        </p:nvSpPr>
        <p:spPr>
          <a:xfrm>
            <a:off x="442420" y="1204800"/>
            <a:ext cx="3834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等式变形且两端积分得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26">
            <a:extLst>
              <a:ext uri="{FF2B5EF4-FFF2-40B4-BE49-F238E27FC236}">
                <a16:creationId xmlns:a16="http://schemas.microsoft.com/office/drawing/2014/main" id="{AB307707-714C-4397-90A5-14FACC061DAA}"/>
              </a:ext>
            </a:extLst>
          </p:cNvPr>
          <p:cNvSpPr txBox="1"/>
          <p:nvPr/>
        </p:nvSpPr>
        <p:spPr>
          <a:xfrm>
            <a:off x="442419" y="2579923"/>
            <a:ext cx="345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所以方程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84A4A4E-B890-4BED-AB53-D43D9053FDC8}"/>
              </a:ext>
            </a:extLst>
          </p:cNvPr>
          <p:cNvGrpSpPr/>
          <p:nvPr/>
        </p:nvGrpSpPr>
        <p:grpSpPr>
          <a:xfrm>
            <a:off x="1108968" y="3344194"/>
            <a:ext cx="6553408" cy="696069"/>
            <a:chOff x="1374567" y="5158206"/>
            <a:chExt cx="6553408" cy="696069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3C7D43C-BC91-452F-AA89-E19557DDD3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2741411"/>
                </p:ext>
              </p:extLst>
            </p:nvPr>
          </p:nvGraphicFramePr>
          <p:xfrm>
            <a:off x="2212975" y="5201441"/>
            <a:ext cx="57150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12" name="Equation" r:id="rId7" imgW="5715000" imgH="609480" progId="Equation.DSMT4">
                    <p:embed/>
                  </p:oleObj>
                </mc:Choice>
                <mc:Fallback>
                  <p:oleObj name="Equation" r:id="rId7" imgW="5715000" imgH="6094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F68A001-E0B6-40FF-BAF8-D2F16B1923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2975" y="5201441"/>
                          <a:ext cx="57150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26">
              <a:extLst>
                <a:ext uri="{FF2B5EF4-FFF2-40B4-BE49-F238E27FC236}">
                  <a16:creationId xmlns:a16="http://schemas.microsoft.com/office/drawing/2014/main" id="{04992ABD-9216-4056-BBD8-FA928866718F}"/>
                </a:ext>
              </a:extLst>
            </p:cNvPr>
            <p:cNvSpPr txBox="1"/>
            <p:nvPr/>
          </p:nvSpPr>
          <p:spPr>
            <a:xfrm>
              <a:off x="1374567" y="5158206"/>
              <a:ext cx="5633863" cy="6960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F6197D06-2F5B-407A-83C8-385195EC4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64983"/>
              </p:ext>
            </p:extLst>
          </p:nvPr>
        </p:nvGraphicFramePr>
        <p:xfrm>
          <a:off x="6437560" y="482773"/>
          <a:ext cx="210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3" name="Equation" r:id="rId9" imgW="2108160" imgH="533160" progId="Equation.DSMT4">
                  <p:embed/>
                </p:oleObj>
              </mc:Choice>
              <mc:Fallback>
                <p:oleObj name="Equation" r:id="rId9" imgW="2108160" imgH="5331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A871A298-7219-414F-9443-6597DD63DC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560" y="482773"/>
                        <a:ext cx="2108200" cy="5334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5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0D0B9F-6767-4F7C-88C7-7A2EA75F16CF}"/>
              </a:ext>
            </a:extLst>
          </p:cNvPr>
          <p:cNvSpPr/>
          <p:nvPr/>
        </p:nvSpPr>
        <p:spPr>
          <a:xfrm>
            <a:off x="1403648" y="1131590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一阶非齐次线性方程的通解公式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EF69A43-E25B-41E5-B213-A0C9F7FDC76B}"/>
              </a:ext>
            </a:extLst>
          </p:cNvPr>
          <p:cNvGrpSpPr/>
          <p:nvPr/>
        </p:nvGrpSpPr>
        <p:grpSpPr>
          <a:xfrm>
            <a:off x="1093993" y="285498"/>
            <a:ext cx="6374333" cy="714482"/>
            <a:chOff x="1403648" y="5013176"/>
            <a:chExt cx="6374333" cy="714482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173A231-27DF-4A08-B869-D488E2AF7C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6480746"/>
                </p:ext>
              </p:extLst>
            </p:nvPr>
          </p:nvGraphicFramePr>
          <p:xfrm>
            <a:off x="2126481" y="5017532"/>
            <a:ext cx="5651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13" name="Equation" r:id="rId3" imgW="5651280" imgH="609480" progId="Equation.DSMT4">
                    <p:embed/>
                  </p:oleObj>
                </mc:Choice>
                <mc:Fallback>
                  <p:oleObj name="Equation" r:id="rId3" imgW="5651280" imgH="6094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DBF01F55-2747-4638-8E7D-0C34634CA7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6481" y="5017532"/>
                          <a:ext cx="56515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51A76955-225F-425F-A83B-B6398925407E}"/>
                </a:ext>
              </a:extLst>
            </p:cNvPr>
            <p:cNvSpPr txBox="1"/>
            <p:nvPr/>
          </p:nvSpPr>
          <p:spPr>
            <a:xfrm>
              <a:off x="1403648" y="5013176"/>
              <a:ext cx="5479925" cy="714482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框 20">
            <a:extLst>
              <a:ext uri="{FF2B5EF4-FFF2-40B4-BE49-F238E27FC236}">
                <a16:creationId xmlns:a16="http://schemas.microsoft.com/office/drawing/2014/main" id="{068D7E21-7817-43A1-A969-AE5D04B23392}"/>
              </a:ext>
            </a:extLst>
          </p:cNvPr>
          <p:cNvSpPr txBox="1"/>
          <p:nvPr/>
        </p:nvSpPr>
        <p:spPr>
          <a:xfrm>
            <a:off x="641694" y="1921677"/>
            <a:ext cx="601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13">
            <a:extLst>
              <a:ext uri="{FF2B5EF4-FFF2-40B4-BE49-F238E27FC236}">
                <a16:creationId xmlns:a16="http://schemas.microsoft.com/office/drawing/2014/main" id="{219F4227-9525-467F-A00D-CAADCCDDE5BD}"/>
              </a:ext>
            </a:extLst>
          </p:cNvPr>
          <p:cNvSpPr txBox="1"/>
          <p:nvPr/>
        </p:nvSpPr>
        <p:spPr>
          <a:xfrm>
            <a:off x="1225884" y="2499134"/>
            <a:ext cx="723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的通解可写为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784FFC6B-BA26-453B-9D21-5D8DB6DFD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404434"/>
              </p:ext>
            </p:extLst>
          </p:nvPr>
        </p:nvGraphicFramePr>
        <p:xfrm>
          <a:off x="1802678" y="3091715"/>
          <a:ext cx="5816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4" name="Equation" r:id="rId5" imgW="5816520" imgH="609480" progId="Equation.DSMT4">
                  <p:embed/>
                </p:oleObj>
              </mc:Choice>
              <mc:Fallback>
                <p:oleObj name="Equation" r:id="rId5" imgW="5816520" imgH="60948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47B8D44B-7263-4C54-9830-0855C594F3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678" y="3091715"/>
                        <a:ext cx="5816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3">
            <a:extLst>
              <a:ext uri="{FF2B5EF4-FFF2-40B4-BE49-F238E27FC236}">
                <a16:creationId xmlns:a16="http://schemas.microsoft.com/office/drawing/2014/main" id="{BBDC285C-8B4A-4ECA-89C3-E4A2AB31AB0D}"/>
              </a:ext>
            </a:extLst>
          </p:cNvPr>
          <p:cNvSpPr txBox="1"/>
          <p:nvPr/>
        </p:nvSpPr>
        <p:spPr>
          <a:xfrm>
            <a:off x="1365937" y="3951391"/>
            <a:ext cx="253177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齐次方程的通解</a:t>
            </a:r>
            <a:endParaRPr lang="en-US" altLang="zh-CN" sz="20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: 圆角 7">
            <a:extLst>
              <a:ext uri="{FF2B5EF4-FFF2-40B4-BE49-F238E27FC236}">
                <a16:creationId xmlns:a16="http://schemas.microsoft.com/office/drawing/2014/main" id="{B385A32B-3CC8-403A-A0EF-64A0A9170E40}"/>
              </a:ext>
            </a:extLst>
          </p:cNvPr>
          <p:cNvSpPr/>
          <p:nvPr/>
        </p:nvSpPr>
        <p:spPr>
          <a:xfrm>
            <a:off x="2242439" y="3103952"/>
            <a:ext cx="1223914" cy="634113"/>
          </a:xfrm>
          <a:prstGeom prst="roundRect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29">
            <a:extLst>
              <a:ext uri="{FF2B5EF4-FFF2-40B4-BE49-F238E27FC236}">
                <a16:creationId xmlns:a16="http://schemas.microsoft.com/office/drawing/2014/main" id="{5A80F9A9-6017-4BA4-877C-7344D44CC487}"/>
              </a:ext>
            </a:extLst>
          </p:cNvPr>
          <p:cNvSpPr txBox="1"/>
          <p:nvPr/>
        </p:nvSpPr>
        <p:spPr>
          <a:xfrm>
            <a:off x="3583879" y="3951391"/>
            <a:ext cx="3793272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非齐次方程的一个特解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: 圆角 31">
            <a:extLst>
              <a:ext uri="{FF2B5EF4-FFF2-40B4-BE49-F238E27FC236}">
                <a16:creationId xmlns:a16="http://schemas.microsoft.com/office/drawing/2014/main" id="{3505A14A-8F0F-4935-A672-0B7E4BC34BC2}"/>
              </a:ext>
            </a:extLst>
          </p:cNvPr>
          <p:cNvSpPr/>
          <p:nvPr/>
        </p:nvSpPr>
        <p:spPr>
          <a:xfrm>
            <a:off x="3661638" y="3054965"/>
            <a:ext cx="3024336" cy="68310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93DA5AE-AD4A-43E8-BEB2-566D39329B80}"/>
              </a:ext>
            </a:extLst>
          </p:cNvPr>
          <p:cNvGrpSpPr/>
          <p:nvPr/>
        </p:nvGrpSpPr>
        <p:grpSpPr>
          <a:xfrm>
            <a:off x="1225884" y="1902369"/>
            <a:ext cx="8203483" cy="461665"/>
            <a:chOff x="1323420" y="2090777"/>
            <a:chExt cx="8203483" cy="461665"/>
          </a:xfrm>
        </p:grpSpPr>
        <p:sp>
          <p:nvSpPr>
            <p:cNvPr id="14" name="文本框 22">
              <a:extLst>
                <a:ext uri="{FF2B5EF4-FFF2-40B4-BE49-F238E27FC236}">
                  <a16:creationId xmlns:a16="http://schemas.microsoft.com/office/drawing/2014/main" id="{0C8BDE9C-2B3F-4BF6-A84B-7E70824F66C2}"/>
                </a:ext>
              </a:extLst>
            </p:cNvPr>
            <p:cNvSpPr txBox="1"/>
            <p:nvPr/>
          </p:nvSpPr>
          <p:spPr>
            <a:xfrm>
              <a:off x="1323420" y="2090777"/>
              <a:ext cx="82034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a)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式称为一阶线性非齐次方程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的通解公式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37BFF00-C052-4C4E-A535-FF4DEB1799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3096856"/>
                </p:ext>
              </p:extLst>
            </p:nvPr>
          </p:nvGraphicFramePr>
          <p:xfrm>
            <a:off x="1958975" y="2192915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15" name="Equation" r:id="rId7" imgW="380880" imgH="342720" progId="Equation.DSMT4">
                    <p:embed/>
                  </p:oleObj>
                </mc:Choice>
                <mc:Fallback>
                  <p:oleObj name="Equation" r:id="rId7" imgW="38088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1CC347C-41AE-45C0-8029-DC30861D145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58975" y="2192915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394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 animBg="1"/>
      <p:bldP spid="11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F2563B7-8046-464D-9633-B0D3CC58601A}"/>
              </a:ext>
            </a:extLst>
          </p:cNvPr>
          <p:cNvGrpSpPr/>
          <p:nvPr/>
        </p:nvGrpSpPr>
        <p:grpSpPr>
          <a:xfrm>
            <a:off x="1325234" y="411510"/>
            <a:ext cx="6493531" cy="982569"/>
            <a:chOff x="1403647" y="5013176"/>
            <a:chExt cx="6493531" cy="982569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24B5621-DD97-450A-8614-BA3831A7E0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3578433"/>
                </p:ext>
              </p:extLst>
            </p:nvPr>
          </p:nvGraphicFramePr>
          <p:xfrm>
            <a:off x="2245678" y="5202147"/>
            <a:ext cx="5651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37" name="Equation" r:id="rId3" imgW="5651280" imgH="609480" progId="Equation.DSMT4">
                    <p:embed/>
                  </p:oleObj>
                </mc:Choice>
                <mc:Fallback>
                  <p:oleObj name="Equation" r:id="rId3" imgW="5651280" imgH="6094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D8FE4F6-E541-4BAC-B6F2-297B61CB12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678" y="5202147"/>
                          <a:ext cx="56515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8B01A559-78FB-44DD-9A75-EFB114E6EC80}"/>
                </a:ext>
              </a:extLst>
            </p:cNvPr>
            <p:cNvSpPr txBox="1"/>
            <p:nvPr/>
          </p:nvSpPr>
          <p:spPr>
            <a:xfrm>
              <a:off x="1403647" y="5013176"/>
              <a:ext cx="5551021" cy="98256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FF8265B-0315-4697-BAAD-60F49686C7FF}"/>
              </a:ext>
            </a:extLst>
          </p:cNvPr>
          <p:cNvSpPr/>
          <p:nvPr/>
        </p:nvSpPr>
        <p:spPr>
          <a:xfrm>
            <a:off x="1817692" y="1636476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一阶非齐次线性方程的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通解公式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4">
            <a:extLst>
              <a:ext uri="{FF2B5EF4-FFF2-40B4-BE49-F238E27FC236}">
                <a16:creationId xmlns:a16="http://schemas.microsoft.com/office/drawing/2014/main" id="{9D0E5246-9505-4E6A-8600-64679D40E7C6}"/>
              </a:ext>
            </a:extLst>
          </p:cNvPr>
          <p:cNvSpPr txBox="1"/>
          <p:nvPr/>
        </p:nvSpPr>
        <p:spPr>
          <a:xfrm>
            <a:off x="1159153" y="244338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54AFAF34-CE5A-4BC6-B178-832BFDD55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120667"/>
              </p:ext>
            </p:extLst>
          </p:nvPr>
        </p:nvGraphicFramePr>
        <p:xfrm>
          <a:off x="1979712" y="2369421"/>
          <a:ext cx="3187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38" name="Equation" r:id="rId5" imgW="3187440" imgH="609480" progId="Equation.DSMT4">
                  <p:embed/>
                </p:oleObj>
              </mc:Choice>
              <mc:Fallback>
                <p:oleObj name="Equation" r:id="rId5" imgW="3187440" imgH="6094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D4BEE31D-018E-4297-866E-0C2AC2778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369421"/>
                        <a:ext cx="3187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18">
            <a:extLst>
              <a:ext uri="{FF2B5EF4-FFF2-40B4-BE49-F238E27FC236}">
                <a16:creationId xmlns:a16="http://schemas.microsoft.com/office/drawing/2014/main" id="{96F4FDF7-EB94-4836-927E-1A2E524907EE}"/>
              </a:ext>
            </a:extLst>
          </p:cNvPr>
          <p:cNvSpPr txBox="1"/>
          <p:nvPr/>
        </p:nvSpPr>
        <p:spPr>
          <a:xfrm>
            <a:off x="5292081" y="2436766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分别表示被积函数的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7991BDD-B766-45F3-9F54-C71454AA2424}"/>
              </a:ext>
            </a:extLst>
          </p:cNvPr>
          <p:cNvGrpSpPr/>
          <p:nvPr/>
        </p:nvGrpSpPr>
        <p:grpSpPr>
          <a:xfrm>
            <a:off x="539552" y="3277563"/>
            <a:ext cx="4209807" cy="461665"/>
            <a:chOff x="467544" y="3354536"/>
            <a:chExt cx="4209807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FA9AB53-76E6-4DA0-8062-F55B34737F3E}"/>
                </a:ext>
              </a:extLst>
            </p:cNvPr>
            <p:cNvSpPr/>
            <p:nvPr/>
          </p:nvSpPr>
          <p:spPr>
            <a:xfrm>
              <a:off x="467544" y="3354536"/>
              <a:ext cx="420980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某一个原函数，不加常数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3C3F3A2-6CEA-4359-B7A5-831FAA2C4B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1657740"/>
                </p:ext>
              </p:extLst>
            </p:nvPr>
          </p:nvGraphicFramePr>
          <p:xfrm>
            <a:off x="3973744" y="3483492"/>
            <a:ext cx="254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39" name="Equation" r:id="rId7" imgW="253800" imgH="279360" progId="Equation.DSMT4">
                    <p:embed/>
                  </p:oleObj>
                </mc:Choice>
                <mc:Fallback>
                  <p:oleObj name="Equation" r:id="rId7" imgW="25380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9226968D-DFBD-4F04-8D45-4DE6ABC24B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73744" y="3483492"/>
                          <a:ext cx="254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4679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A204E22-22FE-472C-9F76-6D8FB12A4647}"/>
              </a:ext>
            </a:extLst>
          </p:cNvPr>
          <p:cNvSpPr txBox="1"/>
          <p:nvPr/>
        </p:nvSpPr>
        <p:spPr>
          <a:xfrm>
            <a:off x="3432509" y="435719"/>
            <a:ext cx="227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常数变易法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CD7A85F-3FD5-40ED-9E7D-130DAA837C2E}"/>
              </a:ext>
            </a:extLst>
          </p:cNvPr>
          <p:cNvGrpSpPr/>
          <p:nvPr/>
        </p:nvGrpSpPr>
        <p:grpSpPr>
          <a:xfrm>
            <a:off x="1138125" y="1840138"/>
            <a:ext cx="6867750" cy="652360"/>
            <a:chOff x="952765" y="2140242"/>
            <a:chExt cx="6867750" cy="652360"/>
          </a:xfrm>
        </p:grpSpPr>
        <p:sp>
          <p:nvSpPr>
            <p:cNvPr id="4" name="文本框 25">
              <a:extLst>
                <a:ext uri="{FF2B5EF4-FFF2-40B4-BE49-F238E27FC236}">
                  <a16:creationId xmlns:a16="http://schemas.microsoft.com/office/drawing/2014/main" id="{DEB8AF7A-56C8-4398-8725-ED3C21777EBA}"/>
                </a:ext>
              </a:extLst>
            </p:cNvPr>
            <p:cNvSpPr txBox="1"/>
            <p:nvPr/>
          </p:nvSpPr>
          <p:spPr>
            <a:xfrm>
              <a:off x="952765" y="2330937"/>
              <a:ext cx="507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marR="0" lvl="0" indent="-5143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romanUcPeriod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先求对应齐次方程（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）的通解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C523B9C2-6790-4C90-AC21-0C6CF303B8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3684387"/>
                </p:ext>
              </p:extLst>
            </p:nvPr>
          </p:nvGraphicFramePr>
          <p:xfrm>
            <a:off x="5839315" y="2140242"/>
            <a:ext cx="1981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78" name="Equation" r:id="rId3" imgW="1981080" imgH="609480" progId="Equation.DSMT4">
                    <p:embed/>
                  </p:oleObj>
                </mc:Choice>
                <mc:Fallback>
                  <p:oleObj name="Equation" r:id="rId3" imgW="1981080" imgH="60948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E00831B3-5AF3-469B-B8DA-C2CE798445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9315" y="2140242"/>
                          <a:ext cx="19812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2101FD-3937-4FB7-9F4F-DC0790BF48CE}"/>
              </a:ext>
            </a:extLst>
          </p:cNvPr>
          <p:cNvGrpSpPr/>
          <p:nvPr/>
        </p:nvGrpSpPr>
        <p:grpSpPr>
          <a:xfrm>
            <a:off x="1080924" y="2680253"/>
            <a:ext cx="7272228" cy="654673"/>
            <a:chOff x="953658" y="2040801"/>
            <a:chExt cx="7272228" cy="654673"/>
          </a:xfrm>
        </p:grpSpPr>
        <p:sp>
          <p:nvSpPr>
            <p:cNvPr id="7" name="文本框 31">
              <a:extLst>
                <a:ext uri="{FF2B5EF4-FFF2-40B4-BE49-F238E27FC236}">
                  <a16:creationId xmlns:a16="http://schemas.microsoft.com/office/drawing/2014/main" id="{284E8239-381E-4A3A-8BE1-D620386DB742}"/>
                </a:ext>
              </a:extLst>
            </p:cNvPr>
            <p:cNvSpPr txBox="1"/>
            <p:nvPr/>
          </p:nvSpPr>
          <p:spPr>
            <a:xfrm>
              <a:off x="953658" y="2233809"/>
              <a:ext cx="5462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marR="0" lvl="0" indent="-5143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romanUcPeriod" startAt="2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设对应非齐次方程（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）的通解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EC24E5E7-B924-4D7C-80A9-A3054175A3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2592711"/>
                </p:ext>
              </p:extLst>
            </p:nvPr>
          </p:nvGraphicFramePr>
          <p:xfrm>
            <a:off x="5812886" y="2040801"/>
            <a:ext cx="24130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79" name="Equation" r:id="rId5" imgW="2412720" imgH="609480" progId="Equation.DSMT4">
                    <p:embed/>
                  </p:oleObj>
                </mc:Choice>
                <mc:Fallback>
                  <p:oleObj name="Equation" r:id="rId5" imgW="2412720" imgH="60948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95C616D0-A7FA-4C41-8684-3A5F303699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2886" y="2040801"/>
                          <a:ext cx="24130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36">
            <a:extLst>
              <a:ext uri="{FF2B5EF4-FFF2-40B4-BE49-F238E27FC236}">
                <a16:creationId xmlns:a16="http://schemas.microsoft.com/office/drawing/2014/main" id="{999BF1F6-846B-4FB8-B811-3ACF8FC1EF6E}"/>
              </a:ext>
            </a:extLst>
          </p:cNvPr>
          <p:cNvSpPr txBox="1"/>
          <p:nvPr/>
        </p:nvSpPr>
        <p:spPr>
          <a:xfrm>
            <a:off x="1080924" y="3647150"/>
            <a:ext cx="4123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给出原方程的通解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A1D904D7-BE09-408A-9F8B-E6CD39A01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115262"/>
              </p:ext>
            </p:extLst>
          </p:nvPr>
        </p:nvGraphicFramePr>
        <p:xfrm>
          <a:off x="1259632" y="1001245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80" name="Equation" r:id="rId7" imgW="2869920" imgH="736560" progId="Equation.DSMT4">
                  <p:embed/>
                </p:oleObj>
              </mc:Choice>
              <mc:Fallback>
                <p:oleObj name="Equation" r:id="rId7" imgW="2869920" imgH="7365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E75EB14C-8C41-443D-956E-84EF6DF0F4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001245"/>
                        <a:ext cx="28702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57A4BCE2-FD70-4B3D-B72E-5E7E43E44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645738"/>
              </p:ext>
            </p:extLst>
          </p:nvPr>
        </p:nvGraphicFramePr>
        <p:xfrm>
          <a:off x="5174863" y="1001245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81" name="Equation" r:id="rId9" imgW="2489040" imgH="736560" progId="Equation.DSMT4">
                  <p:embed/>
                </p:oleObj>
              </mc:Choice>
              <mc:Fallback>
                <p:oleObj name="Equation" r:id="rId9" imgW="248904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CB22E1D9-1580-4967-BC08-4B89A38F6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4863" y="1001245"/>
                        <a:ext cx="24892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536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8B5FF740-3B91-48E0-98D5-8C34E131895F}"/>
              </a:ext>
            </a:extLst>
          </p:cNvPr>
          <p:cNvSpPr txBox="1"/>
          <p:nvPr/>
        </p:nvSpPr>
        <p:spPr>
          <a:xfrm>
            <a:off x="827584" y="446958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常数变易法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是法国数学家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Lagrange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年才得到的结果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C:\Users\Administrator\Desktop\242dd42a2834349b6446b68bc9ea15ce36d3be78.jpg">
            <a:extLst>
              <a:ext uri="{FF2B5EF4-FFF2-40B4-BE49-F238E27FC236}">
                <a16:creationId xmlns:a16="http://schemas.microsoft.com/office/drawing/2014/main" id="{36547BC0-81C5-416D-BF88-71874CC8F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045" y="1118510"/>
            <a:ext cx="1194052" cy="1684148"/>
          </a:xfrm>
          <a:prstGeom prst="rect">
            <a:avLst/>
          </a:prstGeom>
          <a:noFill/>
          <a:ln w="98425" cmpd="dbl">
            <a:solidFill>
              <a:srgbClr val="0064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1D4BC43C-5324-4A46-9228-06C4D69035B0}"/>
              </a:ext>
            </a:extLst>
          </p:cNvPr>
          <p:cNvSpPr txBox="1"/>
          <p:nvPr/>
        </p:nvSpPr>
        <p:spPr>
          <a:xfrm>
            <a:off x="5076056" y="3063142"/>
            <a:ext cx="38678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Joseph-Louis Lagrange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1736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1813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，法国数学家．他在数学、力学和天文学三个学科领域中都有历史性的贡献，其中尤以数学方面的成就最为突出．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70B4F41-E8A0-4263-BD7A-89D2B63086EF}"/>
              </a:ext>
            </a:extLst>
          </p:cNvPr>
          <p:cNvSpPr txBox="1"/>
          <p:nvPr/>
        </p:nvSpPr>
        <p:spPr>
          <a:xfrm>
            <a:off x="395536" y="1357848"/>
            <a:ext cx="52565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400" b="1" dirty="0">
                <a:solidFill>
                  <a:srgbClr val="0064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Lagrange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在数学方面主要贡献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数学分析的开拓者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变分法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微分方程　　　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数论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函数和无穷级数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Lagrange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内插公式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其他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848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Administrator\Desktop\u=2778963633,1304539288&amp;fm=173&amp;app=25&amp;f=JPEG.jpg">
            <a:extLst>
              <a:ext uri="{FF2B5EF4-FFF2-40B4-BE49-F238E27FC236}">
                <a16:creationId xmlns:a16="http://schemas.microsoft.com/office/drawing/2014/main" id="{E257F77A-9BEE-44CE-8BC9-8E7B717F0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11510"/>
            <a:ext cx="3695178" cy="236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7DA9DF9-2298-4614-97F0-E6238611BF05}"/>
              </a:ext>
            </a:extLst>
          </p:cNvPr>
          <p:cNvSpPr txBox="1"/>
          <p:nvPr/>
        </p:nvSpPr>
        <p:spPr>
          <a:xfrm>
            <a:off x="-828600" y="341107"/>
            <a:ext cx="568863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题诗后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　　</a:t>
            </a:r>
            <a:r>
              <a:rPr lang="en-US" altLang="zh-CN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【</a:t>
            </a:r>
            <a:r>
              <a:rPr lang="zh-CN" altLang="en-US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唐</a:t>
            </a:r>
            <a:r>
              <a:rPr lang="en-US" altLang="zh-CN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】</a:t>
            </a:r>
            <a:r>
              <a:rPr lang="zh-CN" altLang="en-US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　贾岛</a:t>
            </a:r>
            <a:r>
              <a:rPr lang="zh-CN" altLang="en-US" sz="24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　</a:t>
            </a:r>
            <a:r>
              <a:rPr lang="zh-CN" altLang="en-US" sz="28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　</a:t>
            </a:r>
            <a:endParaRPr lang="en-US" altLang="zh-CN" sz="2800" b="1" dirty="0">
              <a:solidFill>
                <a:prstClr val="black"/>
              </a:solidFill>
              <a:latin typeface="华文仿宋" pitchFamily="2" charset="-122"/>
              <a:ea typeface="华文仿宋" pitchFamily="2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仿宋" pitchFamily="2" charset="-122"/>
                <a:ea typeface="华文仿宋" pitchFamily="2" charset="-122"/>
              </a:rPr>
              <a:t>　　　　　</a:t>
            </a:r>
            <a:r>
              <a:rPr lang="zh-CN" altLang="en-US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两句三年得，　</a:t>
            </a:r>
            <a:endParaRPr lang="en-US" altLang="zh-CN" sz="20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　　　　　　  一吟双泪流。</a:t>
            </a:r>
            <a:endParaRPr lang="en-US" altLang="zh-CN" sz="20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srgbClr val="1F497D"/>
                </a:solidFill>
                <a:latin typeface="楷体" pitchFamily="49" charset="-122"/>
                <a:ea typeface="楷体" pitchFamily="49" charset="-122"/>
              </a:rPr>
              <a:t>　　　　　　  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知音如不赏，　</a:t>
            </a:r>
            <a:endParaRPr lang="en-US" altLang="zh-CN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　　　　　　  归卧故山秋。</a:t>
            </a:r>
            <a:endParaRPr lang="en-US" altLang="zh-CN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8BF6A11-6F3C-40E2-9328-1FD9EA630943}"/>
              </a:ext>
            </a:extLst>
          </p:cNvPr>
          <p:cNvSpPr txBox="1"/>
          <p:nvPr/>
        </p:nvSpPr>
        <p:spPr>
          <a:xfrm>
            <a:off x="-396552" y="2691665"/>
            <a:ext cx="403244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剑客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 </a:t>
            </a:r>
            <a:r>
              <a:rPr lang="en-US" altLang="zh-CN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【</a:t>
            </a:r>
            <a:r>
              <a:rPr lang="zh-CN" altLang="en-US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唐</a:t>
            </a:r>
            <a:r>
              <a:rPr lang="en-US" altLang="zh-CN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】</a:t>
            </a:r>
            <a:r>
              <a:rPr lang="zh-CN" altLang="en-US" sz="20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   贾岛</a:t>
            </a:r>
            <a:r>
              <a:rPr lang="zh-CN" altLang="en-US" sz="24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　</a:t>
            </a:r>
            <a:r>
              <a:rPr lang="zh-CN" altLang="en-US" sz="2800" b="1" dirty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　</a:t>
            </a:r>
            <a:endParaRPr lang="en-US" altLang="zh-CN" sz="2800" b="1" dirty="0">
              <a:solidFill>
                <a:prstClr val="black"/>
              </a:solidFill>
              <a:latin typeface="华文仿宋" pitchFamily="2" charset="-122"/>
              <a:ea typeface="华文仿宋" pitchFamily="2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仿宋" pitchFamily="2" charset="-122"/>
                <a:ea typeface="华文仿宋" pitchFamily="2" charset="-122"/>
              </a:rPr>
              <a:t>　　　　</a:t>
            </a:r>
            <a:r>
              <a:rPr lang="zh-CN" altLang="en-US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十年磨一剑，　</a:t>
            </a:r>
            <a:endParaRPr lang="en-US" altLang="zh-CN" sz="20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　　　　  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霜刃未曾示。</a:t>
            </a:r>
            <a:endParaRPr lang="en-US" altLang="zh-CN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　　　　  今日把君试，　　　　　　　　　　　　　　　　　</a:t>
            </a:r>
            <a:endParaRPr lang="en-US" altLang="zh-CN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　　　　  谁有不平事</a:t>
            </a:r>
            <a:r>
              <a:rPr lang="zh-CN" alt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D9D5836A-BCF1-4399-808C-56B7334A94EB}"/>
              </a:ext>
            </a:extLst>
          </p:cNvPr>
          <p:cNvSpPr txBox="1"/>
          <p:nvPr/>
        </p:nvSpPr>
        <p:spPr>
          <a:xfrm>
            <a:off x="2987824" y="3291830"/>
            <a:ext cx="4861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贾岛（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779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843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年），唐代诗人，字阆仙，人称“诗奴”，与孟郊共称“郊寒岛瘦”。</a:t>
            </a:r>
          </a:p>
        </p:txBody>
      </p:sp>
    </p:spTree>
    <p:extLst>
      <p:ext uri="{BB962C8B-B14F-4D97-AF65-F5344CB8AC3E}">
        <p14:creationId xmlns:p14="http://schemas.microsoft.com/office/powerpoint/2010/main" val="4278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460CF749-C74C-4AD7-8F83-4A360349F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811064"/>
              </p:ext>
            </p:extLst>
          </p:nvPr>
        </p:nvGraphicFramePr>
        <p:xfrm>
          <a:off x="3306952" y="148124"/>
          <a:ext cx="35734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22" name="Equation" r:id="rId3" imgW="2997000" imgH="736560" progId="Equation.DSMT4">
                  <p:embed/>
                </p:oleObj>
              </mc:Choice>
              <mc:Fallback>
                <p:oleObj name="Equation" r:id="rId3" imgW="299700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DFC5D423-DA4C-4A38-BFDF-7BF9FF1C9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952" y="148124"/>
                        <a:ext cx="3573463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2">
            <a:extLst>
              <a:ext uri="{FF2B5EF4-FFF2-40B4-BE49-F238E27FC236}">
                <a16:creationId xmlns:a16="http://schemas.microsoft.com/office/drawing/2014/main" id="{B652E80F-443D-4E80-9294-E1D56D554354}"/>
              </a:ext>
            </a:extLst>
          </p:cNvPr>
          <p:cNvSpPr txBox="1"/>
          <p:nvPr/>
        </p:nvSpPr>
        <p:spPr>
          <a:xfrm>
            <a:off x="684785" y="285592"/>
            <a:ext cx="1115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7BB70A90-7F7C-4734-928F-5D72B448CF36}"/>
              </a:ext>
            </a:extLst>
          </p:cNvPr>
          <p:cNvSpPr txBox="1"/>
          <p:nvPr/>
        </p:nvSpPr>
        <p:spPr>
          <a:xfrm>
            <a:off x="1259632" y="267494"/>
            <a:ext cx="283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求解微分方程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2AC6C1D0-4358-44F1-B609-53470D6F0238}"/>
              </a:ext>
            </a:extLst>
          </p:cNvPr>
          <p:cNvSpPr txBox="1"/>
          <p:nvPr/>
        </p:nvSpPr>
        <p:spPr>
          <a:xfrm>
            <a:off x="6835344" y="244949"/>
            <a:ext cx="175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的通解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6">
            <a:extLst>
              <a:ext uri="{FF2B5EF4-FFF2-40B4-BE49-F238E27FC236}">
                <a16:creationId xmlns:a16="http://schemas.microsoft.com/office/drawing/2014/main" id="{20523060-A3A9-41E2-933A-AA727310303F}"/>
              </a:ext>
            </a:extLst>
          </p:cNvPr>
          <p:cNvSpPr txBox="1"/>
          <p:nvPr/>
        </p:nvSpPr>
        <p:spPr>
          <a:xfrm>
            <a:off x="717278" y="235065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13">
            <a:extLst>
              <a:ext uri="{FF2B5EF4-FFF2-40B4-BE49-F238E27FC236}">
                <a16:creationId xmlns:a16="http://schemas.microsoft.com/office/drawing/2014/main" id="{BAF31D61-5866-4750-BF83-733461990484}"/>
              </a:ext>
            </a:extLst>
          </p:cNvPr>
          <p:cNvSpPr txBox="1"/>
          <p:nvPr/>
        </p:nvSpPr>
        <p:spPr>
          <a:xfrm>
            <a:off x="1222268" y="910116"/>
            <a:ext cx="3993659" cy="461665"/>
          </a:xfrm>
          <a:prstGeom prst="rect">
            <a:avLst/>
          </a:prstGeom>
          <a:pattFill prst="pct5">
            <a:fgClr>
              <a:srgbClr val="FFFF00"/>
            </a:fgClr>
            <a:bgClr>
              <a:sysClr val="window" lastClr="FFFFFF"/>
            </a:bgClr>
          </a:patt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将原方程化为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标准型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19">
            <a:extLst>
              <a:ext uri="{FF2B5EF4-FFF2-40B4-BE49-F238E27FC236}">
                <a16:creationId xmlns:a16="http://schemas.microsoft.com/office/drawing/2014/main" id="{337C8F15-627A-4120-B9F6-05A10E68DD5D}"/>
              </a:ext>
            </a:extLst>
          </p:cNvPr>
          <p:cNvSpPr txBox="1"/>
          <p:nvPr/>
        </p:nvSpPr>
        <p:spPr>
          <a:xfrm>
            <a:off x="717278" y="94170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52F18E65-CB31-42D3-881F-FD5BF49EE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80634"/>
              </p:ext>
            </p:extLst>
          </p:nvPr>
        </p:nvGraphicFramePr>
        <p:xfrm>
          <a:off x="2874904" y="1368443"/>
          <a:ext cx="260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23" name="Equation" r:id="rId5" imgW="2603160" imgH="736560" progId="Equation.DSMT4">
                  <p:embed/>
                </p:oleObj>
              </mc:Choice>
              <mc:Fallback>
                <p:oleObj name="Equation" r:id="rId5" imgW="2603160" imgH="7365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668F7201-DC18-461C-BAE6-1FDCCE6102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04" y="1368443"/>
                        <a:ext cx="2603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9D33C0C-C2CA-4682-A048-1D548C754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730268"/>
              </p:ext>
            </p:extLst>
          </p:nvPr>
        </p:nvGraphicFramePr>
        <p:xfrm>
          <a:off x="1888642" y="2230400"/>
          <a:ext cx="435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24" name="Equation" r:id="rId7" imgW="4356000" imgH="736560" progId="Equation.DSMT4">
                  <p:embed/>
                </p:oleObj>
              </mc:Choice>
              <mc:Fallback>
                <p:oleObj name="Equation" r:id="rId7" imgW="435600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6C14E37C-D877-4C92-8111-08CEEABF2E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8642" y="2230400"/>
                        <a:ext cx="4356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5D883246-D0A7-4769-B405-674E6D7F61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750356"/>
              </p:ext>
            </p:extLst>
          </p:nvPr>
        </p:nvGraphicFramePr>
        <p:xfrm>
          <a:off x="2334803" y="3243902"/>
          <a:ext cx="4724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25" name="Equation" r:id="rId9" imgW="4724280" imgH="609480" progId="Equation.DSMT4">
                  <p:embed/>
                </p:oleObj>
              </mc:Choice>
              <mc:Fallback>
                <p:oleObj name="Equation" r:id="rId9" imgW="4724280" imgH="60948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B2FEF5AA-8F84-4131-9067-A6B8D9171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803" y="3243902"/>
                        <a:ext cx="4724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7">
            <a:extLst>
              <a:ext uri="{FF2B5EF4-FFF2-40B4-BE49-F238E27FC236}">
                <a16:creationId xmlns:a16="http://schemas.microsoft.com/office/drawing/2014/main" id="{9169382C-FCC0-42A6-A12C-498C6C3FBA39}"/>
              </a:ext>
            </a:extLst>
          </p:cNvPr>
          <p:cNvSpPr txBox="1"/>
          <p:nvPr/>
        </p:nvSpPr>
        <p:spPr>
          <a:xfrm>
            <a:off x="747367" y="3363954"/>
            <a:ext cx="1812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由公式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43821D91-204A-4F2B-93FE-5CABAB6420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110020"/>
              </p:ext>
            </p:extLst>
          </p:nvPr>
        </p:nvGraphicFramePr>
        <p:xfrm>
          <a:off x="2314938" y="4035688"/>
          <a:ext cx="4432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26" name="Equation" r:id="rId11" imgW="4431960" imgH="685800" progId="Equation.DSMT4">
                  <p:embed/>
                </p:oleObj>
              </mc:Choice>
              <mc:Fallback>
                <p:oleObj name="Equation" r:id="rId11" imgW="4431960" imgH="68580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8A35D730-CAFF-44A1-BA0D-2CD7E90AD3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938" y="4035688"/>
                        <a:ext cx="44323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1">
            <a:extLst>
              <a:ext uri="{FF2B5EF4-FFF2-40B4-BE49-F238E27FC236}">
                <a16:creationId xmlns:a16="http://schemas.microsoft.com/office/drawing/2014/main" id="{EA1E3FDC-F101-4C9D-BBE6-F3F85FBDB73C}"/>
              </a:ext>
            </a:extLst>
          </p:cNvPr>
          <p:cNvSpPr txBox="1"/>
          <p:nvPr/>
        </p:nvSpPr>
        <p:spPr>
          <a:xfrm>
            <a:off x="754129" y="4222573"/>
            <a:ext cx="1171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98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3538994-6867-46AE-87F6-DBFE409E3060}"/>
              </a:ext>
            </a:extLst>
          </p:cNvPr>
          <p:cNvGrpSpPr/>
          <p:nvPr/>
        </p:nvGrpSpPr>
        <p:grpSpPr>
          <a:xfrm>
            <a:off x="928850" y="195486"/>
            <a:ext cx="7286300" cy="736600"/>
            <a:chOff x="735262" y="272365"/>
            <a:chExt cx="7286300" cy="736600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AB4BF232-CE61-429D-8E4F-6A9E36DE71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1743799"/>
                </p:ext>
              </p:extLst>
            </p:nvPr>
          </p:nvGraphicFramePr>
          <p:xfrm>
            <a:off x="3347864" y="272365"/>
            <a:ext cx="2997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41" name="Equation" r:id="rId3" imgW="2997000" imgH="736560" progId="Equation.DSMT4">
                    <p:embed/>
                  </p:oleObj>
                </mc:Choice>
                <mc:Fallback>
                  <p:oleObj name="Equation" r:id="rId3" imgW="2997000" imgH="736560" progId="Equation.DSMT4">
                    <p:embed/>
                    <p:pic>
                      <p:nvPicPr>
                        <p:cNvPr id="2" name="Object 24">
                          <a:extLst>
                            <a:ext uri="{FF2B5EF4-FFF2-40B4-BE49-F238E27FC236}">
                              <a16:creationId xmlns:a16="http://schemas.microsoft.com/office/drawing/2014/main" id="{DF6CA45C-5339-4A8F-8922-32BD234BF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272365"/>
                          <a:ext cx="2997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2">
              <a:extLst>
                <a:ext uri="{FF2B5EF4-FFF2-40B4-BE49-F238E27FC236}">
                  <a16:creationId xmlns:a16="http://schemas.microsoft.com/office/drawing/2014/main" id="{4CBF1B3A-E098-47AE-8B90-DDCA46FCE7A2}"/>
                </a:ext>
              </a:extLst>
            </p:cNvPr>
            <p:cNvSpPr txBox="1"/>
            <p:nvPr/>
          </p:nvSpPr>
          <p:spPr>
            <a:xfrm>
              <a:off x="735262" y="396686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文本框 12">
              <a:extLst>
                <a:ext uri="{FF2B5EF4-FFF2-40B4-BE49-F238E27FC236}">
                  <a16:creationId xmlns:a16="http://schemas.microsoft.com/office/drawing/2014/main" id="{8FBFED7A-528D-4993-8C6F-22E9E5238AC4}"/>
                </a:ext>
              </a:extLst>
            </p:cNvPr>
            <p:cNvSpPr txBox="1"/>
            <p:nvPr/>
          </p:nvSpPr>
          <p:spPr>
            <a:xfrm>
              <a:off x="1331640" y="411510"/>
              <a:ext cx="2376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求解微分方程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文本框 16">
              <a:extLst>
                <a:ext uri="{FF2B5EF4-FFF2-40B4-BE49-F238E27FC236}">
                  <a16:creationId xmlns:a16="http://schemas.microsoft.com/office/drawing/2014/main" id="{9725EF2E-CB37-4CEF-8F8B-214AB55F41C2}"/>
                </a:ext>
              </a:extLst>
            </p:cNvPr>
            <p:cNvSpPr txBox="1"/>
            <p:nvPr/>
          </p:nvSpPr>
          <p:spPr>
            <a:xfrm>
              <a:off x="6400873" y="389677"/>
              <a:ext cx="162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14">
            <a:extLst>
              <a:ext uri="{FF2B5EF4-FFF2-40B4-BE49-F238E27FC236}">
                <a16:creationId xmlns:a16="http://schemas.microsoft.com/office/drawing/2014/main" id="{2C0863B7-38AF-4FA6-823D-5072FB3663A8}"/>
              </a:ext>
            </a:extLst>
          </p:cNvPr>
          <p:cNvSpPr txBox="1"/>
          <p:nvPr/>
        </p:nvSpPr>
        <p:spPr>
          <a:xfrm>
            <a:off x="250846" y="1265213"/>
            <a:ext cx="1171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1752EF66-DE74-4D8F-A16F-8A24BAFB1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515629"/>
              </p:ext>
            </p:extLst>
          </p:nvPr>
        </p:nvGraphicFramePr>
        <p:xfrm>
          <a:off x="2224994" y="1265213"/>
          <a:ext cx="4178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42" name="Equation" r:id="rId5" imgW="4178160" imgH="685800" progId="Equation.DSMT4">
                  <p:embed/>
                </p:oleObj>
              </mc:Choice>
              <mc:Fallback>
                <p:oleObj name="Equation" r:id="rId5" imgW="4178160" imgH="68580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1F2F9A06-07BB-4F3A-9D36-AA4D24665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994" y="1265213"/>
                        <a:ext cx="41783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A6943D66-4EF8-4A1A-B1EF-1A20C98F9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520151"/>
              </p:ext>
            </p:extLst>
          </p:nvPr>
        </p:nvGraphicFramePr>
        <p:xfrm>
          <a:off x="2530141" y="2311473"/>
          <a:ext cx="378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43" name="Equation" r:id="rId7" imgW="3784320" imgH="507960" progId="Equation.DSMT4">
                  <p:embed/>
                </p:oleObj>
              </mc:Choice>
              <mc:Fallback>
                <p:oleObj name="Equation" r:id="rId7" imgW="3784320" imgH="5079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B737FA7A-DD04-455B-868E-D8512021AE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141" y="2311473"/>
                        <a:ext cx="3784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69173D56-8E22-419B-B047-2A6DBE3FF2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560604"/>
              </p:ext>
            </p:extLst>
          </p:nvPr>
        </p:nvGraphicFramePr>
        <p:xfrm>
          <a:off x="2560828" y="3002478"/>
          <a:ext cx="401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44" name="Equation" r:id="rId9" imgW="4012920" imgH="787320" progId="Equation.DSMT4">
                  <p:embed/>
                </p:oleObj>
              </mc:Choice>
              <mc:Fallback>
                <p:oleObj name="Equation" r:id="rId9" imgW="4012920" imgH="787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5DC688F-ED22-443E-B34B-AF9039E91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828" y="3002478"/>
                        <a:ext cx="4013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04013570-E3D3-4920-984A-5A2D6823E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455661"/>
              </p:ext>
            </p:extLst>
          </p:nvPr>
        </p:nvGraphicFramePr>
        <p:xfrm>
          <a:off x="2547654" y="4005625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45" name="Equation" r:id="rId11" imgW="2031840" imgH="406080" progId="Equation.DSMT4">
                  <p:embed/>
                </p:oleObj>
              </mc:Choice>
              <mc:Fallback>
                <p:oleObj name="Equation" r:id="rId11" imgW="2031840" imgH="40608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25A4FED9-B28F-401D-89A9-E66E62606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654" y="4005625"/>
                        <a:ext cx="2032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3DDB29A-4F04-4993-8A27-308728EE83C3}"/>
              </a:ext>
            </a:extLst>
          </p:cNvPr>
          <p:cNvCxnSpPr>
            <a:cxnSpLocks/>
          </p:cNvCxnSpPr>
          <p:nvPr/>
        </p:nvCxnSpPr>
        <p:spPr>
          <a:xfrm>
            <a:off x="101266" y="1040158"/>
            <a:ext cx="9042734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46019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EC59478-0E0D-43BA-9842-A470B29580B2}"/>
              </a:ext>
            </a:extLst>
          </p:cNvPr>
          <p:cNvGrpSpPr/>
          <p:nvPr/>
        </p:nvGrpSpPr>
        <p:grpSpPr>
          <a:xfrm>
            <a:off x="899592" y="123478"/>
            <a:ext cx="5262265" cy="787400"/>
            <a:chOff x="908747" y="1616105"/>
            <a:chExt cx="5262265" cy="787400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2AFD979F-BA40-440B-930D-D3939019BB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2942334"/>
                </p:ext>
              </p:extLst>
            </p:nvPr>
          </p:nvGraphicFramePr>
          <p:xfrm>
            <a:off x="3352915" y="1616105"/>
            <a:ext cx="14986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78" name="Equation" r:id="rId3" imgW="1498320" imgH="787320" progId="Equation.DSMT4">
                    <p:embed/>
                  </p:oleObj>
                </mc:Choice>
                <mc:Fallback>
                  <p:oleObj name="Equation" r:id="rId3" imgW="1498320" imgH="78732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415D8FA5-EBD3-43AC-986C-5430DEE88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915" y="1616105"/>
                          <a:ext cx="14986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2">
              <a:extLst>
                <a:ext uri="{FF2B5EF4-FFF2-40B4-BE49-F238E27FC236}">
                  <a16:creationId xmlns:a16="http://schemas.microsoft.com/office/drawing/2014/main" id="{1FAEC783-A35B-434A-906E-B1D24A47E15D}"/>
                </a:ext>
              </a:extLst>
            </p:cNvPr>
            <p:cNvSpPr txBox="1"/>
            <p:nvPr/>
          </p:nvSpPr>
          <p:spPr>
            <a:xfrm>
              <a:off x="908747" y="1771609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文本框 12">
              <a:extLst>
                <a:ext uri="{FF2B5EF4-FFF2-40B4-BE49-F238E27FC236}">
                  <a16:creationId xmlns:a16="http://schemas.microsoft.com/office/drawing/2014/main" id="{02748118-02F3-4A95-A917-112126BD864C}"/>
                </a:ext>
              </a:extLst>
            </p:cNvPr>
            <p:cNvSpPr txBox="1"/>
            <p:nvPr/>
          </p:nvSpPr>
          <p:spPr>
            <a:xfrm>
              <a:off x="1560809" y="1771608"/>
              <a:ext cx="2376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求微分方程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文本框 16">
              <a:extLst>
                <a:ext uri="{FF2B5EF4-FFF2-40B4-BE49-F238E27FC236}">
                  <a16:creationId xmlns:a16="http://schemas.microsoft.com/office/drawing/2014/main" id="{138B796F-418F-43CB-BD7B-A7560239C059}"/>
                </a:ext>
              </a:extLst>
            </p:cNvPr>
            <p:cNvSpPr txBox="1"/>
            <p:nvPr/>
          </p:nvSpPr>
          <p:spPr>
            <a:xfrm>
              <a:off x="4904937" y="1746026"/>
              <a:ext cx="12660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17">
            <a:extLst>
              <a:ext uri="{FF2B5EF4-FFF2-40B4-BE49-F238E27FC236}">
                <a16:creationId xmlns:a16="http://schemas.microsoft.com/office/drawing/2014/main" id="{92A36D89-8BA6-436C-91BE-6157C2AFFD64}"/>
              </a:ext>
            </a:extLst>
          </p:cNvPr>
          <p:cNvSpPr txBox="1"/>
          <p:nvPr/>
        </p:nvSpPr>
        <p:spPr>
          <a:xfrm>
            <a:off x="1516035" y="1116055"/>
            <a:ext cx="1768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改写方程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19">
            <a:extLst>
              <a:ext uri="{FF2B5EF4-FFF2-40B4-BE49-F238E27FC236}">
                <a16:creationId xmlns:a16="http://schemas.microsoft.com/office/drawing/2014/main" id="{2CC68EF5-4D79-41F6-BB35-2A1C632BD11F}"/>
              </a:ext>
            </a:extLst>
          </p:cNvPr>
          <p:cNvSpPr txBox="1"/>
          <p:nvPr/>
        </p:nvSpPr>
        <p:spPr>
          <a:xfrm>
            <a:off x="899592" y="1151900"/>
            <a:ext cx="105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4D5E5162-2C5C-46A5-94BB-AB0510904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401346"/>
              </p:ext>
            </p:extLst>
          </p:nvPr>
        </p:nvGraphicFramePr>
        <p:xfrm>
          <a:off x="3486082" y="953187"/>
          <a:ext cx="281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79" name="Equation" r:id="rId5" imgW="2819160" imgH="787320" progId="Equation.DSMT4">
                  <p:embed/>
                </p:oleObj>
              </mc:Choice>
              <mc:Fallback>
                <p:oleObj name="Equation" r:id="rId5" imgW="281916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D4C76EE6-0270-411C-8B2F-50BE3EA2B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082" y="953187"/>
                        <a:ext cx="2819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4123E0CF-8736-4CB0-A6BD-EE5D603FB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185600"/>
              </p:ext>
            </p:extLst>
          </p:nvPr>
        </p:nvGraphicFramePr>
        <p:xfrm>
          <a:off x="1463299" y="3766133"/>
          <a:ext cx="129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0" name="Equation" r:id="rId7" imgW="1295280" imgH="787320" progId="Equation.DSMT4">
                  <p:embed/>
                </p:oleObj>
              </mc:Choice>
              <mc:Fallback>
                <p:oleObj name="Equation" r:id="rId7" imgW="1295280" imgH="78732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2A4D8B66-5AC2-4D75-A3E9-121F26393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299" y="3766133"/>
                        <a:ext cx="1295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03BF39D7-D576-46FB-81F6-04D59DCCC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003534"/>
              </p:ext>
            </p:extLst>
          </p:nvPr>
        </p:nvGraphicFramePr>
        <p:xfrm>
          <a:off x="2915595" y="2223307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1" name="Equation" r:id="rId9" imgW="1688760" imgH="787320" progId="Equation.DSMT4">
                  <p:embed/>
                </p:oleObj>
              </mc:Choice>
              <mc:Fallback>
                <p:oleObj name="Equation" r:id="rId9" imgW="1688760" imgH="78732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630BA927-E9CE-4BD4-85CB-839B5CD69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595" y="2223307"/>
                        <a:ext cx="1689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4">
            <a:extLst>
              <a:ext uri="{FF2B5EF4-FFF2-40B4-BE49-F238E27FC236}">
                <a16:creationId xmlns:a16="http://schemas.microsoft.com/office/drawing/2014/main" id="{AFD3F0E1-6935-46AE-A760-10F6CB35E7F7}"/>
              </a:ext>
            </a:extLst>
          </p:cNvPr>
          <p:cNvSpPr txBox="1"/>
          <p:nvPr/>
        </p:nvSpPr>
        <p:spPr>
          <a:xfrm>
            <a:off x="1279460" y="2402059"/>
            <a:ext cx="2461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先求解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3" name="文本框 23">
            <a:extLst>
              <a:ext uri="{FF2B5EF4-FFF2-40B4-BE49-F238E27FC236}">
                <a16:creationId xmlns:a16="http://schemas.microsoft.com/office/drawing/2014/main" id="{C8BCF759-E2E3-488D-AAEA-F62D62405D75}"/>
              </a:ext>
            </a:extLst>
          </p:cNvPr>
          <p:cNvSpPr txBox="1"/>
          <p:nvPr/>
        </p:nvSpPr>
        <p:spPr>
          <a:xfrm>
            <a:off x="1258811" y="3089320"/>
            <a:ext cx="2960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分离变量并积分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9667CA2C-6A8F-4DCA-93A3-7E642632F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891419"/>
              </p:ext>
            </p:extLst>
          </p:nvPr>
        </p:nvGraphicFramePr>
        <p:xfrm>
          <a:off x="3406841" y="3766133"/>
          <a:ext cx="162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2" name="Equation" r:id="rId11" imgW="1625400" imgH="787320" progId="Equation.DSMT4">
                  <p:embed/>
                </p:oleObj>
              </mc:Choice>
              <mc:Fallback>
                <p:oleObj name="Equation" r:id="rId11" imgW="1625400" imgH="7873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DE8C3D3-776C-4D06-9CA6-CD6A4B83E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841" y="3766133"/>
                        <a:ext cx="1625600" cy="7874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7">
            <a:extLst>
              <a:ext uri="{FF2B5EF4-FFF2-40B4-BE49-F238E27FC236}">
                <a16:creationId xmlns:a16="http://schemas.microsoft.com/office/drawing/2014/main" id="{1E6B5107-DF2E-48D3-9241-0D79915F6820}"/>
              </a:ext>
            </a:extLst>
          </p:cNvPr>
          <p:cNvSpPr txBox="1"/>
          <p:nvPr/>
        </p:nvSpPr>
        <p:spPr>
          <a:xfrm>
            <a:off x="1329995" y="1759057"/>
            <a:ext cx="317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常数变易法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16A54B04-0BDE-4B90-BE9C-802F0F137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50700"/>
              </p:ext>
            </p:extLst>
          </p:nvPr>
        </p:nvGraphicFramePr>
        <p:xfrm>
          <a:off x="5509955" y="3931233"/>
          <a:ext cx="118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3" name="Equation" r:id="rId13" imgW="1180800" imgH="457200" progId="Equation.DSMT4">
                  <p:embed/>
                </p:oleObj>
              </mc:Choice>
              <mc:Fallback>
                <p:oleObj name="Equation" r:id="rId13" imgW="1180800" imgH="45720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0C292F13-86D6-45AB-A0AB-F555170D77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955" y="3931233"/>
                        <a:ext cx="1181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00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1">
            <a:extLst>
              <a:ext uri="{FF2B5EF4-FFF2-40B4-BE49-F238E27FC236}">
                <a16:creationId xmlns:a16="http://schemas.microsoft.com/office/drawing/2014/main" id="{645A7E6A-26DE-4AF6-AA7C-56938D1E5F87}"/>
              </a:ext>
            </a:extLst>
          </p:cNvPr>
          <p:cNvSpPr txBox="1"/>
          <p:nvPr/>
        </p:nvSpPr>
        <p:spPr>
          <a:xfrm>
            <a:off x="481333" y="1065656"/>
            <a:ext cx="2827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常数变易 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6B5A4288-DDCF-4CA8-ABE6-A2DD8E6BF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163566"/>
              </p:ext>
            </p:extLst>
          </p:nvPr>
        </p:nvGraphicFramePr>
        <p:xfrm>
          <a:off x="2987824" y="51470"/>
          <a:ext cx="279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08" name="Equation" r:id="rId3" imgW="2793960" imgH="787320" progId="Equation.DSMT4">
                  <p:embed/>
                </p:oleObj>
              </mc:Choice>
              <mc:Fallback>
                <p:oleObj name="Equation" r:id="rId3" imgW="2793960" imgH="7873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E141118E-26A9-4C70-AA4F-C3D65D7F05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51470"/>
                        <a:ext cx="27940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A1C6C17-B7F4-4A80-AD4F-0E34EC3972A9}"/>
              </a:ext>
            </a:extLst>
          </p:cNvPr>
          <p:cNvCxnSpPr/>
          <p:nvPr/>
        </p:nvCxnSpPr>
        <p:spPr>
          <a:xfrm>
            <a:off x="28848" y="885715"/>
            <a:ext cx="8987284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2ECB5398-5437-47B1-850C-E3351341E0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70790"/>
              </p:ext>
            </p:extLst>
          </p:nvPr>
        </p:nvGraphicFramePr>
        <p:xfrm>
          <a:off x="2537098" y="2241455"/>
          <a:ext cx="412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09" name="Equation" r:id="rId5" imgW="4127400" imgH="406080" progId="Equation.DSMT4">
                  <p:embed/>
                </p:oleObj>
              </mc:Choice>
              <mc:Fallback>
                <p:oleObj name="Equation" r:id="rId5" imgW="4127400" imgH="40608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D63F805E-347E-4A1A-842E-7519CC212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98" y="2241455"/>
                        <a:ext cx="4127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AF08EC6-D986-4930-B4CB-79B9D9193FBD}"/>
              </a:ext>
            </a:extLst>
          </p:cNvPr>
          <p:cNvCxnSpPr>
            <a:cxnSpLocks/>
          </p:cNvCxnSpPr>
          <p:nvPr/>
        </p:nvCxnSpPr>
        <p:spPr>
          <a:xfrm>
            <a:off x="3683892" y="2221835"/>
            <a:ext cx="1204988" cy="382022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1F8CB6-8324-48FE-936A-9C8E7D69F69A}"/>
              </a:ext>
            </a:extLst>
          </p:cNvPr>
          <p:cNvCxnSpPr/>
          <p:nvPr/>
        </p:nvCxnSpPr>
        <p:spPr>
          <a:xfrm>
            <a:off x="5032896" y="2241455"/>
            <a:ext cx="1253417" cy="4064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C52DB6C6-09D9-493F-B125-BF7D02157CB6}"/>
              </a:ext>
            </a:extLst>
          </p:cNvPr>
          <p:cNvGrpSpPr/>
          <p:nvPr/>
        </p:nvGrpSpPr>
        <p:grpSpPr>
          <a:xfrm>
            <a:off x="481333" y="1523398"/>
            <a:ext cx="8547921" cy="480605"/>
            <a:chOff x="899592" y="1938544"/>
            <a:chExt cx="8547921" cy="480605"/>
          </a:xfrm>
        </p:grpSpPr>
        <p:sp>
          <p:nvSpPr>
            <p:cNvPr id="9" name="文本框 21">
              <a:extLst>
                <a:ext uri="{FF2B5EF4-FFF2-40B4-BE49-F238E27FC236}">
                  <a16:creationId xmlns:a16="http://schemas.microsoft.com/office/drawing/2014/main" id="{6A70F50F-3890-4D15-9963-2CEA7965A87B}"/>
                </a:ext>
              </a:extLst>
            </p:cNvPr>
            <p:cNvSpPr txBox="1"/>
            <p:nvPr/>
          </p:nvSpPr>
          <p:spPr>
            <a:xfrm>
              <a:off x="899592" y="1948014"/>
              <a:ext cx="66247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            是非齐次线性方程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通解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，                        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3AC2C215-A94A-4C9A-A48A-480EA267D6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8325744"/>
                </p:ext>
              </p:extLst>
            </p:nvPr>
          </p:nvGraphicFramePr>
          <p:xfrm>
            <a:off x="1357176" y="1973562"/>
            <a:ext cx="1626161" cy="44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10" name="Equation" r:id="rId7" imgW="1384200" imgH="406080" progId="Equation.DSMT4">
                    <p:embed/>
                  </p:oleObj>
                </mc:Choice>
                <mc:Fallback>
                  <p:oleObj name="Equation" r:id="rId7" imgW="1384200" imgH="40608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FD3D9050-A307-4A91-973F-C78158B1C5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7176" y="1973562"/>
                          <a:ext cx="1626161" cy="445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21">
              <a:extLst>
                <a:ext uri="{FF2B5EF4-FFF2-40B4-BE49-F238E27FC236}">
                  <a16:creationId xmlns:a16="http://schemas.microsoft.com/office/drawing/2014/main" id="{91CC09AD-974A-4F02-A3BA-77C78FA2E4BD}"/>
                </a:ext>
              </a:extLst>
            </p:cNvPr>
            <p:cNvSpPr txBox="1"/>
            <p:nvPr/>
          </p:nvSpPr>
          <p:spPr>
            <a:xfrm>
              <a:off x="7040541" y="1938544"/>
              <a:ext cx="2406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代入方程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1B37B0E-9C93-4D23-9C09-479EDAFFCA56}"/>
              </a:ext>
            </a:extLst>
          </p:cNvPr>
          <p:cNvGrpSpPr/>
          <p:nvPr/>
        </p:nvGrpSpPr>
        <p:grpSpPr>
          <a:xfrm>
            <a:off x="1032396" y="2767319"/>
            <a:ext cx="2721363" cy="461665"/>
            <a:chOff x="963092" y="3236027"/>
            <a:chExt cx="2721363" cy="461665"/>
          </a:xfrm>
        </p:grpSpPr>
        <p:sp>
          <p:nvSpPr>
            <p:cNvPr id="13" name="文本框 27">
              <a:extLst>
                <a:ext uri="{FF2B5EF4-FFF2-40B4-BE49-F238E27FC236}">
                  <a16:creationId xmlns:a16="http://schemas.microsoft.com/office/drawing/2014/main" id="{59666FEF-0BDC-4A74-A764-9C41D60696C5}"/>
                </a:ext>
              </a:extLst>
            </p:cNvPr>
            <p:cNvSpPr txBox="1"/>
            <p:nvPr/>
          </p:nvSpPr>
          <p:spPr>
            <a:xfrm>
              <a:off x="963092" y="3236027"/>
              <a:ext cx="512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551F0DEA-1701-4DA4-8989-1A7BF90E42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103197"/>
                </p:ext>
              </p:extLst>
            </p:nvPr>
          </p:nvGraphicFramePr>
          <p:xfrm>
            <a:off x="2020755" y="3263660"/>
            <a:ext cx="1663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11" name="Equation" r:id="rId9" imgW="1663560" imgH="406080" progId="Equation.DSMT4">
                    <p:embed/>
                  </p:oleObj>
                </mc:Choice>
                <mc:Fallback>
                  <p:oleObj name="Equation" r:id="rId9" imgW="1663560" imgH="40608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39152F14-4120-40EB-9F1C-604988AA8B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0755" y="3263660"/>
                          <a:ext cx="16637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1A0363-4625-4F3C-9EB0-A0268E20F600}"/>
              </a:ext>
            </a:extLst>
          </p:cNvPr>
          <p:cNvGrpSpPr/>
          <p:nvPr/>
        </p:nvGrpSpPr>
        <p:grpSpPr>
          <a:xfrm>
            <a:off x="4493281" y="2767319"/>
            <a:ext cx="3371343" cy="461665"/>
            <a:chOff x="4464433" y="3157210"/>
            <a:chExt cx="3371343" cy="461665"/>
          </a:xfrm>
        </p:grpSpPr>
        <p:sp>
          <p:nvSpPr>
            <p:cNvPr id="16" name="文本框 34">
              <a:extLst>
                <a:ext uri="{FF2B5EF4-FFF2-40B4-BE49-F238E27FC236}">
                  <a16:creationId xmlns:a16="http://schemas.microsoft.com/office/drawing/2014/main" id="{A84315CF-5BBF-4E03-B529-624F46847620}"/>
                </a:ext>
              </a:extLst>
            </p:cNvPr>
            <p:cNvSpPr txBox="1"/>
            <p:nvPr/>
          </p:nvSpPr>
          <p:spPr>
            <a:xfrm>
              <a:off x="4464433" y="3157210"/>
              <a:ext cx="2016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积分得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5A4A5459-328C-481C-8E3F-EF29749C02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5173980"/>
                </p:ext>
              </p:extLst>
            </p:nvPr>
          </p:nvGraphicFramePr>
          <p:xfrm>
            <a:off x="5943476" y="3205970"/>
            <a:ext cx="1892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12" name="Equation" r:id="rId11" imgW="1892160" imgH="406080" progId="Equation.DSMT4">
                    <p:embed/>
                  </p:oleObj>
                </mc:Choice>
                <mc:Fallback>
                  <p:oleObj name="Equation" r:id="rId11" imgW="1892160" imgH="40608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B8C62FDD-B7E4-4BE5-8491-BEECF3BE46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476" y="3205970"/>
                          <a:ext cx="18923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文本框 36">
            <a:extLst>
              <a:ext uri="{FF2B5EF4-FFF2-40B4-BE49-F238E27FC236}">
                <a16:creationId xmlns:a16="http://schemas.microsoft.com/office/drawing/2014/main" id="{9D03222D-A78D-40CB-BAED-64178729559C}"/>
              </a:ext>
            </a:extLst>
          </p:cNvPr>
          <p:cNvSpPr txBox="1"/>
          <p:nvPr/>
        </p:nvSpPr>
        <p:spPr>
          <a:xfrm>
            <a:off x="928440" y="3437174"/>
            <a:ext cx="5132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从而原方程通解为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61BE3914-8982-4E5B-BB80-AAFED74B4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564265"/>
              </p:ext>
            </p:extLst>
          </p:nvPr>
        </p:nvGraphicFramePr>
        <p:xfrm>
          <a:off x="2797324" y="4090839"/>
          <a:ext cx="317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13" name="Equation" r:id="rId13" imgW="3174840" imgH="406080" progId="Equation.DSMT4">
                  <p:embed/>
                </p:oleObj>
              </mc:Choice>
              <mc:Fallback>
                <p:oleObj name="Equation" r:id="rId13" imgW="3174840" imgH="40608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7DF8EFE4-A6A7-4741-9D12-8EF721237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324" y="4090839"/>
                        <a:ext cx="3175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936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>
            <a:extLst>
              <a:ext uri="{FF2B5EF4-FFF2-40B4-BE49-F238E27FC236}">
                <a16:creationId xmlns:a16="http://schemas.microsoft.com/office/drawing/2014/main" id="{DA8C5363-BDD6-4D68-B26E-3532E77354E7}"/>
              </a:ext>
            </a:extLst>
          </p:cNvPr>
          <p:cNvSpPr txBox="1"/>
          <p:nvPr/>
        </p:nvSpPr>
        <p:spPr>
          <a:xfrm>
            <a:off x="539552" y="267494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一阶线性非齐次方程的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凑微分法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8E3744E6-6BF4-4C97-ACEA-6A01D5A35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710999"/>
              </p:ext>
            </p:extLst>
          </p:nvPr>
        </p:nvGraphicFramePr>
        <p:xfrm>
          <a:off x="1800477" y="812534"/>
          <a:ext cx="231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26" name="Equation" r:id="rId3" imgW="2311200" imgH="736560" progId="Equation.DSMT4">
                  <p:embed/>
                </p:oleObj>
              </mc:Choice>
              <mc:Fallback>
                <p:oleObj name="Equation" r:id="rId3" imgW="231120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A27D66DF-B5C1-4802-A927-209EA1E6BB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477" y="812534"/>
                        <a:ext cx="231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6">
            <a:extLst>
              <a:ext uri="{FF2B5EF4-FFF2-40B4-BE49-F238E27FC236}">
                <a16:creationId xmlns:a16="http://schemas.microsoft.com/office/drawing/2014/main" id="{F13F8661-833B-4A84-B465-0C762A2CDF6D}"/>
              </a:ext>
            </a:extLst>
          </p:cNvPr>
          <p:cNvSpPr txBox="1"/>
          <p:nvPr/>
        </p:nvSpPr>
        <p:spPr>
          <a:xfrm>
            <a:off x="7171439" y="910674"/>
            <a:ext cx="66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A179174F-8373-4087-83F2-3AD5B942E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926590"/>
              </p:ext>
            </p:extLst>
          </p:nvPr>
        </p:nvGraphicFramePr>
        <p:xfrm>
          <a:off x="6298332" y="1741202"/>
          <a:ext cx="2425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27" name="Equation" r:id="rId5" imgW="2425680" imgH="749160" progId="Equation.DSMT4">
                  <p:embed/>
                </p:oleObj>
              </mc:Choice>
              <mc:Fallback>
                <p:oleObj name="Equation" r:id="rId5" imgW="2425680" imgH="7491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B62BFB91-735B-4F6E-8C06-A78CF30DC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8332" y="1741202"/>
                        <a:ext cx="2425700" cy="749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42AAA0E9-091D-4FF4-9B6F-A8146674C822}"/>
              </a:ext>
            </a:extLst>
          </p:cNvPr>
          <p:cNvGrpSpPr/>
          <p:nvPr/>
        </p:nvGrpSpPr>
        <p:grpSpPr>
          <a:xfrm>
            <a:off x="771729" y="1631825"/>
            <a:ext cx="3845049" cy="534729"/>
            <a:chOff x="686294" y="1935478"/>
            <a:chExt cx="3845049" cy="534729"/>
          </a:xfrm>
        </p:grpSpPr>
        <p:sp>
          <p:nvSpPr>
            <p:cNvPr id="7" name="文本框 15">
              <a:extLst>
                <a:ext uri="{FF2B5EF4-FFF2-40B4-BE49-F238E27FC236}">
                  <a16:creationId xmlns:a16="http://schemas.microsoft.com/office/drawing/2014/main" id="{ABBBB791-324E-4FFB-A8F3-9EC22FA29590}"/>
                </a:ext>
              </a:extLst>
            </p:cNvPr>
            <p:cNvSpPr txBox="1"/>
            <p:nvPr/>
          </p:nvSpPr>
          <p:spPr>
            <a:xfrm>
              <a:off x="686294" y="2008542"/>
              <a:ext cx="2376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等式两边同乘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E029D581-7447-437C-A20E-87A1C59272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9695632"/>
                </p:ext>
              </p:extLst>
            </p:nvPr>
          </p:nvGraphicFramePr>
          <p:xfrm>
            <a:off x="2713868" y="1935478"/>
            <a:ext cx="8128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28" name="Equation" r:id="rId7" imgW="812520" imgH="469800" progId="Equation.DSMT4">
                    <p:embed/>
                  </p:oleObj>
                </mc:Choice>
                <mc:Fallback>
                  <p:oleObj name="Equation" r:id="rId7" imgW="812520" imgH="46980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C3D4AFAA-87F1-4E25-A0A9-DB060F47E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868" y="1935478"/>
                          <a:ext cx="8128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13">
              <a:extLst>
                <a:ext uri="{FF2B5EF4-FFF2-40B4-BE49-F238E27FC236}">
                  <a16:creationId xmlns:a16="http://schemas.microsoft.com/office/drawing/2014/main" id="{227EC9A4-5AC1-40BD-A076-2F2E5C47F1BF}"/>
                </a:ext>
              </a:extLst>
            </p:cNvPr>
            <p:cNvSpPr txBox="1"/>
            <p:nvPr/>
          </p:nvSpPr>
          <p:spPr>
            <a:xfrm>
              <a:off x="3521541" y="1983661"/>
              <a:ext cx="1009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可得，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B0E9DBF8-E898-444E-BCB5-A0E3B1D36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88021"/>
              </p:ext>
            </p:extLst>
          </p:nvPr>
        </p:nvGraphicFramePr>
        <p:xfrm>
          <a:off x="1156713" y="2271112"/>
          <a:ext cx="4660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29" name="Equation" r:id="rId9" imgW="4660560" imgH="533160" progId="Equation.DSMT4">
                  <p:embed/>
                </p:oleObj>
              </mc:Choice>
              <mc:Fallback>
                <p:oleObj name="Equation" r:id="rId9" imgW="4660560" imgH="5331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FB2069D3-BF1D-4CF0-A5FC-EFBCB1FEB4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713" y="2271112"/>
                        <a:ext cx="46609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BEB06E-D8F7-401F-B949-13DEA2AB3537}"/>
              </a:ext>
            </a:extLst>
          </p:cNvPr>
          <p:cNvGrpSpPr/>
          <p:nvPr/>
        </p:nvGrpSpPr>
        <p:grpSpPr>
          <a:xfrm>
            <a:off x="771729" y="2954217"/>
            <a:ext cx="4510424" cy="889000"/>
            <a:chOff x="845597" y="3008793"/>
            <a:chExt cx="4510424" cy="889000"/>
          </a:xfrm>
        </p:grpSpPr>
        <p:sp>
          <p:nvSpPr>
            <p:cNvPr id="12" name="文本框 26">
              <a:extLst>
                <a:ext uri="{FF2B5EF4-FFF2-40B4-BE49-F238E27FC236}">
                  <a16:creationId xmlns:a16="http://schemas.microsoft.com/office/drawing/2014/main" id="{25C4F513-0EB0-4CAF-8B14-3C6DF6F4180D}"/>
                </a:ext>
              </a:extLst>
            </p:cNvPr>
            <p:cNvSpPr txBox="1"/>
            <p:nvPr/>
          </p:nvSpPr>
          <p:spPr>
            <a:xfrm>
              <a:off x="845597" y="3239863"/>
              <a:ext cx="567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DC33FD29-D4E8-4EEF-8CCE-2347E4EE8D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324711"/>
                </p:ext>
              </p:extLst>
            </p:nvPr>
          </p:nvGraphicFramePr>
          <p:xfrm>
            <a:off x="2015921" y="3008793"/>
            <a:ext cx="33401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30" name="Equation" r:id="rId11" imgW="3340080" imgH="888840" progId="Equation.DSMT4">
                    <p:embed/>
                  </p:oleObj>
                </mc:Choice>
                <mc:Fallback>
                  <p:oleObj name="Equation" r:id="rId11" imgW="3340080" imgH="88884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E13EE398-77E6-4AED-B9CF-C3C4F63D00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921" y="3008793"/>
                          <a:ext cx="3340100" cy="889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7">
            <a:extLst>
              <a:ext uri="{FF2B5EF4-FFF2-40B4-BE49-F238E27FC236}">
                <a16:creationId xmlns:a16="http://schemas.microsoft.com/office/drawing/2014/main" id="{4BD541A0-EEBE-4EDA-8FF1-397EFEA66FCB}"/>
              </a:ext>
            </a:extLst>
          </p:cNvPr>
          <p:cNvSpPr txBox="1"/>
          <p:nvPr/>
        </p:nvSpPr>
        <p:spPr>
          <a:xfrm>
            <a:off x="771645" y="4030476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两边积分得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11D45C75-E076-4BD3-B6B1-F1FFEB352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412387"/>
              </p:ext>
            </p:extLst>
          </p:nvPr>
        </p:nvGraphicFramePr>
        <p:xfrm>
          <a:off x="2799303" y="3983296"/>
          <a:ext cx="4724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31" name="Equation" r:id="rId13" imgW="4724280" imgH="609480" progId="Equation.DSMT4">
                  <p:embed/>
                </p:oleObj>
              </mc:Choice>
              <mc:Fallback>
                <p:oleObj name="Equation" r:id="rId13" imgW="4724280" imgH="60948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4CCCFB0A-7BF5-4D47-A498-A1C5E6616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303" y="3983296"/>
                        <a:ext cx="4724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39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7">
            <a:extLst>
              <a:ext uri="{FF2B5EF4-FFF2-40B4-BE49-F238E27FC236}">
                <a16:creationId xmlns:a16="http://schemas.microsoft.com/office/drawing/2014/main" id="{CE1762ED-6345-4D1C-8707-6B11A20B4742}"/>
              </a:ext>
            </a:extLst>
          </p:cNvPr>
          <p:cNvSpPr txBox="1"/>
          <p:nvPr/>
        </p:nvSpPr>
        <p:spPr>
          <a:xfrm>
            <a:off x="1215752" y="614685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两边积分得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5A0ACB7B-D31E-4164-8C71-52620EA168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338961"/>
              </p:ext>
            </p:extLst>
          </p:nvPr>
        </p:nvGraphicFramePr>
        <p:xfrm>
          <a:off x="3203848" y="561950"/>
          <a:ext cx="4724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8" name="Equation" r:id="rId3" imgW="4724280" imgH="609480" progId="Equation.DSMT4">
                  <p:embed/>
                </p:oleObj>
              </mc:Choice>
              <mc:Fallback>
                <p:oleObj name="Equation" r:id="rId3" imgW="4724280" imgH="6094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DFE66BB5-3D3F-43A9-9533-5F58BAC1B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61950"/>
                        <a:ext cx="4724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2C235B20-B204-446B-9555-19E85EF48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50801"/>
              </p:ext>
            </p:extLst>
          </p:nvPr>
        </p:nvGraphicFramePr>
        <p:xfrm>
          <a:off x="2411760" y="1679424"/>
          <a:ext cx="5168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9" name="Equation" r:id="rId5" imgW="5168880" imgH="609480" progId="Equation.DSMT4">
                  <p:embed/>
                </p:oleObj>
              </mc:Choice>
              <mc:Fallback>
                <p:oleObj name="Equation" r:id="rId5" imgW="5168880" imgH="60948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E641D732-3B9C-4543-A83B-D2E090C7C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679424"/>
                        <a:ext cx="5168900" cy="6096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6">
            <a:extLst>
              <a:ext uri="{FF2B5EF4-FFF2-40B4-BE49-F238E27FC236}">
                <a16:creationId xmlns:a16="http://schemas.microsoft.com/office/drawing/2014/main" id="{A0DE8140-D1BD-4BF9-AE94-A25E7E8F427D}"/>
              </a:ext>
            </a:extLst>
          </p:cNvPr>
          <p:cNvSpPr txBox="1"/>
          <p:nvPr/>
        </p:nvSpPr>
        <p:spPr>
          <a:xfrm>
            <a:off x="1215752" y="1677730"/>
            <a:ext cx="567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6">
            <a:extLst>
              <a:ext uri="{FF2B5EF4-FFF2-40B4-BE49-F238E27FC236}">
                <a16:creationId xmlns:a16="http://schemas.microsoft.com/office/drawing/2014/main" id="{1C300166-58F5-4937-9A4C-463EB3EECC20}"/>
              </a:ext>
            </a:extLst>
          </p:cNvPr>
          <p:cNvSpPr txBox="1"/>
          <p:nvPr/>
        </p:nvSpPr>
        <p:spPr>
          <a:xfrm>
            <a:off x="1208658" y="2859088"/>
            <a:ext cx="7683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 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这只是通法，可根据方程具体形式，灵活凑微分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8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7D49F27E-B7BE-48A9-A8DA-D0E4EB511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635552"/>
              </p:ext>
            </p:extLst>
          </p:nvPr>
        </p:nvGraphicFramePr>
        <p:xfrm>
          <a:off x="3432550" y="338284"/>
          <a:ext cx="2679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68" name="Equation" r:id="rId3" imgW="2679480" imgH="355320" progId="Equation.DSMT4">
                  <p:embed/>
                </p:oleObj>
              </mc:Choice>
              <mc:Fallback>
                <p:oleObj name="Equation" r:id="rId3" imgW="2679480" imgH="35532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EBE28239-1360-40A2-A827-E0236CC790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550" y="338284"/>
                        <a:ext cx="2679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2">
            <a:extLst>
              <a:ext uri="{FF2B5EF4-FFF2-40B4-BE49-F238E27FC236}">
                <a16:creationId xmlns:a16="http://schemas.microsoft.com/office/drawing/2014/main" id="{CD2D1C10-F955-44D4-8385-22815D10D2B6}"/>
              </a:ext>
            </a:extLst>
          </p:cNvPr>
          <p:cNvSpPr txBox="1"/>
          <p:nvPr/>
        </p:nvSpPr>
        <p:spPr>
          <a:xfrm>
            <a:off x="981165" y="27099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F9F93663-B3BD-4D4A-837B-268B37605BDD}"/>
              </a:ext>
            </a:extLst>
          </p:cNvPr>
          <p:cNvSpPr txBox="1"/>
          <p:nvPr/>
        </p:nvSpPr>
        <p:spPr>
          <a:xfrm>
            <a:off x="1619672" y="267494"/>
            <a:ext cx="2376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求微分方程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4A2ADD55-4D8D-4AA2-9295-929CBB0010E0}"/>
              </a:ext>
            </a:extLst>
          </p:cNvPr>
          <p:cNvSpPr txBox="1"/>
          <p:nvPr/>
        </p:nvSpPr>
        <p:spPr>
          <a:xfrm>
            <a:off x="6096510" y="232219"/>
            <a:ext cx="138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的通解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27CA08-29A4-46ED-A5F5-09E3801F4CDE}"/>
              </a:ext>
            </a:extLst>
          </p:cNvPr>
          <p:cNvGrpSpPr/>
          <p:nvPr/>
        </p:nvGrpSpPr>
        <p:grpSpPr>
          <a:xfrm>
            <a:off x="981165" y="864137"/>
            <a:ext cx="2770125" cy="461910"/>
            <a:chOff x="968487" y="1014228"/>
            <a:chExt cx="2770125" cy="461910"/>
          </a:xfrm>
        </p:grpSpPr>
        <p:sp>
          <p:nvSpPr>
            <p:cNvPr id="7" name="文本框 19">
              <a:extLst>
                <a:ext uri="{FF2B5EF4-FFF2-40B4-BE49-F238E27FC236}">
                  <a16:creationId xmlns:a16="http://schemas.microsoft.com/office/drawing/2014/main" id="{21C4449D-40D9-46C7-AEDB-0DAF1B34C64A}"/>
                </a:ext>
              </a:extLst>
            </p:cNvPr>
            <p:cNvSpPr txBox="1"/>
            <p:nvPr/>
          </p:nvSpPr>
          <p:spPr>
            <a:xfrm>
              <a:off x="968487" y="1014228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解</a:t>
              </a:r>
              <a:endPara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文本框 31">
              <a:extLst>
                <a:ext uri="{FF2B5EF4-FFF2-40B4-BE49-F238E27FC236}">
                  <a16:creationId xmlns:a16="http://schemas.microsoft.com/office/drawing/2014/main" id="{A914F773-A4A7-48E9-A868-D8079C4B69E6}"/>
                </a:ext>
              </a:extLst>
            </p:cNvPr>
            <p:cNvSpPr txBox="1"/>
            <p:nvPr/>
          </p:nvSpPr>
          <p:spPr>
            <a:xfrm>
              <a:off x="1331640" y="1014473"/>
              <a:ext cx="2406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（凑微分法）</a:t>
              </a:r>
              <a:endPara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9" name="文本框 33">
            <a:extLst>
              <a:ext uri="{FF2B5EF4-FFF2-40B4-BE49-F238E27FC236}">
                <a16:creationId xmlns:a16="http://schemas.microsoft.com/office/drawing/2014/main" id="{0833E7F6-CFC6-49A6-9349-75F0EC7CD45D}"/>
              </a:ext>
            </a:extLst>
          </p:cNvPr>
          <p:cNvSpPr txBox="1"/>
          <p:nvPr/>
        </p:nvSpPr>
        <p:spPr>
          <a:xfrm>
            <a:off x="981165" y="1465786"/>
            <a:ext cx="240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方程可变形为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0C2971B-65F9-49E4-B959-DAB8524E0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098240"/>
              </p:ext>
            </p:extLst>
          </p:nvPr>
        </p:nvGraphicFramePr>
        <p:xfrm>
          <a:off x="3072510" y="1579585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69" name="Equation" r:id="rId5" imgW="2857320" imgH="355320" progId="Equation.DSMT4">
                  <p:embed/>
                </p:oleObj>
              </mc:Choice>
              <mc:Fallback>
                <p:oleObj name="Equation" r:id="rId5" imgW="2857320" imgH="355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79BE04CD-6A50-4EF4-8BC9-B6B259EDD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510" y="1579585"/>
                        <a:ext cx="2857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6805A351-F3DA-4B03-9B7E-DFD18B554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715736"/>
              </p:ext>
            </p:extLst>
          </p:nvPr>
        </p:nvGraphicFramePr>
        <p:xfrm>
          <a:off x="5781221" y="866579"/>
          <a:ext cx="2895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0" name="Equation" r:id="rId7" imgW="2895480" imgH="672840" progId="Equation.DSMT4">
                  <p:embed/>
                </p:oleObj>
              </mc:Choice>
              <mc:Fallback>
                <p:oleObj name="Equation" r:id="rId7" imgW="2895480" imgH="67284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1A5EF87D-6962-4CD6-B230-52A9E4DE5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221" y="866579"/>
                        <a:ext cx="2895600" cy="673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1">
            <a:extLst>
              <a:ext uri="{FF2B5EF4-FFF2-40B4-BE49-F238E27FC236}">
                <a16:creationId xmlns:a16="http://schemas.microsoft.com/office/drawing/2014/main" id="{EFF6DC52-0B58-4436-8B96-C2863F1477AD}"/>
              </a:ext>
            </a:extLst>
          </p:cNvPr>
          <p:cNvSpPr txBox="1"/>
          <p:nvPr/>
        </p:nvSpPr>
        <p:spPr>
          <a:xfrm>
            <a:off x="1001003" y="217622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DC39DCDF-C75F-4C27-9011-1435AE5B6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68271"/>
              </p:ext>
            </p:extLst>
          </p:nvPr>
        </p:nvGraphicFramePr>
        <p:xfrm>
          <a:off x="3303904" y="2211748"/>
          <a:ext cx="187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1" name="Equation" r:id="rId9" imgW="1879560" imgH="355320" progId="Equation.DSMT4">
                  <p:embed/>
                </p:oleObj>
              </mc:Choice>
              <mc:Fallback>
                <p:oleObj name="Equation" r:id="rId9" imgW="1879560" imgH="3553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4D5F00B6-ED10-4B49-9527-A04464C08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904" y="2211748"/>
                        <a:ext cx="1879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34">
            <a:extLst>
              <a:ext uri="{FF2B5EF4-FFF2-40B4-BE49-F238E27FC236}">
                <a16:creationId xmlns:a16="http://schemas.microsoft.com/office/drawing/2014/main" id="{874829F2-AFDA-4592-BEBF-E92A44B659FA}"/>
              </a:ext>
            </a:extLst>
          </p:cNvPr>
          <p:cNvSpPr txBox="1"/>
          <p:nvPr/>
        </p:nvSpPr>
        <p:spPr>
          <a:xfrm>
            <a:off x="1001003" y="2908124"/>
            <a:ext cx="2080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5F7C60EF-D66F-466E-ACD5-F038A64D6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875625"/>
              </p:ext>
            </p:extLst>
          </p:nvPr>
        </p:nvGraphicFramePr>
        <p:xfrm>
          <a:off x="3221354" y="2908124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2" name="Equation" r:id="rId11" imgW="2044440" imgH="406080" progId="Equation.DSMT4">
                  <p:embed/>
                </p:oleObj>
              </mc:Choice>
              <mc:Fallback>
                <p:oleObj name="Equation" r:id="rId11" imgW="2044440" imgH="40608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CC9F8145-7ECE-49E0-B1CC-C8C254648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354" y="2908124"/>
                        <a:ext cx="2044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3">
            <a:extLst>
              <a:ext uri="{FF2B5EF4-FFF2-40B4-BE49-F238E27FC236}">
                <a16:creationId xmlns:a16="http://schemas.microsoft.com/office/drawing/2014/main" id="{FC55C5A5-8DC2-4002-BDD4-A24B4B08746F}"/>
              </a:ext>
            </a:extLst>
          </p:cNvPr>
          <p:cNvSpPr txBox="1"/>
          <p:nvPr/>
        </p:nvSpPr>
        <p:spPr>
          <a:xfrm>
            <a:off x="1002280" y="3764243"/>
            <a:ext cx="4140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从而原方程通解为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20582FE1-2C76-4BDD-9655-D0E0F4F40D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699311"/>
              </p:ext>
            </p:extLst>
          </p:nvPr>
        </p:nvGraphicFramePr>
        <p:xfrm>
          <a:off x="3994233" y="3626775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3" name="Equation" r:id="rId13" imgW="2184120" imgH="736560" progId="Equation.DSMT4">
                  <p:embed/>
                </p:oleObj>
              </mc:Choice>
              <mc:Fallback>
                <p:oleObj name="Equation" r:id="rId13" imgW="2184120" imgH="7365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3B54496C-DCB8-4E2E-9B75-532043082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233" y="3626775"/>
                        <a:ext cx="218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433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22B5A859-FA42-47D6-AD04-F002E6F2C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157074"/>
              </p:ext>
            </p:extLst>
          </p:nvPr>
        </p:nvGraphicFramePr>
        <p:xfrm>
          <a:off x="2555776" y="312414"/>
          <a:ext cx="214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75" name="Equation" r:id="rId3" imgW="2145960" imgH="406080" progId="Equation.DSMT4">
                  <p:embed/>
                </p:oleObj>
              </mc:Choice>
              <mc:Fallback>
                <p:oleObj name="Equation" r:id="rId3" imgW="2145960" imgH="40608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16AC4022-D12B-47F5-85CC-EF70035F7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12414"/>
                        <a:ext cx="2146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2">
            <a:extLst>
              <a:ext uri="{FF2B5EF4-FFF2-40B4-BE49-F238E27FC236}">
                <a16:creationId xmlns:a16="http://schemas.microsoft.com/office/drawing/2014/main" id="{E57C1536-846A-480D-ABB1-61980D729563}"/>
              </a:ext>
            </a:extLst>
          </p:cNvPr>
          <p:cNvSpPr txBox="1"/>
          <p:nvPr/>
        </p:nvSpPr>
        <p:spPr>
          <a:xfrm>
            <a:off x="833491" y="31234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CCEA385A-42C3-4141-9AAC-E4F1751301BA}"/>
              </a:ext>
            </a:extLst>
          </p:cNvPr>
          <p:cNvSpPr txBox="1"/>
          <p:nvPr/>
        </p:nvSpPr>
        <p:spPr>
          <a:xfrm>
            <a:off x="1498848" y="318572"/>
            <a:ext cx="1353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61EDF96C-43C3-47D8-9C2C-4BE99A5A7B9E}"/>
              </a:ext>
            </a:extLst>
          </p:cNvPr>
          <p:cNvSpPr txBox="1"/>
          <p:nvPr/>
        </p:nvSpPr>
        <p:spPr>
          <a:xfrm>
            <a:off x="4682779" y="257149"/>
            <a:ext cx="14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满足条件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9">
            <a:extLst>
              <a:ext uri="{FF2B5EF4-FFF2-40B4-BE49-F238E27FC236}">
                <a16:creationId xmlns:a16="http://schemas.microsoft.com/office/drawing/2014/main" id="{C61C3102-DC50-49A9-AB6D-DAAE30C36772}"/>
              </a:ext>
            </a:extLst>
          </p:cNvPr>
          <p:cNvSpPr txBox="1"/>
          <p:nvPr/>
        </p:nvSpPr>
        <p:spPr>
          <a:xfrm>
            <a:off x="859406" y="1395185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33">
            <a:extLst>
              <a:ext uri="{FF2B5EF4-FFF2-40B4-BE49-F238E27FC236}">
                <a16:creationId xmlns:a16="http://schemas.microsoft.com/office/drawing/2014/main" id="{5949B403-A3D9-4688-BDB9-E20D2C27CEA8}"/>
              </a:ext>
            </a:extLst>
          </p:cNvPr>
          <p:cNvSpPr txBox="1"/>
          <p:nvPr/>
        </p:nvSpPr>
        <p:spPr>
          <a:xfrm>
            <a:off x="829212" y="1948685"/>
            <a:ext cx="240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方程可变形为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44159B64-A03A-4AB3-B4A8-100304BA9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10241"/>
              </p:ext>
            </p:extLst>
          </p:nvPr>
        </p:nvGraphicFramePr>
        <p:xfrm>
          <a:off x="6089718" y="274498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76" name="Equation" r:id="rId5" imgW="990360" imgH="444240" progId="Equation.DSMT4">
                  <p:embed/>
                </p:oleObj>
              </mc:Choice>
              <mc:Fallback>
                <p:oleObj name="Equation" r:id="rId5" imgW="990360" imgH="44424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F8D130DA-A129-4905-A5BE-A94A8CC096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718" y="274498"/>
                        <a:ext cx="990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0">
            <a:extLst>
              <a:ext uri="{FF2B5EF4-FFF2-40B4-BE49-F238E27FC236}">
                <a16:creationId xmlns:a16="http://schemas.microsoft.com/office/drawing/2014/main" id="{3D517B90-3C7B-43AE-A7C5-A0D6C170DD2B}"/>
              </a:ext>
            </a:extLst>
          </p:cNvPr>
          <p:cNvSpPr txBox="1"/>
          <p:nvPr/>
        </p:nvSpPr>
        <p:spPr>
          <a:xfrm>
            <a:off x="7029927" y="240527"/>
            <a:ext cx="14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FC64948C-EE5C-444A-9AE6-5E6E4E9B6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521876"/>
              </p:ext>
            </p:extLst>
          </p:nvPr>
        </p:nvGraphicFramePr>
        <p:xfrm>
          <a:off x="3063555" y="1792167"/>
          <a:ext cx="233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77" name="Equation" r:id="rId7" imgW="2336760" imgH="774360" progId="Equation.DSMT4">
                  <p:embed/>
                </p:oleObj>
              </mc:Choice>
              <mc:Fallback>
                <p:oleObj name="Equation" r:id="rId7" imgW="2336760" imgH="7743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3C49F626-5B31-459F-8FA2-E136E6711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555" y="1792167"/>
                        <a:ext cx="2336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0F77D8AC-F25D-40FC-ADDE-E42AFE34BFD8}"/>
              </a:ext>
            </a:extLst>
          </p:cNvPr>
          <p:cNvGrpSpPr/>
          <p:nvPr/>
        </p:nvGrpSpPr>
        <p:grpSpPr>
          <a:xfrm>
            <a:off x="861235" y="2732726"/>
            <a:ext cx="1314217" cy="461665"/>
            <a:chOff x="5699720" y="1191291"/>
            <a:chExt cx="1314217" cy="461665"/>
          </a:xfrm>
        </p:grpSpPr>
        <p:sp>
          <p:nvSpPr>
            <p:cNvPr id="12" name="文本框 25">
              <a:extLst>
                <a:ext uri="{FF2B5EF4-FFF2-40B4-BE49-F238E27FC236}">
                  <a16:creationId xmlns:a16="http://schemas.microsoft.com/office/drawing/2014/main" id="{DFA9BD68-1C3F-4E57-8D96-D9B1DDA71468}"/>
                </a:ext>
              </a:extLst>
            </p:cNvPr>
            <p:cNvSpPr txBox="1"/>
            <p:nvPr/>
          </p:nvSpPr>
          <p:spPr>
            <a:xfrm>
              <a:off x="5699720" y="1191291"/>
              <a:ext cx="6004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31A99F34-5242-4535-A42D-893EA2DBD7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472782"/>
                </p:ext>
              </p:extLst>
            </p:nvPr>
          </p:nvGraphicFramePr>
          <p:xfrm>
            <a:off x="6137637" y="1246188"/>
            <a:ext cx="876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8" name="Equation" r:id="rId9" imgW="876240" imgH="406080" progId="Equation.DSMT4">
                    <p:embed/>
                  </p:oleObj>
                </mc:Choice>
                <mc:Fallback>
                  <p:oleObj name="Equation" r:id="rId9" imgW="876240" imgH="40608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4E64AD01-F2F5-4EC4-BAD5-B44EDD373B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7637" y="1246188"/>
                          <a:ext cx="8763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27">
            <a:extLst>
              <a:ext uri="{FF2B5EF4-FFF2-40B4-BE49-F238E27FC236}">
                <a16:creationId xmlns:a16="http://schemas.microsoft.com/office/drawing/2014/main" id="{72FF09B5-E914-4026-9897-1EFD0FD5AF19}"/>
              </a:ext>
            </a:extLst>
          </p:cNvPr>
          <p:cNvSpPr txBox="1"/>
          <p:nvPr/>
        </p:nvSpPr>
        <p:spPr>
          <a:xfrm>
            <a:off x="2270548" y="2759990"/>
            <a:ext cx="819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29">
            <a:extLst>
              <a:ext uri="{FF2B5EF4-FFF2-40B4-BE49-F238E27FC236}">
                <a16:creationId xmlns:a16="http://schemas.microsoft.com/office/drawing/2014/main" id="{7234F6AE-2B15-406A-A2CC-45F322BFCA15}"/>
              </a:ext>
            </a:extLst>
          </p:cNvPr>
          <p:cNvSpPr txBox="1"/>
          <p:nvPr/>
        </p:nvSpPr>
        <p:spPr>
          <a:xfrm>
            <a:off x="5037184" y="3601740"/>
            <a:ext cx="309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一阶线性非齐次方程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33">
            <a:extLst>
              <a:ext uri="{FF2B5EF4-FFF2-40B4-BE49-F238E27FC236}">
                <a16:creationId xmlns:a16="http://schemas.microsoft.com/office/drawing/2014/main" id="{09CA6C97-FEF7-4213-96D6-8F6B327685DC}"/>
              </a:ext>
            </a:extLst>
          </p:cNvPr>
          <p:cNvSpPr txBox="1"/>
          <p:nvPr/>
        </p:nvSpPr>
        <p:spPr>
          <a:xfrm>
            <a:off x="1511840" y="1421768"/>
            <a:ext cx="157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公式法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A553E7B9-59F9-47B7-90AF-3E84932B6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78572"/>
              </p:ext>
            </p:extLst>
          </p:nvPr>
        </p:nvGraphicFramePr>
        <p:xfrm>
          <a:off x="3005174" y="3464273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79" name="Equation" r:id="rId11" imgW="1841400" imgH="736560" progId="Equation.DSMT4">
                  <p:embed/>
                </p:oleObj>
              </mc:Choice>
              <mc:Fallback>
                <p:oleObj name="Equation" r:id="rId11" imgW="1841400" imgH="73656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1457F44E-093C-4F33-9202-AEFA4C8AD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74" y="3464273"/>
                        <a:ext cx="1841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33">
            <a:extLst>
              <a:ext uri="{FF2B5EF4-FFF2-40B4-BE49-F238E27FC236}">
                <a16:creationId xmlns:a16="http://schemas.microsoft.com/office/drawing/2014/main" id="{E2C12FF9-4A00-4C5E-B1AE-85A167A3E744}"/>
              </a:ext>
            </a:extLst>
          </p:cNvPr>
          <p:cNvSpPr txBox="1"/>
          <p:nvPr/>
        </p:nvSpPr>
        <p:spPr>
          <a:xfrm>
            <a:off x="1719191" y="894649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非线性方程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19" name="文本框 19">
            <a:extLst>
              <a:ext uri="{FF2B5EF4-FFF2-40B4-BE49-F238E27FC236}">
                <a16:creationId xmlns:a16="http://schemas.microsoft.com/office/drawing/2014/main" id="{4B46F7C8-7E40-4929-B989-378A92FAA19D}"/>
              </a:ext>
            </a:extLst>
          </p:cNvPr>
          <p:cNvSpPr txBox="1"/>
          <p:nvPr/>
        </p:nvSpPr>
        <p:spPr>
          <a:xfrm>
            <a:off x="830035" y="868023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分析</a:t>
            </a:r>
            <a:endParaRPr lang="en-US" altLang="zh-CN" sz="24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73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  <p:bldP spid="15" grpId="0"/>
      <p:bldP spid="16" grpId="0"/>
      <p:bldP spid="1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4">
            <a:extLst>
              <a:ext uri="{FF2B5EF4-FFF2-40B4-BE49-F238E27FC236}">
                <a16:creationId xmlns:a16="http://schemas.microsoft.com/office/drawing/2014/main" id="{F98608D8-CA3F-43CF-A334-FFE5870CED64}"/>
              </a:ext>
            </a:extLst>
          </p:cNvPr>
          <p:cNvSpPr txBox="1"/>
          <p:nvPr/>
        </p:nvSpPr>
        <p:spPr>
          <a:xfrm>
            <a:off x="883806" y="140057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53ACF552-C0A7-4861-8BB0-D1EF8BB2A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399092"/>
              </p:ext>
            </p:extLst>
          </p:nvPr>
        </p:nvGraphicFramePr>
        <p:xfrm>
          <a:off x="2277135" y="1326585"/>
          <a:ext cx="3340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67" name="Equation" r:id="rId3" imgW="3340080" imgH="609480" progId="Equation.DSMT4">
                  <p:embed/>
                </p:oleObj>
              </mc:Choice>
              <mc:Fallback>
                <p:oleObj name="Equation" r:id="rId3" imgW="3340080" imgH="6094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72E1F2C0-9E79-4E51-848C-7F1BFDA1E2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7135" y="1326585"/>
                        <a:ext cx="33401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E65458BA-8B1F-4B74-90DD-7B833BE95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220800"/>
              </p:ext>
            </p:extLst>
          </p:nvPr>
        </p:nvGraphicFramePr>
        <p:xfrm>
          <a:off x="5611856" y="1415509"/>
          <a:ext cx="2730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68" name="Equation" r:id="rId5" imgW="2730240" imgH="520560" progId="Equation.DSMT4">
                  <p:embed/>
                </p:oleObj>
              </mc:Choice>
              <mc:Fallback>
                <p:oleObj name="Equation" r:id="rId5" imgW="2730240" imgH="520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D2B1C9A6-C946-46A4-891B-0C49DA094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56" y="1415509"/>
                        <a:ext cx="2730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F3CF4DD8-6115-4865-B30E-6DE034B55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617182"/>
              </p:ext>
            </p:extLst>
          </p:nvPr>
        </p:nvGraphicFramePr>
        <p:xfrm>
          <a:off x="2504452" y="2070205"/>
          <a:ext cx="2209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69" name="Equation" r:id="rId7" imgW="2209680" imgH="723600" progId="Equation.DSMT4">
                  <p:embed/>
                </p:oleObj>
              </mc:Choice>
              <mc:Fallback>
                <p:oleObj name="Equation" r:id="rId7" imgW="2209680" imgH="72360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CE34C75-0BE7-458A-ADCB-6B8A675F97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4452" y="2070205"/>
                        <a:ext cx="2209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FBB2DC07-6246-4A89-BC0E-5C452A7A5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2514"/>
              </p:ext>
            </p:extLst>
          </p:nvPr>
        </p:nvGraphicFramePr>
        <p:xfrm>
          <a:off x="4916254" y="2025109"/>
          <a:ext cx="154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70" name="Equation" r:id="rId9" imgW="1549080" imgH="723600" progId="Equation.DSMT4">
                  <p:embed/>
                </p:oleObj>
              </mc:Choice>
              <mc:Fallback>
                <p:oleObj name="Equation" r:id="rId9" imgW="1549080" imgH="72360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2A192B7D-9CE1-4C25-8351-07AF913C2F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254" y="2025109"/>
                        <a:ext cx="1549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9">
            <a:extLst>
              <a:ext uri="{FF2B5EF4-FFF2-40B4-BE49-F238E27FC236}">
                <a16:creationId xmlns:a16="http://schemas.microsoft.com/office/drawing/2014/main" id="{CD8F3C48-B071-4B93-BB59-555B7C30557D}"/>
              </a:ext>
            </a:extLst>
          </p:cNvPr>
          <p:cNvSpPr txBox="1"/>
          <p:nvPr/>
        </p:nvSpPr>
        <p:spPr>
          <a:xfrm>
            <a:off x="4355976" y="483518"/>
            <a:ext cx="309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一阶线性非齐次方程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2841D079-38FB-48B1-A930-50E65C7009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79815"/>
              </p:ext>
            </p:extLst>
          </p:nvPr>
        </p:nvGraphicFramePr>
        <p:xfrm>
          <a:off x="2323502" y="307250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71" name="Equation" r:id="rId11" imgW="1841400" imgH="736560" progId="Equation.DSMT4">
                  <p:embed/>
                </p:oleObj>
              </mc:Choice>
              <mc:Fallback>
                <p:oleObj name="Equation" r:id="rId11" imgW="184140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2563D662-38D7-486D-A82F-5616C73A7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502" y="307250"/>
                        <a:ext cx="1841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34">
            <a:extLst>
              <a:ext uri="{FF2B5EF4-FFF2-40B4-BE49-F238E27FC236}">
                <a16:creationId xmlns:a16="http://schemas.microsoft.com/office/drawing/2014/main" id="{E90C24E8-C04E-42FD-B00A-FE8531D32D4C}"/>
              </a:ext>
            </a:extLst>
          </p:cNvPr>
          <p:cNvSpPr txBox="1"/>
          <p:nvPr/>
        </p:nvSpPr>
        <p:spPr>
          <a:xfrm>
            <a:off x="880966" y="2912745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07646C93-95CE-4CEB-87BE-FFBB85469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462854"/>
              </p:ext>
            </p:extLst>
          </p:nvPr>
        </p:nvGraphicFramePr>
        <p:xfrm>
          <a:off x="2105102" y="2866619"/>
          <a:ext cx="191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72" name="Equation" r:id="rId13" imgW="1917360" imgH="723600" progId="Equation.DSMT4">
                  <p:embed/>
                </p:oleObj>
              </mc:Choice>
              <mc:Fallback>
                <p:oleObj name="Equation" r:id="rId13" imgW="1917360" imgH="72360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89BB1A35-1B46-44D2-8FD6-B74A3989C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102" y="2866619"/>
                        <a:ext cx="1917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546E026E-FA8E-4D50-AE61-2CFF0B33729B}"/>
              </a:ext>
            </a:extLst>
          </p:cNvPr>
          <p:cNvGrpSpPr/>
          <p:nvPr/>
        </p:nvGrpSpPr>
        <p:grpSpPr>
          <a:xfrm>
            <a:off x="873996" y="3824179"/>
            <a:ext cx="1429436" cy="481650"/>
            <a:chOff x="299455" y="4341627"/>
            <a:chExt cx="1429436" cy="481650"/>
          </a:xfrm>
        </p:grpSpPr>
        <p:sp>
          <p:nvSpPr>
            <p:cNvPr id="12" name="文本框 39">
              <a:extLst>
                <a:ext uri="{FF2B5EF4-FFF2-40B4-BE49-F238E27FC236}">
                  <a16:creationId xmlns:a16="http://schemas.microsoft.com/office/drawing/2014/main" id="{6447B065-03A1-4D9C-962B-9A6D52F0C53C}"/>
                </a:ext>
              </a:extLst>
            </p:cNvPr>
            <p:cNvSpPr txBox="1"/>
            <p:nvPr/>
          </p:nvSpPr>
          <p:spPr>
            <a:xfrm>
              <a:off x="299455" y="4341627"/>
              <a:ext cx="510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02F70596-85A2-409D-BCF6-42CF3361E0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970682"/>
                </p:ext>
              </p:extLst>
            </p:nvPr>
          </p:nvGraphicFramePr>
          <p:xfrm>
            <a:off x="738291" y="4378777"/>
            <a:ext cx="990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73" name="Equation" r:id="rId15" imgW="990360" imgH="444240" progId="Equation.DSMT4">
                    <p:embed/>
                  </p:oleObj>
                </mc:Choice>
                <mc:Fallback>
                  <p:oleObj name="Equation" r:id="rId15" imgW="990360" imgH="44424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213629FF-DCFB-43A7-8F3D-D8887FD66F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291" y="4378777"/>
                          <a:ext cx="990600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4AA658-5AD9-4871-93C9-189E9A3A4ABD}"/>
              </a:ext>
            </a:extLst>
          </p:cNvPr>
          <p:cNvGrpSpPr/>
          <p:nvPr/>
        </p:nvGrpSpPr>
        <p:grpSpPr>
          <a:xfrm>
            <a:off x="2249030" y="3721177"/>
            <a:ext cx="1427486" cy="723900"/>
            <a:chOff x="2192808" y="3812230"/>
            <a:chExt cx="1427486" cy="723900"/>
          </a:xfrm>
        </p:grpSpPr>
        <p:sp>
          <p:nvSpPr>
            <p:cNvPr id="15" name="文本框 41">
              <a:extLst>
                <a:ext uri="{FF2B5EF4-FFF2-40B4-BE49-F238E27FC236}">
                  <a16:creationId xmlns:a16="http://schemas.microsoft.com/office/drawing/2014/main" id="{98D4076B-260B-4DCE-B750-FD42B853E657}"/>
                </a:ext>
              </a:extLst>
            </p:cNvPr>
            <p:cNvSpPr txBox="1"/>
            <p:nvPr/>
          </p:nvSpPr>
          <p:spPr>
            <a:xfrm>
              <a:off x="2192808" y="3915232"/>
              <a:ext cx="510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38B014C4-B645-4946-AD67-A11A74CB2E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9980976"/>
                </p:ext>
              </p:extLst>
            </p:nvPr>
          </p:nvGraphicFramePr>
          <p:xfrm>
            <a:off x="2756694" y="3812230"/>
            <a:ext cx="863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74" name="Equation" r:id="rId17" imgW="863280" imgH="723600" progId="Equation.DSMT4">
                    <p:embed/>
                  </p:oleObj>
                </mc:Choice>
                <mc:Fallback>
                  <p:oleObj name="Equation" r:id="rId17" imgW="863280" imgH="72360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20DADE2E-93D4-4EA1-8AAB-AE56B79A2F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6694" y="3812230"/>
                          <a:ext cx="8636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43">
            <a:extLst>
              <a:ext uri="{FF2B5EF4-FFF2-40B4-BE49-F238E27FC236}">
                <a16:creationId xmlns:a16="http://schemas.microsoft.com/office/drawing/2014/main" id="{03828C1D-986B-4D69-B581-5850E602A045}"/>
              </a:ext>
            </a:extLst>
          </p:cNvPr>
          <p:cNvSpPr txBox="1"/>
          <p:nvPr/>
        </p:nvSpPr>
        <p:spPr>
          <a:xfrm>
            <a:off x="3765952" y="3824179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从而满足条件的特解为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D8338917-8FCA-49F5-9443-125D388425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703944"/>
              </p:ext>
            </p:extLst>
          </p:nvPr>
        </p:nvGraphicFramePr>
        <p:xfrm>
          <a:off x="6940416" y="3692602"/>
          <a:ext cx="1955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75" name="Equation" r:id="rId19" imgW="1955520" imgH="723600" progId="Equation.DSMT4">
                  <p:embed/>
                </p:oleObj>
              </mc:Choice>
              <mc:Fallback>
                <p:oleObj name="Equation" r:id="rId19" imgW="1955520" imgH="72360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707391D2-3C7C-4503-917F-83A116BE58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416" y="3692602"/>
                        <a:ext cx="1955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07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23505FC9-C32B-47F1-9555-CFA09A285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529870"/>
              </p:ext>
            </p:extLst>
          </p:nvPr>
        </p:nvGraphicFramePr>
        <p:xfrm>
          <a:off x="2682735" y="264250"/>
          <a:ext cx="214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46" name="Equation" r:id="rId3" imgW="2145960" imgH="406080" progId="Equation.DSMT4">
                  <p:embed/>
                </p:oleObj>
              </mc:Choice>
              <mc:Fallback>
                <p:oleObj name="Equation" r:id="rId3" imgW="2145960" imgH="40608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F13FD713-E276-48C1-AAF3-4002B0587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735" y="264250"/>
                        <a:ext cx="2146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2">
            <a:extLst>
              <a:ext uri="{FF2B5EF4-FFF2-40B4-BE49-F238E27FC236}">
                <a16:creationId xmlns:a16="http://schemas.microsoft.com/office/drawing/2014/main" id="{7895A3C4-7FEA-4702-AEC3-67ED62A7DEF8}"/>
              </a:ext>
            </a:extLst>
          </p:cNvPr>
          <p:cNvSpPr txBox="1"/>
          <p:nvPr/>
        </p:nvSpPr>
        <p:spPr>
          <a:xfrm>
            <a:off x="958837" y="24408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37544E-1490-4C26-B1AD-56A20B42B298}"/>
              </a:ext>
            </a:extLst>
          </p:cNvPr>
          <p:cNvSpPr txBox="1"/>
          <p:nvPr/>
        </p:nvSpPr>
        <p:spPr>
          <a:xfrm>
            <a:off x="1619672" y="267494"/>
            <a:ext cx="1353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34232AD2-63A0-48AC-87AC-0754A83FB273}"/>
              </a:ext>
            </a:extLst>
          </p:cNvPr>
          <p:cNvSpPr txBox="1"/>
          <p:nvPr/>
        </p:nvSpPr>
        <p:spPr>
          <a:xfrm>
            <a:off x="4809442" y="236617"/>
            <a:ext cx="14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满足条件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9">
            <a:extLst>
              <a:ext uri="{FF2B5EF4-FFF2-40B4-BE49-F238E27FC236}">
                <a16:creationId xmlns:a16="http://schemas.microsoft.com/office/drawing/2014/main" id="{B828A82B-B215-412D-9C1C-EAA6D94C4B27}"/>
              </a:ext>
            </a:extLst>
          </p:cNvPr>
          <p:cNvSpPr txBox="1"/>
          <p:nvPr/>
        </p:nvSpPr>
        <p:spPr>
          <a:xfrm>
            <a:off x="981959" y="90901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33">
            <a:extLst>
              <a:ext uri="{FF2B5EF4-FFF2-40B4-BE49-F238E27FC236}">
                <a16:creationId xmlns:a16="http://schemas.microsoft.com/office/drawing/2014/main" id="{707A35E9-6A98-4653-9391-0586E27179DA}"/>
              </a:ext>
            </a:extLst>
          </p:cNvPr>
          <p:cNvSpPr txBox="1"/>
          <p:nvPr/>
        </p:nvSpPr>
        <p:spPr>
          <a:xfrm>
            <a:off x="910117" y="1434154"/>
            <a:ext cx="240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方程可变形为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88842F24-8868-4854-AD74-752EBED6B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724528"/>
              </p:ext>
            </p:extLst>
          </p:nvPr>
        </p:nvGraphicFramePr>
        <p:xfrm>
          <a:off x="6170297" y="261253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47" name="Equation" r:id="rId5" imgW="990360" imgH="444240" progId="Equation.DSMT4">
                  <p:embed/>
                </p:oleObj>
              </mc:Choice>
              <mc:Fallback>
                <p:oleObj name="Equation" r:id="rId5" imgW="990360" imgH="44424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A9446156-92D8-4F52-A01E-D914E9C86F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297" y="261253"/>
                        <a:ext cx="990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0">
            <a:extLst>
              <a:ext uri="{FF2B5EF4-FFF2-40B4-BE49-F238E27FC236}">
                <a16:creationId xmlns:a16="http://schemas.microsoft.com/office/drawing/2014/main" id="{CE1310C4-0D4C-4205-8E68-482F810BB9B2}"/>
              </a:ext>
            </a:extLst>
          </p:cNvPr>
          <p:cNvSpPr txBox="1"/>
          <p:nvPr/>
        </p:nvSpPr>
        <p:spPr>
          <a:xfrm>
            <a:off x="7093130" y="222727"/>
            <a:ext cx="14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39BD8B42-D477-4B08-82E5-113BBBC04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679411"/>
              </p:ext>
            </p:extLst>
          </p:nvPr>
        </p:nvGraphicFramePr>
        <p:xfrm>
          <a:off x="3199766" y="1248851"/>
          <a:ext cx="2133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48" name="Equation" r:id="rId7" imgW="2133360" imgH="774360" progId="Equation.DSMT4">
                  <p:embed/>
                </p:oleObj>
              </mc:Choice>
              <mc:Fallback>
                <p:oleObj name="Equation" r:id="rId7" imgW="2133360" imgH="7743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2AE34E14-1214-4864-BE46-69DE1891D0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766" y="1248851"/>
                        <a:ext cx="21336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9">
            <a:extLst>
              <a:ext uri="{FF2B5EF4-FFF2-40B4-BE49-F238E27FC236}">
                <a16:creationId xmlns:a16="http://schemas.microsoft.com/office/drawing/2014/main" id="{BFD77CF1-396C-4DDC-B2C4-1F894ED8B4C8}"/>
              </a:ext>
            </a:extLst>
          </p:cNvPr>
          <p:cNvSpPr txBox="1"/>
          <p:nvPr/>
        </p:nvSpPr>
        <p:spPr>
          <a:xfrm>
            <a:off x="5532779" y="2417205"/>
            <a:ext cx="299550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一阶线性非齐次方程</a:t>
            </a:r>
            <a:endParaRPr lang="en-US" altLang="zh-CN" sz="23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9156CAA8-265A-4368-965A-A7A32E419A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703737"/>
              </p:ext>
            </p:extLst>
          </p:nvPr>
        </p:nvGraphicFramePr>
        <p:xfrm>
          <a:off x="3148966" y="2280474"/>
          <a:ext cx="2184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49" name="Equation" r:id="rId9" imgW="2184120" imgH="774360" progId="Equation.DSMT4">
                  <p:embed/>
                </p:oleObj>
              </mc:Choice>
              <mc:Fallback>
                <p:oleObj name="Equation" r:id="rId9" imgW="2184120" imgH="77436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77D4AD7A-C9F1-4FC2-A6ED-F3B0CA616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966" y="2280474"/>
                        <a:ext cx="2184400" cy="7747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34">
            <a:extLst>
              <a:ext uri="{FF2B5EF4-FFF2-40B4-BE49-F238E27FC236}">
                <a16:creationId xmlns:a16="http://schemas.microsoft.com/office/drawing/2014/main" id="{516BF96C-FB18-4E1D-AC24-BBFABDE8F51A}"/>
              </a:ext>
            </a:extLst>
          </p:cNvPr>
          <p:cNvSpPr txBox="1"/>
          <p:nvPr/>
        </p:nvSpPr>
        <p:spPr>
          <a:xfrm>
            <a:off x="801036" y="3230136"/>
            <a:ext cx="262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上式两端同乘以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9BCE2F78-5D71-482D-9308-EA8993916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940421"/>
              </p:ext>
            </p:extLst>
          </p:nvPr>
        </p:nvGraphicFramePr>
        <p:xfrm>
          <a:off x="3136971" y="3221680"/>
          <a:ext cx="149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50" name="Equation" r:id="rId11" imgW="1498320" imgH="520560" progId="Equation.DSMT4">
                  <p:embed/>
                </p:oleObj>
              </mc:Choice>
              <mc:Fallback>
                <p:oleObj name="Equation" r:id="rId11" imgW="1498320" imgH="52056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A77DCDEF-84AC-42A9-A029-DAD01E1930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71" y="3221680"/>
                        <a:ext cx="149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31">
            <a:extLst>
              <a:ext uri="{FF2B5EF4-FFF2-40B4-BE49-F238E27FC236}">
                <a16:creationId xmlns:a16="http://schemas.microsoft.com/office/drawing/2014/main" id="{948BEE13-4305-4925-9FCE-9C0E7DCEEF17}"/>
              </a:ext>
            </a:extLst>
          </p:cNvPr>
          <p:cNvSpPr txBox="1"/>
          <p:nvPr/>
        </p:nvSpPr>
        <p:spPr>
          <a:xfrm>
            <a:off x="4726128" y="3273338"/>
            <a:ext cx="819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9947CB43-2B4C-4E8A-B3A3-E66E16CBE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580884"/>
              </p:ext>
            </p:extLst>
          </p:nvPr>
        </p:nvGraphicFramePr>
        <p:xfrm>
          <a:off x="2908371" y="3764887"/>
          <a:ext cx="3454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51" name="Equation" r:id="rId13" imgW="3454200" imgH="774360" progId="Equation.DSMT4">
                  <p:embed/>
                </p:oleObj>
              </mc:Choice>
              <mc:Fallback>
                <p:oleObj name="Equation" r:id="rId13" imgW="3454200" imgH="774360" progId="Equation.DSMT4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07E927BE-2208-4746-9EED-A3E856BAF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71" y="3764887"/>
                        <a:ext cx="34544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33">
            <a:extLst>
              <a:ext uri="{FF2B5EF4-FFF2-40B4-BE49-F238E27FC236}">
                <a16:creationId xmlns:a16="http://schemas.microsoft.com/office/drawing/2014/main" id="{2F66A469-55D8-43C3-92F3-C57E0560FC1B}"/>
              </a:ext>
            </a:extLst>
          </p:cNvPr>
          <p:cNvSpPr txBox="1"/>
          <p:nvPr/>
        </p:nvSpPr>
        <p:spPr>
          <a:xfrm>
            <a:off x="1754698" y="873908"/>
            <a:ext cx="157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凑微分法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91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>
            <a:extLst>
              <a:ext uri="{FF2B5EF4-FFF2-40B4-BE49-F238E27FC236}">
                <a16:creationId xmlns:a16="http://schemas.microsoft.com/office/drawing/2014/main" id="{6C5C73F8-08E5-4548-9356-B08E7A200616}"/>
              </a:ext>
            </a:extLst>
          </p:cNvPr>
          <p:cNvSpPr txBox="1"/>
          <p:nvPr/>
        </p:nvSpPr>
        <p:spPr>
          <a:xfrm>
            <a:off x="682204" y="1406021"/>
            <a:ext cx="819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33BFF6DA-D01A-40C0-8EB7-AD3FE931D8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03896"/>
              </p:ext>
            </p:extLst>
          </p:nvPr>
        </p:nvGraphicFramePr>
        <p:xfrm>
          <a:off x="2638546" y="1152501"/>
          <a:ext cx="2286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15" name="Equation" r:id="rId3" imgW="2286000" imgH="812520" progId="Equation.DSMT4">
                  <p:embed/>
                </p:oleObj>
              </mc:Choice>
              <mc:Fallback>
                <p:oleObj name="Equation" r:id="rId3" imgW="2286000" imgH="8125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A6BDC00F-23A5-4BBE-8CED-E7CE9B0F63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546" y="1152501"/>
                        <a:ext cx="2286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A2A00290-35AC-4EEE-867A-EB7854C49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306114"/>
              </p:ext>
            </p:extLst>
          </p:nvPr>
        </p:nvGraphicFramePr>
        <p:xfrm>
          <a:off x="6061505" y="1577825"/>
          <a:ext cx="180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16" name="Equation" r:id="rId5" imgW="1803240" imgH="444240" progId="Equation.DSMT4">
                  <p:embed/>
                </p:oleObj>
              </mc:Choice>
              <mc:Fallback>
                <p:oleObj name="Equation" r:id="rId5" imgW="1803240" imgH="44424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A39B4896-4731-4A4F-96D1-D7841AEFA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505" y="1577825"/>
                        <a:ext cx="1803400" cy="444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7">
            <a:extLst>
              <a:ext uri="{FF2B5EF4-FFF2-40B4-BE49-F238E27FC236}">
                <a16:creationId xmlns:a16="http://schemas.microsoft.com/office/drawing/2014/main" id="{BB3B47C6-65DF-437E-B7A4-E417528053F4}"/>
              </a:ext>
            </a:extLst>
          </p:cNvPr>
          <p:cNvSpPr txBox="1"/>
          <p:nvPr/>
        </p:nvSpPr>
        <p:spPr>
          <a:xfrm>
            <a:off x="685182" y="2188383"/>
            <a:ext cx="115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48">
            <a:extLst>
              <a:ext uri="{FF2B5EF4-FFF2-40B4-BE49-F238E27FC236}">
                <a16:creationId xmlns:a16="http://schemas.microsoft.com/office/drawing/2014/main" id="{A782850F-DC8D-40A8-8CE6-D7BCE2A5FC3B}"/>
              </a:ext>
            </a:extLst>
          </p:cNvPr>
          <p:cNvSpPr txBox="1"/>
          <p:nvPr/>
        </p:nvSpPr>
        <p:spPr>
          <a:xfrm>
            <a:off x="558777" y="3070797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CE648C5-03DB-4E10-AE7E-B7E6020B8AB6}"/>
              </a:ext>
            </a:extLst>
          </p:cNvPr>
          <p:cNvGrpSpPr/>
          <p:nvPr/>
        </p:nvGrpSpPr>
        <p:grpSpPr>
          <a:xfrm>
            <a:off x="545991" y="3825501"/>
            <a:ext cx="2801377" cy="723900"/>
            <a:chOff x="563144" y="4119783"/>
            <a:chExt cx="2801377" cy="72390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FE15FC0-502C-4780-BD20-0273FEB9CF79}"/>
                </a:ext>
              </a:extLst>
            </p:cNvPr>
            <p:cNvGrpSpPr/>
            <p:nvPr/>
          </p:nvGrpSpPr>
          <p:grpSpPr>
            <a:xfrm>
              <a:off x="563144" y="4230404"/>
              <a:ext cx="1429436" cy="481650"/>
              <a:chOff x="299455" y="4341627"/>
              <a:chExt cx="1429436" cy="481650"/>
            </a:xfrm>
          </p:grpSpPr>
          <p:sp>
            <p:nvSpPr>
              <p:cNvPr id="12" name="文本框 39">
                <a:extLst>
                  <a:ext uri="{FF2B5EF4-FFF2-40B4-BE49-F238E27FC236}">
                    <a16:creationId xmlns:a16="http://schemas.microsoft.com/office/drawing/2014/main" id="{BD4E45E5-F4AE-4F97-BA74-873AE0DF5881}"/>
                  </a:ext>
                </a:extLst>
              </p:cNvPr>
              <p:cNvSpPr txBox="1"/>
              <p:nvPr/>
            </p:nvSpPr>
            <p:spPr>
              <a:xfrm>
                <a:off x="299455" y="4341627"/>
                <a:ext cx="51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由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3" name="Object 24">
                <a:extLst>
                  <a:ext uri="{FF2B5EF4-FFF2-40B4-BE49-F238E27FC236}">
                    <a16:creationId xmlns:a16="http://schemas.microsoft.com/office/drawing/2014/main" id="{E4172DEC-F6C3-4A3D-BD0F-4E84CD93C9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8291" y="4378777"/>
              <a:ext cx="990600" cy="444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717" name="Equation" r:id="rId7" imgW="990360" imgH="444240" progId="Equation.DSMT4">
                      <p:embed/>
                    </p:oleObj>
                  </mc:Choice>
                  <mc:Fallback>
                    <p:oleObj name="Equation" r:id="rId7" imgW="990360" imgH="444240" progId="Equation.DSMT4">
                      <p:embed/>
                      <p:pic>
                        <p:nvPicPr>
                          <p:cNvPr id="40" name="Object 24">
                            <a:extLst>
                              <a:ext uri="{FF2B5EF4-FFF2-40B4-BE49-F238E27FC236}">
                                <a16:creationId xmlns:a16="http://schemas.microsoft.com/office/drawing/2014/main" id="{BC3F2E94-DB52-4ED0-B801-97A381F759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8291" y="4378777"/>
                            <a:ext cx="990600" cy="4445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ADBABE7-B83B-47BD-9220-11A761D4A795}"/>
                </a:ext>
              </a:extLst>
            </p:cNvPr>
            <p:cNvGrpSpPr/>
            <p:nvPr/>
          </p:nvGrpSpPr>
          <p:grpSpPr>
            <a:xfrm>
              <a:off x="1937035" y="4119783"/>
              <a:ext cx="1427486" cy="723900"/>
              <a:chOff x="1674489" y="4238625"/>
              <a:chExt cx="1427486" cy="723900"/>
            </a:xfrm>
          </p:grpSpPr>
          <p:sp>
            <p:nvSpPr>
              <p:cNvPr id="10" name="文本框 41">
                <a:extLst>
                  <a:ext uri="{FF2B5EF4-FFF2-40B4-BE49-F238E27FC236}">
                    <a16:creationId xmlns:a16="http://schemas.microsoft.com/office/drawing/2014/main" id="{F555014A-6824-4B93-840E-232DC6D719B5}"/>
                  </a:ext>
                </a:extLst>
              </p:cNvPr>
              <p:cNvSpPr txBox="1"/>
              <p:nvPr/>
            </p:nvSpPr>
            <p:spPr>
              <a:xfrm>
                <a:off x="1674489" y="4341627"/>
                <a:ext cx="51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得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1" name="Object 24">
                <a:extLst>
                  <a:ext uri="{FF2B5EF4-FFF2-40B4-BE49-F238E27FC236}">
                    <a16:creationId xmlns:a16="http://schemas.microsoft.com/office/drawing/2014/main" id="{C368034C-6D39-40CF-BDDE-AEDF7AE58E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4037840"/>
                  </p:ext>
                </p:extLst>
              </p:nvPr>
            </p:nvGraphicFramePr>
            <p:xfrm>
              <a:off x="2238375" y="4238625"/>
              <a:ext cx="863600" cy="723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718" name="Equation" r:id="rId9" imgW="863280" imgH="723600" progId="Equation.DSMT4">
                      <p:embed/>
                    </p:oleObj>
                  </mc:Choice>
                  <mc:Fallback>
                    <p:oleObj name="Equation" r:id="rId9" imgW="863280" imgH="723600" progId="Equation.DSMT4">
                      <p:embed/>
                      <p:pic>
                        <p:nvPicPr>
                          <p:cNvPr id="38" name="Object 24">
                            <a:extLst>
                              <a:ext uri="{FF2B5EF4-FFF2-40B4-BE49-F238E27FC236}">
                                <a16:creationId xmlns:a16="http://schemas.microsoft.com/office/drawing/2014/main" id="{CA38A427-8634-4CFD-8ACE-BBA01F12C36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8375" y="4238625"/>
                            <a:ext cx="863600" cy="723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BEAA7AA-E3DC-49F6-8214-74993483C90A}"/>
              </a:ext>
            </a:extLst>
          </p:cNvPr>
          <p:cNvGrpSpPr/>
          <p:nvPr/>
        </p:nvGrpSpPr>
        <p:grpSpPr>
          <a:xfrm>
            <a:off x="3293773" y="3794703"/>
            <a:ext cx="5130264" cy="723900"/>
            <a:chOff x="3236405" y="4231509"/>
            <a:chExt cx="5130264" cy="723900"/>
          </a:xfrm>
        </p:grpSpPr>
        <p:sp>
          <p:nvSpPr>
            <p:cNvPr id="15" name="文本框 43">
              <a:extLst>
                <a:ext uri="{FF2B5EF4-FFF2-40B4-BE49-F238E27FC236}">
                  <a16:creationId xmlns:a16="http://schemas.microsoft.com/office/drawing/2014/main" id="{8AE49570-B140-4356-ABAE-9019E1F39144}"/>
                </a:ext>
              </a:extLst>
            </p:cNvPr>
            <p:cNvSpPr txBox="1"/>
            <p:nvPr/>
          </p:nvSpPr>
          <p:spPr>
            <a:xfrm>
              <a:off x="3236405" y="4363086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从而满足条件的特解为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B0D13511-04CC-4B81-9C78-4B579E51D7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807661"/>
                </p:ext>
              </p:extLst>
            </p:nvPr>
          </p:nvGraphicFramePr>
          <p:xfrm>
            <a:off x="6410869" y="4231509"/>
            <a:ext cx="1955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19" name="Equation" r:id="rId11" imgW="1955520" imgH="723600" progId="Equation.DSMT4">
                    <p:embed/>
                  </p:oleObj>
                </mc:Choice>
                <mc:Fallback>
                  <p:oleObj name="Equation" r:id="rId11" imgW="1955520" imgH="723600" progId="Equation.DSMT4">
                    <p:embed/>
                    <p:pic>
                      <p:nvPicPr>
                        <p:cNvPr id="43" name="Object 24">
                          <a:extLst>
                            <a:ext uri="{FF2B5EF4-FFF2-40B4-BE49-F238E27FC236}">
                              <a16:creationId xmlns:a16="http://schemas.microsoft.com/office/drawing/2014/main" id="{AFD3A2D1-F010-4EEE-BA8A-2D52EB6C1A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0869" y="4231509"/>
                          <a:ext cx="19558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CE97ED4E-DC05-40C7-912A-9F0F3F502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197157"/>
              </p:ext>
            </p:extLst>
          </p:nvPr>
        </p:nvGraphicFramePr>
        <p:xfrm>
          <a:off x="2483768" y="195486"/>
          <a:ext cx="3454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20" name="Equation" r:id="rId13" imgW="3454200" imgH="774360" progId="Equation.DSMT4">
                  <p:embed/>
                </p:oleObj>
              </mc:Choice>
              <mc:Fallback>
                <p:oleObj name="Equation" r:id="rId13" imgW="3454200" imgH="77436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4DC179E6-899B-43EB-915D-A67CCAD71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95486"/>
                        <a:ext cx="34544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C4213710-78AE-41AB-9C4E-D896B6079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245289"/>
              </p:ext>
            </p:extLst>
          </p:nvPr>
        </p:nvGraphicFramePr>
        <p:xfrm>
          <a:off x="2732848" y="2035893"/>
          <a:ext cx="232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21" name="Equation" r:id="rId15" imgW="2323800" imgH="723600" progId="Equation.DSMT4">
                  <p:embed/>
                </p:oleObj>
              </mc:Choice>
              <mc:Fallback>
                <p:oleObj name="Equation" r:id="rId15" imgW="2323800" imgH="723600" progId="Equation.DSMT4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5E2E6A04-FBD2-459F-82D2-B584723B4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848" y="2035893"/>
                        <a:ext cx="2324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4A60EA17-DFA2-42A3-956C-45FC48626CC9}"/>
              </a:ext>
            </a:extLst>
          </p:cNvPr>
          <p:cNvGrpSpPr/>
          <p:nvPr/>
        </p:nvGrpSpPr>
        <p:grpSpPr>
          <a:xfrm>
            <a:off x="2630308" y="2918272"/>
            <a:ext cx="4182972" cy="725101"/>
            <a:chOff x="1970139" y="3250504"/>
            <a:chExt cx="4182972" cy="725101"/>
          </a:xfrm>
        </p:grpSpPr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BB1D561E-5A15-4EF5-BE7C-A3103B5ADD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385832"/>
                </p:ext>
              </p:extLst>
            </p:nvPr>
          </p:nvGraphicFramePr>
          <p:xfrm>
            <a:off x="1970139" y="3251705"/>
            <a:ext cx="2578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22" name="Equation" r:id="rId17" imgW="2577960" imgH="723600" progId="Equation.DSMT4">
                    <p:embed/>
                  </p:oleObj>
                </mc:Choice>
                <mc:Fallback>
                  <p:oleObj name="Equation" r:id="rId17" imgW="2577960" imgH="72360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ADB08B9D-2BBE-4FBC-93F2-7B66169E2A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0139" y="3251705"/>
                          <a:ext cx="25781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8B31630C-C597-4ED2-BFF5-8D3D78A310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0697515"/>
                </p:ext>
              </p:extLst>
            </p:nvPr>
          </p:nvGraphicFramePr>
          <p:xfrm>
            <a:off x="4591011" y="3250504"/>
            <a:ext cx="1562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23" name="Equation" r:id="rId19" imgW="1562040" imgH="723600" progId="Equation.DSMT4">
                    <p:embed/>
                  </p:oleObj>
                </mc:Choice>
                <mc:Fallback>
                  <p:oleObj name="Equation" r:id="rId19" imgW="1562040" imgH="72360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C0410481-69C9-4B02-A2FA-55D0ED8EC8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1011" y="3250504"/>
                          <a:ext cx="15621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3874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27D541AE-BAF5-4F0C-A20F-E8EC42DE45B7}"/>
              </a:ext>
            </a:extLst>
          </p:cNvPr>
          <p:cNvSpPr txBox="1"/>
          <p:nvPr/>
        </p:nvSpPr>
        <p:spPr>
          <a:xfrm>
            <a:off x="899592" y="267494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二、可化为一阶线性方程的微分方程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4460BDE8-93F4-4D66-BD00-090126A47BE3}"/>
              </a:ext>
            </a:extLst>
          </p:cNvPr>
          <p:cNvSpPr txBox="1"/>
          <p:nvPr/>
        </p:nvSpPr>
        <p:spPr>
          <a:xfrm>
            <a:off x="809825" y="1625657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形如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2BFE194-7891-4DFB-B038-91E0899A4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798040"/>
              </p:ext>
            </p:extLst>
          </p:nvPr>
        </p:nvGraphicFramePr>
        <p:xfrm>
          <a:off x="2970065" y="1850832"/>
          <a:ext cx="393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82" name="Equation" r:id="rId3" imgW="3936960" imgH="736560" progId="Equation.DSMT4">
                  <p:embed/>
                </p:oleObj>
              </mc:Choice>
              <mc:Fallback>
                <p:oleObj name="Equation" r:id="rId3" imgW="393696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B9BD1CD4-04F1-4538-BF67-1D044D7AE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065" y="1850832"/>
                        <a:ext cx="3937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5">
            <a:extLst>
              <a:ext uri="{FF2B5EF4-FFF2-40B4-BE49-F238E27FC236}">
                <a16:creationId xmlns:a16="http://schemas.microsoft.com/office/drawing/2014/main" id="{641191C6-E20D-4D33-9A3D-0C4AC9FD09F3}"/>
              </a:ext>
            </a:extLst>
          </p:cNvPr>
          <p:cNvSpPr txBox="1"/>
          <p:nvPr/>
        </p:nvSpPr>
        <p:spPr>
          <a:xfrm>
            <a:off x="217600" y="2836602"/>
            <a:ext cx="3497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的方程称为伯努利方程，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935E074-5F64-4C12-8882-4C424570DFD8}"/>
              </a:ext>
            </a:extLst>
          </p:cNvPr>
          <p:cNvGrpSpPr/>
          <p:nvPr/>
        </p:nvGrpSpPr>
        <p:grpSpPr>
          <a:xfrm>
            <a:off x="3563888" y="2813110"/>
            <a:ext cx="4341321" cy="488718"/>
            <a:chOff x="4633617" y="2925410"/>
            <a:chExt cx="4341321" cy="488718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885DACC4-B087-4EB8-B0E1-CCABF2AA1E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7877325"/>
                </p:ext>
              </p:extLst>
            </p:nvPr>
          </p:nvGraphicFramePr>
          <p:xfrm>
            <a:off x="5363733" y="3076752"/>
            <a:ext cx="241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83" name="Equation" r:id="rId5" imgW="241200" imgH="215640" progId="Equation.DSMT4">
                    <p:embed/>
                  </p:oleObj>
                </mc:Choice>
                <mc:Fallback>
                  <p:oleObj name="Equation" r:id="rId5" imgW="241200" imgH="21564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5BDEB791-A7C1-4AD1-AAD9-6E7D0A08C7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3733" y="3076752"/>
                          <a:ext cx="2413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8">
              <a:extLst>
                <a:ext uri="{FF2B5EF4-FFF2-40B4-BE49-F238E27FC236}">
                  <a16:creationId xmlns:a16="http://schemas.microsoft.com/office/drawing/2014/main" id="{B33D2F3D-DA9C-42A5-B7B4-BC041F5F70B9}"/>
                </a:ext>
              </a:extLst>
            </p:cNvPr>
            <p:cNvSpPr txBox="1"/>
            <p:nvPr/>
          </p:nvSpPr>
          <p:spPr>
            <a:xfrm>
              <a:off x="5508104" y="2952463"/>
              <a:ext cx="1543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是不等于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A2E1FACC-E09F-487A-AEB9-CC94BF3540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5088950"/>
                </p:ext>
              </p:extLst>
            </p:nvPr>
          </p:nvGraphicFramePr>
          <p:xfrm>
            <a:off x="6901846" y="3041296"/>
            <a:ext cx="77436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84" name="Equation" r:id="rId7" imgW="774360" imgH="330120" progId="Equation.DSMT4">
                    <p:embed/>
                  </p:oleObj>
                </mc:Choice>
                <mc:Fallback>
                  <p:oleObj name="Equation" r:id="rId7" imgW="774360" imgH="33012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63E8690C-8E1E-4FF3-9B43-FEF2BB73BA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1846" y="3041296"/>
                          <a:ext cx="774360" cy="3301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10">
              <a:extLst>
                <a:ext uri="{FF2B5EF4-FFF2-40B4-BE49-F238E27FC236}">
                  <a16:creationId xmlns:a16="http://schemas.microsoft.com/office/drawing/2014/main" id="{257B2084-1A11-4666-A429-3A544B6F51AC}"/>
                </a:ext>
              </a:extLst>
            </p:cNvPr>
            <p:cNvSpPr txBox="1"/>
            <p:nvPr/>
          </p:nvSpPr>
          <p:spPr>
            <a:xfrm>
              <a:off x="7316962" y="2932930"/>
              <a:ext cx="1657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 的常数，</a:t>
              </a:r>
            </a:p>
          </p:txBody>
        </p:sp>
        <p:sp>
          <p:nvSpPr>
            <p:cNvPr id="11" name="文本框 11">
              <a:extLst>
                <a:ext uri="{FF2B5EF4-FFF2-40B4-BE49-F238E27FC236}">
                  <a16:creationId xmlns:a16="http://schemas.microsoft.com/office/drawing/2014/main" id="{190E5B30-1A01-4894-B81E-84B99747C2A9}"/>
                </a:ext>
              </a:extLst>
            </p:cNvPr>
            <p:cNvSpPr txBox="1"/>
            <p:nvPr/>
          </p:nvSpPr>
          <p:spPr>
            <a:xfrm>
              <a:off x="4633617" y="2925410"/>
              <a:ext cx="874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其中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7B92B59-D240-4E14-B0A3-52331AADC754}"/>
              </a:ext>
            </a:extLst>
          </p:cNvPr>
          <p:cNvGrpSpPr/>
          <p:nvPr/>
        </p:nvGrpSpPr>
        <p:grpSpPr>
          <a:xfrm>
            <a:off x="7624999" y="2856630"/>
            <a:ext cx="1174778" cy="461665"/>
            <a:chOff x="1630434" y="3477173"/>
            <a:chExt cx="1174778" cy="461665"/>
          </a:xfrm>
        </p:grpSpPr>
        <p:sp>
          <p:nvSpPr>
            <p:cNvPr id="13" name="文本框 33">
              <a:extLst>
                <a:ext uri="{FF2B5EF4-FFF2-40B4-BE49-F238E27FC236}">
                  <a16:creationId xmlns:a16="http://schemas.microsoft.com/office/drawing/2014/main" id="{3546C65A-4A11-4E3B-B76D-F81B83B811C6}"/>
                </a:ext>
              </a:extLst>
            </p:cNvPr>
            <p:cNvSpPr txBox="1"/>
            <p:nvPr/>
          </p:nvSpPr>
          <p:spPr>
            <a:xfrm>
              <a:off x="1630434" y="3477173"/>
              <a:ext cx="1174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   和</a:t>
              </a: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84F6D84C-31FC-464B-A9F1-EFB73137FD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3619781"/>
                </p:ext>
              </p:extLst>
            </p:nvPr>
          </p:nvGraphicFramePr>
          <p:xfrm>
            <a:off x="1714779" y="3556172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85" name="Equation" r:id="rId9" imgW="609480" imgH="342720" progId="Equation.DSMT4">
                    <p:embed/>
                  </p:oleObj>
                </mc:Choice>
                <mc:Fallback>
                  <p:oleObj name="Equation" r:id="rId9" imgW="609480" imgH="34272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54946B49-FF9F-47DE-BB4D-1BAA19E403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779" y="3556172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F6633E9-8378-4346-A3F6-8830440B6275}"/>
              </a:ext>
            </a:extLst>
          </p:cNvPr>
          <p:cNvGrpSpPr/>
          <p:nvPr/>
        </p:nvGrpSpPr>
        <p:grpSpPr>
          <a:xfrm>
            <a:off x="289670" y="3475964"/>
            <a:ext cx="3680376" cy="486514"/>
            <a:chOff x="340068" y="2924014"/>
            <a:chExt cx="3680376" cy="486514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3BCF036-73E1-4189-9926-55DD3C3B7379}"/>
                </a:ext>
              </a:extLst>
            </p:cNvPr>
            <p:cNvGrpSpPr/>
            <p:nvPr/>
          </p:nvGrpSpPr>
          <p:grpSpPr>
            <a:xfrm>
              <a:off x="975068" y="2924014"/>
              <a:ext cx="3045376" cy="486514"/>
              <a:chOff x="199334" y="2979961"/>
              <a:chExt cx="3045376" cy="486514"/>
            </a:xfrm>
          </p:grpSpPr>
          <p:sp>
            <p:nvSpPr>
              <p:cNvPr id="18" name="文本框 35">
                <a:extLst>
                  <a:ext uri="{FF2B5EF4-FFF2-40B4-BE49-F238E27FC236}">
                    <a16:creationId xmlns:a16="http://schemas.microsoft.com/office/drawing/2014/main" id="{70676E73-BBE3-4DDA-AD9B-F684DFA50D89}"/>
                  </a:ext>
                </a:extLst>
              </p:cNvPr>
              <p:cNvSpPr txBox="1"/>
              <p:nvPr/>
            </p:nvSpPr>
            <p:spPr>
              <a:xfrm>
                <a:off x="199334" y="2979961"/>
                <a:ext cx="1224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是关于</a:t>
                </a:r>
              </a:p>
            </p:txBody>
          </p: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2A772082-72D7-4F54-81F8-70D3209456DF}"/>
                  </a:ext>
                </a:extLst>
              </p:cNvPr>
              <p:cNvGrpSpPr/>
              <p:nvPr/>
            </p:nvGrpSpPr>
            <p:grpSpPr>
              <a:xfrm>
                <a:off x="1259632" y="3004810"/>
                <a:ext cx="1985078" cy="461665"/>
                <a:chOff x="1146761" y="3992991"/>
                <a:chExt cx="1985078" cy="461665"/>
              </a:xfrm>
            </p:grpSpPr>
            <p:sp>
              <p:nvSpPr>
                <p:cNvPr id="20" name="文本框 13">
                  <a:extLst>
                    <a:ext uri="{FF2B5EF4-FFF2-40B4-BE49-F238E27FC236}">
                      <a16:creationId xmlns:a16="http://schemas.microsoft.com/office/drawing/2014/main" id="{20DDF886-6067-4620-85EC-B5DF74ADD5E6}"/>
                    </a:ext>
                  </a:extLst>
                </p:cNvPr>
                <p:cNvSpPr txBox="1"/>
                <p:nvPr/>
              </p:nvSpPr>
              <p:spPr>
                <a:xfrm>
                  <a:off x="1337260" y="3992991"/>
                  <a:ext cx="179457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的连续函数</a:t>
                  </a: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21" name="Object 24">
                  <a:extLst>
                    <a:ext uri="{FF2B5EF4-FFF2-40B4-BE49-F238E27FC236}">
                      <a16:creationId xmlns:a16="http://schemas.microsoft.com/office/drawing/2014/main" id="{BF60182D-27D5-4AB3-BADB-F9D752EAAFC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8424721"/>
                    </p:ext>
                  </p:extLst>
                </p:nvPr>
              </p:nvGraphicFramePr>
              <p:xfrm>
                <a:off x="1146761" y="4168750"/>
                <a:ext cx="190500" cy="203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686" name="Equation" r:id="rId11" imgW="190440" imgH="203040" progId="Equation.DSMT4">
                        <p:embed/>
                      </p:oleObj>
                    </mc:Choice>
                    <mc:Fallback>
                      <p:oleObj name="Equation" r:id="rId11" imgW="190440" imgH="203040" progId="Equation.DSMT4">
                        <p:embed/>
                        <p:pic>
                          <p:nvPicPr>
                            <p:cNvPr id="20" name="Object 24">
                              <a:extLst>
                                <a:ext uri="{FF2B5EF4-FFF2-40B4-BE49-F238E27FC236}">
                                  <a16:creationId xmlns:a16="http://schemas.microsoft.com/office/drawing/2014/main" id="{C866EA4F-D879-451C-836A-83B8EFC39C1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6761" y="4168750"/>
                              <a:ext cx="190500" cy="203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15183D27-5513-4203-8855-37DA65D8E8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6419698"/>
                </p:ext>
              </p:extLst>
            </p:nvPr>
          </p:nvGraphicFramePr>
          <p:xfrm>
            <a:off x="340068" y="302772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87" name="Equation" r:id="rId13" imgW="634680" imgH="342720" progId="Equation.DSMT4">
                    <p:embed/>
                  </p:oleObj>
                </mc:Choice>
                <mc:Fallback>
                  <p:oleObj name="Equation" r:id="rId13" imgW="634680" imgH="34272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49DF2305-F049-40F8-AE0A-3C37D397CE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68" y="3027725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">
            <a:extLst>
              <a:ext uri="{FF2B5EF4-FFF2-40B4-BE49-F238E27FC236}">
                <a16:creationId xmlns:a16="http://schemas.microsoft.com/office/drawing/2014/main" id="{D8A27564-DC2F-4229-B1F5-62A248A8A4F1}"/>
              </a:ext>
            </a:extLst>
          </p:cNvPr>
          <p:cNvSpPr txBox="1"/>
          <p:nvPr/>
        </p:nvSpPr>
        <p:spPr>
          <a:xfrm>
            <a:off x="786385" y="966473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、伯努利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Bernoulli )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232346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F63B3F-84F2-4B48-A7EC-1C6E9ECDE7CD}"/>
              </a:ext>
            </a:extLst>
          </p:cNvPr>
          <p:cNvGrpSpPr/>
          <p:nvPr/>
        </p:nvGrpSpPr>
        <p:grpSpPr>
          <a:xfrm>
            <a:off x="816345" y="1087333"/>
            <a:ext cx="4200965" cy="490215"/>
            <a:chOff x="251520" y="1431305"/>
            <a:chExt cx="4200965" cy="49021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79696F2-CCCB-4BC9-8491-B1730A69424D}"/>
                </a:ext>
              </a:extLst>
            </p:cNvPr>
            <p:cNvGrpSpPr/>
            <p:nvPr/>
          </p:nvGrpSpPr>
          <p:grpSpPr>
            <a:xfrm>
              <a:off x="251520" y="1459855"/>
              <a:ext cx="3736280" cy="461665"/>
              <a:chOff x="4510926" y="3000660"/>
              <a:chExt cx="3736280" cy="461665"/>
            </a:xfrm>
          </p:grpSpPr>
          <p:graphicFrame>
            <p:nvGraphicFramePr>
              <p:cNvPr id="5" name="Object 24">
                <a:extLst>
                  <a:ext uri="{FF2B5EF4-FFF2-40B4-BE49-F238E27FC236}">
                    <a16:creationId xmlns:a16="http://schemas.microsoft.com/office/drawing/2014/main" id="{80E26180-6925-4AAA-80E9-017957D2D9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2716942"/>
                  </p:ext>
                </p:extLst>
              </p:nvPr>
            </p:nvGraphicFramePr>
            <p:xfrm>
              <a:off x="6901006" y="3009364"/>
              <a:ext cx="13462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706" name="Equation" r:id="rId3" imgW="1346040" imgH="406080" progId="Equation.DSMT4">
                      <p:embed/>
                    </p:oleObj>
                  </mc:Choice>
                  <mc:Fallback>
                    <p:oleObj name="Equation" r:id="rId3" imgW="1346040" imgH="406080" progId="Equation.DSMT4">
                      <p:embed/>
                      <p:pic>
                        <p:nvPicPr>
                          <p:cNvPr id="5" name="Object 24">
                            <a:extLst>
                              <a:ext uri="{FF2B5EF4-FFF2-40B4-BE49-F238E27FC236}">
                                <a16:creationId xmlns:a16="http://schemas.microsoft.com/office/drawing/2014/main" id="{E5F29E9F-9715-4F9F-9F7E-D6C21F09C6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1006" y="3009364"/>
                            <a:ext cx="13462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文本框 32">
                <a:extLst>
                  <a:ext uri="{FF2B5EF4-FFF2-40B4-BE49-F238E27FC236}">
                    <a16:creationId xmlns:a16="http://schemas.microsoft.com/office/drawing/2014/main" id="{27264D3B-5E95-4460-AB30-5D14BD9AF800}"/>
                  </a:ext>
                </a:extLst>
              </p:cNvPr>
              <p:cNvSpPr txBox="1"/>
              <p:nvPr/>
            </p:nvSpPr>
            <p:spPr>
              <a:xfrm>
                <a:off x="4510926" y="3000660"/>
                <a:ext cx="25922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方程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(5)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两端同乘</a:t>
                </a:r>
              </a:p>
            </p:txBody>
          </p:sp>
        </p:grpSp>
        <p:sp>
          <p:nvSpPr>
            <p:cNvPr id="4" name="文本框 21">
              <a:extLst>
                <a:ext uri="{FF2B5EF4-FFF2-40B4-BE49-F238E27FC236}">
                  <a16:creationId xmlns:a16="http://schemas.microsoft.com/office/drawing/2014/main" id="{2520B994-C32D-4EB2-83CC-94AE2A1F0605}"/>
                </a:ext>
              </a:extLst>
            </p:cNvPr>
            <p:cNvSpPr txBox="1"/>
            <p:nvPr/>
          </p:nvSpPr>
          <p:spPr>
            <a:xfrm>
              <a:off x="3929512" y="1431305"/>
              <a:ext cx="52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</p:grp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F9C26386-F458-45AB-9D61-F12EFBB8D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329331"/>
              </p:ext>
            </p:extLst>
          </p:nvPr>
        </p:nvGraphicFramePr>
        <p:xfrm>
          <a:off x="2699792" y="195486"/>
          <a:ext cx="351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7" name="Equation" r:id="rId5" imgW="3517560" imgH="736560" progId="Equation.DSMT4">
                  <p:embed/>
                </p:oleObj>
              </mc:Choice>
              <mc:Fallback>
                <p:oleObj name="Equation" r:id="rId5" imgW="3517560" imgH="7365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BA9D0B71-E0BE-4F84-93D0-D4CC578A8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95486"/>
                        <a:ext cx="3517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BD2DE327-714D-4176-A974-9C1101D09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13037"/>
              </p:ext>
            </p:extLst>
          </p:nvPr>
        </p:nvGraphicFramePr>
        <p:xfrm>
          <a:off x="1247695" y="1657962"/>
          <a:ext cx="552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8" name="Equation" r:id="rId7" imgW="5524200" imgH="736560" progId="Equation.DSMT4">
                  <p:embed/>
                </p:oleObj>
              </mc:Choice>
              <mc:Fallback>
                <p:oleObj name="Equation" r:id="rId7" imgW="552420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DF610C6C-B75F-4FCF-90FD-95649B587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695" y="1657962"/>
                        <a:ext cx="5524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17">
            <a:extLst>
              <a:ext uri="{FF2B5EF4-FFF2-40B4-BE49-F238E27FC236}">
                <a16:creationId xmlns:a16="http://schemas.microsoft.com/office/drawing/2014/main" id="{8E83FE1B-0019-4409-8F60-FBF265BEDE54}"/>
              </a:ext>
            </a:extLst>
          </p:cNvPr>
          <p:cNvSpPr txBox="1"/>
          <p:nvPr/>
        </p:nvSpPr>
        <p:spPr>
          <a:xfrm>
            <a:off x="7153049" y="1752269"/>
            <a:ext cx="66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3EC01D-0809-48C2-B872-29AAC94D7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0032"/>
              </p:ext>
            </p:extLst>
          </p:nvPr>
        </p:nvGraphicFramePr>
        <p:xfrm>
          <a:off x="7153049" y="429253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9" name="Equation" r:id="rId9" imgW="482400" imgH="342720" progId="Equation.DSMT4">
                  <p:embed/>
                </p:oleObj>
              </mc:Choice>
              <mc:Fallback>
                <p:oleObj name="Equation" r:id="rId9" imgW="4824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C99E8DD-37ED-440D-8F2E-CF9A90AB5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53049" y="429253"/>
                        <a:ext cx="48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F0FB68E2-BB7C-4BE9-8CF1-FECC28737FA2}"/>
              </a:ext>
            </a:extLst>
          </p:cNvPr>
          <p:cNvGrpSpPr/>
          <p:nvPr/>
        </p:nvGrpSpPr>
        <p:grpSpPr>
          <a:xfrm>
            <a:off x="672329" y="2596148"/>
            <a:ext cx="2413914" cy="463369"/>
            <a:chOff x="211472" y="3008023"/>
            <a:chExt cx="2413914" cy="463369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9EB3310-7413-4A31-A985-14A40676CEB2}"/>
                </a:ext>
              </a:extLst>
            </p:cNvPr>
            <p:cNvGrpSpPr/>
            <p:nvPr/>
          </p:nvGrpSpPr>
          <p:grpSpPr>
            <a:xfrm>
              <a:off x="211472" y="3008023"/>
              <a:ext cx="1463341" cy="461665"/>
              <a:chOff x="3138840" y="4166002"/>
              <a:chExt cx="1463341" cy="461665"/>
            </a:xfrm>
          </p:grpSpPr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7AEF1368-BB91-4F0A-9A50-95523CC8E868}"/>
                  </a:ext>
                </a:extLst>
              </p:cNvPr>
              <p:cNvSpPr txBox="1"/>
              <p:nvPr/>
            </p:nvSpPr>
            <p:spPr>
              <a:xfrm>
                <a:off x="3138840" y="4166002"/>
                <a:ext cx="5229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5" name="Object 24">
                <a:extLst>
                  <a:ext uri="{FF2B5EF4-FFF2-40B4-BE49-F238E27FC236}">
                    <a16:creationId xmlns:a16="http://schemas.microsoft.com/office/drawing/2014/main" id="{C78CAE4B-B9D2-4D57-BD4D-9139B5ADED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8994709"/>
                  </p:ext>
                </p:extLst>
              </p:nvPr>
            </p:nvGraphicFramePr>
            <p:xfrm>
              <a:off x="3548081" y="4193279"/>
              <a:ext cx="10541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710" name="Equation" r:id="rId11" imgW="1054080" imgH="406080" progId="Equation.DSMT4">
                      <p:embed/>
                    </p:oleObj>
                  </mc:Choice>
                  <mc:Fallback>
                    <p:oleObj name="Equation" r:id="rId11" imgW="1054080" imgH="406080" progId="Equation.DSMT4">
                      <p:embed/>
                      <p:pic>
                        <p:nvPicPr>
                          <p:cNvPr id="15" name="Object 24">
                            <a:extLst>
                              <a:ext uri="{FF2B5EF4-FFF2-40B4-BE49-F238E27FC236}">
                                <a16:creationId xmlns:a16="http://schemas.microsoft.com/office/drawing/2014/main" id="{0C70E294-B8E8-47F8-98BD-4923BAD13D5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8081" y="4193279"/>
                            <a:ext cx="10541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文本框 24">
              <a:extLst>
                <a:ext uri="{FF2B5EF4-FFF2-40B4-BE49-F238E27FC236}">
                  <a16:creationId xmlns:a16="http://schemas.microsoft.com/office/drawing/2014/main" id="{AFF0ED29-258D-4A81-9EF0-E702DB5D63A4}"/>
                </a:ext>
              </a:extLst>
            </p:cNvPr>
            <p:cNvSpPr txBox="1"/>
            <p:nvPr/>
          </p:nvSpPr>
          <p:spPr>
            <a:xfrm>
              <a:off x="1666631" y="3009727"/>
              <a:ext cx="9587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就有</a:t>
              </a:r>
            </a:p>
          </p:txBody>
        </p:sp>
      </p:grp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33C9EFDD-E620-4CF9-9292-4516E87291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91144"/>
              </p:ext>
            </p:extLst>
          </p:nvPr>
        </p:nvGraphicFramePr>
        <p:xfrm>
          <a:off x="2761923" y="3116766"/>
          <a:ext cx="398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11" name="Equation" r:id="rId13" imgW="3987720" imgH="736560" progId="Equation.DSMT4">
                  <p:embed/>
                </p:oleObj>
              </mc:Choice>
              <mc:Fallback>
                <p:oleObj name="Equation" r:id="rId13" imgW="3987720" imgH="7365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41DB3197-A263-46D9-B149-63109F2370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923" y="3116766"/>
                        <a:ext cx="3987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9">
            <a:extLst>
              <a:ext uri="{FF2B5EF4-FFF2-40B4-BE49-F238E27FC236}">
                <a16:creationId xmlns:a16="http://schemas.microsoft.com/office/drawing/2014/main" id="{67506867-8738-4D52-BB72-6C484A374A6F}"/>
              </a:ext>
            </a:extLst>
          </p:cNvPr>
          <p:cNvSpPr txBox="1"/>
          <p:nvPr/>
        </p:nvSpPr>
        <p:spPr>
          <a:xfrm>
            <a:off x="2564028" y="3980341"/>
            <a:ext cx="479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换元后化为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一阶线性非齐次方程</a:t>
            </a: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1E86936E-5E15-4D83-A6AF-E81A153F9A09}"/>
              </a:ext>
            </a:extLst>
          </p:cNvPr>
          <p:cNvSpPr txBox="1"/>
          <p:nvPr/>
        </p:nvSpPr>
        <p:spPr>
          <a:xfrm>
            <a:off x="7153049" y="3224356"/>
            <a:ext cx="66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9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CC6252-BCB6-4FCE-8859-8BE055D6334A}"/>
              </a:ext>
            </a:extLst>
          </p:cNvPr>
          <p:cNvSpPr txBox="1"/>
          <p:nvPr/>
        </p:nvSpPr>
        <p:spPr>
          <a:xfrm>
            <a:off x="809197" y="337555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45134A44-9BF9-441C-878E-4DDFA3C34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739883"/>
              </p:ext>
            </p:extLst>
          </p:nvPr>
        </p:nvGraphicFramePr>
        <p:xfrm>
          <a:off x="2887190" y="196989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46" name="Equation" r:id="rId3" imgW="2019240" imgH="736560" progId="Equation.DSMT4">
                  <p:embed/>
                </p:oleObj>
              </mc:Choice>
              <mc:Fallback>
                <p:oleObj name="Equation" r:id="rId3" imgW="201924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7ECAC52B-380B-4138-BE7D-F8ADB7C4F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190" y="196989"/>
                        <a:ext cx="2019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3">
            <a:extLst>
              <a:ext uri="{FF2B5EF4-FFF2-40B4-BE49-F238E27FC236}">
                <a16:creationId xmlns:a16="http://schemas.microsoft.com/office/drawing/2014/main" id="{9C6CB00B-5D34-453C-B2A9-F74E5B083639}"/>
              </a:ext>
            </a:extLst>
          </p:cNvPr>
          <p:cNvSpPr txBox="1"/>
          <p:nvPr/>
        </p:nvSpPr>
        <p:spPr>
          <a:xfrm>
            <a:off x="1375022" y="334843"/>
            <a:ext cx="192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求解方程</a:t>
            </a: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68289FD3-A121-410B-9659-F88C29DBA513}"/>
              </a:ext>
            </a:extLst>
          </p:cNvPr>
          <p:cNvSpPr txBox="1"/>
          <p:nvPr/>
        </p:nvSpPr>
        <p:spPr>
          <a:xfrm>
            <a:off x="855569" y="1100970"/>
            <a:ext cx="6671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A779712F-7141-4232-AF4C-3FC6A1B1F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721788"/>
              </p:ext>
            </p:extLst>
          </p:nvPr>
        </p:nvGraphicFramePr>
        <p:xfrm>
          <a:off x="1539698" y="1215061"/>
          <a:ext cx="774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47" name="Equation" r:id="rId5" imgW="774360" imgH="330120" progId="Equation.DSMT4">
                  <p:embed/>
                </p:oleObj>
              </mc:Choice>
              <mc:Fallback>
                <p:oleObj name="Equation" r:id="rId5" imgW="774360" imgH="33012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0778710B-DB93-4234-B684-46117D936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698" y="1215061"/>
                        <a:ext cx="774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C078CE64-5852-4851-902E-8E85D47A223B}"/>
              </a:ext>
            </a:extLst>
          </p:cNvPr>
          <p:cNvGrpSpPr/>
          <p:nvPr/>
        </p:nvGrpSpPr>
        <p:grpSpPr>
          <a:xfrm>
            <a:off x="2323163" y="1095371"/>
            <a:ext cx="3542144" cy="482860"/>
            <a:chOff x="2411760" y="1256200"/>
            <a:chExt cx="3542144" cy="48286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55C07A7-EC55-45DC-BFF6-434BEE4FBE8E}"/>
                </a:ext>
              </a:extLst>
            </p:cNvPr>
            <p:cNvGrpSpPr/>
            <p:nvPr/>
          </p:nvGrpSpPr>
          <p:grpSpPr>
            <a:xfrm>
              <a:off x="2411760" y="1277395"/>
              <a:ext cx="2857907" cy="461665"/>
              <a:chOff x="4633617" y="2925410"/>
              <a:chExt cx="2857907" cy="461665"/>
            </a:xfrm>
          </p:grpSpPr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39E5CFF2-F2CE-48E2-B969-4193E0C5E98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1492361"/>
                  </p:ext>
                </p:extLst>
              </p:nvPr>
            </p:nvGraphicFramePr>
            <p:xfrm>
              <a:off x="6907324" y="2969918"/>
              <a:ext cx="5842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748" name="Equation" r:id="rId7" imgW="583920" imgH="406080" progId="Equation.DSMT4">
                      <p:embed/>
                    </p:oleObj>
                  </mc:Choice>
                  <mc:Fallback>
                    <p:oleObj name="Equation" r:id="rId7" imgW="583920" imgH="40608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5C4C1444-1C2D-4E96-8CF8-D2B6955E2A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7324" y="2969918"/>
                            <a:ext cx="5842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文本框 9">
                <a:extLst>
                  <a:ext uri="{FF2B5EF4-FFF2-40B4-BE49-F238E27FC236}">
                    <a16:creationId xmlns:a16="http://schemas.microsoft.com/office/drawing/2014/main" id="{44839F23-6ACD-48A6-BFDA-A2889A315E5B}"/>
                  </a:ext>
                </a:extLst>
              </p:cNvPr>
              <p:cNvSpPr txBox="1"/>
              <p:nvPr/>
            </p:nvSpPr>
            <p:spPr>
              <a:xfrm>
                <a:off x="4633617" y="2925410"/>
                <a:ext cx="2376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方程两端同乘以</a:t>
                </a:r>
              </a:p>
            </p:txBody>
          </p:sp>
        </p:grpSp>
        <p:sp>
          <p:nvSpPr>
            <p:cNvPr id="9" name="文本框 16">
              <a:extLst>
                <a:ext uri="{FF2B5EF4-FFF2-40B4-BE49-F238E27FC236}">
                  <a16:creationId xmlns:a16="http://schemas.microsoft.com/office/drawing/2014/main" id="{CA686319-9855-4A16-B868-51B936112021}"/>
                </a:ext>
              </a:extLst>
            </p:cNvPr>
            <p:cNvSpPr txBox="1"/>
            <p:nvPr/>
          </p:nvSpPr>
          <p:spPr>
            <a:xfrm>
              <a:off x="5224448" y="1256200"/>
              <a:ext cx="729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得，</a:t>
              </a:r>
            </a:p>
          </p:txBody>
        </p:sp>
      </p:grp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03BEB711-E16F-4AB4-958C-E3E975340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255674"/>
              </p:ext>
            </p:extLst>
          </p:nvPr>
        </p:nvGraphicFramePr>
        <p:xfrm>
          <a:off x="3280065" y="1946575"/>
          <a:ext cx="242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49" name="Equation" r:id="rId9" imgW="2425680" imgH="736560" progId="Equation.DSMT4">
                  <p:embed/>
                </p:oleObj>
              </mc:Choice>
              <mc:Fallback>
                <p:oleObj name="Equation" r:id="rId9" imgW="2425680" imgH="73656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D773AA2F-D83F-492D-BDB8-FCD7D3D114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065" y="1946575"/>
                        <a:ext cx="2425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60DC295C-993D-45FD-8A59-B30B31A2106C}"/>
              </a:ext>
            </a:extLst>
          </p:cNvPr>
          <p:cNvGrpSpPr/>
          <p:nvPr/>
        </p:nvGrpSpPr>
        <p:grpSpPr>
          <a:xfrm>
            <a:off x="888335" y="2852048"/>
            <a:ext cx="2413914" cy="463369"/>
            <a:chOff x="211472" y="3008023"/>
            <a:chExt cx="2413914" cy="46336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41A1424-7A09-4B44-904B-F7F42EB13457}"/>
                </a:ext>
              </a:extLst>
            </p:cNvPr>
            <p:cNvGrpSpPr/>
            <p:nvPr/>
          </p:nvGrpSpPr>
          <p:grpSpPr>
            <a:xfrm>
              <a:off x="211472" y="3008023"/>
              <a:ext cx="1455159" cy="461665"/>
              <a:chOff x="3138840" y="4166002"/>
              <a:chExt cx="1455159" cy="461665"/>
            </a:xfrm>
          </p:grpSpPr>
          <p:sp>
            <p:nvSpPr>
              <p:cNvPr id="16" name="文本框 22">
                <a:extLst>
                  <a:ext uri="{FF2B5EF4-FFF2-40B4-BE49-F238E27FC236}">
                    <a16:creationId xmlns:a16="http://schemas.microsoft.com/office/drawing/2014/main" id="{CF12BD33-7CCB-4294-8A11-B4F5491408E4}"/>
                  </a:ext>
                </a:extLst>
              </p:cNvPr>
              <p:cNvSpPr txBox="1"/>
              <p:nvPr/>
            </p:nvSpPr>
            <p:spPr>
              <a:xfrm>
                <a:off x="3138840" y="4166002"/>
                <a:ext cx="5229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7" name="Object 24">
                <a:extLst>
                  <a:ext uri="{FF2B5EF4-FFF2-40B4-BE49-F238E27FC236}">
                    <a16:creationId xmlns:a16="http://schemas.microsoft.com/office/drawing/2014/main" id="{9662514B-A1DF-4631-A9C7-C181C8D981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1260300"/>
                  </p:ext>
                </p:extLst>
              </p:nvPr>
            </p:nvGraphicFramePr>
            <p:xfrm>
              <a:off x="3641499" y="4199768"/>
              <a:ext cx="9525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750" name="Equation" r:id="rId11" imgW="952200" imgH="406080" progId="Equation.DSMT4">
                      <p:embed/>
                    </p:oleObj>
                  </mc:Choice>
                  <mc:Fallback>
                    <p:oleObj name="Equation" r:id="rId11" imgW="952200" imgH="406080" progId="Equation.DSMT4">
                      <p:embed/>
                      <p:pic>
                        <p:nvPicPr>
                          <p:cNvPr id="17" name="Object 24">
                            <a:extLst>
                              <a:ext uri="{FF2B5EF4-FFF2-40B4-BE49-F238E27FC236}">
                                <a16:creationId xmlns:a16="http://schemas.microsoft.com/office/drawing/2014/main" id="{7D8E86AA-6173-482E-8F5B-1254307427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1499" y="4199768"/>
                            <a:ext cx="9525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" name="文本框 21">
              <a:extLst>
                <a:ext uri="{FF2B5EF4-FFF2-40B4-BE49-F238E27FC236}">
                  <a16:creationId xmlns:a16="http://schemas.microsoft.com/office/drawing/2014/main" id="{7C23F66A-9ECF-434C-B09D-9903900AEB33}"/>
                </a:ext>
              </a:extLst>
            </p:cNvPr>
            <p:cNvSpPr txBox="1"/>
            <p:nvPr/>
          </p:nvSpPr>
          <p:spPr>
            <a:xfrm>
              <a:off x="1666631" y="3009727"/>
              <a:ext cx="9587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就有</a:t>
              </a:r>
            </a:p>
          </p:txBody>
        </p:sp>
      </p:grp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0C7AA7A9-9818-4914-BC6F-3BB39648DE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106993"/>
              </p:ext>
            </p:extLst>
          </p:nvPr>
        </p:nvGraphicFramePr>
        <p:xfrm>
          <a:off x="2884512" y="3496147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1" name="Equation" r:id="rId13" imgW="1574640" imgH="736560" progId="Equation.DSMT4">
                  <p:embed/>
                </p:oleObj>
              </mc:Choice>
              <mc:Fallback>
                <p:oleObj name="Equation" r:id="rId13" imgW="1574640" imgH="7365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A7C8E0D0-3F67-48DC-9581-C2D08950A0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512" y="3496147"/>
                        <a:ext cx="1574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D4D16B6B-F823-4E76-9F51-524A07EF717C}"/>
              </a:ext>
            </a:extLst>
          </p:cNvPr>
          <p:cNvGrpSpPr/>
          <p:nvPr/>
        </p:nvGrpSpPr>
        <p:grpSpPr>
          <a:xfrm>
            <a:off x="1927048" y="1774896"/>
            <a:ext cx="2397549" cy="908279"/>
            <a:chOff x="4910656" y="922585"/>
            <a:chExt cx="2397549" cy="908279"/>
          </a:xfrm>
        </p:grpSpPr>
        <p:sp>
          <p:nvSpPr>
            <p:cNvPr id="20" name="对话气泡: 矩形 8">
              <a:extLst>
                <a:ext uri="{FF2B5EF4-FFF2-40B4-BE49-F238E27FC236}">
                  <a16:creationId xmlns:a16="http://schemas.microsoft.com/office/drawing/2014/main" id="{23ABE27C-AFC1-41FF-B4D7-0DEA2C50CB86}"/>
                </a:ext>
              </a:extLst>
            </p:cNvPr>
            <p:cNvSpPr/>
            <p:nvPr/>
          </p:nvSpPr>
          <p:spPr>
            <a:xfrm rot="5400000">
              <a:off x="6374991" y="897651"/>
              <a:ext cx="786307" cy="1080120"/>
            </a:xfrm>
            <a:prstGeom prst="wedgeRectCallout">
              <a:avLst>
                <a:gd name="adj1" fmla="val -19822"/>
                <a:gd name="adj2" fmla="val 12216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B7285991-FC1C-4B31-87A2-AACACD71CC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1393776"/>
                </p:ext>
              </p:extLst>
            </p:nvPr>
          </p:nvGraphicFramePr>
          <p:xfrm>
            <a:off x="4910656" y="922585"/>
            <a:ext cx="5969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52" name="Equation" r:id="rId15" imgW="596880" imgH="774360" progId="Equation.DSMT4">
                    <p:embed/>
                  </p:oleObj>
                </mc:Choice>
                <mc:Fallback>
                  <p:oleObj name="Equation" r:id="rId15" imgW="596880" imgH="77436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437E7236-9A2F-4D61-AE8B-20E6932A8D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0656" y="922585"/>
                          <a:ext cx="596900" cy="7747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39">
            <a:extLst>
              <a:ext uri="{FF2B5EF4-FFF2-40B4-BE49-F238E27FC236}">
                <a16:creationId xmlns:a16="http://schemas.microsoft.com/office/drawing/2014/main" id="{ABFEA7EC-65C1-4269-9BC0-F39E324B8AB3}"/>
              </a:ext>
            </a:extLst>
          </p:cNvPr>
          <p:cNvSpPr txBox="1"/>
          <p:nvPr/>
        </p:nvSpPr>
        <p:spPr>
          <a:xfrm>
            <a:off x="4696749" y="3655237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3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一阶线性非齐次方程</a:t>
            </a:r>
          </a:p>
        </p:txBody>
      </p:sp>
    </p:spTree>
    <p:extLst>
      <p:ext uri="{BB962C8B-B14F-4D97-AF65-F5344CB8AC3E}">
        <p14:creationId xmlns:p14="http://schemas.microsoft.com/office/powerpoint/2010/main" val="206955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2DF5DEA5-23D7-497D-8DE6-869A24BF0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517287"/>
              </p:ext>
            </p:extLst>
          </p:nvPr>
        </p:nvGraphicFramePr>
        <p:xfrm>
          <a:off x="2339975" y="210527"/>
          <a:ext cx="3987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4" name="Equation" r:id="rId3" imgW="3987720" imgH="609480" progId="Equation.DSMT4">
                  <p:embed/>
                </p:oleObj>
              </mc:Choice>
              <mc:Fallback>
                <p:oleObj name="Equation" r:id="rId3" imgW="3987720" imgH="60948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AA618D65-3C76-4342-BE70-0BEF8FE44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0527"/>
                        <a:ext cx="3987800" cy="609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6">
            <a:extLst>
              <a:ext uri="{FF2B5EF4-FFF2-40B4-BE49-F238E27FC236}">
                <a16:creationId xmlns:a16="http://schemas.microsoft.com/office/drawing/2014/main" id="{5EE1BDFC-C23A-419B-B4E2-84226BC2264F}"/>
              </a:ext>
            </a:extLst>
          </p:cNvPr>
          <p:cNvSpPr txBox="1"/>
          <p:nvPr/>
        </p:nvSpPr>
        <p:spPr>
          <a:xfrm>
            <a:off x="568082" y="1949377"/>
            <a:ext cx="260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由通解公式得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AA1DB2B5-6284-4E7B-9306-DD7E94EF7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422583"/>
              </p:ext>
            </p:extLst>
          </p:nvPr>
        </p:nvGraphicFramePr>
        <p:xfrm>
          <a:off x="1282766" y="2581798"/>
          <a:ext cx="3111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5" name="Equation" r:id="rId5" imgW="3111480" imgH="685800" progId="Equation.DSMT4">
                  <p:embed/>
                </p:oleObj>
              </mc:Choice>
              <mc:Fallback>
                <p:oleObj name="Equation" r:id="rId5" imgW="3111480" imgH="68580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7FDE6504-78D2-4435-A0BD-C63BED556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66" y="2581798"/>
                        <a:ext cx="3111500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1EEEB97E-2B89-4D91-8879-E6B1E0B2E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690065"/>
              </p:ext>
            </p:extLst>
          </p:nvPr>
        </p:nvGraphicFramePr>
        <p:xfrm>
          <a:off x="4566588" y="2581798"/>
          <a:ext cx="185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6" name="Equation" r:id="rId7" imgW="1854000" imgH="736560" progId="Equation.DSMT4">
                  <p:embed/>
                </p:oleObj>
              </mc:Choice>
              <mc:Fallback>
                <p:oleObj name="Equation" r:id="rId7" imgW="1854000" imgH="7365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9C398909-543C-47E8-B6DA-22B149373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588" y="2581798"/>
                        <a:ext cx="18542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AE88AB50-2263-41CA-926B-89B4C3435C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844978"/>
              </p:ext>
            </p:extLst>
          </p:nvPr>
        </p:nvGraphicFramePr>
        <p:xfrm>
          <a:off x="6594733" y="2559124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7" name="Equation" r:id="rId9" imgW="1688760" imgH="736560" progId="Equation.DSMT4">
                  <p:embed/>
                </p:oleObj>
              </mc:Choice>
              <mc:Fallback>
                <p:oleObj name="Equation" r:id="rId9" imgW="1688760" imgH="73656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C1D7FC16-EEEE-4EBA-9EEF-DFB9B3B06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733" y="2559124"/>
                        <a:ext cx="16891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31">
            <a:extLst>
              <a:ext uri="{FF2B5EF4-FFF2-40B4-BE49-F238E27FC236}">
                <a16:creationId xmlns:a16="http://schemas.microsoft.com/office/drawing/2014/main" id="{6E5ED329-21A1-4A9D-880F-AFF2450740DE}"/>
              </a:ext>
            </a:extLst>
          </p:cNvPr>
          <p:cNvSpPr txBox="1"/>
          <p:nvPr/>
        </p:nvSpPr>
        <p:spPr>
          <a:xfrm>
            <a:off x="583421" y="3534326"/>
            <a:ext cx="326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故原方程的通解为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2E472316-E97F-464B-AD9F-B7AF5021E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840783"/>
              </p:ext>
            </p:extLst>
          </p:nvPr>
        </p:nvGraphicFramePr>
        <p:xfrm>
          <a:off x="3175709" y="993866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8" name="Equation" r:id="rId11" imgW="1574640" imgH="736560" progId="Equation.DSMT4">
                  <p:embed/>
                </p:oleObj>
              </mc:Choice>
              <mc:Fallback>
                <p:oleObj name="Equation" r:id="rId11" imgW="157464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73A530BC-97A9-4146-A097-01AE656E0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709" y="993866"/>
                        <a:ext cx="1574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986AA3E9-55CE-4A65-9C2A-E9CE2E9E8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442424"/>
              </p:ext>
            </p:extLst>
          </p:nvPr>
        </p:nvGraphicFramePr>
        <p:xfrm>
          <a:off x="3416366" y="3460081"/>
          <a:ext cx="195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9" name="Equation" r:id="rId13" imgW="1955520" imgH="787320" progId="Equation.DSMT4">
                  <p:embed/>
                </p:oleObj>
              </mc:Choice>
              <mc:Fallback>
                <p:oleObj name="Equation" r:id="rId13" imgW="195552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12C4E91D-AAE8-44DD-8101-A047525087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66" y="3460081"/>
                        <a:ext cx="19558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081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ABFEBC-E0F0-456A-8503-C2CCDE4D290D}"/>
              </a:ext>
            </a:extLst>
          </p:cNvPr>
          <p:cNvSpPr txBox="1"/>
          <p:nvPr/>
        </p:nvSpPr>
        <p:spPr>
          <a:xfrm>
            <a:off x="1029297" y="46075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A306E915-0ECB-4A2E-BEB7-9BE69DDD5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019061"/>
              </p:ext>
            </p:extLst>
          </p:nvPr>
        </p:nvGraphicFramePr>
        <p:xfrm>
          <a:off x="1043956" y="995509"/>
          <a:ext cx="411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0" name="Equation" r:id="rId3" imgW="4114800" imgH="736560" progId="Equation.DSMT4">
                  <p:embed/>
                </p:oleObj>
              </mc:Choice>
              <mc:Fallback>
                <p:oleObj name="Equation" r:id="rId3" imgW="411480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10BC8561-A695-495D-9BB9-AAB9EDF29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956" y="995509"/>
                        <a:ext cx="4114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3">
            <a:extLst>
              <a:ext uri="{FF2B5EF4-FFF2-40B4-BE49-F238E27FC236}">
                <a16:creationId xmlns:a16="http://schemas.microsoft.com/office/drawing/2014/main" id="{50EF52F8-9FCB-4EB7-B9C4-6AB425DA9158}"/>
              </a:ext>
            </a:extLst>
          </p:cNvPr>
          <p:cNvSpPr txBox="1"/>
          <p:nvPr/>
        </p:nvSpPr>
        <p:spPr>
          <a:xfrm>
            <a:off x="1763688" y="483518"/>
            <a:ext cx="4234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求下列方程的通解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7864377-36E5-48C5-9383-4296A73EC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692866"/>
              </p:ext>
            </p:extLst>
          </p:nvPr>
        </p:nvGraphicFramePr>
        <p:xfrm>
          <a:off x="1040508" y="1878743"/>
          <a:ext cx="342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1" name="Equation" r:id="rId5" imgW="3429000" imgH="736560" progId="Equation.DSMT4">
                  <p:embed/>
                </p:oleObj>
              </mc:Choice>
              <mc:Fallback>
                <p:oleObj name="Equation" r:id="rId5" imgW="342900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BEFECDC-19AC-4731-9B4F-3738D9246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508" y="1878743"/>
                        <a:ext cx="3429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ED0575-E21B-4615-91DF-BD36D84AF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496549"/>
              </p:ext>
            </p:extLst>
          </p:nvPr>
        </p:nvGraphicFramePr>
        <p:xfrm>
          <a:off x="1029297" y="2775615"/>
          <a:ext cx="2730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2" name="Equation" r:id="rId7" imgW="2730240" imgH="787320" progId="Equation.DSMT4">
                  <p:embed/>
                </p:oleObj>
              </mc:Choice>
              <mc:Fallback>
                <p:oleObj name="Equation" r:id="rId7" imgW="273024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9F8FA58-3DBC-4F0E-B123-74CD033F5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9297" y="2775615"/>
                        <a:ext cx="2730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154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DB56FE3D-6C0C-4D85-B807-F058B495E3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165736"/>
              </p:ext>
            </p:extLst>
          </p:nvPr>
        </p:nvGraphicFramePr>
        <p:xfrm>
          <a:off x="971600" y="267494"/>
          <a:ext cx="411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59" name="Equation" r:id="rId3" imgW="4114800" imgH="736560" progId="Equation.DSMT4">
                  <p:embed/>
                </p:oleObj>
              </mc:Choice>
              <mc:Fallback>
                <p:oleObj name="Equation" r:id="rId3" imgW="4114800" imgH="7365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E259EF07-578B-43FD-921D-7F573A270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67494"/>
                        <a:ext cx="4114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8A26B06-AA9D-4B36-A412-0533F448292F}"/>
              </a:ext>
            </a:extLst>
          </p:cNvPr>
          <p:cNvSpPr txBox="1"/>
          <p:nvPr/>
        </p:nvSpPr>
        <p:spPr>
          <a:xfrm>
            <a:off x="888356" y="1398549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4AC0C8C-E34C-4842-878D-E10C65A79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263319"/>
              </p:ext>
            </p:extLst>
          </p:nvPr>
        </p:nvGraphicFramePr>
        <p:xfrm>
          <a:off x="3584751" y="1306861"/>
          <a:ext cx="294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0" name="Equation" r:id="rId5" imgW="2946240" imgH="736560" progId="Equation.DSMT4">
                  <p:embed/>
                </p:oleObj>
              </mc:Choice>
              <mc:Fallback>
                <p:oleObj name="Equation" r:id="rId5" imgW="294624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E9A3D5FE-35D6-4E7C-85CA-AB5FB12D1C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751" y="1306861"/>
                        <a:ext cx="2946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13">
            <a:extLst>
              <a:ext uri="{FF2B5EF4-FFF2-40B4-BE49-F238E27FC236}">
                <a16:creationId xmlns:a16="http://schemas.microsoft.com/office/drawing/2014/main" id="{118D8944-9090-4EE1-97BD-82690D511FC1}"/>
              </a:ext>
            </a:extLst>
          </p:cNvPr>
          <p:cNvSpPr txBox="1"/>
          <p:nvPr/>
        </p:nvSpPr>
        <p:spPr>
          <a:xfrm>
            <a:off x="1243883" y="1425269"/>
            <a:ext cx="225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方程可改写为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ABF7AA-3851-441E-B1EB-A5756333C850}"/>
              </a:ext>
            </a:extLst>
          </p:cNvPr>
          <p:cNvGrpSpPr/>
          <p:nvPr/>
        </p:nvGrpSpPr>
        <p:grpSpPr>
          <a:xfrm>
            <a:off x="785435" y="2258566"/>
            <a:ext cx="1739746" cy="461665"/>
            <a:chOff x="400255" y="1419622"/>
            <a:chExt cx="1739746" cy="461665"/>
          </a:xfrm>
        </p:grpSpPr>
        <p:sp>
          <p:nvSpPr>
            <p:cNvPr id="7" name="文本框 13">
              <a:extLst>
                <a:ext uri="{FF2B5EF4-FFF2-40B4-BE49-F238E27FC236}">
                  <a16:creationId xmlns:a16="http://schemas.microsoft.com/office/drawing/2014/main" id="{9B55A8E9-E899-4186-81DA-41F023DBBEB2}"/>
                </a:ext>
              </a:extLst>
            </p:cNvPr>
            <p:cNvSpPr txBox="1"/>
            <p:nvPr/>
          </p:nvSpPr>
          <p:spPr>
            <a:xfrm>
              <a:off x="400255" y="1419622"/>
              <a:ext cx="571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1DD536C-F6D9-4592-81B1-88BBC1623C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3539367"/>
                </p:ext>
              </p:extLst>
            </p:nvPr>
          </p:nvGraphicFramePr>
          <p:xfrm>
            <a:off x="971601" y="1559570"/>
            <a:ext cx="1168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61" name="Equation" r:id="rId7" imgW="1168200" imgH="291960" progId="Equation.DSMT4">
                    <p:embed/>
                  </p:oleObj>
                </mc:Choice>
                <mc:Fallback>
                  <p:oleObj name="Equation" r:id="rId7" imgW="1168200" imgH="2919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0F8872C-7249-441E-B6AA-641A4050C6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1" y="1559570"/>
                          <a:ext cx="11684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73122F5-ED14-4E2B-A048-2F3D52DC1337}"/>
              </a:ext>
            </a:extLst>
          </p:cNvPr>
          <p:cNvGrpSpPr/>
          <p:nvPr/>
        </p:nvGrpSpPr>
        <p:grpSpPr>
          <a:xfrm>
            <a:off x="2471942" y="2121098"/>
            <a:ext cx="2071092" cy="736600"/>
            <a:chOff x="400255" y="1337529"/>
            <a:chExt cx="2071092" cy="736600"/>
          </a:xfrm>
        </p:grpSpPr>
        <p:sp>
          <p:nvSpPr>
            <p:cNvPr id="10" name="文本框 13">
              <a:extLst>
                <a:ext uri="{FF2B5EF4-FFF2-40B4-BE49-F238E27FC236}">
                  <a16:creationId xmlns:a16="http://schemas.microsoft.com/office/drawing/2014/main" id="{E9F371C7-568C-43C5-AD54-737667196629}"/>
                </a:ext>
              </a:extLst>
            </p:cNvPr>
            <p:cNvSpPr txBox="1"/>
            <p:nvPr/>
          </p:nvSpPr>
          <p:spPr>
            <a:xfrm>
              <a:off x="400255" y="1419622"/>
              <a:ext cx="571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076511C-3886-4466-843B-9AD01EF810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6261810"/>
                </p:ext>
              </p:extLst>
            </p:nvPr>
          </p:nvGraphicFramePr>
          <p:xfrm>
            <a:off x="985447" y="1337529"/>
            <a:ext cx="1485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62" name="Equation" r:id="rId9" imgW="1485720" imgH="736560" progId="Equation.DSMT4">
                    <p:embed/>
                  </p:oleObj>
                </mc:Choice>
                <mc:Fallback>
                  <p:oleObj name="Equation" r:id="rId9" imgW="1485720" imgH="7365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BE91B7B-D599-4DBB-93C3-BB5017A357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447" y="1337529"/>
                          <a:ext cx="14859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E7BBFE7-0B2E-4CB1-BE70-23F3955959E5}"/>
              </a:ext>
            </a:extLst>
          </p:cNvPr>
          <p:cNvSpPr txBox="1"/>
          <p:nvPr/>
        </p:nvSpPr>
        <p:spPr>
          <a:xfrm>
            <a:off x="4486451" y="219751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代入上式得</a:t>
            </a:r>
          </a:p>
        </p:txBody>
      </p:sp>
      <p:sp>
        <p:nvSpPr>
          <p:cNvPr id="13" name="文本框 13">
            <a:extLst>
              <a:ext uri="{FF2B5EF4-FFF2-40B4-BE49-F238E27FC236}">
                <a16:creationId xmlns:a16="http://schemas.microsoft.com/office/drawing/2014/main" id="{1D5CAFBE-AC2E-4F6C-9BE1-819E05ACC9FA}"/>
              </a:ext>
            </a:extLst>
          </p:cNvPr>
          <p:cNvSpPr txBox="1"/>
          <p:nvPr/>
        </p:nvSpPr>
        <p:spPr>
          <a:xfrm>
            <a:off x="674207" y="3210533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分离变量并积分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75B9086-ECC1-4C67-A263-84A0FC0C5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653533"/>
              </p:ext>
            </p:extLst>
          </p:nvPr>
        </p:nvGraphicFramePr>
        <p:xfrm>
          <a:off x="3027462" y="3091863"/>
          <a:ext cx="1879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3" name="Equation" r:id="rId11" imgW="1879560" imgH="787320" progId="Equation.DSMT4">
                  <p:embed/>
                </p:oleObj>
              </mc:Choice>
              <mc:Fallback>
                <p:oleObj name="Equation" r:id="rId11" imgW="187956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07EDE27-D26C-4893-9922-0431F998F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462" y="3091863"/>
                        <a:ext cx="1879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3">
            <a:extLst>
              <a:ext uri="{FF2B5EF4-FFF2-40B4-BE49-F238E27FC236}">
                <a16:creationId xmlns:a16="http://schemas.microsoft.com/office/drawing/2014/main" id="{E9359ACA-3714-44C2-BC89-979E95FEDC75}"/>
              </a:ext>
            </a:extLst>
          </p:cNvPr>
          <p:cNvSpPr txBox="1"/>
          <p:nvPr/>
        </p:nvSpPr>
        <p:spPr>
          <a:xfrm>
            <a:off x="4905506" y="3210532"/>
            <a:ext cx="56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33E98FE-29F7-4149-AC8B-30FF42BFD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425922"/>
              </p:ext>
            </p:extLst>
          </p:nvPr>
        </p:nvGraphicFramePr>
        <p:xfrm>
          <a:off x="5523659" y="3079414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4" name="Equation" r:id="rId13" imgW="1828800" imgH="723600" progId="Equation.DSMT4">
                  <p:embed/>
                </p:oleObj>
              </mc:Choice>
              <mc:Fallback>
                <p:oleObj name="Equation" r:id="rId13" imgW="182880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CCD37CD-DF7A-48D5-8E2E-A1883D3AA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3659" y="3079414"/>
                        <a:ext cx="1828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BEC9CA52-EDC0-46D9-B84B-16003787FDA2}"/>
              </a:ext>
            </a:extLst>
          </p:cNvPr>
          <p:cNvGrpSpPr/>
          <p:nvPr/>
        </p:nvGrpSpPr>
        <p:grpSpPr>
          <a:xfrm>
            <a:off x="667325" y="4132703"/>
            <a:ext cx="1700855" cy="461665"/>
            <a:chOff x="400255" y="1419622"/>
            <a:chExt cx="1700855" cy="461665"/>
          </a:xfrm>
        </p:grpSpPr>
        <p:sp>
          <p:nvSpPr>
            <p:cNvPr id="18" name="文本框 13">
              <a:extLst>
                <a:ext uri="{FF2B5EF4-FFF2-40B4-BE49-F238E27FC236}">
                  <a16:creationId xmlns:a16="http://schemas.microsoft.com/office/drawing/2014/main" id="{FD5DA5A3-3C4E-4DBD-92EE-F5C29C38F11D}"/>
                </a:ext>
              </a:extLst>
            </p:cNvPr>
            <p:cNvSpPr txBox="1"/>
            <p:nvPr/>
          </p:nvSpPr>
          <p:spPr>
            <a:xfrm>
              <a:off x="400255" y="1419622"/>
              <a:ext cx="571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将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228A360-F680-4D54-BFDF-5171A6AFE8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4218244"/>
                </p:ext>
              </p:extLst>
            </p:nvPr>
          </p:nvGraphicFramePr>
          <p:xfrm>
            <a:off x="1008910" y="1559031"/>
            <a:ext cx="10922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65" name="Equation" r:id="rId15" imgW="1091880" imgH="291960" progId="Equation.DSMT4">
                    <p:embed/>
                  </p:oleObj>
                </mc:Choice>
                <mc:Fallback>
                  <p:oleObj name="Equation" r:id="rId15" imgW="1091880" imgH="29196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B52012E2-5061-4632-B88C-591DE37E2E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910" y="1559031"/>
                          <a:ext cx="10922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3">
            <a:extLst>
              <a:ext uri="{FF2B5EF4-FFF2-40B4-BE49-F238E27FC236}">
                <a16:creationId xmlns:a16="http://schemas.microsoft.com/office/drawing/2014/main" id="{1EF34E6A-DA7C-4A47-8359-B3BD316824D6}"/>
              </a:ext>
            </a:extLst>
          </p:cNvPr>
          <p:cNvSpPr txBox="1"/>
          <p:nvPr/>
        </p:nvSpPr>
        <p:spPr>
          <a:xfrm>
            <a:off x="2354811" y="4127623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代入上式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得原方程通解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1BC39EB-E871-491C-8D01-BE46B5139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086114"/>
              </p:ext>
            </p:extLst>
          </p:nvPr>
        </p:nvGraphicFramePr>
        <p:xfrm>
          <a:off x="5832899" y="3964755"/>
          <a:ext cx="226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6" name="Equation" r:id="rId17" imgW="2260440" imgH="787320" progId="Equation.DSMT4">
                  <p:embed/>
                </p:oleObj>
              </mc:Choice>
              <mc:Fallback>
                <p:oleObj name="Equation" r:id="rId17" imgW="2260440" imgH="7873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4B25821-FD5C-4954-B43D-33DA30C3B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899" y="3964755"/>
                        <a:ext cx="226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5745621-2720-4AA1-838D-236259051604}"/>
              </a:ext>
            </a:extLst>
          </p:cNvPr>
          <p:cNvCxnSpPr/>
          <p:nvPr/>
        </p:nvCxnSpPr>
        <p:spPr>
          <a:xfrm>
            <a:off x="72259" y="1144975"/>
            <a:ext cx="9036496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84721FE-1C1B-46B1-BF34-9D647FD41139}"/>
              </a:ext>
            </a:extLst>
          </p:cNvPr>
          <p:cNvSpPr/>
          <p:nvPr/>
        </p:nvSpPr>
        <p:spPr>
          <a:xfrm>
            <a:off x="2086747" y="262323"/>
            <a:ext cx="1683804" cy="67607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42FBBDA-AD15-4A48-98F3-1F41F73EC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783067"/>
              </p:ext>
            </p:extLst>
          </p:nvPr>
        </p:nvGraphicFramePr>
        <p:xfrm>
          <a:off x="6435136" y="2121098"/>
          <a:ext cx="161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7" name="Equation" r:id="rId19" imgW="1612800" imgH="736560" progId="Equation.DSMT4">
                  <p:embed/>
                </p:oleObj>
              </mc:Choice>
              <mc:Fallback>
                <p:oleObj name="Equation" r:id="rId19" imgW="1612800" imgH="736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F185E2DA-2823-4A4A-BF06-4D6F99498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136" y="2121098"/>
                        <a:ext cx="1612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790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" grpId="0"/>
      <p:bldP spid="13" grpId="0"/>
      <p:bldP spid="15" grpId="0"/>
      <p:bldP spid="20" grpId="0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6D2E55-F887-4961-9284-4244A641564C}"/>
              </a:ext>
            </a:extLst>
          </p:cNvPr>
          <p:cNvSpPr txBox="1"/>
          <p:nvPr/>
        </p:nvSpPr>
        <p:spPr>
          <a:xfrm>
            <a:off x="653680" y="1529755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29D5849-5668-46E2-824F-16E2B3DCC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675401"/>
              </p:ext>
            </p:extLst>
          </p:nvPr>
        </p:nvGraphicFramePr>
        <p:xfrm>
          <a:off x="1331922" y="2103247"/>
          <a:ext cx="223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0" name="Equation" r:id="rId3" imgW="2234880" imgH="787320" progId="Equation.DSMT4">
                  <p:embed/>
                </p:oleObj>
              </mc:Choice>
              <mc:Fallback>
                <p:oleObj name="Equation" r:id="rId3" imgW="223488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89032A6-0289-4C69-AA64-EF999C497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22" y="2103247"/>
                        <a:ext cx="223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EDECF774-C827-472D-A579-74C5477CF547}"/>
              </a:ext>
            </a:extLst>
          </p:cNvPr>
          <p:cNvGrpSpPr/>
          <p:nvPr/>
        </p:nvGrpSpPr>
        <p:grpSpPr>
          <a:xfrm>
            <a:off x="1133161" y="1515550"/>
            <a:ext cx="3610550" cy="472325"/>
            <a:chOff x="1704740" y="479119"/>
            <a:chExt cx="3610550" cy="472325"/>
          </a:xfrm>
        </p:grpSpPr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2CAC7220-54EF-4F81-9169-837CFDC869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1310853"/>
                </p:ext>
              </p:extLst>
            </p:nvPr>
          </p:nvGraphicFramePr>
          <p:xfrm>
            <a:off x="3517404" y="64035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91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39192F01-014C-4151-8F9D-E51DC2BB01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404" y="64035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13">
              <a:extLst>
                <a:ext uri="{FF2B5EF4-FFF2-40B4-BE49-F238E27FC236}">
                  <a16:creationId xmlns:a16="http://schemas.microsoft.com/office/drawing/2014/main" id="{1BEF7F7B-7049-4D6E-8FE6-F22C419E693E}"/>
                </a:ext>
              </a:extLst>
            </p:cNvPr>
            <p:cNvSpPr txBox="1"/>
            <p:nvPr/>
          </p:nvSpPr>
          <p:spPr>
            <a:xfrm>
              <a:off x="1704740" y="479119"/>
              <a:ext cx="24339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将方程看作</a:t>
              </a:r>
            </a:p>
          </p:txBody>
        </p:sp>
        <p:sp>
          <p:nvSpPr>
            <p:cNvPr id="7" name="文本框 13">
              <a:extLst>
                <a:ext uri="{FF2B5EF4-FFF2-40B4-BE49-F238E27FC236}">
                  <a16:creationId xmlns:a16="http://schemas.microsoft.com/office/drawing/2014/main" id="{1321E07C-6479-40F1-8F4E-CE99AB2E33C5}"/>
                </a:ext>
              </a:extLst>
            </p:cNvPr>
            <p:cNvSpPr txBox="1"/>
            <p:nvPr/>
          </p:nvSpPr>
          <p:spPr>
            <a:xfrm>
              <a:off x="3671148" y="489779"/>
              <a:ext cx="1644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是因变量，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98DB34-79A3-4412-8EF1-1F5CCEE44CF6}"/>
              </a:ext>
            </a:extLst>
          </p:cNvPr>
          <p:cNvGrpSpPr/>
          <p:nvPr/>
        </p:nvGrpSpPr>
        <p:grpSpPr>
          <a:xfrm>
            <a:off x="4583347" y="1547556"/>
            <a:ext cx="2944431" cy="461665"/>
            <a:chOff x="5305425" y="491036"/>
            <a:chExt cx="2944431" cy="461665"/>
          </a:xfrm>
        </p:grpSpPr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E8AFEB25-C529-4DC2-84EF-797AFAD07E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100820"/>
                </p:ext>
              </p:extLst>
            </p:nvPr>
          </p:nvGraphicFramePr>
          <p:xfrm>
            <a:off x="5305425" y="648866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92" name="Equation" r:id="rId7" imgW="215640" imgH="266400" progId="Equation.DSMT4">
                    <p:embed/>
                  </p:oleObj>
                </mc:Choice>
                <mc:Fallback>
                  <p:oleObj name="Equation" r:id="rId7" imgW="215640" imgH="26640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73E110BA-1CD7-4354-BAA9-E04091C23F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5425" y="648866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13">
              <a:extLst>
                <a:ext uri="{FF2B5EF4-FFF2-40B4-BE49-F238E27FC236}">
                  <a16:creationId xmlns:a16="http://schemas.microsoft.com/office/drawing/2014/main" id="{6F0B7E41-315D-43DF-94A2-8DCFD6F3EEF9}"/>
                </a:ext>
              </a:extLst>
            </p:cNvPr>
            <p:cNvSpPr txBox="1"/>
            <p:nvPr/>
          </p:nvSpPr>
          <p:spPr>
            <a:xfrm>
              <a:off x="5494425" y="491036"/>
              <a:ext cx="2755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是自变量的类型，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34659C-06BE-4E13-9EF7-152A0B571366}"/>
              </a:ext>
            </a:extLst>
          </p:cNvPr>
          <p:cNvGrpSpPr/>
          <p:nvPr/>
        </p:nvGrpSpPr>
        <p:grpSpPr>
          <a:xfrm>
            <a:off x="1162561" y="3027190"/>
            <a:ext cx="2573922" cy="461665"/>
            <a:chOff x="988920" y="2240565"/>
            <a:chExt cx="2573922" cy="461665"/>
          </a:xfrm>
        </p:grpSpPr>
        <p:sp>
          <p:nvSpPr>
            <p:cNvPr id="12" name="文本框 13">
              <a:extLst>
                <a:ext uri="{FF2B5EF4-FFF2-40B4-BE49-F238E27FC236}">
                  <a16:creationId xmlns:a16="http://schemas.microsoft.com/office/drawing/2014/main" id="{5F4FB6BB-411E-4C59-BE1B-29113BC6873E}"/>
                </a:ext>
              </a:extLst>
            </p:cNvPr>
            <p:cNvSpPr txBox="1"/>
            <p:nvPr/>
          </p:nvSpPr>
          <p:spPr>
            <a:xfrm>
              <a:off x="988920" y="2240565"/>
              <a:ext cx="2129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伯努利方程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A56CFC5-550A-490F-AC68-B1E4EB408C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8980421"/>
                </p:ext>
              </p:extLst>
            </p:nvPr>
          </p:nvGraphicFramePr>
          <p:xfrm>
            <a:off x="2673842" y="2385634"/>
            <a:ext cx="889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93" name="Equation" r:id="rId9" imgW="888840" imgH="241200" progId="Equation.DSMT4">
                    <p:embed/>
                  </p:oleObj>
                </mc:Choice>
                <mc:Fallback>
                  <p:oleObj name="Equation" r:id="rId9" imgW="888840" imgH="2412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89ACF2D7-6B25-4CC8-B598-C7E2BB0C1F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3842" y="2385634"/>
                          <a:ext cx="8890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A958346-A6AC-459E-9914-0AA31E89A06A}"/>
              </a:ext>
            </a:extLst>
          </p:cNvPr>
          <p:cNvGrpSpPr/>
          <p:nvPr/>
        </p:nvGrpSpPr>
        <p:grpSpPr>
          <a:xfrm>
            <a:off x="1056843" y="3784530"/>
            <a:ext cx="2340858" cy="469664"/>
            <a:chOff x="211472" y="3008023"/>
            <a:chExt cx="2340858" cy="469664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DACA7F5-C6C8-412C-9314-6A27B1B97993}"/>
                </a:ext>
              </a:extLst>
            </p:cNvPr>
            <p:cNvGrpSpPr/>
            <p:nvPr/>
          </p:nvGrpSpPr>
          <p:grpSpPr>
            <a:xfrm>
              <a:off x="211472" y="3008023"/>
              <a:ext cx="1382103" cy="461665"/>
              <a:chOff x="3138840" y="4166002"/>
              <a:chExt cx="1382103" cy="461665"/>
            </a:xfrm>
          </p:grpSpPr>
          <p:sp>
            <p:nvSpPr>
              <p:cNvPr id="17" name="文本框 22">
                <a:extLst>
                  <a:ext uri="{FF2B5EF4-FFF2-40B4-BE49-F238E27FC236}">
                    <a16:creationId xmlns:a16="http://schemas.microsoft.com/office/drawing/2014/main" id="{4E6595DB-1709-4FBC-9C78-FE3A5205F321}"/>
                  </a:ext>
                </a:extLst>
              </p:cNvPr>
              <p:cNvSpPr txBox="1"/>
              <p:nvPr/>
            </p:nvSpPr>
            <p:spPr>
              <a:xfrm>
                <a:off x="3138840" y="4166002"/>
                <a:ext cx="5229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8" name="Object 24">
                <a:extLst>
                  <a:ext uri="{FF2B5EF4-FFF2-40B4-BE49-F238E27FC236}">
                    <a16:creationId xmlns:a16="http://schemas.microsoft.com/office/drawing/2014/main" id="{D61E95A9-3C56-43B3-A08E-F12D8A2F4D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3759559"/>
                  </p:ext>
                </p:extLst>
              </p:nvPr>
            </p:nvGraphicFramePr>
            <p:xfrm>
              <a:off x="3593843" y="4220572"/>
              <a:ext cx="9271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894" name="Equation" r:id="rId11" imgW="927000" imgH="393480" progId="Equation.DSMT4">
                      <p:embed/>
                    </p:oleObj>
                  </mc:Choice>
                  <mc:Fallback>
                    <p:oleObj name="Equation" r:id="rId11" imgW="927000" imgH="393480" progId="Equation.DSMT4">
                      <p:embed/>
                      <p:pic>
                        <p:nvPicPr>
                          <p:cNvPr id="22" name="Object 24">
                            <a:extLst>
                              <a:ext uri="{FF2B5EF4-FFF2-40B4-BE49-F238E27FC236}">
                                <a16:creationId xmlns:a16="http://schemas.microsoft.com/office/drawing/2014/main" id="{F4927672-9483-43BA-A5F7-2AFDC228BB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93843" y="4220572"/>
                            <a:ext cx="927100" cy="393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文本框 21">
              <a:extLst>
                <a:ext uri="{FF2B5EF4-FFF2-40B4-BE49-F238E27FC236}">
                  <a16:creationId xmlns:a16="http://schemas.microsoft.com/office/drawing/2014/main" id="{61B94D8A-3279-43A3-B25E-8C87C8274E6A}"/>
                </a:ext>
              </a:extLst>
            </p:cNvPr>
            <p:cNvSpPr txBox="1"/>
            <p:nvPr/>
          </p:nvSpPr>
          <p:spPr>
            <a:xfrm>
              <a:off x="1593575" y="3016022"/>
              <a:ext cx="9587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就有</a:t>
              </a:r>
            </a:p>
          </p:txBody>
        </p:sp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8C07A1DD-8E7B-4221-B9A1-CC4A1AEB14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489997"/>
              </p:ext>
            </p:extLst>
          </p:nvPr>
        </p:nvGraphicFramePr>
        <p:xfrm>
          <a:off x="3567122" y="3644343"/>
          <a:ext cx="179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5" name="Equation" r:id="rId13" imgW="1790640" imgH="787320" progId="Equation.DSMT4">
                  <p:embed/>
                </p:oleObj>
              </mc:Choice>
              <mc:Fallback>
                <p:oleObj name="Equation" r:id="rId13" imgW="1790640" imgH="78732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39B92360-23FF-4B73-8A18-39DBFC144E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22" y="3644343"/>
                        <a:ext cx="1790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1A9EA15-B6A7-44F8-81E4-9EA12F729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3204"/>
              </p:ext>
            </p:extLst>
          </p:nvPr>
        </p:nvGraphicFramePr>
        <p:xfrm>
          <a:off x="5778748" y="3602814"/>
          <a:ext cx="294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6" name="Equation" r:id="rId15" imgW="2946240" imgH="787320" progId="Equation.DSMT4">
                  <p:embed/>
                </p:oleObj>
              </mc:Choice>
              <mc:Fallback>
                <p:oleObj name="Equation" r:id="rId15" imgW="2946240" imgH="7873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7B8DA1E5-2DA2-4900-843C-C4BDAA7F0B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748" y="3602814"/>
                        <a:ext cx="2946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4BD5D30-ACE0-4136-8335-067EC35E7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428665"/>
              </p:ext>
            </p:extLst>
          </p:nvPr>
        </p:nvGraphicFramePr>
        <p:xfrm>
          <a:off x="876881" y="373694"/>
          <a:ext cx="342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7" name="Equation" r:id="rId17" imgW="3429000" imgH="736560" progId="Equation.DSMT4">
                  <p:embed/>
                </p:oleObj>
              </mc:Choice>
              <mc:Fallback>
                <p:oleObj name="Equation" r:id="rId17" imgW="3429000" imgH="7365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541890E-58BE-4623-B650-4095205DD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881" y="373694"/>
                        <a:ext cx="3429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26C465F-BCF8-4685-A10A-054BD0DA8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332419"/>
              </p:ext>
            </p:extLst>
          </p:nvPr>
        </p:nvGraphicFramePr>
        <p:xfrm>
          <a:off x="3703168" y="2131441"/>
          <a:ext cx="306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8" name="Equation" r:id="rId19" imgW="3060360" imgH="787320" progId="Equation.DSMT4">
                  <p:embed/>
                </p:oleObj>
              </mc:Choice>
              <mc:Fallback>
                <p:oleObj name="Equation" r:id="rId19" imgW="3060360" imgH="7873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3FC6BC5-FFB2-4B28-9416-DB61C2BFE8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168" y="2131441"/>
                        <a:ext cx="306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3E5A995-5708-4A6E-9EED-40DF971313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788189"/>
              </p:ext>
            </p:extLst>
          </p:nvPr>
        </p:nvGraphicFramePr>
        <p:xfrm>
          <a:off x="5004048" y="373694"/>
          <a:ext cx="224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9" name="Equation" r:id="rId21" imgW="2247840" imgH="787320" progId="Equation.DSMT4">
                  <p:embed/>
                </p:oleObj>
              </mc:Choice>
              <mc:Fallback>
                <p:oleObj name="Equation" r:id="rId21" imgW="2247840" imgH="7873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94931436-965D-40F3-9DA6-5A035C990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373694"/>
                        <a:ext cx="2247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33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>
            <a:extLst>
              <a:ext uri="{FF2B5EF4-FFF2-40B4-BE49-F238E27FC236}">
                <a16:creationId xmlns:a16="http://schemas.microsoft.com/office/drawing/2014/main" id="{E2FE0C6E-964B-4345-B50C-9708EA6D12E5}"/>
              </a:ext>
            </a:extLst>
          </p:cNvPr>
          <p:cNvSpPr txBox="1"/>
          <p:nvPr/>
        </p:nvSpPr>
        <p:spPr>
          <a:xfrm>
            <a:off x="662492" y="1688168"/>
            <a:ext cx="205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得原方程通解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733BB4B-2ABB-4B68-8913-2D997843D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697900"/>
              </p:ext>
            </p:extLst>
          </p:nvPr>
        </p:nvGraphicFramePr>
        <p:xfrm>
          <a:off x="3491880" y="1635646"/>
          <a:ext cx="172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02" name="Equation" r:id="rId3" imgW="1726920" imgH="736560" progId="Equation.DSMT4">
                  <p:embed/>
                </p:oleObj>
              </mc:Choice>
              <mc:Fallback>
                <p:oleObj name="Equation" r:id="rId3" imgW="172692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C58DC8A-8102-4F64-8D0E-AAA1825A9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635646"/>
                        <a:ext cx="1727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3">
            <a:extLst>
              <a:ext uri="{FF2B5EF4-FFF2-40B4-BE49-F238E27FC236}">
                <a16:creationId xmlns:a16="http://schemas.microsoft.com/office/drawing/2014/main" id="{9D139E7B-BC2E-40AD-A057-B174001DAC43}"/>
              </a:ext>
            </a:extLst>
          </p:cNvPr>
          <p:cNvSpPr txBox="1"/>
          <p:nvPr/>
        </p:nvSpPr>
        <p:spPr>
          <a:xfrm>
            <a:off x="613921" y="973785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利用通解公式可得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F422C54-CDE1-41E6-B5E4-9BC452373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693820"/>
              </p:ext>
            </p:extLst>
          </p:nvPr>
        </p:nvGraphicFramePr>
        <p:xfrm>
          <a:off x="3138608" y="1022784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03" name="Equation" r:id="rId5" imgW="1968480" imgH="406080" progId="Equation.DSMT4">
                  <p:embed/>
                </p:oleObj>
              </mc:Choice>
              <mc:Fallback>
                <p:oleObj name="Equation" r:id="rId5" imgW="196848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A643C24-05A3-490D-B958-7DF28BD85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608" y="1022784"/>
                        <a:ext cx="1968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846BA2DF-2F64-4688-A703-F5CEEF65D45F}"/>
              </a:ext>
            </a:extLst>
          </p:cNvPr>
          <p:cNvGrpSpPr/>
          <p:nvPr/>
        </p:nvGrpSpPr>
        <p:grpSpPr>
          <a:xfrm>
            <a:off x="5076056" y="987574"/>
            <a:ext cx="1297991" cy="461665"/>
            <a:chOff x="3138840" y="4166002"/>
            <a:chExt cx="1297991" cy="461665"/>
          </a:xfrm>
        </p:grpSpPr>
        <p:sp>
          <p:nvSpPr>
            <p:cNvPr id="7" name="文本框 22">
              <a:extLst>
                <a:ext uri="{FF2B5EF4-FFF2-40B4-BE49-F238E27FC236}">
                  <a16:creationId xmlns:a16="http://schemas.microsoft.com/office/drawing/2014/main" id="{DB9EC25C-5E73-4333-9D1B-0C1D86F4830E}"/>
                </a:ext>
              </a:extLst>
            </p:cNvPr>
            <p:cNvSpPr txBox="1"/>
            <p:nvPr/>
          </p:nvSpPr>
          <p:spPr>
            <a:xfrm>
              <a:off x="3138840" y="4166002"/>
              <a:ext cx="52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将</a:t>
              </a: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D9B17F30-2392-49B5-8540-6AFF05F5C5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7645433"/>
                </p:ext>
              </p:extLst>
            </p:nvPr>
          </p:nvGraphicFramePr>
          <p:xfrm>
            <a:off x="3611331" y="4211595"/>
            <a:ext cx="825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04" name="Equation" r:id="rId7" imgW="825480" imgH="342720" progId="Equation.DSMT4">
                    <p:embed/>
                  </p:oleObj>
                </mc:Choice>
                <mc:Fallback>
                  <p:oleObj name="Equation" r:id="rId7" imgW="825480" imgH="3427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7B8E62F4-7702-4F95-8E02-A32D76F361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1331" y="4211595"/>
                          <a:ext cx="825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13">
            <a:extLst>
              <a:ext uri="{FF2B5EF4-FFF2-40B4-BE49-F238E27FC236}">
                <a16:creationId xmlns:a16="http://schemas.microsoft.com/office/drawing/2014/main" id="{48C38EF7-2C54-46A9-A080-E2BA739BD213}"/>
              </a:ext>
            </a:extLst>
          </p:cNvPr>
          <p:cNvSpPr txBox="1"/>
          <p:nvPr/>
        </p:nvSpPr>
        <p:spPr>
          <a:xfrm>
            <a:off x="6374047" y="1001787"/>
            <a:ext cx="1523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代入上式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0168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BAB140-8389-4ECD-AFBF-C61C6D1DABCB}"/>
              </a:ext>
            </a:extLst>
          </p:cNvPr>
          <p:cNvSpPr txBox="1"/>
          <p:nvPr/>
        </p:nvSpPr>
        <p:spPr>
          <a:xfrm>
            <a:off x="683568" y="1278698"/>
            <a:ext cx="63424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71554AA-969F-469B-9D62-41F5D6C39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336790"/>
              </p:ext>
            </p:extLst>
          </p:nvPr>
        </p:nvGraphicFramePr>
        <p:xfrm>
          <a:off x="843133" y="2025619"/>
          <a:ext cx="269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97" name="Equation" r:id="rId3" imgW="2692080" imgH="736560" progId="Equation.DSMT4">
                  <p:embed/>
                </p:oleObj>
              </mc:Choice>
              <mc:Fallback>
                <p:oleObj name="Equation" r:id="rId3" imgW="26920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BC5CB0B-3965-4ECE-9219-AC93210F45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133" y="2025619"/>
                        <a:ext cx="2692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D6BC634-34BA-4449-9687-98BF9146D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503668"/>
              </p:ext>
            </p:extLst>
          </p:nvPr>
        </p:nvGraphicFramePr>
        <p:xfrm>
          <a:off x="2358248" y="3881782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98" name="Equation" r:id="rId5" imgW="1968480" imgH="406080" progId="Equation.DSMT4">
                  <p:embed/>
                </p:oleObj>
              </mc:Choice>
              <mc:Fallback>
                <p:oleObj name="Equation" r:id="rId5" imgW="196848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01E5139-7153-49AC-B482-2F78C7E3C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248" y="3881782"/>
                        <a:ext cx="1968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13">
            <a:extLst>
              <a:ext uri="{FF2B5EF4-FFF2-40B4-BE49-F238E27FC236}">
                <a16:creationId xmlns:a16="http://schemas.microsoft.com/office/drawing/2014/main" id="{0DDEBE89-D350-49AA-BE8A-EFB5A5EBD379}"/>
              </a:ext>
            </a:extLst>
          </p:cNvPr>
          <p:cNvSpPr txBox="1"/>
          <p:nvPr/>
        </p:nvSpPr>
        <p:spPr>
          <a:xfrm>
            <a:off x="1182558" y="1278054"/>
            <a:ext cx="225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原方程可化为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42715D2-50BD-4750-B437-785143BD6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765647"/>
              </p:ext>
            </p:extLst>
          </p:nvPr>
        </p:nvGraphicFramePr>
        <p:xfrm>
          <a:off x="6132682" y="2176910"/>
          <a:ext cx="281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99" name="Equation" r:id="rId7" imgW="2819160" imgH="342720" progId="Equation.DSMT4">
                  <p:embed/>
                </p:oleObj>
              </mc:Choice>
              <mc:Fallback>
                <p:oleObj name="Equation" r:id="rId7" imgW="28191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F1E762A-2435-4E3D-BFB1-37460DAC0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682" y="2176910"/>
                        <a:ext cx="281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13">
            <a:extLst>
              <a:ext uri="{FF2B5EF4-FFF2-40B4-BE49-F238E27FC236}">
                <a16:creationId xmlns:a16="http://schemas.microsoft.com/office/drawing/2014/main" id="{DE99468B-BCB9-4EC9-88DA-22125210A925}"/>
              </a:ext>
            </a:extLst>
          </p:cNvPr>
          <p:cNvSpPr txBox="1"/>
          <p:nvPr/>
        </p:nvSpPr>
        <p:spPr>
          <a:xfrm>
            <a:off x="512051" y="2925293"/>
            <a:ext cx="84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117A0E7-A958-40E6-BFD4-F3D993C384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764881"/>
              </p:ext>
            </p:extLst>
          </p:nvPr>
        </p:nvGraphicFramePr>
        <p:xfrm>
          <a:off x="1515418" y="2834268"/>
          <a:ext cx="3797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00" name="Equation" r:id="rId9" imgW="3797280" imgH="609480" progId="Equation.DSMT4">
                  <p:embed/>
                </p:oleObj>
              </mc:Choice>
              <mc:Fallback>
                <p:oleObj name="Equation" r:id="rId9" imgW="379728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0B64A7D-46A1-499E-97ED-E95200AD6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418" y="2834268"/>
                        <a:ext cx="3797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F42C304-D6AD-44C0-9C59-4D5E0364D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290672"/>
              </p:ext>
            </p:extLst>
          </p:nvPr>
        </p:nvGraphicFramePr>
        <p:xfrm>
          <a:off x="683568" y="267494"/>
          <a:ext cx="2730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01" name="Equation" r:id="rId11" imgW="2730240" imgH="787320" progId="Equation.DSMT4">
                  <p:embed/>
                </p:oleObj>
              </mc:Choice>
              <mc:Fallback>
                <p:oleObj name="Equation" r:id="rId11" imgW="273024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206C279-6772-4016-8C1E-21D825CBC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67494"/>
                        <a:ext cx="2730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79A0C0A-D068-429E-BBCA-827E1572C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479617"/>
              </p:ext>
            </p:extLst>
          </p:nvPr>
        </p:nvGraphicFramePr>
        <p:xfrm>
          <a:off x="3553245" y="1140585"/>
          <a:ext cx="276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02" name="Equation" r:id="rId13" imgW="2768400" imgH="736560" progId="Equation.DSMT4">
                  <p:embed/>
                </p:oleObj>
              </mc:Choice>
              <mc:Fallback>
                <p:oleObj name="Equation" r:id="rId13" imgW="276840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35843A-9635-4A30-8596-6A779157AB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245" y="1140585"/>
                        <a:ext cx="2768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25DDFDB7-C5DF-4A6F-B031-6DFDF5B89D24}"/>
              </a:ext>
            </a:extLst>
          </p:cNvPr>
          <p:cNvSpPr txBox="1"/>
          <p:nvPr/>
        </p:nvSpPr>
        <p:spPr>
          <a:xfrm>
            <a:off x="512051" y="3914116"/>
            <a:ext cx="84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3E1B9A13-9EBD-4772-8510-2E91A4B59A09}"/>
              </a:ext>
            </a:extLst>
          </p:cNvPr>
          <p:cNvSpPr txBox="1"/>
          <p:nvPr/>
        </p:nvSpPr>
        <p:spPr>
          <a:xfrm>
            <a:off x="3634352" y="2148305"/>
            <a:ext cx="29918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一阶线性非齐次方程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9CE6E4A-0FC4-4E35-884F-8FA7E9D7D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442536"/>
              </p:ext>
            </p:extLst>
          </p:nvPr>
        </p:nvGraphicFramePr>
        <p:xfrm>
          <a:off x="5562806" y="2925293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03" name="Equation" r:id="rId15" imgW="2857320" imgH="507960" progId="Equation.DSMT4">
                  <p:embed/>
                </p:oleObj>
              </mc:Choice>
              <mc:Fallback>
                <p:oleObj name="Equation" r:id="rId15" imgW="2857320" imgH="5079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24DB436-9C58-472E-B063-862CA4E75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806" y="2925293"/>
                        <a:ext cx="2857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004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113D7E-D134-4FAD-A96F-11A55876E702}"/>
              </a:ext>
            </a:extLst>
          </p:cNvPr>
          <p:cNvSpPr txBox="1"/>
          <p:nvPr/>
        </p:nvSpPr>
        <p:spPr>
          <a:xfrm>
            <a:off x="698925" y="25334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71532740-66AB-4B1C-8D79-D3C656DC563D}"/>
              </a:ext>
            </a:extLst>
          </p:cNvPr>
          <p:cNvSpPr txBox="1"/>
          <p:nvPr/>
        </p:nvSpPr>
        <p:spPr>
          <a:xfrm>
            <a:off x="1403648" y="267494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求满足方程                  的连续函数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017E85-D2BF-4B09-B939-7FC3C63CF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344968"/>
              </p:ext>
            </p:extLst>
          </p:nvPr>
        </p:nvGraphicFramePr>
        <p:xfrm>
          <a:off x="3023372" y="216455"/>
          <a:ext cx="26416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36" name="Equation" r:id="rId3" imgW="2641320" imgH="596880" progId="Equation.DSMT4">
                  <p:embed/>
                </p:oleObj>
              </mc:Choice>
              <mc:Fallback>
                <p:oleObj name="Equation" r:id="rId3" imgW="264132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B6285BB-CC81-431E-BE35-FBBC0F3946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372" y="216455"/>
                        <a:ext cx="26416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FD507A9-CD67-4865-A0F7-60E697B21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769765"/>
              </p:ext>
            </p:extLst>
          </p:nvPr>
        </p:nvGraphicFramePr>
        <p:xfrm>
          <a:off x="7298052" y="345836"/>
          <a:ext cx="6969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37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03BF719-3A80-4114-88CD-78C83C1CE2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8052" y="345836"/>
                        <a:ext cx="6969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1">
            <a:extLst>
              <a:ext uri="{FF2B5EF4-FFF2-40B4-BE49-F238E27FC236}">
                <a16:creationId xmlns:a16="http://schemas.microsoft.com/office/drawing/2014/main" id="{9D772A6C-5761-46C3-90E3-25536253FE88}"/>
              </a:ext>
            </a:extLst>
          </p:cNvPr>
          <p:cNvSpPr txBox="1"/>
          <p:nvPr/>
        </p:nvSpPr>
        <p:spPr>
          <a:xfrm>
            <a:off x="754456" y="844294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F1D67DB-D2E4-443C-8488-CB0D5A3AB5AB}"/>
              </a:ext>
            </a:extLst>
          </p:cNvPr>
          <p:cNvGrpSpPr/>
          <p:nvPr/>
        </p:nvGrpSpPr>
        <p:grpSpPr>
          <a:xfrm>
            <a:off x="1257241" y="850775"/>
            <a:ext cx="7128792" cy="461665"/>
            <a:chOff x="1388232" y="1349520"/>
            <a:chExt cx="7128792" cy="461665"/>
          </a:xfrm>
        </p:grpSpPr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97AB73D6-71C8-403D-944A-8FFB5DE84E3E}"/>
                </a:ext>
              </a:extLst>
            </p:cNvPr>
            <p:cNvSpPr txBox="1"/>
            <p:nvPr/>
          </p:nvSpPr>
          <p:spPr>
            <a:xfrm>
              <a:off x="1388232" y="1349520"/>
              <a:ext cx="7128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由条件知     为可导函数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方程两边对  求导得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4EF7C70-7596-49A5-8A48-D6B285A6A6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3519695"/>
                </p:ext>
              </p:extLst>
            </p:nvPr>
          </p:nvGraphicFramePr>
          <p:xfrm>
            <a:off x="2813188" y="1413779"/>
            <a:ext cx="6318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03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5DB3C58C-2AF5-47EC-A338-58ECA83292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3188" y="1413779"/>
                          <a:ext cx="63182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DDAE51B-4E7C-4C54-B78B-787D0CDA5A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9233877"/>
                </p:ext>
              </p:extLst>
            </p:nvPr>
          </p:nvGraphicFramePr>
          <p:xfrm>
            <a:off x="6773325" y="1527475"/>
            <a:ext cx="193675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039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7FF6754-8D06-467A-A35A-CBD392E4EE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3325" y="1527475"/>
                          <a:ext cx="193675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291B75-63BC-4A8E-AF22-12060A323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13229"/>
              </p:ext>
            </p:extLst>
          </p:nvPr>
        </p:nvGraphicFramePr>
        <p:xfrm>
          <a:off x="1153167" y="1699843"/>
          <a:ext cx="23368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0" name="Equation" r:id="rId11" imgW="2336760" imgH="355320" progId="Equation.DSMT4">
                  <p:embed/>
                </p:oleObj>
              </mc:Choice>
              <mc:Fallback>
                <p:oleObj name="Equation" r:id="rId11" imgW="233676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5F4705A-21D5-4C9E-BCBC-DF2D76AED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167" y="1699843"/>
                        <a:ext cx="23368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3">
            <a:extLst>
              <a:ext uri="{FF2B5EF4-FFF2-40B4-BE49-F238E27FC236}">
                <a16:creationId xmlns:a16="http://schemas.microsoft.com/office/drawing/2014/main" id="{7D7A2965-BA8E-4236-9939-6896B72D4651}"/>
              </a:ext>
            </a:extLst>
          </p:cNvPr>
          <p:cNvSpPr txBox="1"/>
          <p:nvPr/>
        </p:nvSpPr>
        <p:spPr>
          <a:xfrm>
            <a:off x="3576913" y="1660533"/>
            <a:ext cx="110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即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A0D9DB2-6050-42E4-9730-918EFBCA9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22224"/>
              </p:ext>
            </p:extLst>
          </p:nvPr>
        </p:nvGraphicFramePr>
        <p:xfrm>
          <a:off x="4276529" y="1689678"/>
          <a:ext cx="24892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1" name="Equation" r:id="rId13" imgW="2489040" imgH="355320" progId="Equation.DSMT4">
                  <p:embed/>
                </p:oleObj>
              </mc:Choice>
              <mc:Fallback>
                <p:oleObj name="Equation" r:id="rId13" imgW="248904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21036EC-61CD-4965-ACED-B8D6562F72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529" y="1689678"/>
                        <a:ext cx="24892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844C68C-75CF-4B0A-B418-1403D4A5F2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395493"/>
              </p:ext>
            </p:extLst>
          </p:nvPr>
        </p:nvGraphicFramePr>
        <p:xfrm>
          <a:off x="1343672" y="2302428"/>
          <a:ext cx="37465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2" name="Equation" r:id="rId15" imgW="3746160" imgH="609480" progId="Equation.DSMT4">
                  <p:embed/>
                </p:oleObj>
              </mc:Choice>
              <mc:Fallback>
                <p:oleObj name="Equation" r:id="rId15" imgW="3746160" imgH="609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693C806-0D4C-44BA-A178-E1620648D1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672" y="2302428"/>
                        <a:ext cx="37465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0911E2C-97BD-4537-97AA-A19C303AB2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729790"/>
              </p:ext>
            </p:extLst>
          </p:nvPr>
        </p:nvGraphicFramePr>
        <p:xfrm>
          <a:off x="1999434" y="3009728"/>
          <a:ext cx="27559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3" name="Equation" r:id="rId17" imgW="2755800" imgH="723600" progId="Equation.DSMT4">
                  <p:embed/>
                </p:oleObj>
              </mc:Choice>
              <mc:Fallback>
                <p:oleObj name="Equation" r:id="rId17" imgW="275580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B3E00A9-2073-48A8-93B3-01CA80E40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434" y="3009728"/>
                        <a:ext cx="27559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5DE4685-8F05-4BF9-A7F6-EFB09BD74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294677"/>
              </p:ext>
            </p:extLst>
          </p:nvPr>
        </p:nvGraphicFramePr>
        <p:xfrm>
          <a:off x="4792110" y="2989266"/>
          <a:ext cx="20574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4" name="Equation" r:id="rId19" imgW="2057400" imgH="647640" progId="Equation.DSMT4">
                  <p:embed/>
                </p:oleObj>
              </mc:Choice>
              <mc:Fallback>
                <p:oleObj name="Equation" r:id="rId19" imgW="2057400" imgH="6476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38802DA8-FBAF-495A-8DC0-847144D747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110" y="2989266"/>
                        <a:ext cx="20574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E92BF06-18F1-4F04-94BB-F1BF9F555D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06847"/>
              </p:ext>
            </p:extLst>
          </p:nvPr>
        </p:nvGraphicFramePr>
        <p:xfrm>
          <a:off x="6892093" y="2969170"/>
          <a:ext cx="14097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5" name="Equation" r:id="rId21" imgW="1409400" imgH="634680" progId="Equation.DSMT4">
                  <p:embed/>
                </p:oleObj>
              </mc:Choice>
              <mc:Fallback>
                <p:oleObj name="Equation" r:id="rId21" imgW="1409400" imgH="6346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7F8E673-8B56-47FF-8767-507F12DDD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093" y="2969170"/>
                        <a:ext cx="14097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3">
            <a:extLst>
              <a:ext uri="{FF2B5EF4-FFF2-40B4-BE49-F238E27FC236}">
                <a16:creationId xmlns:a16="http://schemas.microsoft.com/office/drawing/2014/main" id="{8C6EED4C-EB42-4A67-828E-521BF21AB911}"/>
              </a:ext>
            </a:extLst>
          </p:cNvPr>
          <p:cNvSpPr txBox="1"/>
          <p:nvPr/>
        </p:nvSpPr>
        <p:spPr>
          <a:xfrm>
            <a:off x="482944" y="3935074"/>
            <a:ext cx="110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又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74269C3-089F-4FAA-B45D-11C38F1D2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40104"/>
              </p:ext>
            </p:extLst>
          </p:nvPr>
        </p:nvGraphicFramePr>
        <p:xfrm>
          <a:off x="910566" y="4044267"/>
          <a:ext cx="11604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6" name="Equation" r:id="rId23" imgW="1143000" imgH="342720" progId="Equation.DSMT4">
                  <p:embed/>
                </p:oleObj>
              </mc:Choice>
              <mc:Fallback>
                <p:oleObj name="Equation" r:id="rId23" imgW="114300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4DF2C90-B6CF-4C18-B55C-91F32FCA9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566" y="4044267"/>
                        <a:ext cx="11604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3">
            <a:extLst>
              <a:ext uri="{FF2B5EF4-FFF2-40B4-BE49-F238E27FC236}">
                <a16:creationId xmlns:a16="http://schemas.microsoft.com/office/drawing/2014/main" id="{DD1E6E3A-6324-447D-AA80-B6301C1907D6}"/>
              </a:ext>
            </a:extLst>
          </p:cNvPr>
          <p:cNvSpPr txBox="1"/>
          <p:nvPr/>
        </p:nvSpPr>
        <p:spPr>
          <a:xfrm>
            <a:off x="2092006" y="3961580"/>
            <a:ext cx="110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从而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AB67856-DB7B-4670-9532-03F9A7F91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427374"/>
              </p:ext>
            </p:extLst>
          </p:nvPr>
        </p:nvGraphicFramePr>
        <p:xfrm>
          <a:off x="2950667" y="4050617"/>
          <a:ext cx="9667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7" name="Equation" r:id="rId25" imgW="952200" imgH="330120" progId="Equation.DSMT4">
                  <p:embed/>
                </p:oleObj>
              </mc:Choice>
              <mc:Fallback>
                <p:oleObj name="Equation" r:id="rId25" imgW="952200" imgH="3301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1BAD11B-27F6-4FB7-8677-4DF51B78AD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0667" y="4050617"/>
                        <a:ext cx="9667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2791DA3-0EC8-41C0-82F3-EA8A92155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0820"/>
              </p:ext>
            </p:extLst>
          </p:nvPr>
        </p:nvGraphicFramePr>
        <p:xfrm>
          <a:off x="4080969" y="3769195"/>
          <a:ext cx="19939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8" name="Equation" r:id="rId27" imgW="1993680" imgH="647640" progId="Equation.DSMT4">
                  <p:embed/>
                </p:oleObj>
              </mc:Choice>
              <mc:Fallback>
                <p:oleObj name="Equation" r:id="rId27" imgW="1993680" imgH="647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CF1BFD6-BE50-4B6D-838D-A956036C6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969" y="3769195"/>
                        <a:ext cx="19939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13">
            <a:extLst>
              <a:ext uri="{FF2B5EF4-FFF2-40B4-BE49-F238E27FC236}">
                <a16:creationId xmlns:a16="http://schemas.microsoft.com/office/drawing/2014/main" id="{74C1F260-2880-4C67-BFCF-65CC18FD8345}"/>
              </a:ext>
            </a:extLst>
          </p:cNvPr>
          <p:cNvSpPr txBox="1"/>
          <p:nvPr/>
        </p:nvSpPr>
        <p:spPr>
          <a:xfrm>
            <a:off x="698925" y="2423657"/>
            <a:ext cx="110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故</a:t>
            </a:r>
          </a:p>
        </p:txBody>
      </p:sp>
      <p:sp>
        <p:nvSpPr>
          <p:cNvPr id="24" name="文本框 13">
            <a:extLst>
              <a:ext uri="{FF2B5EF4-FFF2-40B4-BE49-F238E27FC236}">
                <a16:creationId xmlns:a16="http://schemas.microsoft.com/office/drawing/2014/main" id="{ED17C87F-8463-4226-B1A9-379B8DE26587}"/>
              </a:ext>
            </a:extLst>
          </p:cNvPr>
          <p:cNvSpPr txBox="1"/>
          <p:nvPr/>
        </p:nvSpPr>
        <p:spPr>
          <a:xfrm>
            <a:off x="6758289" y="1689678"/>
            <a:ext cx="204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一阶线性方程</a:t>
            </a:r>
          </a:p>
        </p:txBody>
      </p:sp>
    </p:spTree>
    <p:extLst>
      <p:ext uri="{BB962C8B-B14F-4D97-AF65-F5344CB8AC3E}">
        <p14:creationId xmlns:p14="http://schemas.microsoft.com/office/powerpoint/2010/main" val="189543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8" grpId="0"/>
      <p:bldP spid="20" grpId="0"/>
      <p:bldP spid="23" grpId="0"/>
      <p:bldP spid="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602CE3-046F-4EBB-8826-5BF79CA18DE1}"/>
              </a:ext>
            </a:extLst>
          </p:cNvPr>
          <p:cNvSpPr txBox="1"/>
          <p:nvPr/>
        </p:nvSpPr>
        <p:spPr>
          <a:xfrm>
            <a:off x="611560" y="267494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知识延展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两种类型一阶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微分方程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2A7506-00A8-46A1-975F-C14748DC3144}"/>
              </a:ext>
            </a:extLst>
          </p:cNvPr>
          <p:cNvGrpSpPr/>
          <p:nvPr/>
        </p:nvGrpSpPr>
        <p:grpSpPr>
          <a:xfrm>
            <a:off x="611560" y="842963"/>
            <a:ext cx="4104456" cy="812800"/>
            <a:chOff x="611560" y="842963"/>
            <a:chExt cx="4104456" cy="81280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3F79C7EB-DF34-4D70-9E62-0F8D068B093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30375" y="842963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0" name="Equation" r:id="rId3" imgW="1676160" imgH="812520" progId="Equation.DSMT4">
                    <p:embed/>
                  </p:oleObj>
                </mc:Choice>
                <mc:Fallback>
                  <p:oleObj name="Equation" r:id="rId3" imgW="1676160" imgH="8125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3F79C7EB-DF34-4D70-9E62-0F8D068B0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375" y="842963"/>
                          <a:ext cx="1676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1C2B245-F4A2-4377-9A84-BA90DBE4B736}"/>
                </a:ext>
              </a:extLst>
            </p:cNvPr>
            <p:cNvSpPr/>
            <p:nvPr/>
          </p:nvSpPr>
          <p:spPr>
            <a:xfrm>
              <a:off x="611560" y="987574"/>
              <a:ext cx="4104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形如            的方程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23BDB3C3-8780-4C51-B830-5941004C0C8F}"/>
              </a:ext>
            </a:extLst>
          </p:cNvPr>
          <p:cNvSpPr/>
          <p:nvPr/>
        </p:nvSpPr>
        <p:spPr>
          <a:xfrm>
            <a:off x="599158" y="1851670"/>
            <a:ext cx="1020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A9F24C8-89C5-47F9-9D88-65544D83054D}"/>
              </a:ext>
            </a:extLst>
          </p:cNvPr>
          <p:cNvGrpSpPr/>
          <p:nvPr/>
        </p:nvGrpSpPr>
        <p:grpSpPr>
          <a:xfrm>
            <a:off x="1475656" y="1851670"/>
            <a:ext cx="3528392" cy="461665"/>
            <a:chOff x="1475656" y="1851670"/>
            <a:chExt cx="3528392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37D78AB-7FAE-4D62-8C97-02319DEA0C48}"/>
                </a:ext>
              </a:extLst>
            </p:cNvPr>
            <p:cNvSpPr/>
            <p:nvPr/>
          </p:nvSpPr>
          <p:spPr>
            <a:xfrm>
              <a:off x="1475656" y="1851670"/>
              <a:ext cx="35283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等号左边  关于  可导，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3DEE273-FD9C-49F0-BAD6-1ACBEAAAE8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3808" y="2036589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1" name="Equation" r:id="rId5" imgW="215640" imgH="266400" progId="Equation.DSMT4">
                    <p:embed/>
                  </p:oleObj>
                </mc:Choice>
                <mc:Fallback>
                  <p:oleObj name="Equation" r:id="rId5" imgW="215640" imgH="2664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3DEE273-FD9C-49F0-BAD6-1ACBEAAAE8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43808" y="2036589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FEF1641-AD84-4AD3-B97C-EC69A4BE26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5706" y="203658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2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9FEF1641-AD84-4AD3-B97C-EC69A4BE26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45706" y="203658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88D4CC9-D9B0-49BB-BF05-235B5E7B3EB9}"/>
              </a:ext>
            </a:extLst>
          </p:cNvPr>
          <p:cNvGrpSpPr/>
          <p:nvPr/>
        </p:nvGrpSpPr>
        <p:grpSpPr>
          <a:xfrm>
            <a:off x="4716016" y="1841624"/>
            <a:ext cx="3960440" cy="461665"/>
            <a:chOff x="4716016" y="1841624"/>
            <a:chExt cx="396044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964ABA3-581F-4A57-88A6-0CD69F7C59C6}"/>
                </a:ext>
              </a:extLst>
            </p:cNvPr>
            <p:cNvSpPr/>
            <p:nvPr/>
          </p:nvSpPr>
          <p:spPr>
            <a:xfrm>
              <a:off x="4716016" y="1841624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等号右边自然关于  可导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FC6D6C1-AD7E-40EF-9014-520751D057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8304" y="200351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3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FC6D6C1-AD7E-40EF-9014-520751D0575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308304" y="200351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01C8F50-F031-450B-8012-ECAB730FF0E7}"/>
              </a:ext>
            </a:extLst>
          </p:cNvPr>
          <p:cNvGrpSpPr/>
          <p:nvPr/>
        </p:nvGrpSpPr>
        <p:grpSpPr>
          <a:xfrm>
            <a:off x="683568" y="2392016"/>
            <a:ext cx="5616624" cy="876300"/>
            <a:chOff x="683568" y="2392016"/>
            <a:chExt cx="5616624" cy="87630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48FA142-BA5C-4C98-9B8A-97529A9ED6B1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42785D2-6EE9-4A04-AE88-B7D575B649F7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求方程                    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808EBB0-9A09-4237-B55D-509D61E4BF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4115036"/>
                </p:ext>
              </p:extLst>
            </p:nvPr>
          </p:nvGraphicFramePr>
          <p:xfrm>
            <a:off x="2412206" y="2392016"/>
            <a:ext cx="28575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4" name="Equation" r:id="rId11" imgW="2857320" imgH="876240" progId="Equation.DSMT4">
                    <p:embed/>
                  </p:oleObj>
                </mc:Choice>
                <mc:Fallback>
                  <p:oleObj name="Equation" r:id="rId11" imgW="2857320" imgH="876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12206" y="2392016"/>
                          <a:ext cx="28575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">
            <a:extLst>
              <a:ext uri="{FF2B5EF4-FFF2-40B4-BE49-F238E27FC236}">
                <a16:creationId xmlns:a16="http://schemas.microsoft.com/office/drawing/2014/main" id="{2BFE716B-2664-4204-9504-B2B3C8F0F5F1}"/>
              </a:ext>
            </a:extLst>
          </p:cNvPr>
          <p:cNvSpPr txBox="1"/>
          <p:nvPr/>
        </p:nvSpPr>
        <p:spPr>
          <a:xfrm>
            <a:off x="699347" y="3662091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F33C706-2C6E-481F-AC19-D514A8C5349E}"/>
              </a:ext>
            </a:extLst>
          </p:cNvPr>
          <p:cNvGrpSpPr/>
          <p:nvPr/>
        </p:nvGrpSpPr>
        <p:grpSpPr>
          <a:xfrm>
            <a:off x="1246114" y="3449119"/>
            <a:ext cx="1800076" cy="887610"/>
            <a:chOff x="1198588" y="3266382"/>
            <a:chExt cx="1800076" cy="88761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44E5BF6-C15F-4D1A-BA99-067EFAD1C122}"/>
                </a:ext>
              </a:extLst>
            </p:cNvPr>
            <p:cNvGrpSpPr/>
            <p:nvPr/>
          </p:nvGrpSpPr>
          <p:grpSpPr>
            <a:xfrm>
              <a:off x="1317830" y="3293792"/>
              <a:ext cx="1680834" cy="736600"/>
              <a:chOff x="1317830" y="3288407"/>
              <a:chExt cx="1680834" cy="736600"/>
            </a:xfrm>
          </p:grpSpPr>
          <p:sp>
            <p:nvSpPr>
              <p:cNvPr id="18" name="文本框 1">
                <a:extLst>
                  <a:ext uri="{FF2B5EF4-FFF2-40B4-BE49-F238E27FC236}">
                    <a16:creationId xmlns:a16="http://schemas.microsoft.com/office/drawing/2014/main" id="{A5DB6D33-F5A6-46EE-83A3-BC91FA29B4BF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E1AADFBD-501F-42CC-815B-3C3243D761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1039579"/>
                  </p:ext>
                </p:extLst>
              </p:nvPr>
            </p:nvGraphicFramePr>
            <p:xfrm>
              <a:off x="2046164" y="3288407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055" name="Equation" r:id="rId13" imgW="952200" imgH="736560" progId="Equation.DSMT4">
                      <p:embed/>
                    </p:oleObj>
                  </mc:Choice>
                  <mc:Fallback>
                    <p:oleObj name="Equation" r:id="rId13" imgW="952200" imgH="736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046164" y="3288407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FC18A94-600B-43AF-8209-140CB4FFEDAF}"/>
                </a:ext>
              </a:extLst>
            </p:cNvPr>
            <p:cNvSpPr/>
            <p:nvPr/>
          </p:nvSpPr>
          <p:spPr>
            <a:xfrm>
              <a:off x="1198588" y="3266382"/>
              <a:ext cx="1800076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D67BAD4-F4F9-4438-BC3D-BEC4E3C7C6DC}"/>
              </a:ext>
            </a:extLst>
          </p:cNvPr>
          <p:cNvGrpSpPr/>
          <p:nvPr/>
        </p:nvGrpSpPr>
        <p:grpSpPr>
          <a:xfrm>
            <a:off x="3212232" y="3432026"/>
            <a:ext cx="2889684" cy="723900"/>
            <a:chOff x="3212232" y="3432026"/>
            <a:chExt cx="2889684" cy="723900"/>
          </a:xfrm>
        </p:grpSpPr>
        <p:sp>
          <p:nvSpPr>
            <p:cNvPr id="24" name="文本框 1">
              <a:extLst>
                <a:ext uri="{FF2B5EF4-FFF2-40B4-BE49-F238E27FC236}">
                  <a16:creationId xmlns:a16="http://schemas.microsoft.com/office/drawing/2014/main" id="{909413B6-50B3-4738-99F0-BAD362B25039}"/>
                </a:ext>
              </a:extLst>
            </p:cNvPr>
            <p:cNvSpPr txBox="1"/>
            <p:nvPr/>
          </p:nvSpPr>
          <p:spPr>
            <a:xfrm>
              <a:off x="3212232" y="3581825"/>
              <a:ext cx="60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DB34A9F-A4CF-49B2-A227-CC04EF7838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555508"/>
                </p:ext>
              </p:extLst>
            </p:nvPr>
          </p:nvGraphicFramePr>
          <p:xfrm>
            <a:off x="3815916" y="3432026"/>
            <a:ext cx="2286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56" name="Equation" r:id="rId15" imgW="2286000" imgH="723600" progId="Equation.DSMT4">
                    <p:embed/>
                  </p:oleObj>
                </mc:Choice>
                <mc:Fallback>
                  <p:oleObj name="Equation" r:id="rId15" imgW="22860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15916" y="3432026"/>
                          <a:ext cx="2286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3457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CADC766-B09F-4EBA-B7A7-7AF8E6E5A8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239162"/>
              </p:ext>
            </p:extLst>
          </p:nvPr>
        </p:nvGraphicFramePr>
        <p:xfrm>
          <a:off x="2427177" y="17775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45" name="Equation" r:id="rId3" imgW="2286000" imgH="723600" progId="Equation.DSMT4">
                  <p:embed/>
                </p:oleObj>
              </mc:Choice>
              <mc:Fallback>
                <p:oleObj name="Equation" r:id="rId3" imgW="2286000" imgH="723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4DB34A9F-A4CF-49B2-A227-CC04EF7838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7177" y="17775"/>
                        <a:ext cx="228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FD202378-708C-4EBC-A0EA-D3082CB6D3CD}"/>
              </a:ext>
            </a:extLst>
          </p:cNvPr>
          <p:cNvGrpSpPr/>
          <p:nvPr/>
        </p:nvGrpSpPr>
        <p:grpSpPr>
          <a:xfrm>
            <a:off x="487487" y="933624"/>
            <a:ext cx="2741351" cy="461665"/>
            <a:chOff x="487487" y="933624"/>
            <a:chExt cx="2741351" cy="461665"/>
          </a:xfrm>
        </p:grpSpPr>
        <p:sp>
          <p:nvSpPr>
            <p:cNvPr id="3" name="文本框 1">
              <a:extLst>
                <a:ext uri="{FF2B5EF4-FFF2-40B4-BE49-F238E27FC236}">
                  <a16:creationId xmlns:a16="http://schemas.microsoft.com/office/drawing/2014/main" id="{E081852B-F9DB-4ABC-9E7F-61E538C1943D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两端对  求导，得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675EE0C-07C3-4C07-8EFB-38E1539235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9274964"/>
                </p:ext>
              </p:extLst>
            </p:nvPr>
          </p:nvGraphicFramePr>
          <p:xfrm>
            <a:off x="1567607" y="11442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46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67607" y="114429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0C2C96F-A70B-4DE7-A528-EBCA39C78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139451"/>
              </p:ext>
            </p:extLst>
          </p:nvPr>
        </p:nvGraphicFramePr>
        <p:xfrm>
          <a:off x="3525416" y="796156"/>
          <a:ext cx="307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47" name="Equation" r:id="rId7" imgW="3073320" imgH="736560" progId="Equation.DSMT4">
                  <p:embed/>
                </p:oleObj>
              </mc:Choice>
              <mc:Fallback>
                <p:oleObj name="Equation" r:id="rId7" imgW="30733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5416" y="796156"/>
                        <a:ext cx="3073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DBBB7C8-6B30-4F7D-9D8B-1144CAD4DA58}"/>
              </a:ext>
            </a:extLst>
          </p:cNvPr>
          <p:cNvSpPr/>
          <p:nvPr/>
        </p:nvSpPr>
        <p:spPr>
          <a:xfrm>
            <a:off x="6895394" y="94558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157FB5D-7601-475C-B5CB-21CDBB40E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855298"/>
              </p:ext>
            </p:extLst>
          </p:nvPr>
        </p:nvGraphicFramePr>
        <p:xfrm>
          <a:off x="2555776" y="1658044"/>
          <a:ext cx="2603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48" name="Equation" r:id="rId9" imgW="2603160" imgH="812520" progId="Equation.DSMT4">
                  <p:embed/>
                </p:oleObj>
              </mc:Choice>
              <mc:Fallback>
                <p:oleObj name="Equation" r:id="rId9" imgW="26031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776" y="1658044"/>
                        <a:ext cx="2603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93A798D7-15EE-4C1C-A6BE-9ADC97250539}"/>
              </a:ext>
            </a:extLst>
          </p:cNvPr>
          <p:cNvGrpSpPr/>
          <p:nvPr/>
        </p:nvGrpSpPr>
        <p:grpSpPr>
          <a:xfrm>
            <a:off x="554807" y="2551556"/>
            <a:ext cx="3437025" cy="736600"/>
            <a:chOff x="554807" y="2551556"/>
            <a:chExt cx="3437025" cy="7366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1D9E6C-5CAE-41FA-BD9F-7FE98561E354}"/>
                </a:ext>
              </a:extLst>
            </p:cNvPr>
            <p:cNvSpPr/>
            <p:nvPr/>
          </p:nvSpPr>
          <p:spPr>
            <a:xfrm>
              <a:off x="554807" y="2689024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由         得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AF1C5D2-D0B4-424F-8865-49FC7BE9E5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0559723"/>
                </p:ext>
              </p:extLst>
            </p:nvPr>
          </p:nvGraphicFramePr>
          <p:xfrm>
            <a:off x="1041420" y="2551556"/>
            <a:ext cx="1206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49" name="Equation" r:id="rId11" imgW="1206360" imgH="736560" progId="Equation.DSMT4">
                    <p:embed/>
                  </p:oleObj>
                </mc:Choice>
                <mc:Fallback>
                  <p:oleObj name="Equation" r:id="rId11" imgW="12063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1420" y="2551556"/>
                          <a:ext cx="1206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F8C68D9-61B5-46FF-B8D1-A8A77D9543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79818"/>
                </p:ext>
              </p:extLst>
            </p:nvPr>
          </p:nvGraphicFramePr>
          <p:xfrm>
            <a:off x="2734532" y="2748406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50" name="Equation" r:id="rId13" imgW="1257120" imgH="342720" progId="Equation.DSMT4">
                    <p:embed/>
                  </p:oleObj>
                </mc:Choice>
                <mc:Fallback>
                  <p:oleObj name="Equation" r:id="rId13" imgW="1257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34532" y="2748406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A735A0D9-260F-497C-A5F6-29C9A2A9912F}"/>
              </a:ext>
            </a:extLst>
          </p:cNvPr>
          <p:cNvSpPr/>
          <p:nvPr/>
        </p:nvSpPr>
        <p:spPr>
          <a:xfrm>
            <a:off x="3991832" y="2659783"/>
            <a:ext cx="3599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将其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原方程得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51366E5-16E3-4C67-900B-A3E029E36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790893"/>
              </p:ext>
            </p:extLst>
          </p:nvPr>
        </p:nvGraphicFramePr>
        <p:xfrm>
          <a:off x="2836132" y="3110752"/>
          <a:ext cx="231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51" name="Equation" r:id="rId15" imgW="2311200" imgH="723600" progId="Equation.DSMT4">
                  <p:embed/>
                </p:oleObj>
              </mc:Choice>
              <mc:Fallback>
                <p:oleObj name="Equation" r:id="rId15" imgW="2311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6132" y="3110752"/>
                        <a:ext cx="23114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EEE5A9-E1DF-4325-9A02-57BA5D6B3AB6}"/>
              </a:ext>
            </a:extLst>
          </p:cNvPr>
          <p:cNvGrpSpPr/>
          <p:nvPr/>
        </p:nvGrpSpPr>
        <p:grpSpPr>
          <a:xfrm>
            <a:off x="536625" y="3928833"/>
            <a:ext cx="3049402" cy="723900"/>
            <a:chOff x="536625" y="3928833"/>
            <a:chExt cx="3049402" cy="7239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D02DCD-2647-49C9-ABDC-EF933D2313AB}"/>
                </a:ext>
              </a:extLst>
            </p:cNvPr>
            <p:cNvSpPr/>
            <p:nvPr/>
          </p:nvSpPr>
          <p:spPr>
            <a:xfrm>
              <a:off x="536625" y="4087754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由         得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9C30F5-2248-412A-9BFB-D578270813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8450702"/>
                </p:ext>
              </p:extLst>
            </p:nvPr>
          </p:nvGraphicFramePr>
          <p:xfrm>
            <a:off x="987960" y="4201187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52" name="Equation" r:id="rId17" imgW="1269720" imgH="342720" progId="Equation.DSMT4">
                    <p:embed/>
                  </p:oleObj>
                </mc:Choice>
                <mc:Fallback>
                  <p:oleObj name="Equation" r:id="rId17" imgW="1269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87960" y="4201187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5B9FD54-E971-4E7B-933A-9D2371939A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4984403"/>
                </p:ext>
              </p:extLst>
            </p:nvPr>
          </p:nvGraphicFramePr>
          <p:xfrm>
            <a:off x="2735127" y="3928833"/>
            <a:ext cx="850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53" name="Equation" r:id="rId19" imgW="850680" imgH="723600" progId="Equation.DSMT4">
                    <p:embed/>
                  </p:oleObj>
                </mc:Choice>
                <mc:Fallback>
                  <p:oleObj name="Equation" r:id="rId19" imgW="85068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735127" y="3928833"/>
                          <a:ext cx="850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4016D67-C542-4714-8DAB-11C14895A73F}"/>
              </a:ext>
            </a:extLst>
          </p:cNvPr>
          <p:cNvSpPr/>
          <p:nvPr/>
        </p:nvSpPr>
        <p:spPr>
          <a:xfrm>
            <a:off x="3758359" y="4047837"/>
            <a:ext cx="3599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将其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原方程得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一个解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506420D-18F3-4525-AF74-89BA34643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823531"/>
              </p:ext>
            </p:extLst>
          </p:nvPr>
        </p:nvGraphicFramePr>
        <p:xfrm>
          <a:off x="7308304" y="3886525"/>
          <a:ext cx="109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54" name="Equation" r:id="rId21" imgW="1091880" imgH="723600" progId="Equation.DSMT4">
                  <p:embed/>
                </p:oleObj>
              </mc:Choice>
              <mc:Fallback>
                <p:oleObj name="Equation" r:id="rId21" imgW="1091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08304" y="3886525"/>
                        <a:ext cx="10922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911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909F05-543D-44C3-B9A5-2FB0D36601E7}"/>
              </a:ext>
            </a:extLst>
          </p:cNvPr>
          <p:cNvSpPr txBox="1"/>
          <p:nvPr/>
        </p:nvSpPr>
        <p:spPr>
          <a:xfrm>
            <a:off x="655948" y="397570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A09EF36-F000-499F-B635-920C5A4563A0}"/>
              </a:ext>
            </a:extLst>
          </p:cNvPr>
          <p:cNvGrpSpPr/>
          <p:nvPr/>
        </p:nvGrpSpPr>
        <p:grpSpPr>
          <a:xfrm>
            <a:off x="1259632" y="274042"/>
            <a:ext cx="7317196" cy="736600"/>
            <a:chOff x="1259632" y="274042"/>
            <a:chExt cx="7317196" cy="7366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C1CA034-671F-4B6F-87A9-DBB5A5C67269}"/>
                </a:ext>
              </a:extLst>
            </p:cNvPr>
            <p:cNvSpPr txBox="1"/>
            <p:nvPr/>
          </p:nvSpPr>
          <p:spPr>
            <a:xfrm>
              <a:off x="1259632" y="411510"/>
              <a:ext cx="73171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在求得          后，不能把   看成     即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81195AD-178D-4C0F-B778-8796A26075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951185"/>
                </p:ext>
              </p:extLst>
            </p:nvPr>
          </p:nvGraphicFramePr>
          <p:xfrm>
            <a:off x="2312132" y="480516"/>
            <a:ext cx="1422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19" name="Equation" r:id="rId3" imgW="1422360" imgH="342720" progId="Equation.DSMT4">
                    <p:embed/>
                  </p:oleObj>
                </mc:Choice>
                <mc:Fallback>
                  <p:oleObj name="Equation" r:id="rId3" imgW="14223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12132" y="480516"/>
                          <a:ext cx="1422400" cy="3429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1BAC23B-5F80-47AB-9F70-B657E0FE22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9288067"/>
                </p:ext>
              </p:extLst>
            </p:nvPr>
          </p:nvGraphicFramePr>
          <p:xfrm>
            <a:off x="5436096" y="556716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0" name="Equation" r:id="rId5" imgW="241200" imgH="266400" progId="Equation.DSMT4">
                    <p:embed/>
                  </p:oleObj>
                </mc:Choice>
                <mc:Fallback>
                  <p:oleObj name="Equation" r:id="rId5" imgW="24120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36096" y="556716"/>
                          <a:ext cx="2413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09594D4-5DAA-4BE4-9AE6-5D6EF1C92F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9933831"/>
                </p:ext>
              </p:extLst>
            </p:nvPr>
          </p:nvGraphicFramePr>
          <p:xfrm>
            <a:off x="6560604" y="274042"/>
            <a:ext cx="482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1" name="Equation" r:id="rId7" imgW="482400" imgH="736560" progId="Equation.DSMT4">
                    <p:embed/>
                  </p:oleObj>
                </mc:Choice>
                <mc:Fallback>
                  <p:oleObj name="Equation" r:id="rId7" imgW="4824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60604" y="274042"/>
                          <a:ext cx="482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36F23B-7886-496D-820A-F0BFEFF74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886131"/>
              </p:ext>
            </p:extLst>
          </p:nvPr>
        </p:nvGraphicFramePr>
        <p:xfrm>
          <a:off x="395536" y="1059582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22" name="Equation" r:id="rId9" imgW="1638000" imgH="736560" progId="Equation.DSMT4">
                  <p:embed/>
                </p:oleObj>
              </mc:Choice>
              <mc:Fallback>
                <p:oleObj name="Equation" r:id="rId9" imgW="163800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09594D4-5DAA-4BE4-9AE6-5D6EF1C92F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536" y="1059582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A5A77720-1C1A-4689-A2F2-B86D2FE798DD}"/>
              </a:ext>
            </a:extLst>
          </p:cNvPr>
          <p:cNvGrpSpPr/>
          <p:nvPr/>
        </p:nvGrpSpPr>
        <p:grpSpPr>
          <a:xfrm>
            <a:off x="2048868" y="1131590"/>
            <a:ext cx="6539507" cy="508298"/>
            <a:chOff x="2048868" y="1131590"/>
            <a:chExt cx="6539507" cy="50829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EE303FB-5852-4EBA-8A52-62A317D6578A}"/>
                </a:ext>
              </a:extLst>
            </p:cNvPr>
            <p:cNvSpPr txBox="1"/>
            <p:nvPr/>
          </p:nvSpPr>
          <p:spPr>
            <a:xfrm>
              <a:off x="2048868" y="1131590"/>
              <a:ext cx="6195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并进而两端关于  积分，得到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BF95423-03C9-46EF-925A-02FB9396D9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5160021"/>
                </p:ext>
              </p:extLst>
            </p:nvPr>
          </p:nvGraphicFramePr>
          <p:xfrm>
            <a:off x="4283968" y="132628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3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83968" y="132628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2126520-019D-477A-AB61-543FD140DA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5254305"/>
                </p:ext>
              </p:extLst>
            </p:nvPr>
          </p:nvGraphicFramePr>
          <p:xfrm>
            <a:off x="6124575" y="1131888"/>
            <a:ext cx="2463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4" name="Equation" r:id="rId13" imgW="2463480" imgH="507960" progId="Equation.DSMT4">
                    <p:embed/>
                  </p:oleObj>
                </mc:Choice>
                <mc:Fallback>
                  <p:oleObj name="Equation" r:id="rId13" imgW="246348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24575" y="1131888"/>
                          <a:ext cx="24638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2ABBA79-CE37-4BC9-9E99-0EAE0F881EE6}"/>
              </a:ext>
            </a:extLst>
          </p:cNvPr>
          <p:cNvSpPr txBox="1"/>
          <p:nvPr/>
        </p:nvSpPr>
        <p:spPr>
          <a:xfrm>
            <a:off x="395536" y="1796182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则一阶方程通解中有两个相互的常数，这是不对的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108176-A3AD-4860-8384-610B494FF635}"/>
              </a:ext>
            </a:extLst>
          </p:cNvPr>
          <p:cNvSpPr txBox="1"/>
          <p:nvPr/>
        </p:nvSpPr>
        <p:spPr>
          <a:xfrm>
            <a:off x="655948" y="2423989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ABF95D8-3B2C-419B-BD32-3C123DB46040}"/>
              </a:ext>
            </a:extLst>
          </p:cNvPr>
          <p:cNvGrpSpPr/>
          <p:nvPr/>
        </p:nvGrpSpPr>
        <p:grpSpPr>
          <a:xfrm>
            <a:off x="1275892" y="2245370"/>
            <a:ext cx="7312482" cy="770880"/>
            <a:chOff x="1275892" y="2245370"/>
            <a:chExt cx="7312482" cy="77088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A04FE66-94C6-4D71-AD37-C2262AAB008B}"/>
                </a:ext>
              </a:extLst>
            </p:cNvPr>
            <p:cNvSpPr txBox="1"/>
            <p:nvPr/>
          </p:nvSpPr>
          <p:spPr>
            <a:xfrm>
              <a:off x="1275892" y="2435374"/>
              <a:ext cx="1999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本例中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通解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5B53308-84A2-46BA-8F12-FD7E75C92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6482865"/>
                </p:ext>
              </p:extLst>
            </p:nvPr>
          </p:nvGraphicFramePr>
          <p:xfrm>
            <a:off x="2986088" y="2292350"/>
            <a:ext cx="2235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5" name="Equation" r:id="rId15" imgW="2234880" imgH="723600" progId="Equation.DSMT4">
                    <p:embed/>
                  </p:oleObj>
                </mc:Choice>
                <mc:Fallback>
                  <p:oleObj name="Equation" r:id="rId15" imgW="2234880" imgH="7236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51366E5-16E3-4C67-900B-A3E029E369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86088" y="2292350"/>
                          <a:ext cx="2235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4D6DC0-A98D-47FB-B8EE-D0909E0E09DE}"/>
                </a:ext>
              </a:extLst>
            </p:cNvPr>
            <p:cNvSpPr txBox="1"/>
            <p:nvPr/>
          </p:nvSpPr>
          <p:spPr>
            <a:xfrm>
              <a:off x="5153719" y="2376488"/>
              <a:ext cx="3434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特解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的图像：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93A143D-ABD4-46F8-B142-8F9BE0DCFB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7726884"/>
                </p:ext>
              </p:extLst>
            </p:nvPr>
          </p:nvGraphicFramePr>
          <p:xfrm>
            <a:off x="6228184" y="2245370"/>
            <a:ext cx="1016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6" name="Equation" r:id="rId17" imgW="1015920" imgH="723600" progId="Equation.DSMT4">
                    <p:embed/>
                  </p:oleObj>
                </mc:Choice>
                <mc:Fallback>
                  <p:oleObj name="Equation" r:id="rId17" imgW="1015920" imgH="723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506420D-18F3-4525-AF74-89BA34643C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28184" y="2245370"/>
                          <a:ext cx="1016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38C7B45-4B53-4ACA-80D3-DA0E2C6F33C2}"/>
              </a:ext>
            </a:extLst>
          </p:cNvPr>
          <p:cNvGrpSpPr/>
          <p:nvPr/>
        </p:nvGrpSpPr>
        <p:grpSpPr>
          <a:xfrm>
            <a:off x="2339975" y="3012636"/>
            <a:ext cx="3434557" cy="1900900"/>
            <a:chOff x="2339975" y="3012636"/>
            <a:chExt cx="3434557" cy="190090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D82C4C0-51BC-4895-A874-3BE241D3058A}"/>
                </a:ext>
              </a:extLst>
            </p:cNvPr>
            <p:cNvCxnSpPr/>
            <p:nvPr/>
          </p:nvCxnSpPr>
          <p:spPr>
            <a:xfrm>
              <a:off x="2339975" y="4515966"/>
              <a:ext cx="3096121" cy="0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F6F5729-FA05-4755-B84C-BDA86F0AD3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1920" y="3219822"/>
              <a:ext cx="0" cy="1693714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093F66D-2909-48FE-8499-20CCE17F44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3969929"/>
                </p:ext>
              </p:extLst>
            </p:nvPr>
          </p:nvGraphicFramePr>
          <p:xfrm>
            <a:off x="5292081" y="454414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7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92081" y="454414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40F2DD9-E391-466D-BA9D-8680A87AF3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2096966"/>
                </p:ext>
              </p:extLst>
            </p:nvPr>
          </p:nvGraphicFramePr>
          <p:xfrm>
            <a:off x="3625850" y="324643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8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5093F66D-2909-48FE-8499-20CCE17F44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625850" y="3246438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7733B83-A070-449A-98BB-76807CA7D8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6700506"/>
                </p:ext>
              </p:extLst>
            </p:nvPr>
          </p:nvGraphicFramePr>
          <p:xfrm>
            <a:off x="3587750" y="4544144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29"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5093F66D-2909-48FE-8499-20CCE17F44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587750" y="4544144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7A2D0EE5-4AAE-4F12-B44A-535A7BD68DFB}"/>
                </a:ext>
              </a:extLst>
            </p:cNvPr>
            <p:cNvSpPr/>
            <p:nvPr/>
          </p:nvSpPr>
          <p:spPr>
            <a:xfrm>
              <a:off x="2646227" y="3364427"/>
              <a:ext cx="2340246" cy="1151539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C732C69-CA14-4D3F-8867-290D82F2DCC4}"/>
                </a:ext>
              </a:extLst>
            </p:cNvPr>
            <p:cNvSpPr/>
            <p:nvPr/>
          </p:nvSpPr>
          <p:spPr>
            <a:xfrm>
              <a:off x="2843319" y="3182134"/>
              <a:ext cx="502925" cy="72390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723D1091-ED66-471E-B241-29B80E7727AA}"/>
                </a:ext>
              </a:extLst>
            </p:cNvPr>
            <p:cNvSpPr/>
            <p:nvPr/>
          </p:nvSpPr>
          <p:spPr>
            <a:xfrm>
              <a:off x="3256842" y="3740149"/>
              <a:ext cx="349994" cy="52014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3793F43-CF13-4DF9-BB7A-1B6A12F94DCD}"/>
                </a:ext>
              </a:extLst>
            </p:cNvPr>
            <p:cNvSpPr/>
            <p:nvPr/>
          </p:nvSpPr>
          <p:spPr>
            <a:xfrm>
              <a:off x="3600457" y="3955125"/>
              <a:ext cx="502925" cy="560841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A7057373-F57E-4021-A460-69E4D7A63E86}"/>
                </a:ext>
              </a:extLst>
            </p:cNvPr>
            <p:cNvSpPr/>
            <p:nvPr/>
          </p:nvSpPr>
          <p:spPr>
            <a:xfrm>
              <a:off x="4125477" y="3740149"/>
              <a:ext cx="349994" cy="52014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23D65BD-9939-4859-B283-3695279B52E0}"/>
                </a:ext>
              </a:extLst>
            </p:cNvPr>
            <p:cNvSpPr/>
            <p:nvPr/>
          </p:nvSpPr>
          <p:spPr>
            <a:xfrm>
              <a:off x="4387919" y="3134239"/>
              <a:ext cx="502925" cy="72390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9B543FAC-3864-488B-A84F-DCEA8F3E39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5897516"/>
                </p:ext>
              </p:extLst>
            </p:nvPr>
          </p:nvGraphicFramePr>
          <p:xfrm>
            <a:off x="5050632" y="3012636"/>
            <a:ext cx="7239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30" name="Equation" r:id="rId25" imgW="723600" imgH="647640" progId="Equation.DSMT4">
                    <p:embed/>
                  </p:oleObj>
                </mc:Choice>
                <mc:Fallback>
                  <p:oleObj name="Equation" r:id="rId25" imgW="723600" imgH="647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050632" y="3012636"/>
                          <a:ext cx="7239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35FFC24D-8836-435B-9F7B-BB1FD608F38E}"/>
              </a:ext>
            </a:extLst>
          </p:cNvPr>
          <p:cNvSpPr txBox="1"/>
          <p:nvPr/>
        </p:nvSpPr>
        <p:spPr>
          <a:xfrm>
            <a:off x="6153527" y="3444369"/>
            <a:ext cx="209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曲线的包络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E14D379-BCFB-4980-BB88-8B4B2293329B}"/>
              </a:ext>
            </a:extLst>
          </p:cNvPr>
          <p:cNvSpPr txBox="1"/>
          <p:nvPr/>
        </p:nvSpPr>
        <p:spPr>
          <a:xfrm>
            <a:off x="6153526" y="4050585"/>
            <a:ext cx="209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方程的奇解</a:t>
            </a:r>
          </a:p>
        </p:txBody>
      </p:sp>
    </p:spTree>
    <p:extLst>
      <p:ext uri="{BB962C8B-B14F-4D97-AF65-F5344CB8AC3E}">
        <p14:creationId xmlns:p14="http://schemas.microsoft.com/office/powerpoint/2010/main" val="823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40" grpId="0"/>
      <p:bldP spid="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7FBE833-1A32-4743-9046-41A2B32EAB2D}"/>
              </a:ext>
            </a:extLst>
          </p:cNvPr>
          <p:cNvGrpSpPr/>
          <p:nvPr/>
        </p:nvGrpSpPr>
        <p:grpSpPr>
          <a:xfrm>
            <a:off x="683568" y="195485"/>
            <a:ext cx="5616624" cy="876300"/>
            <a:chOff x="683568" y="2392015"/>
            <a:chExt cx="5616624" cy="8763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C4B0CFB-25B1-4D51-BF90-4F1E1CFE047A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9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43EEBF9-99FD-45D1-AF7B-B77E27416472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求方程                   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9C125F0-63EA-44AA-A080-D88B62D309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5398553"/>
                </p:ext>
              </p:extLst>
            </p:nvPr>
          </p:nvGraphicFramePr>
          <p:xfrm>
            <a:off x="2503314" y="2392015"/>
            <a:ext cx="26543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87" name="Equation" r:id="rId3" imgW="2654280" imgH="876240" progId="Equation.DSMT4">
                    <p:embed/>
                  </p:oleObj>
                </mc:Choice>
                <mc:Fallback>
                  <p:oleObj name="Equation" r:id="rId3" imgW="2654280" imgH="8762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3808EBB0-9A09-4237-B55D-509D61E4BF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03314" y="2392015"/>
                          <a:ext cx="26543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1">
            <a:extLst>
              <a:ext uri="{FF2B5EF4-FFF2-40B4-BE49-F238E27FC236}">
                <a16:creationId xmlns:a16="http://schemas.microsoft.com/office/drawing/2014/main" id="{C3E5980D-EBE3-48AC-B24C-677593A28071}"/>
              </a:ext>
            </a:extLst>
          </p:cNvPr>
          <p:cNvSpPr txBox="1"/>
          <p:nvPr/>
        </p:nvSpPr>
        <p:spPr>
          <a:xfrm>
            <a:off x="747180" y="1362273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2D65DEF9-6948-4FEA-8A31-AEB25B623D34}"/>
              </a:ext>
            </a:extLst>
          </p:cNvPr>
          <p:cNvSpPr txBox="1"/>
          <p:nvPr/>
        </p:nvSpPr>
        <p:spPr>
          <a:xfrm>
            <a:off x="1287252" y="1375345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变形为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6E07646-811F-40AA-81CD-4306A16EE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171341"/>
              </p:ext>
            </p:extLst>
          </p:nvPr>
        </p:nvGraphicFramePr>
        <p:xfrm>
          <a:off x="2411760" y="1178074"/>
          <a:ext cx="2349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88" name="Equation" r:id="rId5" imgW="2349360" imgH="876240" progId="Equation.DSMT4">
                  <p:embed/>
                </p:oleObj>
              </mc:Choice>
              <mc:Fallback>
                <p:oleObj name="Equation" r:id="rId5" imgW="23493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760" y="1178074"/>
                        <a:ext cx="23495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A49C1A86-68C6-4685-BBD3-8CF680A040FC}"/>
              </a:ext>
            </a:extLst>
          </p:cNvPr>
          <p:cNvGrpSpPr/>
          <p:nvPr/>
        </p:nvGrpSpPr>
        <p:grpSpPr>
          <a:xfrm>
            <a:off x="4761260" y="1191644"/>
            <a:ext cx="1656184" cy="887610"/>
            <a:chOff x="1198588" y="3266382"/>
            <a:chExt cx="1656184" cy="88761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107CF5F-EE2B-4D52-9AD0-BB46F100BF98}"/>
                </a:ext>
              </a:extLst>
            </p:cNvPr>
            <p:cNvGrpSpPr/>
            <p:nvPr/>
          </p:nvGrpSpPr>
          <p:grpSpPr>
            <a:xfrm>
              <a:off x="1317830" y="3306963"/>
              <a:ext cx="1441878" cy="736600"/>
              <a:chOff x="1317830" y="3301578"/>
              <a:chExt cx="1441878" cy="736600"/>
            </a:xfrm>
          </p:grpSpPr>
          <p:sp>
            <p:nvSpPr>
              <p:cNvPr id="12" name="文本框 1">
                <a:extLst>
                  <a:ext uri="{FF2B5EF4-FFF2-40B4-BE49-F238E27FC236}">
                    <a16:creationId xmlns:a16="http://schemas.microsoft.com/office/drawing/2014/main" id="{416945DF-D834-4E28-9C0A-CA4A31CB9588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97DF3515-ECF4-41BB-94C4-B533DB6E79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9206374"/>
                  </p:ext>
                </p:extLst>
              </p:nvPr>
            </p:nvGraphicFramePr>
            <p:xfrm>
              <a:off x="1807208" y="3301578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089" name="Equation" r:id="rId7" imgW="952200" imgH="736560" progId="Equation.DSMT4">
                      <p:embed/>
                    </p:oleObj>
                  </mc:Choice>
                  <mc:Fallback>
                    <p:oleObj name="Equation" r:id="rId7" imgW="952200" imgH="73656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E1AADFBD-501F-42CC-815B-3C3243D7618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07208" y="3301578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7DDB37-9FDB-4A1F-9EAC-AA0733CEE2BF}"/>
                </a:ext>
              </a:extLst>
            </p:cNvPr>
            <p:cNvSpPr/>
            <p:nvPr/>
          </p:nvSpPr>
          <p:spPr>
            <a:xfrm>
              <a:off x="1198588" y="3266382"/>
              <a:ext cx="1656184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D820CB5-DF77-4371-82E8-25A39E7CD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201427"/>
              </p:ext>
            </p:extLst>
          </p:nvPr>
        </p:nvGraphicFramePr>
        <p:xfrm>
          <a:off x="6919913" y="134620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90" name="Equation" r:id="rId9" imgW="1625400" imgH="406080" progId="Equation.DSMT4">
                  <p:embed/>
                </p:oleObj>
              </mc:Choice>
              <mc:Fallback>
                <p:oleObj name="Equation" r:id="rId9" imgW="1625400" imgH="4060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4DB34A9F-A4CF-49B2-A227-CC04EF7838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9913" y="1346200"/>
                        <a:ext cx="162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">
            <a:extLst>
              <a:ext uri="{FF2B5EF4-FFF2-40B4-BE49-F238E27FC236}">
                <a16:creationId xmlns:a16="http://schemas.microsoft.com/office/drawing/2014/main" id="{0C1C492E-98C9-4482-B50B-06B29EB8DEEC}"/>
              </a:ext>
            </a:extLst>
          </p:cNvPr>
          <p:cNvSpPr txBox="1"/>
          <p:nvPr/>
        </p:nvSpPr>
        <p:spPr>
          <a:xfrm>
            <a:off x="6422380" y="1369692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CF69453-13AD-446D-AB9A-2E1E55F9FC24}"/>
              </a:ext>
            </a:extLst>
          </p:cNvPr>
          <p:cNvGrpSpPr/>
          <p:nvPr/>
        </p:nvGrpSpPr>
        <p:grpSpPr>
          <a:xfrm>
            <a:off x="683568" y="2540347"/>
            <a:ext cx="2741351" cy="461665"/>
            <a:chOff x="487487" y="933624"/>
            <a:chExt cx="2741351" cy="461665"/>
          </a:xfrm>
        </p:grpSpPr>
        <p:sp>
          <p:nvSpPr>
            <p:cNvPr id="19" name="文本框 1">
              <a:extLst>
                <a:ext uri="{FF2B5EF4-FFF2-40B4-BE49-F238E27FC236}">
                  <a16:creationId xmlns:a16="http://schemas.microsoft.com/office/drawing/2014/main" id="{400BF718-A036-4D13-9056-128660DA795A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两端对  求导，得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4F37BBF5-17C5-4A42-A96C-E2086F61C7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7895350"/>
                </p:ext>
              </p:extLst>
            </p:nvPr>
          </p:nvGraphicFramePr>
          <p:xfrm>
            <a:off x="1567607" y="11442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91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675EE0C-07C3-4C07-8EFB-38E1539235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67607" y="114429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52F5A04-8778-4AC5-B15E-C91AD0C1F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164770"/>
              </p:ext>
            </p:extLst>
          </p:nvPr>
        </p:nvGraphicFramePr>
        <p:xfrm>
          <a:off x="3331344" y="2424438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92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31344" y="2424438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96D6C1FF-7DD9-4B0A-8D77-1F37E62224C9}"/>
              </a:ext>
            </a:extLst>
          </p:cNvPr>
          <p:cNvSpPr/>
          <p:nvPr/>
        </p:nvSpPr>
        <p:spPr>
          <a:xfrm>
            <a:off x="6724222" y="25619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35ACA34-976B-4488-99C1-09F1D5C39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48403"/>
              </p:ext>
            </p:extLst>
          </p:nvPr>
        </p:nvGraphicFramePr>
        <p:xfrm>
          <a:off x="3136900" y="3487985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93" name="Equation" r:id="rId15" imgW="2869920" imgH="736560" progId="Equation.DSMT4">
                  <p:embed/>
                </p:oleObj>
              </mc:Choice>
              <mc:Fallback>
                <p:oleObj name="Equation" r:id="rId15" imgW="286992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52F5A04-8778-4AC5-B15E-C91AD0C1F2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6900" y="3487985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7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6EFF17E-4867-4497-9321-1F534FAD2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392077"/>
              </p:ext>
            </p:extLst>
          </p:nvPr>
        </p:nvGraphicFramePr>
        <p:xfrm>
          <a:off x="2694248" y="209262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4" name="Equation" r:id="rId3" imgW="2869920" imgH="736560" progId="Equation.DSMT4">
                  <p:embed/>
                </p:oleObj>
              </mc:Choice>
              <mc:Fallback>
                <p:oleObj name="Equation" r:id="rId3" imgW="286992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35ACA34-976B-4488-99C1-09F1D5C39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4248" y="209262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CE558F17-6F1B-4EBE-8F00-0F9F32450063}"/>
              </a:ext>
            </a:extLst>
          </p:cNvPr>
          <p:cNvGrpSpPr/>
          <p:nvPr/>
        </p:nvGrpSpPr>
        <p:grpSpPr>
          <a:xfrm>
            <a:off x="539552" y="1140097"/>
            <a:ext cx="5184576" cy="461665"/>
            <a:chOff x="539552" y="1140097"/>
            <a:chExt cx="5184576" cy="461665"/>
          </a:xfrm>
        </p:grpSpPr>
        <p:sp>
          <p:nvSpPr>
            <p:cNvPr id="3" name="文本框 1">
              <a:extLst>
                <a:ext uri="{FF2B5EF4-FFF2-40B4-BE49-F238E27FC236}">
                  <a16:creationId xmlns:a16="http://schemas.microsoft.com/office/drawing/2014/main" id="{317CFBA8-D7C4-4489-813D-DD78DC2F5813}"/>
                </a:ext>
              </a:extLst>
            </p:cNvPr>
            <p:cNvSpPr txBox="1"/>
            <p:nvPr/>
          </p:nvSpPr>
          <p:spPr>
            <a:xfrm>
              <a:off x="539552" y="1140097"/>
              <a:ext cx="51845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 时，上式两端同乘以   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2055A3A-ECCF-4545-B69D-C6FC34A906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4354681"/>
                </p:ext>
              </p:extLst>
            </p:nvPr>
          </p:nvGraphicFramePr>
          <p:xfrm>
            <a:off x="1043608" y="1258191"/>
            <a:ext cx="69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065" name="Equation" r:id="rId5" imgW="698400" imgH="342720" progId="Equation.DSMT4">
                    <p:embed/>
                  </p:oleObj>
                </mc:Choice>
                <mc:Fallback>
                  <p:oleObj name="Equation" r:id="rId5" imgW="698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3608" y="1258191"/>
                          <a:ext cx="69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384DCBA-BC66-4089-86D8-1091EE26C6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36541"/>
                </p:ext>
              </p:extLst>
            </p:nvPr>
          </p:nvGraphicFramePr>
          <p:xfrm>
            <a:off x="4674716" y="1258191"/>
            <a:ext cx="304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066" name="Equation" r:id="rId7" imgW="304560" imgH="266400" progId="Equation.DSMT4">
                    <p:embed/>
                  </p:oleObj>
                </mc:Choice>
                <mc:Fallback>
                  <p:oleObj name="Equation" r:id="rId7" imgW="30456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74716" y="1258191"/>
                          <a:ext cx="304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BC4D953-15C4-4B82-AE75-70FF0E9DE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822211"/>
              </p:ext>
            </p:extLst>
          </p:nvPr>
        </p:nvGraphicFramePr>
        <p:xfrm>
          <a:off x="2679514" y="1835150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7" name="Equation" r:id="rId9" imgW="3136680" imgH="736560" progId="Equation.DSMT4">
                  <p:embed/>
                </p:oleObj>
              </mc:Choice>
              <mc:Fallback>
                <p:oleObj name="Equation" r:id="rId9" imgW="313668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6EFF17E-4867-4497-9321-1F534FAD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79514" y="1835150"/>
                        <a:ext cx="313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12DDC17-5F4D-428A-97F1-0CF40D1AA78E}"/>
              </a:ext>
            </a:extLst>
          </p:cNvPr>
          <p:cNvSpPr/>
          <p:nvPr/>
        </p:nvSpPr>
        <p:spPr>
          <a:xfrm>
            <a:off x="611560" y="29317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6BB20B7-1A10-4A43-B551-5E492B02C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21170"/>
              </p:ext>
            </p:extLst>
          </p:nvPr>
        </p:nvGraphicFramePr>
        <p:xfrm>
          <a:off x="2695240" y="2805138"/>
          <a:ext cx="251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8" name="Equation" r:id="rId11" imgW="2514600" imgH="812520" progId="Equation.DSMT4">
                  <p:embed/>
                </p:oleObj>
              </mc:Choice>
              <mc:Fallback>
                <p:oleObj name="Equation" r:id="rId11" imgW="2514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5240" y="2805138"/>
                        <a:ext cx="2514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74A6A5A-96A0-470E-9F9F-8D590F3AAC50}"/>
              </a:ext>
            </a:extLst>
          </p:cNvPr>
          <p:cNvSpPr/>
          <p:nvPr/>
        </p:nvSpPr>
        <p:spPr>
          <a:xfrm>
            <a:off x="549736" y="39994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9A59CEE-ADA8-4AC2-A8E0-D5B790D42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064612"/>
              </p:ext>
            </p:extLst>
          </p:nvPr>
        </p:nvGraphicFramePr>
        <p:xfrm>
          <a:off x="2843808" y="3885309"/>
          <a:ext cx="190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9" name="Equation" r:id="rId13" imgW="1904760" imgH="723600" progId="Equation.DSMT4">
                  <p:embed/>
                </p:oleObj>
              </mc:Choice>
              <mc:Fallback>
                <p:oleObj name="Equation" r:id="rId13" imgW="1904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3808" y="3885309"/>
                        <a:ext cx="1905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251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60D6617-EDCA-461E-98D0-0C576CECB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25913"/>
              </p:ext>
            </p:extLst>
          </p:nvPr>
        </p:nvGraphicFramePr>
        <p:xfrm>
          <a:off x="3203848" y="267494"/>
          <a:ext cx="190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37" name="Equation" r:id="rId3" imgW="1904760" imgH="723600" progId="Equation.DSMT4">
                  <p:embed/>
                </p:oleObj>
              </mc:Choice>
              <mc:Fallback>
                <p:oleObj name="Equation" r:id="rId3" imgW="190476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9A59CEE-ADA8-4AC2-A8E0-D5B790D42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267494"/>
                        <a:ext cx="1905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1">
            <a:extLst>
              <a:ext uri="{FF2B5EF4-FFF2-40B4-BE49-F238E27FC236}">
                <a16:creationId xmlns:a16="http://schemas.microsoft.com/office/drawing/2014/main" id="{F22741D5-07E7-4B6B-8FF1-7A573580BDBE}"/>
              </a:ext>
            </a:extLst>
          </p:cNvPr>
          <p:cNvSpPr txBox="1"/>
          <p:nvPr/>
        </p:nvSpPr>
        <p:spPr>
          <a:xfrm>
            <a:off x="747180" y="1362273"/>
            <a:ext cx="94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解得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F2F5C7A-D30A-4363-B861-99B6A98E3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607014"/>
              </p:ext>
            </p:extLst>
          </p:nvPr>
        </p:nvGraphicFramePr>
        <p:xfrm>
          <a:off x="1691680" y="1275606"/>
          <a:ext cx="1778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38" name="Equation" r:id="rId5" imgW="1777680" imgH="787320" progId="Equation.DSMT4">
                  <p:embed/>
                </p:oleObj>
              </mc:Choice>
              <mc:Fallback>
                <p:oleObj name="Equation" r:id="rId5" imgW="17776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275606"/>
                        <a:ext cx="1778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53A1CCE5-496A-4263-974E-6E78D5833DCF}"/>
              </a:ext>
            </a:extLst>
          </p:cNvPr>
          <p:cNvGrpSpPr/>
          <p:nvPr/>
        </p:nvGrpSpPr>
        <p:grpSpPr>
          <a:xfrm>
            <a:off x="3649130" y="1259210"/>
            <a:ext cx="4897040" cy="787400"/>
            <a:chOff x="3649130" y="1259210"/>
            <a:chExt cx="4897040" cy="787400"/>
          </a:xfrm>
        </p:grpSpPr>
        <p:sp>
          <p:nvSpPr>
            <p:cNvPr id="5" name="文本框 1">
              <a:extLst>
                <a:ext uri="{FF2B5EF4-FFF2-40B4-BE49-F238E27FC236}">
                  <a16:creationId xmlns:a16="http://schemas.microsoft.com/office/drawing/2014/main" id="{7496C910-555F-44CA-8F33-D78565FF4F93}"/>
                </a:ext>
              </a:extLst>
            </p:cNvPr>
            <p:cNvSpPr txBox="1"/>
            <p:nvPr/>
          </p:nvSpPr>
          <p:spPr>
            <a:xfrm>
              <a:off x="3649130" y="1362272"/>
              <a:ext cx="3803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代入           中得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B8638FE-49F1-40A4-A83B-348497D8A0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5214434"/>
                </p:ext>
              </p:extLst>
            </p:nvPr>
          </p:nvGraphicFramePr>
          <p:xfrm>
            <a:off x="4425962" y="1404093"/>
            <a:ext cx="1574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39" name="Equation" r:id="rId7" imgW="1574640" imgH="406080" progId="Equation.DSMT4">
                    <p:embed/>
                  </p:oleObj>
                </mc:Choice>
                <mc:Fallback>
                  <p:oleObj name="Equation" r:id="rId7" imgW="1574640" imgH="4060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D820CB5-DF77-4371-82E8-25A39E7CDF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25962" y="1404093"/>
                          <a:ext cx="1574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5A73598-CBBE-4D6C-927F-34B8D6DB19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1136726"/>
                </p:ext>
              </p:extLst>
            </p:nvPr>
          </p:nvGraphicFramePr>
          <p:xfrm>
            <a:off x="6717370" y="1259210"/>
            <a:ext cx="1828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40" name="Equation" r:id="rId9" imgW="1828800" imgH="787320" progId="Equation.DSMT4">
                    <p:embed/>
                  </p:oleObj>
                </mc:Choice>
                <mc:Fallback>
                  <p:oleObj name="Equation" r:id="rId9" imgW="182880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717370" y="1259210"/>
                          <a:ext cx="18288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1">
            <a:extLst>
              <a:ext uri="{FF2B5EF4-FFF2-40B4-BE49-F238E27FC236}">
                <a16:creationId xmlns:a16="http://schemas.microsoft.com/office/drawing/2014/main" id="{1794F0CF-340B-4466-A5FE-703B3DC73B47}"/>
              </a:ext>
            </a:extLst>
          </p:cNvPr>
          <p:cNvSpPr txBox="1"/>
          <p:nvPr/>
        </p:nvSpPr>
        <p:spPr>
          <a:xfrm>
            <a:off x="747180" y="2283718"/>
            <a:ext cx="5253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从而原方程的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参数形式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E0C05C8-AF0D-4F73-A47B-694855CDE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203179"/>
              </p:ext>
            </p:extLst>
          </p:nvPr>
        </p:nvGraphicFramePr>
        <p:xfrm>
          <a:off x="927100" y="3003550"/>
          <a:ext cx="19939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41" name="Equation" r:id="rId11" imgW="1993680" imgH="1726920" progId="Equation.DSMT4">
                  <p:embed/>
                </p:oleObj>
              </mc:Choice>
              <mc:Fallback>
                <p:oleObj name="Equation" r:id="rId11" imgW="199368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7100" y="3003550"/>
                        <a:ext cx="19939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50A6A24-252E-4D37-ADC5-0F7A9EFC0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941255"/>
              </p:ext>
            </p:extLst>
          </p:nvPr>
        </p:nvGraphicFramePr>
        <p:xfrm>
          <a:off x="2987824" y="3694807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42" name="Equation" r:id="rId13" imgW="761760" imgH="342720" progId="Equation.DSMT4">
                  <p:embed/>
                </p:oleObj>
              </mc:Choice>
              <mc:Fallback>
                <p:oleObj name="Equation" r:id="rId13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87824" y="3694807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C6C2F33A-2162-4725-83D4-498FDAF0BF0F}"/>
              </a:ext>
            </a:extLst>
          </p:cNvPr>
          <p:cNvGrpSpPr/>
          <p:nvPr/>
        </p:nvGrpSpPr>
        <p:grpSpPr>
          <a:xfrm>
            <a:off x="3995936" y="3313884"/>
            <a:ext cx="4896544" cy="463392"/>
            <a:chOff x="3995936" y="3313884"/>
            <a:chExt cx="4896544" cy="463392"/>
          </a:xfrm>
        </p:grpSpPr>
        <p:sp>
          <p:nvSpPr>
            <p:cNvPr id="11" name="文本框 1">
              <a:extLst>
                <a:ext uri="{FF2B5EF4-FFF2-40B4-BE49-F238E27FC236}">
                  <a16:creationId xmlns:a16="http://schemas.microsoft.com/office/drawing/2014/main" id="{E653E5E3-F97F-4D56-9F59-305AEAAE816A}"/>
                </a:ext>
              </a:extLst>
            </p:cNvPr>
            <p:cNvSpPr txBox="1"/>
            <p:nvPr/>
          </p:nvSpPr>
          <p:spPr>
            <a:xfrm>
              <a:off x="3995936" y="331388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时，    也为原方程的解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C52BBF6-CCAA-4F8E-9FEE-B6B81DF93E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75842"/>
                </p:ext>
              </p:extLst>
            </p:nvPr>
          </p:nvGraphicFramePr>
          <p:xfrm>
            <a:off x="4455554" y="3434376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43" name="Equation" r:id="rId15" imgW="685800" imgH="342720" progId="Equation.DSMT4">
                    <p:embed/>
                  </p:oleObj>
                </mc:Choice>
                <mc:Fallback>
                  <p:oleObj name="Equation" r:id="rId15" imgW="685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55554" y="3434376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452211D-B083-46E7-A09E-54FAE6F669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4861972"/>
                </p:ext>
              </p:extLst>
            </p:nvPr>
          </p:nvGraphicFramePr>
          <p:xfrm>
            <a:off x="5652120" y="343437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44" name="Equation" r:id="rId17" imgW="660240" imgH="342720" progId="Equation.DSMT4">
                    <p:embed/>
                  </p:oleObj>
                </mc:Choice>
                <mc:Fallback>
                  <p:oleObj name="Equation" r:id="rId17" imgW="66024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C52BBF6-CCAA-4F8E-9FEE-B6B81DF93E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52120" y="343437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8696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B6BFCC-4959-4836-A99E-65031A85F90A}"/>
              </a:ext>
            </a:extLst>
          </p:cNvPr>
          <p:cNvSpPr txBox="1"/>
          <p:nvPr/>
        </p:nvSpPr>
        <p:spPr>
          <a:xfrm>
            <a:off x="655948" y="397570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47E890-6A1C-4E1A-9C1F-0346472E84D6}"/>
              </a:ext>
            </a:extLst>
          </p:cNvPr>
          <p:cNvSpPr txBox="1"/>
          <p:nvPr/>
        </p:nvSpPr>
        <p:spPr>
          <a:xfrm>
            <a:off x="1259632" y="411510"/>
            <a:ext cx="73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若求得          ，得原方程参数形式的通解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AEE09F-A273-4C83-9499-C0576E76B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019978"/>
              </p:ext>
            </p:extLst>
          </p:nvPr>
        </p:nvGraphicFramePr>
        <p:xfrm>
          <a:off x="2298700" y="481013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39" name="Equation" r:id="rId3" imgW="1447560" imgH="342720" progId="Equation.DSMT4">
                  <p:embed/>
                </p:oleObj>
              </mc:Choice>
              <mc:Fallback>
                <p:oleObj name="Equation" r:id="rId3" imgW="144756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81195AD-178D-4C0F-B778-8796A26075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8700" y="481013"/>
                        <a:ext cx="1447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14739A9-6B7F-40ED-8210-15C255E508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024048"/>
              </p:ext>
            </p:extLst>
          </p:nvPr>
        </p:nvGraphicFramePr>
        <p:xfrm>
          <a:off x="3131840" y="1059582"/>
          <a:ext cx="2400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0" name="Equation" r:id="rId5" imgW="2400120" imgH="863280" progId="Equation.DSMT4">
                  <p:embed/>
                </p:oleObj>
              </mc:Choice>
              <mc:Fallback>
                <p:oleObj name="Equation" r:id="rId5" imgW="2400120" imgH="8632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E0C05C8-AF0D-4F73-A47B-694855CDE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1059582"/>
                        <a:ext cx="2400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BA1FC289-8BB5-46BD-ACF6-4D1E9B09BD4F}"/>
              </a:ext>
            </a:extLst>
          </p:cNvPr>
          <p:cNvSpPr txBox="1"/>
          <p:nvPr/>
        </p:nvSpPr>
        <p:spPr>
          <a:xfrm>
            <a:off x="707306" y="2104652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E6A0AF-6659-4DFA-A6DA-57F9AFD68EA4}"/>
              </a:ext>
            </a:extLst>
          </p:cNvPr>
          <p:cNvSpPr txBox="1"/>
          <p:nvPr/>
        </p:nvSpPr>
        <p:spPr>
          <a:xfrm>
            <a:off x="1259632" y="2085826"/>
            <a:ext cx="73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若求得             得原方程参数形式的通解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C18B498-6A0E-4D26-AF8F-1557ABAE24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317399"/>
              </p:ext>
            </p:extLst>
          </p:nvPr>
        </p:nvGraphicFramePr>
        <p:xfrm>
          <a:off x="2335324" y="2164034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1" name="Equation" r:id="rId7" imgW="1803240" imgH="342720" progId="Equation.DSMT4">
                  <p:embed/>
                </p:oleObj>
              </mc:Choice>
              <mc:Fallback>
                <p:oleObj name="Equation" r:id="rId7" imgW="1803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5324" y="2164034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03650E5-E687-4E01-BC17-6A4AC3963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128525"/>
              </p:ext>
            </p:extLst>
          </p:nvPr>
        </p:nvGraphicFramePr>
        <p:xfrm>
          <a:off x="3275856" y="2588048"/>
          <a:ext cx="1968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2" name="Equation" r:id="rId9" imgW="1968480" imgH="863280" progId="Equation.DSMT4">
                  <p:embed/>
                </p:oleObj>
              </mc:Choice>
              <mc:Fallback>
                <p:oleObj name="Equation" r:id="rId9" imgW="19684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5856" y="2588048"/>
                        <a:ext cx="1968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30F9942-A7F0-4216-BB66-F2000F513123}"/>
              </a:ext>
            </a:extLst>
          </p:cNvPr>
          <p:cNvSpPr txBox="1"/>
          <p:nvPr/>
        </p:nvSpPr>
        <p:spPr>
          <a:xfrm>
            <a:off x="711796" y="3451648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19D91-C4F6-4759-A038-B6F0EA691999}"/>
              </a:ext>
            </a:extLst>
          </p:cNvPr>
          <p:cNvSpPr txBox="1"/>
          <p:nvPr/>
        </p:nvSpPr>
        <p:spPr>
          <a:xfrm>
            <a:off x="1403648" y="347047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在参数形式通解中的参数   常用  来表示，这表明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004D361-4F5F-40DF-9A39-DD29F4F48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061711"/>
              </p:ext>
            </p:extLst>
          </p:nvPr>
        </p:nvGraphicFramePr>
        <p:xfrm>
          <a:off x="4887038" y="3626792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3" name="Equation" r:id="rId11" imgW="304560" imgH="266400" progId="Equation.DSMT4">
                  <p:embed/>
                </p:oleObj>
              </mc:Choice>
              <mc:Fallback>
                <p:oleObj name="Equation" r:id="rId11" imgW="304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87038" y="3626792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477951F-9DDB-4AB0-9AED-9E1B28B03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131769"/>
              </p:ext>
            </p:extLst>
          </p:nvPr>
        </p:nvGraphicFramePr>
        <p:xfrm>
          <a:off x="6012160" y="3647034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4" name="Equation" r:id="rId13" imgW="126720" imgH="241200" progId="Equation.DSMT4">
                  <p:embed/>
                </p:oleObj>
              </mc:Choice>
              <mc:Fallback>
                <p:oleObj name="Equation" r:id="rId13" imgW="126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12160" y="3647034"/>
                        <a:ext cx="12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0A63D66E-CCB5-44E8-8824-1EA234E7F07D}"/>
              </a:ext>
            </a:extLst>
          </p:cNvPr>
          <p:cNvSpPr txBox="1"/>
          <p:nvPr/>
        </p:nvSpPr>
        <p:spPr>
          <a:xfrm>
            <a:off x="655948" y="414925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通解中的  只表示参数，不再表示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408CC3C-6F6A-4070-80A1-B950B097F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796498"/>
              </p:ext>
            </p:extLst>
          </p:nvPr>
        </p:nvGraphicFramePr>
        <p:xfrm>
          <a:off x="2038982" y="4300724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5" name="Equation" r:id="rId15" imgW="241200" imgH="266400" progId="Equation.DSMT4">
                  <p:embed/>
                </p:oleObj>
              </mc:Choice>
              <mc:Fallback>
                <p:oleObj name="Equation" r:id="rId15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38982" y="4300724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7712A8E-F8B4-466F-B8A5-978C884A9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018850"/>
              </p:ext>
            </p:extLst>
          </p:nvPr>
        </p:nvGraphicFramePr>
        <p:xfrm>
          <a:off x="5532140" y="4054028"/>
          <a:ext cx="45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6" name="Equation" r:id="rId17" imgW="457200" imgH="736560" progId="Equation.DSMT4">
                  <p:embed/>
                </p:oleObj>
              </mc:Choice>
              <mc:Fallback>
                <p:oleObj name="Equation" r:id="rId17" imgW="457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32140" y="4054028"/>
                        <a:ext cx="45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55089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EF1C765-6260-49D7-A1D0-8156EA1840CB}"/>
              </a:ext>
            </a:extLst>
          </p:cNvPr>
          <p:cNvGrpSpPr/>
          <p:nvPr/>
        </p:nvGrpSpPr>
        <p:grpSpPr>
          <a:xfrm>
            <a:off x="487388" y="339502"/>
            <a:ext cx="4104456" cy="812800"/>
            <a:chOff x="611560" y="842963"/>
            <a:chExt cx="4104456" cy="81280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2B58BEBA-F198-409E-92EC-23B523FAD3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5012662"/>
                </p:ext>
              </p:extLst>
            </p:nvPr>
          </p:nvGraphicFramePr>
          <p:xfrm>
            <a:off x="1730375" y="842963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14" name="Equation" r:id="rId3" imgW="1676160" imgH="812520" progId="Equation.DSMT4">
                    <p:embed/>
                  </p:oleObj>
                </mc:Choice>
                <mc:Fallback>
                  <p:oleObj name="Equation" r:id="rId3" imgW="1676160" imgH="8125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3F79C7EB-DF34-4D70-9E62-0F8D068B0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375" y="842963"/>
                          <a:ext cx="1676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24D06C8-D844-445E-81F1-8A1BF5E218AC}"/>
                </a:ext>
              </a:extLst>
            </p:cNvPr>
            <p:cNvSpPr/>
            <p:nvPr/>
          </p:nvSpPr>
          <p:spPr>
            <a:xfrm>
              <a:off x="611560" y="987574"/>
              <a:ext cx="4104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形如            的方程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9233116-27AC-4559-8D5B-6E35E3DC0140}"/>
              </a:ext>
            </a:extLst>
          </p:cNvPr>
          <p:cNvGrpSpPr/>
          <p:nvPr/>
        </p:nvGrpSpPr>
        <p:grpSpPr>
          <a:xfrm>
            <a:off x="487388" y="1296913"/>
            <a:ext cx="5616624" cy="876300"/>
            <a:chOff x="683568" y="2392015"/>
            <a:chExt cx="5616624" cy="87630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26C9B7-98F6-48EC-8D82-50CDBF3C144A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9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22A4310-F99E-4597-A5BF-25027BE5BD71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求方程                   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1B06B08-20A8-47E3-A73D-081EC0D196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4529020"/>
                </p:ext>
              </p:extLst>
            </p:nvPr>
          </p:nvGraphicFramePr>
          <p:xfrm>
            <a:off x="2503314" y="2392015"/>
            <a:ext cx="26543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15" name="Equation" r:id="rId5" imgW="2654280" imgH="876240" progId="Equation.DSMT4">
                    <p:embed/>
                  </p:oleObj>
                </mc:Choice>
                <mc:Fallback>
                  <p:oleObj name="Equation" r:id="rId5" imgW="2654280" imgH="8762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9C125F0-63EA-44AA-A080-D88B62D309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03314" y="2392015"/>
                          <a:ext cx="26543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1">
            <a:extLst>
              <a:ext uri="{FF2B5EF4-FFF2-40B4-BE49-F238E27FC236}">
                <a16:creationId xmlns:a16="http://schemas.microsoft.com/office/drawing/2014/main" id="{3CBBFF53-303B-4DF8-8FF6-1E027D4C24EC}"/>
              </a:ext>
            </a:extLst>
          </p:cNvPr>
          <p:cNvSpPr txBox="1"/>
          <p:nvPr/>
        </p:nvSpPr>
        <p:spPr>
          <a:xfrm>
            <a:off x="443273" y="2499668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D468C6B5-124B-4640-B51A-5D85C173B36B}"/>
              </a:ext>
            </a:extLst>
          </p:cNvPr>
          <p:cNvSpPr txBox="1"/>
          <p:nvPr/>
        </p:nvSpPr>
        <p:spPr>
          <a:xfrm>
            <a:off x="983345" y="251274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变形为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B531DD9-0D5E-4E81-BC08-8BCDDACCC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900988"/>
              </p:ext>
            </p:extLst>
          </p:nvPr>
        </p:nvGraphicFramePr>
        <p:xfrm>
          <a:off x="2107853" y="2315469"/>
          <a:ext cx="2349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16" name="Equation" r:id="rId7" imgW="2349360" imgH="876240" progId="Equation.DSMT4">
                  <p:embed/>
                </p:oleObj>
              </mc:Choice>
              <mc:Fallback>
                <p:oleObj name="Equation" r:id="rId7" imgW="2349360" imgH="876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6E07646-811F-40AA-81CD-4306A16EEE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7853" y="2315469"/>
                        <a:ext cx="23495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22A51A93-8E51-43DE-86E3-90285EE947D7}"/>
              </a:ext>
            </a:extLst>
          </p:cNvPr>
          <p:cNvGrpSpPr/>
          <p:nvPr/>
        </p:nvGrpSpPr>
        <p:grpSpPr>
          <a:xfrm>
            <a:off x="4457353" y="2329039"/>
            <a:ext cx="1656184" cy="887610"/>
            <a:chOff x="1198588" y="3266382"/>
            <a:chExt cx="1656184" cy="88761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3090986-C9AD-4A9F-88BB-3F5820B9D0B2}"/>
                </a:ext>
              </a:extLst>
            </p:cNvPr>
            <p:cNvGrpSpPr/>
            <p:nvPr/>
          </p:nvGrpSpPr>
          <p:grpSpPr>
            <a:xfrm>
              <a:off x="1317830" y="3306963"/>
              <a:ext cx="1441878" cy="736600"/>
              <a:chOff x="1317830" y="3301578"/>
              <a:chExt cx="1441878" cy="736600"/>
            </a:xfrm>
          </p:grpSpPr>
          <p:sp>
            <p:nvSpPr>
              <p:cNvPr id="15" name="文本框 1">
                <a:extLst>
                  <a:ext uri="{FF2B5EF4-FFF2-40B4-BE49-F238E27FC236}">
                    <a16:creationId xmlns:a16="http://schemas.microsoft.com/office/drawing/2014/main" id="{A7700566-7F2B-4DD9-B645-3188E64F7DBE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D762BAA3-20B3-4ADC-830C-C681C500CB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0107682"/>
                  </p:ext>
                </p:extLst>
              </p:nvPr>
            </p:nvGraphicFramePr>
            <p:xfrm>
              <a:off x="1807208" y="3301578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117" name="Equation" r:id="rId9" imgW="952200" imgH="736560" progId="Equation.DSMT4">
                      <p:embed/>
                    </p:oleObj>
                  </mc:Choice>
                  <mc:Fallback>
                    <p:oleObj name="Equation" r:id="rId9" imgW="952200" imgH="73656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97DF3515-ECF4-41BB-94C4-B533DB6E79B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807208" y="3301578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5EAAC4-CB3F-4316-9F94-A45187BA2BA4}"/>
                </a:ext>
              </a:extLst>
            </p:cNvPr>
            <p:cNvSpPr/>
            <p:nvPr/>
          </p:nvSpPr>
          <p:spPr>
            <a:xfrm>
              <a:off x="1198588" y="3266382"/>
              <a:ext cx="1656184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1B7D098-D5E2-4A95-A3D4-C0B47D458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198989"/>
              </p:ext>
            </p:extLst>
          </p:nvPr>
        </p:nvGraphicFramePr>
        <p:xfrm>
          <a:off x="2639529" y="3531296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18" name="Equation" r:id="rId11" imgW="1409400" imgH="825480" progId="Equation.DSMT4">
                  <p:embed/>
                </p:oleObj>
              </mc:Choice>
              <mc:Fallback>
                <p:oleObj name="Equation" r:id="rId11" imgW="1409400" imgH="825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D820CB5-DF77-4371-82E8-25A39E7CD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39529" y="3531296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">
            <a:extLst>
              <a:ext uri="{FF2B5EF4-FFF2-40B4-BE49-F238E27FC236}">
                <a16:creationId xmlns:a16="http://schemas.microsoft.com/office/drawing/2014/main" id="{59D77C6A-6E8B-4404-A1ED-ED65D25B1106}"/>
              </a:ext>
            </a:extLst>
          </p:cNvPr>
          <p:cNvSpPr txBox="1"/>
          <p:nvPr/>
        </p:nvSpPr>
        <p:spPr>
          <a:xfrm>
            <a:off x="6118473" y="2507087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7E9CAED-6178-41A6-8FAC-67E1F017C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320535"/>
              </p:ext>
            </p:extLst>
          </p:nvPr>
        </p:nvGraphicFramePr>
        <p:xfrm>
          <a:off x="4332773" y="3772596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19" name="Equation" r:id="rId13" imgW="761760" imgH="342720" progId="Equation.DSMT4">
                  <p:embed/>
                </p:oleObj>
              </mc:Choice>
              <mc:Fallback>
                <p:oleObj name="Equation" r:id="rId13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32773" y="3772596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65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9A282E2-BD92-438F-8406-89ED025D225C}"/>
              </a:ext>
            </a:extLst>
          </p:cNvPr>
          <p:cNvGrpSpPr/>
          <p:nvPr/>
        </p:nvGrpSpPr>
        <p:grpSpPr>
          <a:xfrm>
            <a:off x="330088" y="1374973"/>
            <a:ext cx="2741351" cy="461665"/>
            <a:chOff x="487487" y="933624"/>
            <a:chExt cx="2741351" cy="461665"/>
          </a:xfrm>
          <a:noFill/>
        </p:grpSpPr>
        <p:sp>
          <p:nvSpPr>
            <p:cNvPr id="3" name="文本框 1">
              <a:extLst>
                <a:ext uri="{FF2B5EF4-FFF2-40B4-BE49-F238E27FC236}">
                  <a16:creationId xmlns:a16="http://schemas.microsoft.com/office/drawing/2014/main" id="{7F9FD9BF-EB9F-441F-B010-F82977A01050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两端对  求导，得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1C343AD-087D-4226-8C49-47160B9D49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277880"/>
                </p:ext>
              </p:extLst>
            </p:nvPr>
          </p:nvGraphicFramePr>
          <p:xfrm>
            <a:off x="1554399" y="1112814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40" name="Equation" r:id="rId3" imgW="215640" imgH="266400" progId="Equation.DSMT4">
                    <p:embed/>
                  </p:oleObj>
                </mc:Choice>
                <mc:Fallback>
                  <p:oleObj name="Equation" r:id="rId3" imgW="215640" imgH="2664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458A739A-A400-497D-BB84-96AAC4C89B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54399" y="1112814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97F235-850B-4AD6-ABAF-533B3F639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470248"/>
              </p:ext>
            </p:extLst>
          </p:nvPr>
        </p:nvGraphicFramePr>
        <p:xfrm>
          <a:off x="2107752" y="222526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41" name="Equation" r:id="rId5" imgW="1409400" imgH="825480" progId="Equation.DSMT4">
                  <p:embed/>
                </p:oleObj>
              </mc:Choice>
              <mc:Fallback>
                <p:oleObj name="Equation" r:id="rId5" imgW="1409400" imgH="825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1B7D098-D5E2-4A95-A3D4-C0B47D458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7752" y="222526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B654D4-276B-451D-8B14-27B449A482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106377"/>
              </p:ext>
            </p:extLst>
          </p:nvPr>
        </p:nvGraphicFramePr>
        <p:xfrm>
          <a:off x="3800996" y="463826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42" name="Equation" r:id="rId7" imgW="761760" imgH="342720" progId="Equation.DSMT4">
                  <p:embed/>
                </p:oleObj>
              </mc:Choice>
              <mc:Fallback>
                <p:oleObj name="Equation" r:id="rId7" imgW="76176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7E9CAED-6178-41A6-8FAC-67E1F017C9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00996" y="463826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AE4FBDB-1756-4D44-BF28-641EF4D40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225863"/>
              </p:ext>
            </p:extLst>
          </p:nvPr>
        </p:nvGraphicFramePr>
        <p:xfrm>
          <a:off x="2555776" y="1930400"/>
          <a:ext cx="4216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43" name="Equation" r:id="rId9" imgW="4216320" imgH="1282680" progId="Equation.DSMT4">
                  <p:embed/>
                </p:oleObj>
              </mc:Choice>
              <mc:Fallback>
                <p:oleObj name="Equation" r:id="rId9" imgW="421632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776" y="1930400"/>
                        <a:ext cx="42164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">
            <a:extLst>
              <a:ext uri="{FF2B5EF4-FFF2-40B4-BE49-F238E27FC236}">
                <a16:creationId xmlns:a16="http://schemas.microsoft.com/office/drawing/2014/main" id="{32881467-5689-48D4-BB21-F5EAB90F9FF4}"/>
              </a:ext>
            </a:extLst>
          </p:cNvPr>
          <p:cNvSpPr txBox="1"/>
          <p:nvPr/>
        </p:nvSpPr>
        <p:spPr>
          <a:xfrm>
            <a:off x="251520" y="3888429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利用反函数的导数得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3C3FC86-9ECF-4F19-8B5B-0745A5E76D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96801"/>
              </p:ext>
            </p:extLst>
          </p:nvPr>
        </p:nvGraphicFramePr>
        <p:xfrm>
          <a:off x="3517452" y="3366833"/>
          <a:ext cx="4127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44" name="Equation" r:id="rId11" imgW="4127400" imgH="1282680" progId="Equation.DSMT4">
                  <p:embed/>
                </p:oleObj>
              </mc:Choice>
              <mc:Fallback>
                <p:oleObj name="Equation" r:id="rId11" imgW="412740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17452" y="3366833"/>
                        <a:ext cx="41275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30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ADB3F7D4-AB06-4182-84F8-505296E78353}"/>
              </a:ext>
            </a:extLst>
          </p:cNvPr>
          <p:cNvSpPr txBox="1"/>
          <p:nvPr/>
        </p:nvSpPr>
        <p:spPr>
          <a:xfrm>
            <a:off x="707430" y="25526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整理得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20C2A7A-9883-4B2C-BF56-854BA6E72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781961"/>
              </p:ext>
            </p:extLst>
          </p:nvPr>
        </p:nvGraphicFramePr>
        <p:xfrm>
          <a:off x="2507630" y="110904"/>
          <a:ext cx="3035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16" name="Equation" r:id="rId3" imgW="3035160" imgH="863280" progId="Equation.DSMT4">
                  <p:embed/>
                </p:oleObj>
              </mc:Choice>
              <mc:Fallback>
                <p:oleObj name="Equation" r:id="rId3" imgW="3035160" imgH="863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3C3FC86-9ECF-4F19-8B5B-0745A5E76D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7630" y="110904"/>
                        <a:ext cx="3035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428C6D4-8B80-4F95-B2E1-F4A5AFBB19B9}"/>
              </a:ext>
            </a:extLst>
          </p:cNvPr>
          <p:cNvSpPr/>
          <p:nvPr/>
        </p:nvSpPr>
        <p:spPr>
          <a:xfrm>
            <a:off x="707430" y="14916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4B3B6E8-7DD0-4160-9133-0F425F017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290"/>
              </p:ext>
            </p:extLst>
          </p:nvPr>
        </p:nvGraphicFramePr>
        <p:xfrm>
          <a:off x="1300721" y="1502469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17" name="Equation" r:id="rId5" imgW="1726920" imgH="406080" progId="Equation.DSMT4">
                  <p:embed/>
                </p:oleObj>
              </mc:Choice>
              <mc:Fallback>
                <p:oleObj name="Equation" r:id="rId5" imgW="1726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0721" y="1502469"/>
                        <a:ext cx="1727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96A32F0-B668-4565-8B46-ACF82D6C06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928623"/>
              </p:ext>
            </p:extLst>
          </p:nvPr>
        </p:nvGraphicFramePr>
        <p:xfrm>
          <a:off x="3558462" y="2213185"/>
          <a:ext cx="193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18" name="Equation" r:id="rId7" imgW="1930320" imgH="787320" progId="Equation.DSMT4">
                  <p:embed/>
                </p:oleObj>
              </mc:Choice>
              <mc:Fallback>
                <p:oleObj name="Equation" r:id="rId7" imgW="193032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B3B6E8-7DD0-4160-9133-0F425F017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8462" y="2213185"/>
                        <a:ext cx="1930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7344E73-1BFC-40FD-893C-F42A8853E3C8}"/>
              </a:ext>
            </a:extLst>
          </p:cNvPr>
          <p:cNvSpPr/>
          <p:nvPr/>
        </p:nvSpPr>
        <p:spPr>
          <a:xfrm>
            <a:off x="3141718" y="1502469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解得</a:t>
            </a:r>
            <a:endParaRPr lang="zh-CN" altLang="en-US" sz="2400" dirty="0"/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F79ED510-3C0B-455F-840E-2F2EA57DC724}"/>
              </a:ext>
            </a:extLst>
          </p:cNvPr>
          <p:cNvSpPr txBox="1"/>
          <p:nvPr/>
        </p:nvSpPr>
        <p:spPr>
          <a:xfrm>
            <a:off x="611560" y="3597358"/>
            <a:ext cx="5253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从而原方程的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参数形式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5CFCEF0-0A9D-4A5D-8286-6642F07519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59385"/>
              </p:ext>
            </p:extLst>
          </p:nvPr>
        </p:nvGraphicFramePr>
        <p:xfrm>
          <a:off x="1459471" y="2236204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19" name="Equation" r:id="rId9" imgW="1409400" imgH="825480" progId="Equation.DSMT4">
                  <p:embed/>
                </p:oleObj>
              </mc:Choice>
              <mc:Fallback>
                <p:oleObj name="Equation" r:id="rId9" imgW="140940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F97F235-850B-4AD6-ABAF-533B3F639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9471" y="2236204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504DB14-528D-4F79-B3A5-A562A776A53E}"/>
              </a:ext>
            </a:extLst>
          </p:cNvPr>
          <p:cNvSpPr/>
          <p:nvPr/>
        </p:nvSpPr>
        <p:spPr>
          <a:xfrm>
            <a:off x="715988" y="2418122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endParaRPr lang="zh-CN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E58E46-E298-4D91-9A87-E81E45E6CAAA}"/>
              </a:ext>
            </a:extLst>
          </p:cNvPr>
          <p:cNvSpPr/>
          <p:nvPr/>
        </p:nvSpPr>
        <p:spPr>
          <a:xfrm>
            <a:off x="2922910" y="2376053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16DE902-13B9-4137-A4F1-D4907E7E06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782287"/>
              </p:ext>
            </p:extLst>
          </p:nvPr>
        </p:nvGraphicFramePr>
        <p:xfrm>
          <a:off x="3957638" y="1344613"/>
          <a:ext cx="194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20" name="Equation" r:id="rId11" imgW="1942920" imgH="787320" progId="Equation.DSMT4">
                  <p:embed/>
                </p:oleObj>
              </mc:Choice>
              <mc:Fallback>
                <p:oleObj name="Equation" r:id="rId11" imgW="1942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57638" y="1344613"/>
                        <a:ext cx="1943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D0C8BB3-254C-47C3-9865-833B8F440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404330"/>
              </p:ext>
            </p:extLst>
          </p:nvPr>
        </p:nvGraphicFramePr>
        <p:xfrm>
          <a:off x="5100638" y="2905125"/>
          <a:ext cx="20955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21" name="Equation" r:id="rId13" imgW="2095200" imgH="1726920" progId="Equation.DSMT4">
                  <p:embed/>
                </p:oleObj>
              </mc:Choice>
              <mc:Fallback>
                <p:oleObj name="Equation" r:id="rId13" imgW="209520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00638" y="2905125"/>
                        <a:ext cx="20955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2AAA4B0-B7AB-42A0-A273-43BB06803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740546"/>
              </p:ext>
            </p:extLst>
          </p:nvPr>
        </p:nvGraphicFramePr>
        <p:xfrm>
          <a:off x="7308304" y="3598005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22" name="Equation" r:id="rId15" imgW="761760" imgH="342720" progId="Equation.DSMT4">
                  <p:embed/>
                </p:oleObj>
              </mc:Choice>
              <mc:Fallback>
                <p:oleObj name="Equation" r:id="rId15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08304" y="3598005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02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1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FD0E73D-0E25-4AE8-8025-BE2EFD06D018}"/>
              </a:ext>
            </a:extLst>
          </p:cNvPr>
          <p:cNvSpPr/>
          <p:nvPr/>
        </p:nvSpPr>
        <p:spPr>
          <a:xfrm>
            <a:off x="539552" y="69954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FABB325-965C-479F-956A-D11A4784F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345248"/>
              </p:ext>
            </p:extLst>
          </p:nvPr>
        </p:nvGraphicFramePr>
        <p:xfrm>
          <a:off x="1547664" y="1419225"/>
          <a:ext cx="20574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44" name="Equation" r:id="rId3" imgW="2057400" imgH="1726920" progId="Equation.DSMT4">
                  <p:embed/>
                </p:oleObj>
              </mc:Choice>
              <mc:Fallback>
                <p:oleObj name="Equation" r:id="rId3" imgW="2057400" imgH="17269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D0C8BB3-254C-47C3-9865-833B8F440C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1419225"/>
                        <a:ext cx="20574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0C48BD1-CDDF-43CD-93D8-58A2418C9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389005"/>
              </p:ext>
            </p:extLst>
          </p:nvPr>
        </p:nvGraphicFramePr>
        <p:xfrm>
          <a:off x="5076056" y="2067694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45" name="Equation" r:id="rId5" imgW="761760" imgH="342720" progId="Equation.DSMT4">
                  <p:embed/>
                </p:oleObj>
              </mc:Choice>
              <mc:Fallback>
                <p:oleObj name="Equation" r:id="rId5" imgW="76176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2AAA4B0-B7AB-42A0-A273-43BB06803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056" y="2067694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975E7EB-68AE-4F19-8443-F4186EAF78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245545"/>
              </p:ext>
            </p:extLst>
          </p:nvPr>
        </p:nvGraphicFramePr>
        <p:xfrm>
          <a:off x="6012160" y="2048644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46" name="Equation" r:id="rId7" imgW="1244520" imgH="380880" progId="Equation.DSMT4">
                  <p:embed/>
                </p:oleObj>
              </mc:Choice>
              <mc:Fallback>
                <p:oleObj name="Equation" r:id="rId7" imgW="1244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2160" y="2048644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64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9">
            <a:extLst>
              <a:ext uri="{FF2B5EF4-FFF2-40B4-BE49-F238E27FC236}">
                <a16:creationId xmlns:a16="http://schemas.microsoft.com/office/drawing/2014/main" id="{FB866304-3873-46A1-9819-36445C8955BA}"/>
              </a:ext>
            </a:extLst>
          </p:cNvPr>
          <p:cNvSpPr txBox="1"/>
          <p:nvPr/>
        </p:nvSpPr>
        <p:spPr>
          <a:xfrm>
            <a:off x="5913113" y="1739215"/>
            <a:ext cx="2664296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分离变量且两边积分；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8A181C-E815-4B13-9CD8-65517AC52B7E}"/>
              </a:ext>
            </a:extLst>
          </p:cNvPr>
          <p:cNvSpPr txBox="1"/>
          <p:nvPr/>
        </p:nvSpPr>
        <p:spPr>
          <a:xfrm>
            <a:off x="988690" y="244470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 一阶微分方程的</a:t>
            </a:r>
            <a:r>
              <a:rPr lang="zh-CN" altLang="en-US" sz="2800" b="1" dirty="0">
                <a:solidFill>
                  <a:srgbClr val="00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初等积分法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13735336-2CE0-4BBC-8095-996A343FE0DD}"/>
              </a:ext>
            </a:extLst>
          </p:cNvPr>
          <p:cNvSpPr txBox="1"/>
          <p:nvPr/>
        </p:nvSpPr>
        <p:spPr>
          <a:xfrm>
            <a:off x="863588" y="917945"/>
            <a:ext cx="3060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对于一阶微分方程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C7D8D4-10D7-41CF-8BB8-FC170ADA02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56013"/>
              </p:ext>
            </p:extLst>
          </p:nvPr>
        </p:nvGraphicFramePr>
        <p:xfrm>
          <a:off x="3599128" y="780477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16" name="Equation" r:id="rId3" imgW="1625400" imgH="736560" progId="Equation.DSMT4">
                  <p:embed/>
                </p:oleObj>
              </mc:Choice>
              <mc:Fallback>
                <p:oleObj name="Equation" r:id="rId3" imgW="162540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5D103A2-7979-481A-8DC4-891372877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128" y="780477"/>
                        <a:ext cx="1625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9">
            <a:extLst>
              <a:ext uri="{FF2B5EF4-FFF2-40B4-BE49-F238E27FC236}">
                <a16:creationId xmlns:a16="http://schemas.microsoft.com/office/drawing/2014/main" id="{BAC630BF-7C1B-43B0-86D6-4F969AB557FD}"/>
              </a:ext>
            </a:extLst>
          </p:cNvPr>
          <p:cNvSpPr txBox="1"/>
          <p:nvPr/>
        </p:nvSpPr>
        <p:spPr>
          <a:xfrm>
            <a:off x="5349231" y="917944"/>
            <a:ext cx="3702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几种标准类型及其解法：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1705777-AEB9-4A88-A5CC-A79719AD8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288992"/>
              </p:ext>
            </p:extLst>
          </p:nvPr>
        </p:nvGraphicFramePr>
        <p:xfrm>
          <a:off x="1087438" y="1619250"/>
          <a:ext cx="1993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17" name="Equation" r:id="rId5" imgW="1993680" imgH="609480" progId="Equation.DSMT4">
                  <p:embed/>
                </p:oleObj>
              </mc:Choice>
              <mc:Fallback>
                <p:oleObj name="Equation" r:id="rId5" imgW="1993680" imgH="609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4B12CDE-61FB-419D-8926-0213A86250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1619250"/>
                        <a:ext cx="1993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9">
            <a:extLst>
              <a:ext uri="{FF2B5EF4-FFF2-40B4-BE49-F238E27FC236}">
                <a16:creationId xmlns:a16="http://schemas.microsoft.com/office/drawing/2014/main" id="{F380D2FA-F1D4-4C94-9E8B-C834D0CC83E4}"/>
              </a:ext>
            </a:extLst>
          </p:cNvPr>
          <p:cNvSpPr txBox="1"/>
          <p:nvPr/>
        </p:nvSpPr>
        <p:spPr>
          <a:xfrm>
            <a:off x="3362780" y="1717626"/>
            <a:ext cx="144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分离变量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0D91779-8419-49E2-8E87-F9F0F5849139}"/>
              </a:ext>
            </a:extLst>
          </p:cNvPr>
          <p:cNvCxnSpPr>
            <a:cxnSpLocks/>
          </p:cNvCxnSpPr>
          <p:nvPr/>
        </p:nvCxnSpPr>
        <p:spPr>
          <a:xfrm>
            <a:off x="4749713" y="1975125"/>
            <a:ext cx="922428" cy="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3DB5379-7E7F-4BB6-AFC1-A2D803B10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396910"/>
              </p:ext>
            </p:extLst>
          </p:nvPr>
        </p:nvGraphicFramePr>
        <p:xfrm>
          <a:off x="1022350" y="2635250"/>
          <a:ext cx="170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18" name="Equation" r:id="rId7" imgW="1701720" imgH="685800" progId="Equation.DSMT4">
                  <p:embed/>
                </p:oleObj>
              </mc:Choice>
              <mc:Fallback>
                <p:oleObj name="Equation" r:id="rId7" imgW="170172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A52474-537A-4606-B9D9-9F0524F6D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635250"/>
                        <a:ext cx="170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9">
            <a:extLst>
              <a:ext uri="{FF2B5EF4-FFF2-40B4-BE49-F238E27FC236}">
                <a16:creationId xmlns:a16="http://schemas.microsoft.com/office/drawing/2014/main" id="{CDB725E8-575C-448A-AED8-FAF8355489E6}"/>
              </a:ext>
            </a:extLst>
          </p:cNvPr>
          <p:cNvSpPr txBox="1"/>
          <p:nvPr/>
        </p:nvSpPr>
        <p:spPr>
          <a:xfrm>
            <a:off x="3464982" y="2886440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齐次方程</a:t>
            </a:r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D6C9D747-7268-4499-A194-3B0FBD0245F5}"/>
              </a:ext>
            </a:extLst>
          </p:cNvPr>
          <p:cNvSpPr txBox="1"/>
          <p:nvPr/>
        </p:nvSpPr>
        <p:spPr>
          <a:xfrm>
            <a:off x="5861636" y="2899041"/>
            <a:ext cx="2875664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化为可分分离变量方程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3FCF986-6357-4F35-A27F-16822F77FF6C}"/>
              </a:ext>
            </a:extLst>
          </p:cNvPr>
          <p:cNvGrpSpPr/>
          <p:nvPr/>
        </p:nvGrpSpPr>
        <p:grpSpPr>
          <a:xfrm>
            <a:off x="4704609" y="2514086"/>
            <a:ext cx="936104" cy="643040"/>
            <a:chOff x="4917449" y="3391848"/>
            <a:chExt cx="936104" cy="643040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2A386D8-68CC-476D-B5DD-5051B4DE5E7E}"/>
                </a:ext>
              </a:extLst>
            </p:cNvPr>
            <p:cNvCxnSpPr/>
            <p:nvPr/>
          </p:nvCxnSpPr>
          <p:spPr>
            <a:xfrm flipV="1">
              <a:off x="4917449" y="4034887"/>
              <a:ext cx="936104" cy="1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18AF14E-FBD7-491C-B5A2-EEFE48B705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134673"/>
                </p:ext>
              </p:extLst>
            </p:nvPr>
          </p:nvGraphicFramePr>
          <p:xfrm>
            <a:off x="5080701" y="3391848"/>
            <a:ext cx="6096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19" name="Equation" r:id="rId9" imgW="609480" imgH="609480" progId="Equation.DSMT4">
                    <p:embed/>
                  </p:oleObj>
                </mc:Choice>
                <mc:Fallback>
                  <p:oleObj name="Equation" r:id="rId9" imgW="609480" imgH="6094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4266BA7E-A61E-4FDB-9547-D69BA98BEF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0701" y="3391848"/>
                          <a:ext cx="6096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633F870-F21F-43BC-8C66-1C0530E21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89504"/>
              </p:ext>
            </p:extLst>
          </p:nvPr>
        </p:nvGraphicFramePr>
        <p:xfrm>
          <a:off x="1062038" y="3775075"/>
          <a:ext cx="2451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20" name="Equation" r:id="rId11" imgW="2450880" imgH="609480" progId="Equation.DSMT4">
                  <p:embed/>
                </p:oleObj>
              </mc:Choice>
              <mc:Fallback>
                <p:oleObj name="Equation" r:id="rId11" imgW="2450880" imgH="609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46CE6BC-F5EF-4C0C-85FA-2492595E3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3775075"/>
                        <a:ext cx="2451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9">
            <a:extLst>
              <a:ext uri="{FF2B5EF4-FFF2-40B4-BE49-F238E27FC236}">
                <a16:creationId xmlns:a16="http://schemas.microsoft.com/office/drawing/2014/main" id="{57C3EF3F-755D-434C-918D-319200E770C8}"/>
              </a:ext>
            </a:extLst>
          </p:cNvPr>
          <p:cNvSpPr txBox="1"/>
          <p:nvPr/>
        </p:nvSpPr>
        <p:spPr>
          <a:xfrm>
            <a:off x="3511828" y="3773264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一阶线性非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齐次方程</a:t>
            </a:r>
          </a:p>
        </p:txBody>
      </p:sp>
      <p:sp>
        <p:nvSpPr>
          <p:cNvPr id="18" name="文本框 9">
            <a:extLst>
              <a:ext uri="{FF2B5EF4-FFF2-40B4-BE49-F238E27FC236}">
                <a16:creationId xmlns:a16="http://schemas.microsoft.com/office/drawing/2014/main" id="{30B98C37-221A-4331-BB51-97558598E200}"/>
              </a:ext>
            </a:extLst>
          </p:cNvPr>
          <p:cNvSpPr txBox="1"/>
          <p:nvPr/>
        </p:nvSpPr>
        <p:spPr>
          <a:xfrm>
            <a:off x="5888820" y="3658757"/>
            <a:ext cx="1944216" cy="1015663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常数变易法，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通解公式，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凑微分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E241C69-4D5C-4159-AA87-90667B287766}"/>
              </a:ext>
            </a:extLst>
          </p:cNvPr>
          <p:cNvCxnSpPr/>
          <p:nvPr/>
        </p:nvCxnSpPr>
        <p:spPr>
          <a:xfrm flipV="1">
            <a:off x="4849848" y="4127207"/>
            <a:ext cx="936104" cy="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7258108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2672BA9A-79B5-48A8-AE2A-1FE04EAF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4409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ADF94018-D3F7-4B82-A244-63F147A3D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84" y="1364170"/>
            <a:ext cx="5300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练习册 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第七章 第四节第一题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B6DE2556-8EEF-40E3-8A09-D0D14E6EA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137" y="2083321"/>
            <a:ext cx="57840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课后习题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P371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7-4</a:t>
            </a:r>
            <a:endParaRPr kumimoji="1"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7888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6195</TotalTime>
  <Words>1438</Words>
  <Application>Microsoft Office PowerPoint</Application>
  <PresentationFormat>全屏显示(16:9)</PresentationFormat>
  <Paragraphs>317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6" baseType="lpstr">
      <vt:lpstr>等线</vt:lpstr>
      <vt:lpstr>等线 Light</vt:lpstr>
      <vt:lpstr>华文仿宋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433</cp:revision>
  <cp:lastPrinted>2019-07-22T12:21:14Z</cp:lastPrinted>
  <dcterms:created xsi:type="dcterms:W3CDTF">2019-07-22T11:45:41Z</dcterms:created>
  <dcterms:modified xsi:type="dcterms:W3CDTF">2023-12-19T13:15:25Z</dcterms:modified>
</cp:coreProperties>
</file>