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44"/>
  </p:notesMasterIdLst>
  <p:sldIdLst>
    <p:sldId id="649" r:id="rId3"/>
    <p:sldId id="754" r:id="rId4"/>
    <p:sldId id="785" r:id="rId5"/>
    <p:sldId id="828" r:id="rId6"/>
    <p:sldId id="829" r:id="rId7"/>
    <p:sldId id="830" r:id="rId8"/>
    <p:sldId id="831" r:id="rId9"/>
    <p:sldId id="832" r:id="rId10"/>
    <p:sldId id="833" r:id="rId11"/>
    <p:sldId id="834" r:id="rId12"/>
    <p:sldId id="837" r:id="rId13"/>
    <p:sldId id="835" r:id="rId14"/>
    <p:sldId id="786" r:id="rId15"/>
    <p:sldId id="811" r:id="rId16"/>
    <p:sldId id="788" r:id="rId17"/>
    <p:sldId id="812" r:id="rId18"/>
    <p:sldId id="813" r:id="rId19"/>
    <p:sldId id="814" r:id="rId20"/>
    <p:sldId id="815" r:id="rId21"/>
    <p:sldId id="822" r:id="rId22"/>
    <p:sldId id="823" r:id="rId23"/>
    <p:sldId id="827" r:id="rId24"/>
    <p:sldId id="824" r:id="rId25"/>
    <p:sldId id="826" r:id="rId26"/>
    <p:sldId id="769" r:id="rId27"/>
    <p:sldId id="770" r:id="rId28"/>
    <p:sldId id="771" r:id="rId29"/>
    <p:sldId id="772" r:id="rId30"/>
    <p:sldId id="773" r:id="rId31"/>
    <p:sldId id="774" r:id="rId32"/>
    <p:sldId id="775" r:id="rId33"/>
    <p:sldId id="776" r:id="rId34"/>
    <p:sldId id="777" r:id="rId35"/>
    <p:sldId id="778" r:id="rId36"/>
    <p:sldId id="779" r:id="rId37"/>
    <p:sldId id="780" r:id="rId38"/>
    <p:sldId id="781" r:id="rId39"/>
    <p:sldId id="782" r:id="rId40"/>
    <p:sldId id="783" r:id="rId41"/>
    <p:sldId id="784" r:id="rId42"/>
    <p:sldId id="717" r:id="rId43"/>
  </p:sldIdLst>
  <p:sldSz cx="9144000" cy="5143500" type="screen16x9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4" userDrawn="1">
          <p15:clr>
            <a:srgbClr val="A4A3A4"/>
          </p15:clr>
        </p15:guide>
        <p15:guide id="2" pos="9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3182FF"/>
    <a:srgbClr val="4234FE"/>
    <a:srgbClr val="0099CC"/>
    <a:srgbClr val="993300"/>
    <a:srgbClr val="F2BFFF"/>
    <a:srgbClr val="FFFFFF"/>
    <a:srgbClr val="660033"/>
    <a:srgbClr val="990000"/>
    <a:srgbClr val="2F4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 autoAdjust="0"/>
    <p:restoredTop sz="84249" autoAdjust="0"/>
  </p:normalViewPr>
  <p:slideViewPr>
    <p:cSldViewPr>
      <p:cViewPr varScale="1">
        <p:scale>
          <a:sx n="146" d="100"/>
          <a:sy n="146" d="100"/>
        </p:scale>
        <p:origin x="486" y="108"/>
      </p:cViewPr>
      <p:guideLst>
        <p:guide orient="horz" pos="894"/>
        <p:guide pos="93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10" Type="http://schemas.openxmlformats.org/officeDocument/2006/relationships/image" Target="../media/image41.wmf"/><Relationship Id="rId4" Type="http://schemas.openxmlformats.org/officeDocument/2006/relationships/image" Target="../media/image35.wmf"/><Relationship Id="rId9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6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68.wmf"/><Relationship Id="rId7" Type="http://schemas.openxmlformats.org/officeDocument/2006/relationships/image" Target="../media/image72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10" Type="http://schemas.openxmlformats.org/officeDocument/2006/relationships/image" Target="../media/image75.wmf"/><Relationship Id="rId4" Type="http://schemas.openxmlformats.org/officeDocument/2006/relationships/image" Target="../media/image69.wmf"/><Relationship Id="rId9" Type="http://schemas.openxmlformats.org/officeDocument/2006/relationships/image" Target="../media/image74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12" Type="http://schemas.openxmlformats.org/officeDocument/2006/relationships/image" Target="../media/image87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11" Type="http://schemas.openxmlformats.org/officeDocument/2006/relationships/image" Target="../media/image86.wmf"/><Relationship Id="rId5" Type="http://schemas.openxmlformats.org/officeDocument/2006/relationships/image" Target="../media/image80.wmf"/><Relationship Id="rId10" Type="http://schemas.openxmlformats.org/officeDocument/2006/relationships/image" Target="../media/image85.wmf"/><Relationship Id="rId4" Type="http://schemas.openxmlformats.org/officeDocument/2006/relationships/image" Target="../media/image79.wmf"/><Relationship Id="rId9" Type="http://schemas.openxmlformats.org/officeDocument/2006/relationships/image" Target="../media/image8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7" Type="http://schemas.openxmlformats.org/officeDocument/2006/relationships/image" Target="../media/image92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1.wmf"/><Relationship Id="rId5" Type="http://schemas.openxmlformats.org/officeDocument/2006/relationships/image" Target="../media/image67.wmf"/><Relationship Id="rId4" Type="http://schemas.openxmlformats.org/officeDocument/2006/relationships/image" Target="../media/image9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4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3" Type="http://schemas.openxmlformats.org/officeDocument/2006/relationships/image" Target="../media/image108.wmf"/><Relationship Id="rId7" Type="http://schemas.openxmlformats.org/officeDocument/2006/relationships/image" Target="../media/image112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7" Type="http://schemas.openxmlformats.org/officeDocument/2006/relationships/image" Target="../media/image118.wmf"/><Relationship Id="rId2" Type="http://schemas.openxmlformats.org/officeDocument/2006/relationships/image" Target="../media/image88.wmf"/><Relationship Id="rId1" Type="http://schemas.openxmlformats.org/officeDocument/2006/relationships/image" Target="../media/image114.wmf"/><Relationship Id="rId6" Type="http://schemas.openxmlformats.org/officeDocument/2006/relationships/image" Target="../media/image117.w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15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4" Type="http://schemas.openxmlformats.org/officeDocument/2006/relationships/image" Target="../media/image133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image" Target="../media/image136.wmf"/><Relationship Id="rId7" Type="http://schemas.openxmlformats.org/officeDocument/2006/relationships/image" Target="../media/image140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6" Type="http://schemas.openxmlformats.org/officeDocument/2006/relationships/image" Target="../media/image139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4" Type="http://schemas.openxmlformats.org/officeDocument/2006/relationships/image" Target="../media/image145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image" Target="../media/image148.wmf"/><Relationship Id="rId7" Type="http://schemas.openxmlformats.org/officeDocument/2006/relationships/image" Target="../media/image152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6" Type="http://schemas.openxmlformats.org/officeDocument/2006/relationships/image" Target="../media/image159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3" Type="http://schemas.openxmlformats.org/officeDocument/2006/relationships/image" Target="../media/image164.wmf"/><Relationship Id="rId7" Type="http://schemas.openxmlformats.org/officeDocument/2006/relationships/image" Target="../media/image168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7.wmf"/><Relationship Id="rId5" Type="http://schemas.openxmlformats.org/officeDocument/2006/relationships/image" Target="../media/image166.wmf"/><Relationship Id="rId4" Type="http://schemas.openxmlformats.org/officeDocument/2006/relationships/image" Target="../media/image165.wmf"/><Relationship Id="rId9" Type="http://schemas.openxmlformats.org/officeDocument/2006/relationships/image" Target="../media/image169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wmf"/><Relationship Id="rId7" Type="http://schemas.openxmlformats.org/officeDocument/2006/relationships/image" Target="../media/image176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Relationship Id="rId6" Type="http://schemas.openxmlformats.org/officeDocument/2006/relationships/image" Target="../media/image175.wmf"/><Relationship Id="rId5" Type="http://schemas.openxmlformats.org/officeDocument/2006/relationships/image" Target="../media/image174.wmf"/><Relationship Id="rId4" Type="http://schemas.openxmlformats.org/officeDocument/2006/relationships/image" Target="../media/image173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wmf"/><Relationship Id="rId7" Type="http://schemas.openxmlformats.org/officeDocument/2006/relationships/image" Target="../media/image183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Relationship Id="rId6" Type="http://schemas.openxmlformats.org/officeDocument/2006/relationships/image" Target="../media/image182.wmf"/><Relationship Id="rId5" Type="http://schemas.openxmlformats.org/officeDocument/2006/relationships/image" Target="../media/image181.wmf"/><Relationship Id="rId4" Type="http://schemas.openxmlformats.org/officeDocument/2006/relationships/image" Target="../media/image180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4" Type="http://schemas.openxmlformats.org/officeDocument/2006/relationships/image" Target="../media/image183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7" Type="http://schemas.openxmlformats.org/officeDocument/2006/relationships/image" Target="../media/image193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6" Type="http://schemas.openxmlformats.org/officeDocument/2006/relationships/image" Target="../media/image192.wmf"/><Relationship Id="rId5" Type="http://schemas.openxmlformats.org/officeDocument/2006/relationships/image" Target="../media/image191.wmf"/><Relationship Id="rId4" Type="http://schemas.openxmlformats.org/officeDocument/2006/relationships/image" Target="../media/image190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wmf"/><Relationship Id="rId13" Type="http://schemas.openxmlformats.org/officeDocument/2006/relationships/image" Target="../media/image206.wmf"/><Relationship Id="rId3" Type="http://schemas.openxmlformats.org/officeDocument/2006/relationships/image" Target="../media/image196.wmf"/><Relationship Id="rId7" Type="http://schemas.openxmlformats.org/officeDocument/2006/relationships/image" Target="../media/image200.wmf"/><Relationship Id="rId12" Type="http://schemas.openxmlformats.org/officeDocument/2006/relationships/image" Target="../media/image205.wmf"/><Relationship Id="rId2" Type="http://schemas.openxmlformats.org/officeDocument/2006/relationships/image" Target="../media/image195.wmf"/><Relationship Id="rId16" Type="http://schemas.openxmlformats.org/officeDocument/2006/relationships/image" Target="../media/image209.wmf"/><Relationship Id="rId1" Type="http://schemas.openxmlformats.org/officeDocument/2006/relationships/image" Target="../media/image194.wmf"/><Relationship Id="rId6" Type="http://schemas.openxmlformats.org/officeDocument/2006/relationships/image" Target="../media/image199.wmf"/><Relationship Id="rId11" Type="http://schemas.openxmlformats.org/officeDocument/2006/relationships/image" Target="../media/image204.wmf"/><Relationship Id="rId5" Type="http://schemas.openxmlformats.org/officeDocument/2006/relationships/image" Target="../media/image198.wmf"/><Relationship Id="rId15" Type="http://schemas.openxmlformats.org/officeDocument/2006/relationships/image" Target="../media/image208.wmf"/><Relationship Id="rId10" Type="http://schemas.openxmlformats.org/officeDocument/2006/relationships/image" Target="../media/image203.wmf"/><Relationship Id="rId4" Type="http://schemas.openxmlformats.org/officeDocument/2006/relationships/image" Target="../media/image197.wmf"/><Relationship Id="rId9" Type="http://schemas.openxmlformats.org/officeDocument/2006/relationships/image" Target="../media/image202.wmf"/><Relationship Id="rId14" Type="http://schemas.openxmlformats.org/officeDocument/2006/relationships/image" Target="../media/image207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3" Type="http://schemas.openxmlformats.org/officeDocument/2006/relationships/image" Target="../media/image212.wmf"/><Relationship Id="rId7" Type="http://schemas.openxmlformats.org/officeDocument/2006/relationships/image" Target="../media/image216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Relationship Id="rId6" Type="http://schemas.openxmlformats.org/officeDocument/2006/relationships/image" Target="../media/image215.wmf"/><Relationship Id="rId5" Type="http://schemas.openxmlformats.org/officeDocument/2006/relationships/image" Target="../media/image214.wmf"/><Relationship Id="rId10" Type="http://schemas.openxmlformats.org/officeDocument/2006/relationships/image" Target="../media/image219.wmf"/><Relationship Id="rId4" Type="http://schemas.openxmlformats.org/officeDocument/2006/relationships/image" Target="../media/image213.wmf"/><Relationship Id="rId9" Type="http://schemas.openxmlformats.org/officeDocument/2006/relationships/image" Target="../media/image218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wmf"/><Relationship Id="rId7" Type="http://schemas.openxmlformats.org/officeDocument/2006/relationships/image" Target="../media/image225.wmf"/><Relationship Id="rId2" Type="http://schemas.openxmlformats.org/officeDocument/2006/relationships/image" Target="../media/image213.wmf"/><Relationship Id="rId1" Type="http://schemas.openxmlformats.org/officeDocument/2006/relationships/image" Target="../media/image220.wmf"/><Relationship Id="rId6" Type="http://schemas.openxmlformats.org/officeDocument/2006/relationships/image" Target="../media/image224.wmf"/><Relationship Id="rId5" Type="http://schemas.openxmlformats.org/officeDocument/2006/relationships/image" Target="../media/image223.wmf"/><Relationship Id="rId4" Type="http://schemas.openxmlformats.org/officeDocument/2006/relationships/image" Target="../media/image222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wmf"/><Relationship Id="rId2" Type="http://schemas.openxmlformats.org/officeDocument/2006/relationships/image" Target="../media/image224.wmf"/><Relationship Id="rId1" Type="http://schemas.openxmlformats.org/officeDocument/2006/relationships/image" Target="../media/image226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228.wmf"/><Relationship Id="rId1" Type="http://schemas.openxmlformats.org/officeDocument/2006/relationships/image" Target="../media/image146.wmf"/><Relationship Id="rId5" Type="http://schemas.openxmlformats.org/officeDocument/2006/relationships/image" Target="../media/image229.wmf"/><Relationship Id="rId4" Type="http://schemas.openxmlformats.org/officeDocument/2006/relationships/image" Target="../media/image17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B16FA-C879-4226-B89F-E7EB85904D3A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42D36-8605-4790-AF9E-62C1D973FAD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570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626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634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302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876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09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1630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1783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303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2010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8632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09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29069-2240-4358-9C35-99F8413EC972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9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3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29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8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39.wmf"/><Relationship Id="rId3" Type="http://schemas.openxmlformats.org/officeDocument/2006/relationships/oleObject" Target="../embeddings/oleObject31.bin"/><Relationship Id="rId21" Type="http://schemas.openxmlformats.org/officeDocument/2006/relationships/oleObject" Target="../embeddings/oleObject40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38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8.wmf"/><Relationship Id="rId20" Type="http://schemas.openxmlformats.org/officeDocument/2006/relationships/image" Target="../media/image40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39.bin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37.wmf"/><Relationship Id="rId22" Type="http://schemas.openxmlformats.org/officeDocument/2006/relationships/image" Target="../media/image4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46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39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4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53.bin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59.bin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57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5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65.bin"/><Relationship Id="rId18" Type="http://schemas.openxmlformats.org/officeDocument/2006/relationships/image" Target="../media/image66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6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65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6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73.bin"/><Relationship Id="rId18" Type="http://schemas.openxmlformats.org/officeDocument/2006/relationships/image" Target="../media/image73.wmf"/><Relationship Id="rId3" Type="http://schemas.openxmlformats.org/officeDocument/2006/relationships/oleObject" Target="../embeddings/oleObject68.bin"/><Relationship Id="rId21" Type="http://schemas.openxmlformats.org/officeDocument/2006/relationships/oleObject" Target="../embeddings/oleObject77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75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72.wmf"/><Relationship Id="rId20" Type="http://schemas.openxmlformats.org/officeDocument/2006/relationships/image" Target="../media/image74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5" Type="http://schemas.openxmlformats.org/officeDocument/2006/relationships/oleObject" Target="../embeddings/oleObject74.bin"/><Relationship Id="rId10" Type="http://schemas.openxmlformats.org/officeDocument/2006/relationships/image" Target="../media/image69.wmf"/><Relationship Id="rId19" Type="http://schemas.openxmlformats.org/officeDocument/2006/relationships/oleObject" Target="../embeddings/oleObject76.bin"/><Relationship Id="rId4" Type="http://schemas.openxmlformats.org/officeDocument/2006/relationships/image" Target="../media/image66.w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71.wmf"/><Relationship Id="rId22" Type="http://schemas.openxmlformats.org/officeDocument/2006/relationships/image" Target="../media/image7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83.bin"/><Relationship Id="rId18" Type="http://schemas.openxmlformats.org/officeDocument/2006/relationships/image" Target="../media/image83.wmf"/><Relationship Id="rId26" Type="http://schemas.openxmlformats.org/officeDocument/2006/relationships/image" Target="../media/image87.wmf"/><Relationship Id="rId3" Type="http://schemas.openxmlformats.org/officeDocument/2006/relationships/oleObject" Target="../embeddings/oleObject78.bin"/><Relationship Id="rId21" Type="http://schemas.openxmlformats.org/officeDocument/2006/relationships/oleObject" Target="../embeddings/oleObject87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0.wmf"/><Relationship Id="rId17" Type="http://schemas.openxmlformats.org/officeDocument/2006/relationships/oleObject" Target="../embeddings/oleObject85.bin"/><Relationship Id="rId25" Type="http://schemas.openxmlformats.org/officeDocument/2006/relationships/oleObject" Target="../embeddings/oleObject8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82.wmf"/><Relationship Id="rId20" Type="http://schemas.openxmlformats.org/officeDocument/2006/relationships/image" Target="../media/image84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82.bin"/><Relationship Id="rId24" Type="http://schemas.openxmlformats.org/officeDocument/2006/relationships/image" Target="../media/image86.wmf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23" Type="http://schemas.openxmlformats.org/officeDocument/2006/relationships/oleObject" Target="../embeddings/oleObject88.bin"/><Relationship Id="rId10" Type="http://schemas.openxmlformats.org/officeDocument/2006/relationships/image" Target="../media/image79.wmf"/><Relationship Id="rId19" Type="http://schemas.openxmlformats.org/officeDocument/2006/relationships/oleObject" Target="../embeddings/oleObject86.bin"/><Relationship Id="rId4" Type="http://schemas.openxmlformats.org/officeDocument/2006/relationships/image" Target="../media/image76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81.wmf"/><Relationship Id="rId22" Type="http://schemas.openxmlformats.org/officeDocument/2006/relationships/image" Target="../media/image8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95.bin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67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92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6.bin"/><Relationship Id="rId10" Type="http://schemas.openxmlformats.org/officeDocument/2006/relationships/image" Target="../media/image90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9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13" Type="http://schemas.openxmlformats.org/officeDocument/2006/relationships/oleObject" Target="../embeddings/oleObject102.bin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96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0" Type="http://schemas.openxmlformats.org/officeDocument/2006/relationships/image" Target="../media/image9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9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oleObject" Target="../embeddings/oleObject108.bin"/><Relationship Id="rId18" Type="http://schemas.openxmlformats.org/officeDocument/2006/relationships/image" Target="../media/image105.wmf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102.wmf"/><Relationship Id="rId17" Type="http://schemas.openxmlformats.org/officeDocument/2006/relationships/oleObject" Target="../embeddings/oleObject11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04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09.bin"/><Relationship Id="rId10" Type="http://schemas.openxmlformats.org/officeDocument/2006/relationships/image" Target="../media/image101.wmf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10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13.wmf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10.wmf"/><Relationship Id="rId17" Type="http://schemas.openxmlformats.org/officeDocument/2006/relationships/oleObject" Target="../embeddings/oleObject118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12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09.wmf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11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124.bin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16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18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123.bin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10" Type="http://schemas.openxmlformats.org/officeDocument/2006/relationships/image" Target="../media/image115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11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118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32.bin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2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31.bin"/><Relationship Id="rId5" Type="http://schemas.openxmlformats.org/officeDocument/2006/relationships/oleObject" Target="../embeddings/oleObject128.bin"/><Relationship Id="rId10" Type="http://schemas.openxmlformats.org/officeDocument/2006/relationships/image" Target="../media/image123.wmf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115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2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0" Type="http://schemas.openxmlformats.org/officeDocument/2006/relationships/image" Target="../media/image128.wmf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36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39.bin"/><Relationship Id="rId10" Type="http://schemas.openxmlformats.org/officeDocument/2006/relationships/image" Target="../media/image133.wmf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14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oleObject" Target="../embeddings/oleObject147.bin"/><Relationship Id="rId18" Type="http://schemas.openxmlformats.org/officeDocument/2006/relationships/image" Target="../media/image141.wmf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38.wmf"/><Relationship Id="rId17" Type="http://schemas.openxmlformats.org/officeDocument/2006/relationships/oleObject" Target="../embeddings/oleObject14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40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35.w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48.bin"/><Relationship Id="rId10" Type="http://schemas.openxmlformats.org/officeDocument/2006/relationships/image" Target="../media/image137.wmf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39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51.bin"/><Relationship Id="rId10" Type="http://schemas.openxmlformats.org/officeDocument/2006/relationships/image" Target="../media/image145.wmf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153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59.bin"/><Relationship Id="rId18" Type="http://schemas.openxmlformats.org/officeDocument/2006/relationships/image" Target="../media/image153.wmf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50.wmf"/><Relationship Id="rId17" Type="http://schemas.openxmlformats.org/officeDocument/2006/relationships/oleObject" Target="../embeddings/oleObject161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52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5.bin"/><Relationship Id="rId15" Type="http://schemas.openxmlformats.org/officeDocument/2006/relationships/oleObject" Target="../embeddings/oleObject160.bin"/><Relationship Id="rId10" Type="http://schemas.openxmlformats.org/officeDocument/2006/relationships/image" Target="../media/image149.wmf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57.bin"/><Relationship Id="rId14" Type="http://schemas.openxmlformats.org/officeDocument/2006/relationships/image" Target="../media/image15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67.bin"/><Relationship Id="rId18" Type="http://schemas.openxmlformats.org/officeDocument/2006/relationships/image" Target="../media/image161.wmf"/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4.bin"/><Relationship Id="rId12" Type="http://schemas.openxmlformats.org/officeDocument/2006/relationships/image" Target="../media/image158.wmf"/><Relationship Id="rId17" Type="http://schemas.openxmlformats.org/officeDocument/2006/relationships/oleObject" Target="../embeddings/oleObject16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60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66.bin"/><Relationship Id="rId5" Type="http://schemas.openxmlformats.org/officeDocument/2006/relationships/oleObject" Target="../embeddings/oleObject163.bin"/><Relationship Id="rId15" Type="http://schemas.openxmlformats.org/officeDocument/2006/relationships/oleObject" Target="../embeddings/oleObject168.bin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65.bin"/><Relationship Id="rId14" Type="http://schemas.openxmlformats.org/officeDocument/2006/relationships/image" Target="../media/image15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175.bin"/><Relationship Id="rId18" Type="http://schemas.openxmlformats.org/officeDocument/2006/relationships/image" Target="../media/image148.wmf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166.wmf"/><Relationship Id="rId17" Type="http://schemas.openxmlformats.org/officeDocument/2006/relationships/oleObject" Target="../embeddings/oleObject17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68.wmf"/><Relationship Id="rId20" Type="http://schemas.openxmlformats.org/officeDocument/2006/relationships/image" Target="../media/image169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74.bin"/><Relationship Id="rId5" Type="http://schemas.openxmlformats.org/officeDocument/2006/relationships/oleObject" Target="../embeddings/oleObject171.bin"/><Relationship Id="rId15" Type="http://schemas.openxmlformats.org/officeDocument/2006/relationships/oleObject" Target="../embeddings/oleObject176.bin"/><Relationship Id="rId10" Type="http://schemas.openxmlformats.org/officeDocument/2006/relationships/image" Target="../media/image165.wmf"/><Relationship Id="rId19" Type="http://schemas.openxmlformats.org/officeDocument/2006/relationships/oleObject" Target="../embeddings/oleObject178.bin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173.bin"/><Relationship Id="rId14" Type="http://schemas.openxmlformats.org/officeDocument/2006/relationships/image" Target="../media/image167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13" Type="http://schemas.openxmlformats.org/officeDocument/2006/relationships/oleObject" Target="../embeddings/oleObject184.bin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74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76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71.w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85.bin"/><Relationship Id="rId10" Type="http://schemas.openxmlformats.org/officeDocument/2006/relationships/image" Target="../media/image173.wmf"/><Relationship Id="rId4" Type="http://schemas.openxmlformats.org/officeDocument/2006/relationships/image" Target="../media/image170.w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17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oleObject" Target="../embeddings/oleObject191.bin"/><Relationship Id="rId3" Type="http://schemas.openxmlformats.org/officeDocument/2006/relationships/oleObject" Target="../embeddings/oleObject186.bin"/><Relationship Id="rId7" Type="http://schemas.openxmlformats.org/officeDocument/2006/relationships/oleObject" Target="../embeddings/oleObject188.bin"/><Relationship Id="rId12" Type="http://schemas.openxmlformats.org/officeDocument/2006/relationships/image" Target="../media/image181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83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78.wmf"/><Relationship Id="rId11" Type="http://schemas.openxmlformats.org/officeDocument/2006/relationships/oleObject" Target="../embeddings/oleObject190.bin"/><Relationship Id="rId5" Type="http://schemas.openxmlformats.org/officeDocument/2006/relationships/oleObject" Target="../embeddings/oleObject187.bin"/><Relationship Id="rId15" Type="http://schemas.openxmlformats.org/officeDocument/2006/relationships/oleObject" Target="../embeddings/oleObject192.bin"/><Relationship Id="rId10" Type="http://schemas.openxmlformats.org/officeDocument/2006/relationships/image" Target="../media/image180.wmf"/><Relationship Id="rId4" Type="http://schemas.openxmlformats.org/officeDocument/2006/relationships/image" Target="../media/image177.wmf"/><Relationship Id="rId9" Type="http://schemas.openxmlformats.org/officeDocument/2006/relationships/oleObject" Target="../embeddings/oleObject189.bin"/><Relationship Id="rId14" Type="http://schemas.openxmlformats.org/officeDocument/2006/relationships/image" Target="../media/image182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oleObject" Target="../embeddings/oleObject193.bin"/><Relationship Id="rId7" Type="http://schemas.openxmlformats.org/officeDocument/2006/relationships/oleObject" Target="../embeddings/oleObject19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85.wmf"/><Relationship Id="rId5" Type="http://schemas.openxmlformats.org/officeDocument/2006/relationships/oleObject" Target="../embeddings/oleObject194.bin"/><Relationship Id="rId10" Type="http://schemas.openxmlformats.org/officeDocument/2006/relationships/image" Target="../media/image183.wmf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192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13" Type="http://schemas.openxmlformats.org/officeDocument/2006/relationships/oleObject" Target="../embeddings/oleObject201.bin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198.bin"/><Relationship Id="rId12" Type="http://schemas.openxmlformats.org/officeDocument/2006/relationships/image" Target="../media/image191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93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88.wmf"/><Relationship Id="rId11" Type="http://schemas.openxmlformats.org/officeDocument/2006/relationships/oleObject" Target="../embeddings/oleObject200.bin"/><Relationship Id="rId5" Type="http://schemas.openxmlformats.org/officeDocument/2006/relationships/oleObject" Target="../embeddings/oleObject197.bin"/><Relationship Id="rId15" Type="http://schemas.openxmlformats.org/officeDocument/2006/relationships/oleObject" Target="../embeddings/oleObject202.bin"/><Relationship Id="rId10" Type="http://schemas.openxmlformats.org/officeDocument/2006/relationships/image" Target="../media/image190.wmf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192.wmf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8.bin"/><Relationship Id="rId18" Type="http://schemas.openxmlformats.org/officeDocument/2006/relationships/image" Target="../media/image201.wmf"/><Relationship Id="rId26" Type="http://schemas.openxmlformats.org/officeDocument/2006/relationships/image" Target="../media/image205.wmf"/><Relationship Id="rId3" Type="http://schemas.openxmlformats.org/officeDocument/2006/relationships/oleObject" Target="../embeddings/oleObject203.bin"/><Relationship Id="rId21" Type="http://schemas.openxmlformats.org/officeDocument/2006/relationships/oleObject" Target="../embeddings/oleObject212.bin"/><Relationship Id="rId34" Type="http://schemas.openxmlformats.org/officeDocument/2006/relationships/image" Target="../media/image209.wmf"/><Relationship Id="rId7" Type="http://schemas.openxmlformats.org/officeDocument/2006/relationships/oleObject" Target="../embeddings/oleObject205.bin"/><Relationship Id="rId12" Type="http://schemas.openxmlformats.org/officeDocument/2006/relationships/image" Target="../media/image198.wmf"/><Relationship Id="rId17" Type="http://schemas.openxmlformats.org/officeDocument/2006/relationships/oleObject" Target="../embeddings/oleObject210.bin"/><Relationship Id="rId25" Type="http://schemas.openxmlformats.org/officeDocument/2006/relationships/oleObject" Target="../embeddings/oleObject214.bin"/><Relationship Id="rId33" Type="http://schemas.openxmlformats.org/officeDocument/2006/relationships/oleObject" Target="../embeddings/oleObject218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00.wmf"/><Relationship Id="rId20" Type="http://schemas.openxmlformats.org/officeDocument/2006/relationships/image" Target="../media/image202.wmf"/><Relationship Id="rId29" Type="http://schemas.openxmlformats.org/officeDocument/2006/relationships/oleObject" Target="../embeddings/oleObject216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95.wmf"/><Relationship Id="rId11" Type="http://schemas.openxmlformats.org/officeDocument/2006/relationships/oleObject" Target="../embeddings/oleObject207.bin"/><Relationship Id="rId24" Type="http://schemas.openxmlformats.org/officeDocument/2006/relationships/image" Target="../media/image204.wmf"/><Relationship Id="rId32" Type="http://schemas.openxmlformats.org/officeDocument/2006/relationships/image" Target="../media/image208.wmf"/><Relationship Id="rId5" Type="http://schemas.openxmlformats.org/officeDocument/2006/relationships/oleObject" Target="../embeddings/oleObject204.bin"/><Relationship Id="rId15" Type="http://schemas.openxmlformats.org/officeDocument/2006/relationships/oleObject" Target="../embeddings/oleObject209.bin"/><Relationship Id="rId23" Type="http://schemas.openxmlformats.org/officeDocument/2006/relationships/oleObject" Target="../embeddings/oleObject213.bin"/><Relationship Id="rId28" Type="http://schemas.openxmlformats.org/officeDocument/2006/relationships/image" Target="../media/image206.wmf"/><Relationship Id="rId10" Type="http://schemas.openxmlformats.org/officeDocument/2006/relationships/image" Target="../media/image197.wmf"/><Relationship Id="rId19" Type="http://schemas.openxmlformats.org/officeDocument/2006/relationships/oleObject" Target="../embeddings/oleObject211.bin"/><Relationship Id="rId31" Type="http://schemas.openxmlformats.org/officeDocument/2006/relationships/oleObject" Target="../embeddings/oleObject217.bin"/><Relationship Id="rId4" Type="http://schemas.openxmlformats.org/officeDocument/2006/relationships/image" Target="../media/image194.wmf"/><Relationship Id="rId9" Type="http://schemas.openxmlformats.org/officeDocument/2006/relationships/oleObject" Target="../embeddings/oleObject206.bin"/><Relationship Id="rId14" Type="http://schemas.openxmlformats.org/officeDocument/2006/relationships/image" Target="../media/image199.wmf"/><Relationship Id="rId22" Type="http://schemas.openxmlformats.org/officeDocument/2006/relationships/image" Target="../media/image203.wmf"/><Relationship Id="rId27" Type="http://schemas.openxmlformats.org/officeDocument/2006/relationships/oleObject" Target="../embeddings/oleObject215.bin"/><Relationship Id="rId30" Type="http://schemas.openxmlformats.org/officeDocument/2006/relationships/image" Target="../media/image207.wmf"/><Relationship Id="rId8" Type="http://schemas.openxmlformats.org/officeDocument/2006/relationships/image" Target="../media/image196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13" Type="http://schemas.openxmlformats.org/officeDocument/2006/relationships/oleObject" Target="../embeddings/oleObject224.bin"/><Relationship Id="rId18" Type="http://schemas.openxmlformats.org/officeDocument/2006/relationships/image" Target="../media/image217.wmf"/><Relationship Id="rId3" Type="http://schemas.openxmlformats.org/officeDocument/2006/relationships/oleObject" Target="../embeddings/oleObject219.bin"/><Relationship Id="rId21" Type="http://schemas.openxmlformats.org/officeDocument/2006/relationships/oleObject" Target="../embeddings/oleObject228.bin"/><Relationship Id="rId7" Type="http://schemas.openxmlformats.org/officeDocument/2006/relationships/oleObject" Target="../embeddings/oleObject221.bin"/><Relationship Id="rId12" Type="http://schemas.openxmlformats.org/officeDocument/2006/relationships/image" Target="../media/image214.wmf"/><Relationship Id="rId17" Type="http://schemas.openxmlformats.org/officeDocument/2006/relationships/oleObject" Target="../embeddings/oleObject226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16.wmf"/><Relationship Id="rId20" Type="http://schemas.openxmlformats.org/officeDocument/2006/relationships/image" Target="../media/image218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11.wmf"/><Relationship Id="rId11" Type="http://schemas.openxmlformats.org/officeDocument/2006/relationships/oleObject" Target="../embeddings/oleObject223.bin"/><Relationship Id="rId5" Type="http://schemas.openxmlformats.org/officeDocument/2006/relationships/oleObject" Target="../embeddings/oleObject220.bin"/><Relationship Id="rId15" Type="http://schemas.openxmlformats.org/officeDocument/2006/relationships/oleObject" Target="../embeddings/oleObject225.bin"/><Relationship Id="rId10" Type="http://schemas.openxmlformats.org/officeDocument/2006/relationships/image" Target="../media/image213.wmf"/><Relationship Id="rId19" Type="http://schemas.openxmlformats.org/officeDocument/2006/relationships/oleObject" Target="../embeddings/oleObject227.bin"/><Relationship Id="rId4" Type="http://schemas.openxmlformats.org/officeDocument/2006/relationships/image" Target="../media/image210.wmf"/><Relationship Id="rId9" Type="http://schemas.openxmlformats.org/officeDocument/2006/relationships/oleObject" Target="../embeddings/oleObject222.bin"/><Relationship Id="rId14" Type="http://schemas.openxmlformats.org/officeDocument/2006/relationships/image" Target="../media/image215.wmf"/><Relationship Id="rId22" Type="http://schemas.openxmlformats.org/officeDocument/2006/relationships/image" Target="../media/image219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13" Type="http://schemas.openxmlformats.org/officeDocument/2006/relationships/oleObject" Target="../embeddings/oleObject234.bin"/><Relationship Id="rId3" Type="http://schemas.openxmlformats.org/officeDocument/2006/relationships/oleObject" Target="../embeddings/oleObject229.bin"/><Relationship Id="rId7" Type="http://schemas.openxmlformats.org/officeDocument/2006/relationships/oleObject" Target="../embeddings/oleObject231.bin"/><Relationship Id="rId12" Type="http://schemas.openxmlformats.org/officeDocument/2006/relationships/image" Target="../media/image223.wmf"/><Relationship Id="rId17" Type="http://schemas.openxmlformats.org/officeDocument/2006/relationships/image" Target="../media/image225.wmf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236.bin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13.wmf"/><Relationship Id="rId11" Type="http://schemas.openxmlformats.org/officeDocument/2006/relationships/oleObject" Target="../embeddings/oleObject233.bin"/><Relationship Id="rId5" Type="http://schemas.openxmlformats.org/officeDocument/2006/relationships/oleObject" Target="../embeddings/oleObject230.bin"/><Relationship Id="rId15" Type="http://schemas.openxmlformats.org/officeDocument/2006/relationships/oleObject" Target="../embeddings/oleObject235.bin"/><Relationship Id="rId10" Type="http://schemas.openxmlformats.org/officeDocument/2006/relationships/image" Target="../media/image222.wmf"/><Relationship Id="rId4" Type="http://schemas.openxmlformats.org/officeDocument/2006/relationships/image" Target="../media/image220.wmf"/><Relationship Id="rId9" Type="http://schemas.openxmlformats.org/officeDocument/2006/relationships/oleObject" Target="../embeddings/oleObject232.bin"/><Relationship Id="rId14" Type="http://schemas.openxmlformats.org/officeDocument/2006/relationships/image" Target="../media/image224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oleObject" Target="../embeddings/oleObject237.bin"/><Relationship Id="rId7" Type="http://schemas.openxmlformats.org/officeDocument/2006/relationships/oleObject" Target="../embeddings/oleObject23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24.wmf"/><Relationship Id="rId5" Type="http://schemas.openxmlformats.org/officeDocument/2006/relationships/oleObject" Target="../embeddings/oleObject238.bin"/><Relationship Id="rId4" Type="http://schemas.openxmlformats.org/officeDocument/2006/relationships/image" Target="../media/image226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240.bin"/><Relationship Id="rId7" Type="http://schemas.openxmlformats.org/officeDocument/2006/relationships/oleObject" Target="../embeddings/oleObject242.bin"/><Relationship Id="rId12" Type="http://schemas.openxmlformats.org/officeDocument/2006/relationships/image" Target="../media/image22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28.wmf"/><Relationship Id="rId11" Type="http://schemas.openxmlformats.org/officeDocument/2006/relationships/oleObject" Target="../embeddings/oleObject244.bin"/><Relationship Id="rId5" Type="http://schemas.openxmlformats.org/officeDocument/2006/relationships/oleObject" Target="../embeddings/oleObject241.bin"/><Relationship Id="rId10" Type="http://schemas.openxmlformats.org/officeDocument/2006/relationships/image" Target="../media/image177.wmf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243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FC95C00-4339-41AC-BAB2-E349390BE417}"/>
              </a:ext>
            </a:extLst>
          </p:cNvPr>
          <p:cNvSpPr txBox="1">
            <a:spLocks/>
          </p:cNvSpPr>
          <p:nvPr/>
        </p:nvSpPr>
        <p:spPr>
          <a:xfrm>
            <a:off x="685800" y="1275606"/>
            <a:ext cx="7772400" cy="11017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第七章  微分方程及其应用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D1C35711-CCD3-4677-9FE0-E215760AEE4B}"/>
              </a:ext>
            </a:extLst>
          </p:cNvPr>
          <p:cNvSpPr txBox="1">
            <a:spLocks/>
          </p:cNvSpPr>
          <p:nvPr/>
        </p:nvSpPr>
        <p:spPr>
          <a:xfrm>
            <a:off x="1331640" y="2715766"/>
            <a:ext cx="6264696" cy="5040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/>
                </a:solidFill>
                <a:latin typeface="+mn-ea"/>
                <a:cs typeface="微软雅黑" panose="020B0503020204020204" charset="-122"/>
              </a:rPr>
              <a:t>第五节  可降阶的高阶微分方程</a:t>
            </a:r>
          </a:p>
        </p:txBody>
      </p:sp>
    </p:spTree>
    <p:extLst>
      <p:ext uri="{BB962C8B-B14F-4D97-AF65-F5344CB8AC3E}">
        <p14:creationId xmlns:p14="http://schemas.microsoft.com/office/powerpoint/2010/main" val="368812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ECA740-1F6C-445F-9B7D-2421CCE410BC}"/>
              </a:ext>
            </a:extLst>
          </p:cNvPr>
          <p:cNvSpPr/>
          <p:nvPr/>
        </p:nvSpPr>
        <p:spPr>
          <a:xfrm>
            <a:off x="2915816" y="555526"/>
            <a:ext cx="351687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温故而知新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230F72-D18A-4F53-AE35-8A561C35E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563638"/>
            <a:ext cx="301942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51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A43452D-81E0-4E6A-B617-521F228D351D}"/>
              </a:ext>
            </a:extLst>
          </p:cNvPr>
          <p:cNvSpPr/>
          <p:nvPr/>
        </p:nvSpPr>
        <p:spPr>
          <a:xfrm>
            <a:off x="827584" y="339502"/>
            <a:ext cx="26642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一阶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显式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微分方程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A207A97-EF3C-4C49-91D7-9092CBB7EC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91848"/>
              </p:ext>
            </p:extLst>
          </p:nvPr>
        </p:nvGraphicFramePr>
        <p:xfrm>
          <a:off x="3491880" y="202034"/>
          <a:ext cx="1549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95" name="Equation" r:id="rId3" imgW="1549080" imgH="736560" progId="Equation.DSMT4">
                  <p:embed/>
                </p:oleObj>
              </mc:Choice>
              <mc:Fallback>
                <p:oleObj name="Equation" r:id="rId3" imgW="15490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91880" y="202034"/>
                        <a:ext cx="1549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9">
            <a:extLst>
              <a:ext uri="{FF2B5EF4-FFF2-40B4-BE49-F238E27FC236}">
                <a16:creationId xmlns:a16="http://schemas.microsoft.com/office/drawing/2014/main" id="{981D33FE-3F2B-4447-ACAC-33045253BC63}"/>
              </a:ext>
            </a:extLst>
          </p:cNvPr>
          <p:cNvSpPr txBox="1"/>
          <p:nvPr/>
        </p:nvSpPr>
        <p:spPr>
          <a:xfrm>
            <a:off x="5004048" y="331079"/>
            <a:ext cx="3702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几种标准类型及其解法：</a:t>
            </a:r>
          </a:p>
        </p:txBody>
      </p:sp>
      <p:sp>
        <p:nvSpPr>
          <p:cNvPr id="5" name="文本框 9">
            <a:extLst>
              <a:ext uri="{FF2B5EF4-FFF2-40B4-BE49-F238E27FC236}">
                <a16:creationId xmlns:a16="http://schemas.microsoft.com/office/drawing/2014/main" id="{BF39F6C4-CA8B-4098-B58C-AE1C964A684D}"/>
              </a:ext>
            </a:extLst>
          </p:cNvPr>
          <p:cNvSpPr txBox="1"/>
          <p:nvPr/>
        </p:nvSpPr>
        <p:spPr>
          <a:xfrm>
            <a:off x="5851369" y="1467579"/>
            <a:ext cx="2664296" cy="400110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分离变量且两边积分；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52D7034-7183-4769-A875-1A56F3E021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95528"/>
              </p:ext>
            </p:extLst>
          </p:nvPr>
        </p:nvGraphicFramePr>
        <p:xfrm>
          <a:off x="1025694" y="1347614"/>
          <a:ext cx="1993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96" name="Equation" r:id="rId5" imgW="1993680" imgH="609480" progId="Equation.DSMT4">
                  <p:embed/>
                </p:oleObj>
              </mc:Choice>
              <mc:Fallback>
                <p:oleObj name="Equation" r:id="rId5" imgW="1993680" imgH="6094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1705777-AEB9-4A88-A5CC-A79719AD8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694" y="1347614"/>
                        <a:ext cx="19939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9">
            <a:extLst>
              <a:ext uri="{FF2B5EF4-FFF2-40B4-BE49-F238E27FC236}">
                <a16:creationId xmlns:a16="http://schemas.microsoft.com/office/drawing/2014/main" id="{A0C63C64-E8F0-4C8D-A151-E781F635ED8C}"/>
              </a:ext>
            </a:extLst>
          </p:cNvPr>
          <p:cNvSpPr txBox="1"/>
          <p:nvPr/>
        </p:nvSpPr>
        <p:spPr>
          <a:xfrm>
            <a:off x="3301036" y="1445990"/>
            <a:ext cx="1442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分离变量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4B27645-DCBF-44D7-A504-C06C5C9F11D6}"/>
              </a:ext>
            </a:extLst>
          </p:cNvPr>
          <p:cNvCxnSpPr>
            <a:cxnSpLocks/>
          </p:cNvCxnSpPr>
          <p:nvPr/>
        </p:nvCxnSpPr>
        <p:spPr>
          <a:xfrm>
            <a:off x="4687969" y="1703489"/>
            <a:ext cx="922428" cy="1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arrow"/>
          </a:ln>
          <a:effectLst/>
        </p:spPr>
      </p:cxn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F56E26D-B206-472B-BC0F-055CF88AF4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742425"/>
              </p:ext>
            </p:extLst>
          </p:nvPr>
        </p:nvGraphicFramePr>
        <p:xfrm>
          <a:off x="960606" y="2363614"/>
          <a:ext cx="1701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97" name="Equation" r:id="rId7" imgW="1701720" imgH="685800" progId="Equation.DSMT4">
                  <p:embed/>
                </p:oleObj>
              </mc:Choice>
              <mc:Fallback>
                <p:oleObj name="Equation" r:id="rId7" imgW="1701720" imgH="6858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93DB5379-7E7F-4BB6-AFC1-A2D803B10F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606" y="2363614"/>
                        <a:ext cx="1701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F53C4E78-1666-4EB9-B432-3F40EEE364D2}"/>
              </a:ext>
            </a:extLst>
          </p:cNvPr>
          <p:cNvSpPr txBox="1"/>
          <p:nvPr/>
        </p:nvSpPr>
        <p:spPr>
          <a:xfrm>
            <a:off x="3403238" y="2614804"/>
            <a:ext cx="18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齐次方程</a:t>
            </a:r>
          </a:p>
        </p:txBody>
      </p:sp>
      <p:sp>
        <p:nvSpPr>
          <p:cNvPr id="11" name="文本框 9">
            <a:extLst>
              <a:ext uri="{FF2B5EF4-FFF2-40B4-BE49-F238E27FC236}">
                <a16:creationId xmlns:a16="http://schemas.microsoft.com/office/drawing/2014/main" id="{57391BB7-D5C5-4B87-B5F7-340D48E449E9}"/>
              </a:ext>
            </a:extLst>
          </p:cNvPr>
          <p:cNvSpPr txBox="1"/>
          <p:nvPr/>
        </p:nvSpPr>
        <p:spPr>
          <a:xfrm>
            <a:off x="5799892" y="2627405"/>
            <a:ext cx="2875664" cy="400110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化为可分分离变量方程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5B02BEB-E616-4DDD-B4EC-5D9639E164C9}"/>
              </a:ext>
            </a:extLst>
          </p:cNvPr>
          <p:cNvGrpSpPr/>
          <p:nvPr/>
        </p:nvGrpSpPr>
        <p:grpSpPr>
          <a:xfrm>
            <a:off x="4642865" y="2242450"/>
            <a:ext cx="936104" cy="643040"/>
            <a:chOff x="4917449" y="3391848"/>
            <a:chExt cx="936104" cy="643040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938A310B-720F-4DF7-8A8B-5EA5A037429E}"/>
                </a:ext>
              </a:extLst>
            </p:cNvPr>
            <p:cNvCxnSpPr/>
            <p:nvPr/>
          </p:nvCxnSpPr>
          <p:spPr>
            <a:xfrm flipV="1">
              <a:off x="4917449" y="4034887"/>
              <a:ext cx="936104" cy="1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tailEnd type="arrow"/>
            </a:ln>
            <a:effectLst/>
          </p:spPr>
        </p:cxn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55761267-961C-4358-90A4-559C48E5FA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7328831"/>
                </p:ext>
              </p:extLst>
            </p:nvPr>
          </p:nvGraphicFramePr>
          <p:xfrm>
            <a:off x="5080701" y="3391848"/>
            <a:ext cx="6096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98" name="Equation" r:id="rId9" imgW="609480" imgH="609480" progId="Equation.DSMT4">
                    <p:embed/>
                  </p:oleObj>
                </mc:Choice>
                <mc:Fallback>
                  <p:oleObj name="Equation" r:id="rId9" imgW="609480" imgH="60948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518AF14E-FBD7-491C-B5A2-EEFE48B705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0701" y="3391848"/>
                          <a:ext cx="609600" cy="609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E11B7EB-4EE1-4CA4-B8CA-2E590EC162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226149"/>
              </p:ext>
            </p:extLst>
          </p:nvPr>
        </p:nvGraphicFramePr>
        <p:xfrm>
          <a:off x="1000294" y="3503439"/>
          <a:ext cx="2451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99" name="Equation" r:id="rId11" imgW="2450880" imgH="609480" progId="Equation.DSMT4">
                  <p:embed/>
                </p:oleObj>
              </mc:Choice>
              <mc:Fallback>
                <p:oleObj name="Equation" r:id="rId11" imgW="2450880" imgH="6094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5633F870-F21F-43BC-8C66-1C0530E212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294" y="3503439"/>
                        <a:ext cx="2451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9">
            <a:extLst>
              <a:ext uri="{FF2B5EF4-FFF2-40B4-BE49-F238E27FC236}">
                <a16:creationId xmlns:a16="http://schemas.microsoft.com/office/drawing/2014/main" id="{7C2F2DA7-4C39-450D-922F-FCECACDC1CD0}"/>
              </a:ext>
            </a:extLst>
          </p:cNvPr>
          <p:cNvSpPr txBox="1"/>
          <p:nvPr/>
        </p:nvSpPr>
        <p:spPr>
          <a:xfrm>
            <a:off x="3450084" y="3501628"/>
            <a:ext cx="18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一阶线性非</a:t>
            </a:r>
            <a:endParaRPr lang="en-US" altLang="zh-CN" sz="20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齐次方程</a:t>
            </a:r>
          </a:p>
        </p:txBody>
      </p:sp>
      <p:sp>
        <p:nvSpPr>
          <p:cNvPr id="17" name="文本框 9">
            <a:extLst>
              <a:ext uri="{FF2B5EF4-FFF2-40B4-BE49-F238E27FC236}">
                <a16:creationId xmlns:a16="http://schemas.microsoft.com/office/drawing/2014/main" id="{1C2EC1DD-F2E3-41F2-B03E-A91A69885626}"/>
              </a:ext>
            </a:extLst>
          </p:cNvPr>
          <p:cNvSpPr txBox="1"/>
          <p:nvPr/>
        </p:nvSpPr>
        <p:spPr>
          <a:xfrm>
            <a:off x="5827076" y="3387121"/>
            <a:ext cx="1944216" cy="1015663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常数变易法，</a:t>
            </a:r>
            <a:endParaRPr lang="en-US" altLang="zh-CN" sz="20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通解公式，</a:t>
            </a:r>
            <a:endParaRPr lang="en-US" altLang="zh-CN" sz="20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凑微分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869F932-10B6-477C-8D56-86E38893D4B3}"/>
              </a:ext>
            </a:extLst>
          </p:cNvPr>
          <p:cNvCxnSpPr/>
          <p:nvPr/>
        </p:nvCxnSpPr>
        <p:spPr>
          <a:xfrm flipV="1">
            <a:off x="4788104" y="3855571"/>
            <a:ext cx="936104" cy="1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896246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657E893-D1B0-4400-9677-8FD266DB1660}"/>
              </a:ext>
            </a:extLst>
          </p:cNvPr>
          <p:cNvGrpSpPr/>
          <p:nvPr/>
        </p:nvGrpSpPr>
        <p:grpSpPr>
          <a:xfrm>
            <a:off x="2039788" y="684631"/>
            <a:ext cx="4209576" cy="736600"/>
            <a:chOff x="2600449" y="3768269"/>
            <a:chExt cx="4209576" cy="736600"/>
          </a:xfrm>
        </p:grpSpPr>
        <p:graphicFrame>
          <p:nvGraphicFramePr>
            <p:cNvPr id="3" name="Object 24">
              <a:extLst>
                <a:ext uri="{FF2B5EF4-FFF2-40B4-BE49-F238E27FC236}">
                  <a16:creationId xmlns:a16="http://schemas.microsoft.com/office/drawing/2014/main" id="{80B149DD-90FA-4A10-AF0D-5D5F869E61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3511822"/>
                </p:ext>
              </p:extLst>
            </p:nvPr>
          </p:nvGraphicFramePr>
          <p:xfrm>
            <a:off x="2600449" y="3768269"/>
            <a:ext cx="1930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810" name="Equation" r:id="rId3" imgW="1930320" imgH="736560" progId="Equation.DSMT4">
                    <p:embed/>
                  </p:oleObj>
                </mc:Choice>
                <mc:Fallback>
                  <p:oleObj name="Equation" r:id="rId3" imgW="1930320" imgH="736560" progId="Equation.DSMT4">
                    <p:embed/>
                    <p:pic>
                      <p:nvPicPr>
                        <p:cNvPr id="3" name="Object 24">
                          <a:extLst>
                            <a:ext uri="{FF2B5EF4-FFF2-40B4-BE49-F238E27FC236}">
                              <a16:creationId xmlns:a16="http://schemas.microsoft.com/office/drawing/2014/main" id="{EBE58B65-4E9E-4C13-8179-57F33E51730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0449" y="3768269"/>
                          <a:ext cx="19304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26">
              <a:extLst>
                <a:ext uri="{FF2B5EF4-FFF2-40B4-BE49-F238E27FC236}">
                  <a16:creationId xmlns:a16="http://schemas.microsoft.com/office/drawing/2014/main" id="{02CA06D8-4E26-4C35-8405-0C663D6CBEEF}"/>
                </a:ext>
              </a:extLst>
            </p:cNvPr>
            <p:cNvSpPr txBox="1"/>
            <p:nvPr/>
          </p:nvSpPr>
          <p:spPr>
            <a:xfrm>
              <a:off x="6148251" y="3848157"/>
              <a:ext cx="6617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框 22">
            <a:extLst>
              <a:ext uri="{FF2B5EF4-FFF2-40B4-BE49-F238E27FC236}">
                <a16:creationId xmlns:a16="http://schemas.microsoft.com/office/drawing/2014/main" id="{D559EEBA-A47D-4208-96FF-C153E1043C5B}"/>
              </a:ext>
            </a:extLst>
          </p:cNvPr>
          <p:cNvSpPr txBox="1"/>
          <p:nvPr/>
        </p:nvSpPr>
        <p:spPr>
          <a:xfrm>
            <a:off x="683568" y="195486"/>
            <a:ext cx="3597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一阶线性齐次方程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0">
            <a:extLst>
              <a:ext uri="{FF2B5EF4-FFF2-40B4-BE49-F238E27FC236}">
                <a16:creationId xmlns:a16="http://schemas.microsoft.com/office/drawing/2014/main" id="{6C4BA2B7-3382-4375-A63E-05F73E88714D}"/>
              </a:ext>
            </a:extLst>
          </p:cNvPr>
          <p:cNvSpPr txBox="1"/>
          <p:nvPr/>
        </p:nvSpPr>
        <p:spPr>
          <a:xfrm>
            <a:off x="589788" y="1609423"/>
            <a:ext cx="2999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分离变量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3FF2FC9-39CB-4034-8168-E6351D81C37A}"/>
              </a:ext>
            </a:extLst>
          </p:cNvPr>
          <p:cNvGrpSpPr/>
          <p:nvPr/>
        </p:nvGrpSpPr>
        <p:grpSpPr>
          <a:xfrm>
            <a:off x="2147114" y="1492501"/>
            <a:ext cx="3156780" cy="787400"/>
            <a:chOff x="2437861" y="5115749"/>
            <a:chExt cx="3156780" cy="787400"/>
          </a:xfrm>
        </p:grpSpPr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204B69BA-2C39-4E56-9900-8A17D891C5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9222398"/>
                </p:ext>
              </p:extLst>
            </p:nvPr>
          </p:nvGraphicFramePr>
          <p:xfrm>
            <a:off x="2437861" y="5115749"/>
            <a:ext cx="17399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811" name="Equation" r:id="rId5" imgW="1739880" imgH="787320" progId="Equation.DSMT4">
                    <p:embed/>
                  </p:oleObj>
                </mc:Choice>
                <mc:Fallback>
                  <p:oleObj name="Equation" r:id="rId5" imgW="1739880" imgH="787320" progId="Equation.DSMT4">
                    <p:embed/>
                    <p:pic>
                      <p:nvPicPr>
                        <p:cNvPr id="9" name="Object 24">
                          <a:extLst>
                            <a:ext uri="{FF2B5EF4-FFF2-40B4-BE49-F238E27FC236}">
                              <a16:creationId xmlns:a16="http://schemas.microsoft.com/office/drawing/2014/main" id="{B3FC8BF3-5227-4114-A47D-F2CA04174E1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7861" y="5115749"/>
                          <a:ext cx="1739900" cy="787400"/>
                        </a:xfrm>
                        <a:prstGeom prst="rect">
                          <a:avLst/>
                        </a:prstGeom>
                        <a:solidFill>
                          <a:sysClr val="window" lastClr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B2A488E6-52EA-4ED4-8FE7-1FB7D81D21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2055227"/>
                </p:ext>
              </p:extLst>
            </p:nvPr>
          </p:nvGraphicFramePr>
          <p:xfrm>
            <a:off x="4642141" y="5288391"/>
            <a:ext cx="952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812" name="Equation" r:id="rId7" imgW="952200" imgH="342720" progId="Equation.DSMT4">
                    <p:embed/>
                  </p:oleObj>
                </mc:Choice>
                <mc:Fallback>
                  <p:oleObj name="Equation" r:id="rId7" imgW="952200" imgH="342720" progId="Equation.DSMT4">
                    <p:embed/>
                    <p:pic>
                      <p:nvPicPr>
                        <p:cNvPr id="10" name="Object 24">
                          <a:extLst>
                            <a:ext uri="{FF2B5EF4-FFF2-40B4-BE49-F238E27FC236}">
                              <a16:creationId xmlns:a16="http://schemas.microsoft.com/office/drawing/2014/main" id="{2992249E-B15E-4291-8C01-9E1325D9DE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2141" y="5288391"/>
                          <a:ext cx="952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BAB1DE4-683C-41CE-A9DD-EF40F96538D3}"/>
              </a:ext>
            </a:extLst>
          </p:cNvPr>
          <p:cNvGrpSpPr/>
          <p:nvPr/>
        </p:nvGrpSpPr>
        <p:grpSpPr>
          <a:xfrm>
            <a:off x="681348" y="2369580"/>
            <a:ext cx="3063131" cy="787400"/>
            <a:chOff x="103350" y="585122"/>
            <a:chExt cx="3063131" cy="787400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AFC16A9-11D7-44DB-AFE0-F41E03676A45}"/>
                </a:ext>
              </a:extLst>
            </p:cNvPr>
            <p:cNvSpPr txBox="1"/>
            <p:nvPr/>
          </p:nvSpPr>
          <p:spPr>
            <a:xfrm>
              <a:off x="103350" y="726347"/>
              <a:ext cx="15136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积分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BF5F747A-C887-4965-9E1C-752970868E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672120"/>
                </p:ext>
              </p:extLst>
            </p:nvPr>
          </p:nvGraphicFramePr>
          <p:xfrm>
            <a:off x="1020181" y="585122"/>
            <a:ext cx="21463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813" name="Equation" r:id="rId9" imgW="2145960" imgH="787320" progId="Equation.DSMT4">
                    <p:embed/>
                  </p:oleObj>
                </mc:Choice>
                <mc:Fallback>
                  <p:oleObj name="Equation" r:id="rId9" imgW="2145960" imgH="7873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0009894E-AB33-4FED-A564-98CEC8DF8D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181" y="585122"/>
                          <a:ext cx="2146300" cy="787400"/>
                        </a:xfrm>
                        <a:prstGeom prst="rect">
                          <a:avLst/>
                        </a:prstGeom>
                        <a:solidFill>
                          <a:sysClr val="window" lastClr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F4829F3-5954-4D87-A149-E7B1EF8666EC}"/>
              </a:ext>
            </a:extLst>
          </p:cNvPr>
          <p:cNvGrpSpPr/>
          <p:nvPr/>
        </p:nvGrpSpPr>
        <p:grpSpPr>
          <a:xfrm>
            <a:off x="3744479" y="2468085"/>
            <a:ext cx="3628148" cy="508000"/>
            <a:chOff x="3393435" y="2134486"/>
            <a:chExt cx="3628148" cy="508000"/>
          </a:xfrm>
        </p:grpSpPr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450E043D-386F-432C-9AB3-22E3971880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199294"/>
                </p:ext>
              </p:extLst>
            </p:nvPr>
          </p:nvGraphicFramePr>
          <p:xfrm>
            <a:off x="4113283" y="2134486"/>
            <a:ext cx="29083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814" name="Equation" r:id="rId11" imgW="2908080" imgH="507960" progId="Equation.DSMT4">
                    <p:embed/>
                  </p:oleObj>
                </mc:Choice>
                <mc:Fallback>
                  <p:oleObj name="Equation" r:id="rId11" imgW="2908080" imgH="507960" progId="Equation.DSMT4">
                    <p:embed/>
                    <p:pic>
                      <p:nvPicPr>
                        <p:cNvPr id="15" name="Object 24">
                          <a:extLst>
                            <a:ext uri="{FF2B5EF4-FFF2-40B4-BE49-F238E27FC236}">
                              <a16:creationId xmlns:a16="http://schemas.microsoft.com/office/drawing/2014/main" id="{F4BBC867-15A6-4212-84E6-CBCE265F9E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3283" y="2134486"/>
                          <a:ext cx="2908300" cy="508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文本框 17">
              <a:extLst>
                <a:ext uri="{FF2B5EF4-FFF2-40B4-BE49-F238E27FC236}">
                  <a16:creationId xmlns:a16="http://schemas.microsoft.com/office/drawing/2014/main" id="{660E7F0F-5058-472E-A15F-8C8E4EE61ABB}"/>
                </a:ext>
              </a:extLst>
            </p:cNvPr>
            <p:cNvSpPr txBox="1"/>
            <p:nvPr/>
          </p:nvSpPr>
          <p:spPr>
            <a:xfrm>
              <a:off x="3393435" y="2134486"/>
              <a:ext cx="7198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得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59E0FD9-575C-4DC4-AA3E-92B8F0E64AFF}"/>
              </a:ext>
            </a:extLst>
          </p:cNvPr>
          <p:cNvGrpSpPr/>
          <p:nvPr/>
        </p:nvGrpSpPr>
        <p:grpSpPr>
          <a:xfrm>
            <a:off x="743741" y="4007999"/>
            <a:ext cx="5505623" cy="589599"/>
            <a:chOff x="283549" y="2820474"/>
            <a:chExt cx="5505623" cy="589599"/>
          </a:xfrm>
          <a:solidFill>
            <a:sysClr val="window" lastClr="FFFFFF"/>
          </a:solidFill>
        </p:grpSpPr>
        <p:sp>
          <p:nvSpPr>
            <p:cNvPr id="17" name="文本框 13">
              <a:extLst>
                <a:ext uri="{FF2B5EF4-FFF2-40B4-BE49-F238E27FC236}">
                  <a16:creationId xmlns:a16="http://schemas.microsoft.com/office/drawing/2014/main" id="{38162A3F-31C3-4289-A9D4-E93D379A4A03}"/>
                </a:ext>
              </a:extLst>
            </p:cNvPr>
            <p:cNvSpPr txBox="1"/>
            <p:nvPr/>
          </p:nvSpPr>
          <p:spPr>
            <a:xfrm>
              <a:off x="283549" y="2948408"/>
              <a:ext cx="1352045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即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1C4AC244-5D0D-4783-A782-268EE99B89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4043501"/>
                </p:ext>
              </p:extLst>
            </p:nvPr>
          </p:nvGraphicFramePr>
          <p:xfrm>
            <a:off x="1986441" y="2820474"/>
            <a:ext cx="29591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815" name="Equation" r:id="rId13" imgW="2958840" imgH="533160" progId="Equation.DSMT4">
                    <p:embed/>
                  </p:oleObj>
                </mc:Choice>
                <mc:Fallback>
                  <p:oleObj name="Equation" r:id="rId13" imgW="2958840" imgH="533160" progId="Equation.DSMT4">
                    <p:embed/>
                    <p:pic>
                      <p:nvPicPr>
                        <p:cNvPr id="19" name="Object 24">
                          <a:extLst>
                            <a:ext uri="{FF2B5EF4-FFF2-40B4-BE49-F238E27FC236}">
                              <a16:creationId xmlns:a16="http://schemas.microsoft.com/office/drawing/2014/main" id="{D236A6D3-E4CD-4ED2-B63E-22161CEC6F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6441" y="2820474"/>
                          <a:ext cx="2959100" cy="53340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A4A802E-54A4-419C-8279-B69B829BA9DB}"/>
                </a:ext>
              </a:extLst>
            </p:cNvPr>
            <p:cNvSpPr txBox="1"/>
            <p:nvPr/>
          </p:nvSpPr>
          <p:spPr>
            <a:xfrm>
              <a:off x="5127398" y="2820474"/>
              <a:ext cx="661774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85BC52D-7E18-4504-8FB7-EDA6611FE368}"/>
              </a:ext>
            </a:extLst>
          </p:cNvPr>
          <p:cNvGrpSpPr/>
          <p:nvPr/>
        </p:nvGrpSpPr>
        <p:grpSpPr>
          <a:xfrm>
            <a:off x="701471" y="3251091"/>
            <a:ext cx="2877939" cy="534486"/>
            <a:chOff x="700358" y="3476526"/>
            <a:chExt cx="2877939" cy="534486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BCD59EF-8BE6-4D1E-926C-2AD5CC63A36D}"/>
                </a:ext>
              </a:extLst>
            </p:cNvPr>
            <p:cNvSpPr txBox="1"/>
            <p:nvPr/>
          </p:nvSpPr>
          <p:spPr>
            <a:xfrm>
              <a:off x="700358" y="3549347"/>
              <a:ext cx="15136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即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9B1BE6B8-DBD9-4194-914A-7267460F63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1594945"/>
                </p:ext>
              </p:extLst>
            </p:nvPr>
          </p:nvGraphicFramePr>
          <p:xfrm>
            <a:off x="1584397" y="3476526"/>
            <a:ext cx="19939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816" name="Equation" r:id="rId15" imgW="1993680" imgH="533160" progId="Equation.DSMT4">
                    <p:embed/>
                  </p:oleObj>
                </mc:Choice>
                <mc:Fallback>
                  <p:oleObj name="Equation" r:id="rId15" imgW="1993680" imgH="53316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28F18E26-551C-4DC3-8A30-8B52CF63CF6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584397" y="3476526"/>
                          <a:ext cx="1993900" cy="533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65C97483-15F8-4986-9D69-72E98A188F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556171"/>
              </p:ext>
            </p:extLst>
          </p:nvPr>
        </p:nvGraphicFramePr>
        <p:xfrm>
          <a:off x="4281544" y="3247369"/>
          <a:ext cx="2044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17" name="Equation" r:id="rId17" imgW="2044440" imgH="533160" progId="Equation.DSMT4">
                  <p:embed/>
                </p:oleObj>
              </mc:Choice>
              <mc:Fallback>
                <p:oleObj name="Equation" r:id="rId17" imgW="2044440" imgH="5331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3B6E4FB7-BA12-4F3E-995A-B9218BFAF7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81544" y="3247369"/>
                        <a:ext cx="20447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395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2">
            <a:extLst>
              <a:ext uri="{FF2B5EF4-FFF2-40B4-BE49-F238E27FC236}">
                <a16:creationId xmlns:a16="http://schemas.microsoft.com/office/drawing/2014/main" id="{31181425-2766-4406-AACA-A684B2DFC704}"/>
              </a:ext>
            </a:extLst>
          </p:cNvPr>
          <p:cNvSpPr txBox="1"/>
          <p:nvPr/>
        </p:nvSpPr>
        <p:spPr>
          <a:xfrm>
            <a:off x="755576" y="195486"/>
            <a:ext cx="3451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一阶线性非齐次方程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A9EDD96-9E7F-4876-B71C-EBCD57417E30}"/>
              </a:ext>
            </a:extLst>
          </p:cNvPr>
          <p:cNvGrpSpPr/>
          <p:nvPr/>
        </p:nvGrpSpPr>
        <p:grpSpPr>
          <a:xfrm>
            <a:off x="1691680" y="771550"/>
            <a:ext cx="4689293" cy="736600"/>
            <a:chOff x="2239616" y="1456458"/>
            <a:chExt cx="4689293" cy="736600"/>
          </a:xfrm>
        </p:grpSpPr>
        <p:graphicFrame>
          <p:nvGraphicFramePr>
            <p:cNvPr id="4" name="Object 24">
              <a:extLst>
                <a:ext uri="{FF2B5EF4-FFF2-40B4-BE49-F238E27FC236}">
                  <a16:creationId xmlns:a16="http://schemas.microsoft.com/office/drawing/2014/main" id="{04BECF3C-652C-414F-B9EF-61CA695BE1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4381764"/>
                </p:ext>
              </p:extLst>
            </p:nvPr>
          </p:nvGraphicFramePr>
          <p:xfrm>
            <a:off x="2239616" y="1456458"/>
            <a:ext cx="2374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785" name="Equation" r:id="rId3" imgW="2374560" imgH="736560" progId="Equation.DSMT4">
                    <p:embed/>
                  </p:oleObj>
                </mc:Choice>
                <mc:Fallback>
                  <p:oleObj name="Equation" r:id="rId3" imgW="2374560" imgH="736560" progId="Equation.DSMT4">
                    <p:embed/>
                    <p:pic>
                      <p:nvPicPr>
                        <p:cNvPr id="4" name="Object 24">
                          <a:extLst>
                            <a:ext uri="{FF2B5EF4-FFF2-40B4-BE49-F238E27FC236}">
                              <a16:creationId xmlns:a16="http://schemas.microsoft.com/office/drawing/2014/main" id="{EB72EF87-856C-4CC2-949C-E3690F876E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9616" y="1456458"/>
                          <a:ext cx="23749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文本框 21">
              <a:extLst>
                <a:ext uri="{FF2B5EF4-FFF2-40B4-BE49-F238E27FC236}">
                  <a16:creationId xmlns:a16="http://schemas.microsoft.com/office/drawing/2014/main" id="{F2385A36-DA41-4487-862F-D068DA7EBD32}"/>
                </a:ext>
              </a:extLst>
            </p:cNvPr>
            <p:cNvSpPr txBox="1"/>
            <p:nvPr/>
          </p:nvSpPr>
          <p:spPr>
            <a:xfrm>
              <a:off x="6267135" y="1612856"/>
              <a:ext cx="6617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6543D536-241D-4566-88EB-10D4C49D0D1A}"/>
              </a:ext>
            </a:extLst>
          </p:cNvPr>
          <p:cNvGrpSpPr/>
          <p:nvPr/>
        </p:nvGrpSpPr>
        <p:grpSpPr>
          <a:xfrm>
            <a:off x="1980726" y="2161034"/>
            <a:ext cx="4374589" cy="533400"/>
            <a:chOff x="1979712" y="2305050"/>
            <a:chExt cx="4374589" cy="533400"/>
          </a:xfrm>
        </p:grpSpPr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2BF97E15-0748-43A1-B2F2-0E69198C02A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2951459"/>
                </p:ext>
              </p:extLst>
            </p:nvPr>
          </p:nvGraphicFramePr>
          <p:xfrm>
            <a:off x="1979712" y="2305050"/>
            <a:ext cx="17145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786" name="Equation" r:id="rId5" imgW="1714320" imgH="533160" progId="Equation.DSMT4">
                    <p:embed/>
                  </p:oleObj>
                </mc:Choice>
                <mc:Fallback>
                  <p:oleObj name="Equation" r:id="rId5" imgW="1714320" imgH="533160" progId="Equation.DSMT4">
                    <p:embed/>
                    <p:pic>
                      <p:nvPicPr>
                        <p:cNvPr id="7" name="Object 24">
                          <a:extLst>
                            <a:ext uri="{FF2B5EF4-FFF2-40B4-BE49-F238E27FC236}">
                              <a16:creationId xmlns:a16="http://schemas.microsoft.com/office/drawing/2014/main" id="{5507E22B-0C3D-4023-8B7A-98D4DAFA42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2305050"/>
                          <a:ext cx="1714500" cy="533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本框 24">
              <a:extLst>
                <a:ext uri="{FF2B5EF4-FFF2-40B4-BE49-F238E27FC236}">
                  <a16:creationId xmlns:a16="http://schemas.microsoft.com/office/drawing/2014/main" id="{BACF5C5F-13CF-4BE2-A589-EB6C22AF93CE}"/>
                </a:ext>
              </a:extLst>
            </p:cNvPr>
            <p:cNvSpPr txBox="1"/>
            <p:nvPr/>
          </p:nvSpPr>
          <p:spPr>
            <a:xfrm>
              <a:off x="5692527" y="2329056"/>
              <a:ext cx="6617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文本框 30">
            <a:extLst>
              <a:ext uri="{FF2B5EF4-FFF2-40B4-BE49-F238E27FC236}">
                <a16:creationId xmlns:a16="http://schemas.microsoft.com/office/drawing/2014/main" id="{F4BA4579-A0EB-4B6A-B748-56137139B402}"/>
              </a:ext>
            </a:extLst>
          </p:cNvPr>
          <p:cNvSpPr txBox="1"/>
          <p:nvPr/>
        </p:nvSpPr>
        <p:spPr>
          <a:xfrm>
            <a:off x="796738" y="1590078"/>
            <a:ext cx="3486880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对应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齐次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方程的通解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49A8370-CCB4-41E4-BCBF-159B2D1C5A5F}"/>
              </a:ext>
            </a:extLst>
          </p:cNvPr>
          <p:cNvGrpSpPr/>
          <p:nvPr/>
        </p:nvGrpSpPr>
        <p:grpSpPr>
          <a:xfrm>
            <a:off x="2559935" y="2791312"/>
            <a:ext cx="2324909" cy="775041"/>
            <a:chOff x="4559172" y="4394720"/>
            <a:chExt cx="2324909" cy="775041"/>
          </a:xfrm>
        </p:grpSpPr>
        <p:sp>
          <p:nvSpPr>
            <p:cNvPr id="11" name="文本框 20">
              <a:extLst>
                <a:ext uri="{FF2B5EF4-FFF2-40B4-BE49-F238E27FC236}">
                  <a16:creationId xmlns:a16="http://schemas.microsoft.com/office/drawing/2014/main" id="{6463F7E9-8138-4D57-9DC1-DCC4FC3BF2DC}"/>
                </a:ext>
              </a:extLst>
            </p:cNvPr>
            <p:cNvSpPr txBox="1"/>
            <p:nvPr/>
          </p:nvSpPr>
          <p:spPr>
            <a:xfrm>
              <a:off x="5048507" y="4394720"/>
              <a:ext cx="18355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常数变易</a:t>
              </a:r>
              <a:endPara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" name="箭头: 下 4">
              <a:extLst>
                <a:ext uri="{FF2B5EF4-FFF2-40B4-BE49-F238E27FC236}">
                  <a16:creationId xmlns:a16="http://schemas.microsoft.com/office/drawing/2014/main" id="{6922FB41-BC47-4C0A-9F0A-CD45F93D2EC6}"/>
                </a:ext>
              </a:extLst>
            </p:cNvPr>
            <p:cNvSpPr/>
            <p:nvPr/>
          </p:nvSpPr>
          <p:spPr>
            <a:xfrm>
              <a:off x="4559172" y="4398700"/>
              <a:ext cx="336878" cy="771061"/>
            </a:xfrm>
            <a:prstGeom prst="downArrow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7732077-6FE6-4F6F-A79E-FFEB2955B70F}"/>
              </a:ext>
            </a:extLst>
          </p:cNvPr>
          <p:cNvGrpSpPr/>
          <p:nvPr/>
        </p:nvGrpSpPr>
        <p:grpSpPr>
          <a:xfrm>
            <a:off x="1795699" y="3566353"/>
            <a:ext cx="4590286" cy="553776"/>
            <a:chOff x="3916643" y="5534788"/>
            <a:chExt cx="4590286" cy="553776"/>
          </a:xfrm>
        </p:grpSpPr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AA4DEEAB-4B52-4BF2-B80A-5C932EC6B0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0417137"/>
                </p:ext>
              </p:extLst>
            </p:nvPr>
          </p:nvGraphicFramePr>
          <p:xfrm>
            <a:off x="3916643" y="5555164"/>
            <a:ext cx="21082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787" name="Equation" r:id="rId7" imgW="2108160" imgH="533160" progId="Equation.DSMT4">
                    <p:embed/>
                  </p:oleObj>
                </mc:Choice>
                <mc:Fallback>
                  <p:oleObj name="Equation" r:id="rId7" imgW="2108160" imgH="533160" progId="Equation.DSMT4">
                    <p:embed/>
                    <p:pic>
                      <p:nvPicPr>
                        <p:cNvPr id="16" name="Object 24">
                          <a:extLst>
                            <a:ext uri="{FF2B5EF4-FFF2-40B4-BE49-F238E27FC236}">
                              <a16:creationId xmlns:a16="http://schemas.microsoft.com/office/drawing/2014/main" id="{01C89622-FCB3-4392-8006-A23BC63438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6643" y="5555164"/>
                          <a:ext cx="2108200" cy="533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文本框 25">
              <a:extLst>
                <a:ext uri="{FF2B5EF4-FFF2-40B4-BE49-F238E27FC236}">
                  <a16:creationId xmlns:a16="http://schemas.microsoft.com/office/drawing/2014/main" id="{FE6C1FB0-F3DA-4296-9460-6C1DBC8971F3}"/>
                </a:ext>
              </a:extLst>
            </p:cNvPr>
            <p:cNvSpPr txBox="1"/>
            <p:nvPr/>
          </p:nvSpPr>
          <p:spPr>
            <a:xfrm>
              <a:off x="7845155" y="5534788"/>
              <a:ext cx="6617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3478E884-9C43-4D4C-8D01-ED6C604AF407}"/>
              </a:ext>
            </a:extLst>
          </p:cNvPr>
          <p:cNvSpPr txBox="1"/>
          <p:nvPr/>
        </p:nvSpPr>
        <p:spPr>
          <a:xfrm>
            <a:off x="611560" y="4371950"/>
            <a:ext cx="316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代入方程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化简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得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424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9EB4366-4F63-4652-B017-190548DA80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596078"/>
              </p:ext>
            </p:extLst>
          </p:nvPr>
        </p:nvGraphicFramePr>
        <p:xfrm>
          <a:off x="2843808" y="483518"/>
          <a:ext cx="2578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22" name="Equation" r:id="rId3" imgW="2577960" imgH="533160" progId="Equation.DSMT4">
                  <p:embed/>
                </p:oleObj>
              </mc:Choice>
              <mc:Fallback>
                <p:oleObj name="Equation" r:id="rId3" imgW="2577960" imgH="5331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6EAD1F11-030C-4D57-AD18-23D3D73425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483518"/>
                        <a:ext cx="25781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FB1F57C-2669-4D90-B75E-8FA593E91D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834198"/>
              </p:ext>
            </p:extLst>
          </p:nvPr>
        </p:nvGraphicFramePr>
        <p:xfrm>
          <a:off x="2815233" y="1875756"/>
          <a:ext cx="3340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23" name="Equation" r:id="rId5" imgW="3340080" imgH="609480" progId="Equation.DSMT4">
                  <p:embed/>
                </p:oleObj>
              </mc:Choice>
              <mc:Fallback>
                <p:oleObj name="Equation" r:id="rId5" imgW="3340080" imgH="609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6899365-28CC-4706-B176-1A01CE08AB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5233" y="1875756"/>
                        <a:ext cx="3340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28">
            <a:extLst>
              <a:ext uri="{FF2B5EF4-FFF2-40B4-BE49-F238E27FC236}">
                <a16:creationId xmlns:a16="http://schemas.microsoft.com/office/drawing/2014/main" id="{E9AB847B-88BA-4269-BAF4-3D80C2B26114}"/>
              </a:ext>
            </a:extLst>
          </p:cNvPr>
          <p:cNvSpPr txBox="1"/>
          <p:nvPr/>
        </p:nvSpPr>
        <p:spPr>
          <a:xfrm>
            <a:off x="442420" y="1204800"/>
            <a:ext cx="3834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等式变形且两端积分得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26">
            <a:extLst>
              <a:ext uri="{FF2B5EF4-FFF2-40B4-BE49-F238E27FC236}">
                <a16:creationId xmlns:a16="http://schemas.microsoft.com/office/drawing/2014/main" id="{5D2E7B9D-3C79-4940-A829-E3FC6737A602}"/>
              </a:ext>
            </a:extLst>
          </p:cNvPr>
          <p:cNvSpPr txBox="1"/>
          <p:nvPr/>
        </p:nvSpPr>
        <p:spPr>
          <a:xfrm>
            <a:off x="442419" y="2579923"/>
            <a:ext cx="3454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所以方程</a:t>
            </a:r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通解为</a:t>
            </a:r>
            <a:endParaRPr lang="en-US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CFFBDF0-3CAE-49BB-A5CF-C0B554021AE9}"/>
              </a:ext>
            </a:extLst>
          </p:cNvPr>
          <p:cNvGrpSpPr/>
          <p:nvPr/>
        </p:nvGrpSpPr>
        <p:grpSpPr>
          <a:xfrm>
            <a:off x="1108968" y="3344194"/>
            <a:ext cx="6553408" cy="696069"/>
            <a:chOff x="1374567" y="5158206"/>
            <a:chExt cx="6553408" cy="696069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935B2CA3-9D26-4CBC-803B-4E5A289EA4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6582728"/>
                </p:ext>
              </p:extLst>
            </p:nvPr>
          </p:nvGraphicFramePr>
          <p:xfrm>
            <a:off x="2212975" y="5201441"/>
            <a:ext cx="57150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824" name="Equation" r:id="rId7" imgW="5715000" imgH="609480" progId="Equation.DSMT4">
                    <p:embed/>
                  </p:oleObj>
                </mc:Choice>
                <mc:Fallback>
                  <p:oleObj name="Equation" r:id="rId7" imgW="5715000" imgH="6094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53C7D43C-BC91-452F-AA89-E19557DDD3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2975" y="5201441"/>
                          <a:ext cx="5715000" cy="609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Box 26">
              <a:extLst>
                <a:ext uri="{FF2B5EF4-FFF2-40B4-BE49-F238E27FC236}">
                  <a16:creationId xmlns:a16="http://schemas.microsoft.com/office/drawing/2014/main" id="{DBBA976F-0F20-43ED-BEEC-0737C7C00AC5}"/>
                </a:ext>
              </a:extLst>
            </p:cNvPr>
            <p:cNvSpPr txBox="1"/>
            <p:nvPr/>
          </p:nvSpPr>
          <p:spPr>
            <a:xfrm>
              <a:off x="1374567" y="5158206"/>
              <a:ext cx="5633863" cy="69606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09D98C74-A2DE-49BB-B2F2-BC8977A2C9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372816"/>
              </p:ext>
            </p:extLst>
          </p:nvPr>
        </p:nvGraphicFramePr>
        <p:xfrm>
          <a:off x="6437560" y="482773"/>
          <a:ext cx="2108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25" name="Equation" r:id="rId9" imgW="2108160" imgH="533160" progId="Equation.DSMT4">
                  <p:embed/>
                </p:oleObj>
              </mc:Choice>
              <mc:Fallback>
                <p:oleObj name="Equation" r:id="rId9" imgW="2108160" imgH="53316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F6197D06-2F5B-407A-83C8-385195EC40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7560" y="482773"/>
                        <a:ext cx="2108200" cy="533400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569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15B1735B-CD5C-4DD4-BE7F-B9500D0E5671}"/>
              </a:ext>
            </a:extLst>
          </p:cNvPr>
          <p:cNvSpPr txBox="1"/>
          <p:nvPr/>
        </p:nvSpPr>
        <p:spPr>
          <a:xfrm>
            <a:off x="539552" y="267494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伯努利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Bernoulli )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方程</a:t>
            </a:r>
          </a:p>
        </p:txBody>
      </p:sp>
      <p:sp>
        <p:nvSpPr>
          <p:cNvPr id="3" name="文本框 3">
            <a:extLst>
              <a:ext uri="{FF2B5EF4-FFF2-40B4-BE49-F238E27FC236}">
                <a16:creationId xmlns:a16="http://schemas.microsoft.com/office/drawing/2014/main" id="{9FC3E5DB-66FD-4679-B0DD-AB0D56A33C32}"/>
              </a:ext>
            </a:extLst>
          </p:cNvPr>
          <p:cNvSpPr txBox="1"/>
          <p:nvPr/>
        </p:nvSpPr>
        <p:spPr>
          <a:xfrm>
            <a:off x="683568" y="906415"/>
            <a:ext cx="151216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形如</a:t>
            </a: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991DCD81-E0EB-4FD2-80C0-CBA569152B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5595588"/>
              </p:ext>
            </p:extLst>
          </p:nvPr>
        </p:nvGraphicFramePr>
        <p:xfrm>
          <a:off x="2843808" y="1131590"/>
          <a:ext cx="3937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00" name="Equation" r:id="rId3" imgW="3936960" imgH="736560" progId="Equation.DSMT4">
                  <p:embed/>
                </p:oleObj>
              </mc:Choice>
              <mc:Fallback>
                <p:oleObj name="Equation" r:id="rId3" imgW="3936960" imgH="73656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D2BFE194-7891-4DFB-B038-91E0899A40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1131590"/>
                        <a:ext cx="3937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5">
            <a:extLst>
              <a:ext uri="{FF2B5EF4-FFF2-40B4-BE49-F238E27FC236}">
                <a16:creationId xmlns:a16="http://schemas.microsoft.com/office/drawing/2014/main" id="{3139B3E3-4ED9-47B7-A5C5-06087F161891}"/>
              </a:ext>
            </a:extLst>
          </p:cNvPr>
          <p:cNvSpPr txBox="1"/>
          <p:nvPr/>
        </p:nvSpPr>
        <p:spPr>
          <a:xfrm>
            <a:off x="91343" y="2117360"/>
            <a:ext cx="3497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的方程称为伯努利方程，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BCF6394-6F49-4194-A823-81DBC5529480}"/>
              </a:ext>
            </a:extLst>
          </p:cNvPr>
          <p:cNvGrpSpPr/>
          <p:nvPr/>
        </p:nvGrpSpPr>
        <p:grpSpPr>
          <a:xfrm>
            <a:off x="3437631" y="2093868"/>
            <a:ext cx="4341321" cy="488718"/>
            <a:chOff x="4633617" y="2925410"/>
            <a:chExt cx="4341321" cy="488718"/>
          </a:xfrm>
        </p:grpSpPr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2734E297-B4EC-44E5-8C7A-E2D4F277B7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2308016"/>
                </p:ext>
              </p:extLst>
            </p:nvPr>
          </p:nvGraphicFramePr>
          <p:xfrm>
            <a:off x="5363733" y="3076752"/>
            <a:ext cx="2413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901" name="Equation" r:id="rId5" imgW="241200" imgH="215640" progId="Equation.DSMT4">
                    <p:embed/>
                  </p:oleObj>
                </mc:Choice>
                <mc:Fallback>
                  <p:oleObj name="Equation" r:id="rId5" imgW="241200" imgH="215640" progId="Equation.DSMT4">
                    <p:embed/>
                    <p:pic>
                      <p:nvPicPr>
                        <p:cNvPr id="7" name="Object 24">
                          <a:extLst>
                            <a:ext uri="{FF2B5EF4-FFF2-40B4-BE49-F238E27FC236}">
                              <a16:creationId xmlns:a16="http://schemas.microsoft.com/office/drawing/2014/main" id="{885DACC4-B087-4EB8-B0E1-CCABF2AA1E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3733" y="3076752"/>
                          <a:ext cx="241300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本框 8">
              <a:extLst>
                <a:ext uri="{FF2B5EF4-FFF2-40B4-BE49-F238E27FC236}">
                  <a16:creationId xmlns:a16="http://schemas.microsoft.com/office/drawing/2014/main" id="{9BDE8E76-6A49-4D04-AD33-511063D9AC90}"/>
                </a:ext>
              </a:extLst>
            </p:cNvPr>
            <p:cNvSpPr txBox="1"/>
            <p:nvPr/>
          </p:nvSpPr>
          <p:spPr>
            <a:xfrm>
              <a:off x="5508104" y="2952463"/>
              <a:ext cx="15433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是不等于</a:t>
              </a:r>
            </a:p>
          </p:txBody>
        </p:sp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E975D81D-BD22-404C-B22B-72096A32CA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1641892"/>
                </p:ext>
              </p:extLst>
            </p:nvPr>
          </p:nvGraphicFramePr>
          <p:xfrm>
            <a:off x="6901846" y="3041296"/>
            <a:ext cx="774360" cy="33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902" name="Equation" r:id="rId7" imgW="774360" imgH="330120" progId="Equation.DSMT4">
                    <p:embed/>
                  </p:oleObj>
                </mc:Choice>
                <mc:Fallback>
                  <p:oleObj name="Equation" r:id="rId7" imgW="774360" imgH="330120" progId="Equation.DSMT4">
                    <p:embed/>
                    <p:pic>
                      <p:nvPicPr>
                        <p:cNvPr id="9" name="Object 24">
                          <a:extLst>
                            <a:ext uri="{FF2B5EF4-FFF2-40B4-BE49-F238E27FC236}">
                              <a16:creationId xmlns:a16="http://schemas.microsoft.com/office/drawing/2014/main" id="{A2E1FACC-E09F-487A-AEB9-CC94BF3540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1846" y="3041296"/>
                          <a:ext cx="774360" cy="33012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文本框 10">
              <a:extLst>
                <a:ext uri="{FF2B5EF4-FFF2-40B4-BE49-F238E27FC236}">
                  <a16:creationId xmlns:a16="http://schemas.microsoft.com/office/drawing/2014/main" id="{94C68C1A-0C80-4345-9E25-C78A1286E503}"/>
                </a:ext>
              </a:extLst>
            </p:cNvPr>
            <p:cNvSpPr txBox="1"/>
            <p:nvPr/>
          </p:nvSpPr>
          <p:spPr>
            <a:xfrm>
              <a:off x="7316962" y="2932930"/>
              <a:ext cx="16579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  的常数，</a:t>
              </a:r>
            </a:p>
          </p:txBody>
        </p:sp>
        <p:sp>
          <p:nvSpPr>
            <p:cNvPr id="11" name="文本框 11">
              <a:extLst>
                <a:ext uri="{FF2B5EF4-FFF2-40B4-BE49-F238E27FC236}">
                  <a16:creationId xmlns:a16="http://schemas.microsoft.com/office/drawing/2014/main" id="{7B8825E8-FF75-44AE-BFCB-B2E4A6E53BFE}"/>
                </a:ext>
              </a:extLst>
            </p:cNvPr>
            <p:cNvSpPr txBox="1"/>
            <p:nvPr/>
          </p:nvSpPr>
          <p:spPr>
            <a:xfrm>
              <a:off x="4633617" y="2925410"/>
              <a:ext cx="8744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其中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E90CE0-8738-4214-B62B-1C1310C496CD}"/>
              </a:ext>
            </a:extLst>
          </p:cNvPr>
          <p:cNvGrpSpPr/>
          <p:nvPr/>
        </p:nvGrpSpPr>
        <p:grpSpPr>
          <a:xfrm>
            <a:off x="7498742" y="2137388"/>
            <a:ext cx="1174778" cy="461665"/>
            <a:chOff x="1630434" y="3477173"/>
            <a:chExt cx="1174778" cy="461665"/>
          </a:xfrm>
        </p:grpSpPr>
        <p:sp>
          <p:nvSpPr>
            <p:cNvPr id="13" name="文本框 33">
              <a:extLst>
                <a:ext uri="{FF2B5EF4-FFF2-40B4-BE49-F238E27FC236}">
                  <a16:creationId xmlns:a16="http://schemas.microsoft.com/office/drawing/2014/main" id="{5C0EAA1E-FC61-4FBF-8B14-F15873108C88}"/>
                </a:ext>
              </a:extLst>
            </p:cNvPr>
            <p:cNvSpPr txBox="1"/>
            <p:nvPr/>
          </p:nvSpPr>
          <p:spPr>
            <a:xfrm>
              <a:off x="1630434" y="3477173"/>
              <a:ext cx="11747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    和</a:t>
              </a:r>
            </a:p>
          </p:txBody>
        </p:sp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4893ED60-4AF9-4478-97B5-A924F1B547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9893914"/>
                </p:ext>
              </p:extLst>
            </p:nvPr>
          </p:nvGraphicFramePr>
          <p:xfrm>
            <a:off x="1714779" y="3556172"/>
            <a:ext cx="609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903" name="Equation" r:id="rId9" imgW="609480" imgH="342720" progId="Equation.DSMT4">
                    <p:embed/>
                  </p:oleObj>
                </mc:Choice>
                <mc:Fallback>
                  <p:oleObj name="Equation" r:id="rId9" imgW="609480" imgH="342720" progId="Equation.DSMT4">
                    <p:embed/>
                    <p:pic>
                      <p:nvPicPr>
                        <p:cNvPr id="14" name="Object 24">
                          <a:extLst>
                            <a:ext uri="{FF2B5EF4-FFF2-40B4-BE49-F238E27FC236}">
                              <a16:creationId xmlns:a16="http://schemas.microsoft.com/office/drawing/2014/main" id="{84F6D84C-31FC-464B-A9F1-EFB73137FD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4779" y="3556172"/>
                          <a:ext cx="609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8C6289F-C362-410C-AE86-B8C701B925FA}"/>
              </a:ext>
            </a:extLst>
          </p:cNvPr>
          <p:cNvGrpSpPr/>
          <p:nvPr/>
        </p:nvGrpSpPr>
        <p:grpSpPr>
          <a:xfrm>
            <a:off x="163413" y="2756722"/>
            <a:ext cx="3680376" cy="486514"/>
            <a:chOff x="340068" y="2924014"/>
            <a:chExt cx="3680376" cy="486514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5BD7AF84-E088-485A-A9BC-FBFD311EB959}"/>
                </a:ext>
              </a:extLst>
            </p:cNvPr>
            <p:cNvGrpSpPr/>
            <p:nvPr/>
          </p:nvGrpSpPr>
          <p:grpSpPr>
            <a:xfrm>
              <a:off x="975068" y="2924014"/>
              <a:ext cx="3045376" cy="486514"/>
              <a:chOff x="199334" y="2979961"/>
              <a:chExt cx="3045376" cy="486514"/>
            </a:xfrm>
          </p:grpSpPr>
          <p:sp>
            <p:nvSpPr>
              <p:cNvPr id="18" name="文本框 35">
                <a:extLst>
                  <a:ext uri="{FF2B5EF4-FFF2-40B4-BE49-F238E27FC236}">
                    <a16:creationId xmlns:a16="http://schemas.microsoft.com/office/drawing/2014/main" id="{C453C6B6-F0BC-4B35-A1D7-68026AD9EC74}"/>
                  </a:ext>
                </a:extLst>
              </p:cNvPr>
              <p:cNvSpPr txBox="1"/>
              <p:nvPr/>
            </p:nvSpPr>
            <p:spPr>
              <a:xfrm>
                <a:off x="199334" y="2979961"/>
                <a:ext cx="12241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是关于</a:t>
                </a:r>
              </a:p>
            </p:txBody>
          </p: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6D2E8507-1A10-43E2-86C9-CF4349A91DE5}"/>
                  </a:ext>
                </a:extLst>
              </p:cNvPr>
              <p:cNvGrpSpPr/>
              <p:nvPr/>
            </p:nvGrpSpPr>
            <p:grpSpPr>
              <a:xfrm>
                <a:off x="1259632" y="3004810"/>
                <a:ext cx="1985078" cy="461665"/>
                <a:chOff x="1146761" y="3992991"/>
                <a:chExt cx="1985078" cy="461665"/>
              </a:xfrm>
            </p:grpSpPr>
            <p:sp>
              <p:nvSpPr>
                <p:cNvPr id="20" name="文本框 13">
                  <a:extLst>
                    <a:ext uri="{FF2B5EF4-FFF2-40B4-BE49-F238E27FC236}">
                      <a16:creationId xmlns:a16="http://schemas.microsoft.com/office/drawing/2014/main" id="{6FDD4084-F608-4A67-A131-3152225CBA69}"/>
                    </a:ext>
                  </a:extLst>
                </p:cNvPr>
                <p:cNvSpPr txBox="1"/>
                <p:nvPr/>
              </p:nvSpPr>
              <p:spPr>
                <a:xfrm>
                  <a:off x="1337260" y="3992991"/>
                  <a:ext cx="179457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</a:rPr>
                    <a:t>的连续函数</a:t>
                  </a: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</a:rPr>
                    <a:t>.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21" name="Object 24">
                  <a:extLst>
                    <a:ext uri="{FF2B5EF4-FFF2-40B4-BE49-F238E27FC236}">
                      <a16:creationId xmlns:a16="http://schemas.microsoft.com/office/drawing/2014/main" id="{ABFAC522-4D29-41D7-A79A-95DBA081314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271779636"/>
                    </p:ext>
                  </p:extLst>
                </p:nvPr>
              </p:nvGraphicFramePr>
              <p:xfrm>
                <a:off x="1146761" y="4168750"/>
                <a:ext cx="190500" cy="203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904" name="Equation" r:id="rId11" imgW="190440" imgH="203040" progId="Equation.DSMT4">
                        <p:embed/>
                      </p:oleObj>
                    </mc:Choice>
                    <mc:Fallback>
                      <p:oleObj name="Equation" r:id="rId11" imgW="190440" imgH="203040" progId="Equation.DSMT4">
                        <p:embed/>
                        <p:pic>
                          <p:nvPicPr>
                            <p:cNvPr id="21" name="Object 24">
                              <a:extLst>
                                <a:ext uri="{FF2B5EF4-FFF2-40B4-BE49-F238E27FC236}">
                                  <a16:creationId xmlns:a16="http://schemas.microsoft.com/office/drawing/2014/main" id="{BF60182D-27D5-4AB3-BADB-F9D752EAAFCA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46761" y="4168750"/>
                              <a:ext cx="190500" cy="2032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E42C5E15-B14B-427E-A0D2-2E0D1AA1F4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7217276"/>
                </p:ext>
              </p:extLst>
            </p:nvPr>
          </p:nvGraphicFramePr>
          <p:xfrm>
            <a:off x="340068" y="3027725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905" name="Equation" r:id="rId13" imgW="634680" imgH="342720" progId="Equation.DSMT4">
                    <p:embed/>
                  </p:oleObj>
                </mc:Choice>
                <mc:Fallback>
                  <p:oleObj name="Equation" r:id="rId13" imgW="634680" imgH="342720" progId="Equation.DSMT4">
                    <p:embed/>
                    <p:pic>
                      <p:nvPicPr>
                        <p:cNvPr id="17" name="Object 24">
                          <a:extLst>
                            <a:ext uri="{FF2B5EF4-FFF2-40B4-BE49-F238E27FC236}">
                              <a16:creationId xmlns:a16="http://schemas.microsoft.com/office/drawing/2014/main" id="{15183D27-5513-4203-8855-37DA65D8E8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068" y="3027725"/>
                          <a:ext cx="6350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617A583-9DFE-48DE-B550-38A43782494C}"/>
              </a:ext>
            </a:extLst>
          </p:cNvPr>
          <p:cNvGrpSpPr/>
          <p:nvPr/>
        </p:nvGrpSpPr>
        <p:grpSpPr>
          <a:xfrm>
            <a:off x="899592" y="3416044"/>
            <a:ext cx="4200965" cy="490215"/>
            <a:chOff x="251520" y="1431305"/>
            <a:chExt cx="4200965" cy="490215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83E0FBD2-FB41-48D5-B1CB-2980279D2CB3}"/>
                </a:ext>
              </a:extLst>
            </p:cNvPr>
            <p:cNvGrpSpPr/>
            <p:nvPr/>
          </p:nvGrpSpPr>
          <p:grpSpPr>
            <a:xfrm>
              <a:off x="251520" y="1459855"/>
              <a:ext cx="3736280" cy="461665"/>
              <a:chOff x="4510926" y="3000660"/>
              <a:chExt cx="3736280" cy="461665"/>
            </a:xfrm>
          </p:grpSpPr>
          <p:graphicFrame>
            <p:nvGraphicFramePr>
              <p:cNvPr id="25" name="Object 24">
                <a:extLst>
                  <a:ext uri="{FF2B5EF4-FFF2-40B4-BE49-F238E27FC236}">
                    <a16:creationId xmlns:a16="http://schemas.microsoft.com/office/drawing/2014/main" id="{D9F44C08-66C9-4CD7-8CE6-4851EC5B779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03384595"/>
                  </p:ext>
                </p:extLst>
              </p:nvPr>
            </p:nvGraphicFramePr>
            <p:xfrm>
              <a:off x="6901006" y="3009364"/>
              <a:ext cx="1346200" cy="406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2906" name="Equation" r:id="rId15" imgW="1346040" imgH="406080" progId="Equation.DSMT4">
                      <p:embed/>
                    </p:oleObj>
                  </mc:Choice>
                  <mc:Fallback>
                    <p:oleObj name="Equation" r:id="rId15" imgW="1346040" imgH="406080" progId="Equation.DSMT4">
                      <p:embed/>
                      <p:pic>
                        <p:nvPicPr>
                          <p:cNvPr id="5" name="Object 24">
                            <a:extLst>
                              <a:ext uri="{FF2B5EF4-FFF2-40B4-BE49-F238E27FC236}">
                                <a16:creationId xmlns:a16="http://schemas.microsoft.com/office/drawing/2014/main" id="{80E26180-6925-4AAA-80E9-017957D2D98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01006" y="3009364"/>
                            <a:ext cx="1346200" cy="406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" name="文本框 32">
                <a:extLst>
                  <a:ext uri="{FF2B5EF4-FFF2-40B4-BE49-F238E27FC236}">
                    <a16:creationId xmlns:a16="http://schemas.microsoft.com/office/drawing/2014/main" id="{E1679F48-B15A-4692-BEB6-1DB26671F52E}"/>
                  </a:ext>
                </a:extLst>
              </p:cNvPr>
              <p:cNvSpPr txBox="1"/>
              <p:nvPr/>
            </p:nvSpPr>
            <p:spPr>
              <a:xfrm>
                <a:off x="4510926" y="3000660"/>
                <a:ext cx="25922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方程</a:t>
                </a: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(5)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两端同乘</a:t>
                </a:r>
              </a:p>
            </p:txBody>
          </p:sp>
        </p:grpSp>
        <p:sp>
          <p:nvSpPr>
            <p:cNvPr id="24" name="文本框 21">
              <a:extLst>
                <a:ext uri="{FF2B5EF4-FFF2-40B4-BE49-F238E27FC236}">
                  <a16:creationId xmlns:a16="http://schemas.microsoft.com/office/drawing/2014/main" id="{10CC1476-2744-4A1D-8DC7-08A133279385}"/>
                </a:ext>
              </a:extLst>
            </p:cNvPr>
            <p:cNvSpPr txBox="1"/>
            <p:nvPr/>
          </p:nvSpPr>
          <p:spPr>
            <a:xfrm>
              <a:off x="3929512" y="1431305"/>
              <a:ext cx="522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得</a:t>
              </a:r>
            </a:p>
          </p:txBody>
        </p:sp>
      </p:grpSp>
      <p:graphicFrame>
        <p:nvGraphicFramePr>
          <p:cNvPr id="28" name="Object 24">
            <a:extLst>
              <a:ext uri="{FF2B5EF4-FFF2-40B4-BE49-F238E27FC236}">
                <a16:creationId xmlns:a16="http://schemas.microsoft.com/office/drawing/2014/main" id="{5DC5309E-92E0-4CBA-A747-C79CC9F4CC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760987"/>
              </p:ext>
            </p:extLst>
          </p:nvPr>
        </p:nvGraphicFramePr>
        <p:xfrm>
          <a:off x="826264" y="4054495"/>
          <a:ext cx="5524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07" name="Equation" r:id="rId17" imgW="5524200" imgH="736560" progId="Equation.DSMT4">
                  <p:embed/>
                </p:oleObj>
              </mc:Choice>
              <mc:Fallback>
                <p:oleObj name="Equation" r:id="rId17" imgW="5524200" imgH="73656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BD2DE327-714D-4176-A974-9C1101D093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264" y="4054495"/>
                        <a:ext cx="5524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17">
            <a:extLst>
              <a:ext uri="{FF2B5EF4-FFF2-40B4-BE49-F238E27FC236}">
                <a16:creationId xmlns:a16="http://schemas.microsoft.com/office/drawing/2014/main" id="{B2602312-4C54-4971-9ECA-F7895C71F764}"/>
              </a:ext>
            </a:extLst>
          </p:cNvPr>
          <p:cNvSpPr txBox="1"/>
          <p:nvPr/>
        </p:nvSpPr>
        <p:spPr>
          <a:xfrm>
            <a:off x="6732240" y="4164225"/>
            <a:ext cx="661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(6)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147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7469C4F-7C92-4DA8-BCD8-866867ABB109}"/>
              </a:ext>
            </a:extLst>
          </p:cNvPr>
          <p:cNvGrpSpPr/>
          <p:nvPr/>
        </p:nvGrpSpPr>
        <p:grpSpPr>
          <a:xfrm>
            <a:off x="755576" y="339502"/>
            <a:ext cx="2413914" cy="463369"/>
            <a:chOff x="211472" y="3008023"/>
            <a:chExt cx="2413914" cy="46336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16450C93-1C7E-46DD-8280-4943F8963A28}"/>
                </a:ext>
              </a:extLst>
            </p:cNvPr>
            <p:cNvGrpSpPr/>
            <p:nvPr/>
          </p:nvGrpSpPr>
          <p:grpSpPr>
            <a:xfrm>
              <a:off x="211472" y="3008023"/>
              <a:ext cx="1463341" cy="461665"/>
              <a:chOff x="3138840" y="4166002"/>
              <a:chExt cx="1463341" cy="461665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AE43C84-AD71-432F-B1B1-FBADFA0E0B05}"/>
                  </a:ext>
                </a:extLst>
              </p:cNvPr>
              <p:cNvSpPr txBox="1"/>
              <p:nvPr/>
            </p:nvSpPr>
            <p:spPr>
              <a:xfrm>
                <a:off x="3138840" y="4166002"/>
                <a:ext cx="5229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令</a:t>
                </a:r>
              </a:p>
            </p:txBody>
          </p:sp>
          <p:graphicFrame>
            <p:nvGraphicFramePr>
              <p:cNvPr id="6" name="Object 24">
                <a:extLst>
                  <a:ext uri="{FF2B5EF4-FFF2-40B4-BE49-F238E27FC236}">
                    <a16:creationId xmlns:a16="http://schemas.microsoft.com/office/drawing/2014/main" id="{450B3A98-2C62-4B25-9A5A-D2B3EB5AD39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40935962"/>
                  </p:ext>
                </p:extLst>
              </p:nvPr>
            </p:nvGraphicFramePr>
            <p:xfrm>
              <a:off x="3548081" y="4193279"/>
              <a:ext cx="1054100" cy="406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3846" name="Equation" r:id="rId3" imgW="1054080" imgH="406080" progId="Equation.DSMT4">
                      <p:embed/>
                    </p:oleObj>
                  </mc:Choice>
                  <mc:Fallback>
                    <p:oleObj name="Equation" r:id="rId3" imgW="1054080" imgH="406080" progId="Equation.DSMT4">
                      <p:embed/>
                      <p:pic>
                        <p:nvPicPr>
                          <p:cNvPr id="35" name="Object 24">
                            <a:extLst>
                              <a:ext uri="{FF2B5EF4-FFF2-40B4-BE49-F238E27FC236}">
                                <a16:creationId xmlns:a16="http://schemas.microsoft.com/office/drawing/2014/main" id="{59296A19-425D-4E62-B968-4353643F4B8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48081" y="4193279"/>
                            <a:ext cx="1054100" cy="406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" name="文本框 24">
              <a:extLst>
                <a:ext uri="{FF2B5EF4-FFF2-40B4-BE49-F238E27FC236}">
                  <a16:creationId xmlns:a16="http://schemas.microsoft.com/office/drawing/2014/main" id="{FA28705B-FC30-4809-92E3-73D50DCEF238}"/>
                </a:ext>
              </a:extLst>
            </p:cNvPr>
            <p:cNvSpPr txBox="1"/>
            <p:nvPr/>
          </p:nvSpPr>
          <p:spPr>
            <a:xfrm>
              <a:off x="1666631" y="3009727"/>
              <a:ext cx="9587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就有</a:t>
              </a:r>
            </a:p>
          </p:txBody>
        </p:sp>
      </p:grp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A9FD5269-5D03-45BC-83B4-A6FB1CCFD8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49062"/>
              </p:ext>
            </p:extLst>
          </p:nvPr>
        </p:nvGraphicFramePr>
        <p:xfrm>
          <a:off x="2845170" y="860120"/>
          <a:ext cx="3987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47" name="Equation" r:id="rId5" imgW="3987720" imgH="736560" progId="Equation.DSMT4">
                  <p:embed/>
                </p:oleObj>
              </mc:Choice>
              <mc:Fallback>
                <p:oleObj name="Equation" r:id="rId5" imgW="3987720" imgH="736560" progId="Equation.DSMT4">
                  <p:embed/>
                  <p:pic>
                    <p:nvPicPr>
                      <p:cNvPr id="36" name="Object 24">
                        <a:extLst>
                          <a:ext uri="{FF2B5EF4-FFF2-40B4-BE49-F238E27FC236}">
                            <a16:creationId xmlns:a16="http://schemas.microsoft.com/office/drawing/2014/main" id="{258B5107-1D69-41C0-B2ED-DA9986391B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5170" y="860120"/>
                        <a:ext cx="3987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18">
            <a:extLst>
              <a:ext uri="{FF2B5EF4-FFF2-40B4-BE49-F238E27FC236}">
                <a16:creationId xmlns:a16="http://schemas.microsoft.com/office/drawing/2014/main" id="{2960DD31-C0AD-48F4-8C76-61D2C811CB4D}"/>
              </a:ext>
            </a:extLst>
          </p:cNvPr>
          <p:cNvSpPr txBox="1"/>
          <p:nvPr/>
        </p:nvSpPr>
        <p:spPr>
          <a:xfrm>
            <a:off x="7236296" y="967710"/>
            <a:ext cx="661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(7)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29">
            <a:extLst>
              <a:ext uri="{FF2B5EF4-FFF2-40B4-BE49-F238E27FC236}">
                <a16:creationId xmlns:a16="http://schemas.microsoft.com/office/drawing/2014/main" id="{7C65173D-440C-4CF7-B0C2-8A24A79FE84E}"/>
              </a:ext>
            </a:extLst>
          </p:cNvPr>
          <p:cNvSpPr txBox="1"/>
          <p:nvPr/>
        </p:nvSpPr>
        <p:spPr>
          <a:xfrm>
            <a:off x="2218917" y="1923678"/>
            <a:ext cx="4790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换元后化为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一阶线性非齐次方程</a:t>
            </a:r>
          </a:p>
        </p:txBody>
      </p:sp>
    </p:spTree>
    <p:extLst>
      <p:ext uri="{BB962C8B-B14F-4D97-AF65-F5344CB8AC3E}">
        <p14:creationId xmlns:p14="http://schemas.microsoft.com/office/powerpoint/2010/main" val="275349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1265">
            <a:extLst>
              <a:ext uri="{FF2B5EF4-FFF2-40B4-BE49-F238E27FC236}">
                <a16:creationId xmlns:a16="http://schemas.microsoft.com/office/drawing/2014/main" id="{6812EF5D-1584-4941-B7F9-28CFF7DE4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578" y="168919"/>
            <a:ext cx="2667000" cy="66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解方程 </a:t>
            </a:r>
          </a:p>
        </p:txBody>
      </p:sp>
      <p:graphicFrame>
        <p:nvGraphicFramePr>
          <p:cNvPr id="3" name="对象 11266">
            <a:extLst>
              <a:ext uri="{FF2B5EF4-FFF2-40B4-BE49-F238E27FC236}">
                <a16:creationId xmlns:a16="http://schemas.microsoft.com/office/drawing/2014/main" id="{38655AFC-773F-437B-928F-653AD485C6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7639852"/>
              </p:ext>
            </p:extLst>
          </p:nvPr>
        </p:nvGraphicFramePr>
        <p:xfrm>
          <a:off x="4264267" y="119414"/>
          <a:ext cx="265271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23" name="Equation" r:id="rId3" imgW="2654280" imgH="799920" progId="Equation.DSMT4">
                  <p:embed/>
                </p:oleObj>
              </mc:Choice>
              <mc:Fallback>
                <p:oleObj name="Equation" r:id="rId3" imgW="2654280" imgH="799920" progId="Equation.DSMT4">
                  <p:embed/>
                  <p:pic>
                    <p:nvPicPr>
                      <p:cNvPr id="19458" name="对象 11266">
                        <a:extLst>
                          <a:ext uri="{FF2B5EF4-FFF2-40B4-BE49-F238E27FC236}">
                            <a16:creationId xmlns:a16="http://schemas.microsoft.com/office/drawing/2014/main" id="{1359B301-D189-42CD-8E13-097A9889F62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4267" y="119414"/>
                        <a:ext cx="2652713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39B8E8F-CC20-4A19-8CFE-DC2AD3B1F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578" y="1158036"/>
            <a:ext cx="1905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先解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D30DB45-0F72-4ED8-A1E6-965C67ABC4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8300458"/>
              </p:ext>
            </p:extLst>
          </p:nvPr>
        </p:nvGraphicFramePr>
        <p:xfrm>
          <a:off x="2176463" y="1099842"/>
          <a:ext cx="1808163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24" name="Equation" r:id="rId5" imgW="1841400" imgH="799920" progId="Equation.DSMT4">
                  <p:embed/>
                </p:oleObj>
              </mc:Choice>
              <mc:Fallback>
                <p:oleObj name="Equation" r:id="rId5" imgW="1841400" imgH="799920" progId="Equation.DSMT4">
                  <p:embed/>
                  <p:pic>
                    <p:nvPicPr>
                      <p:cNvPr id="11270" name="对象 11269">
                        <a:extLst>
                          <a:ext uri="{FF2B5EF4-FFF2-40B4-BE49-F238E27FC236}">
                            <a16:creationId xmlns:a16="http://schemas.microsoft.com/office/drawing/2014/main" id="{E2ADEEB8-660D-422F-B6E6-D0A99BE86DD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463" y="1099842"/>
                        <a:ext cx="1808163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BD6276A-83D9-4A22-95B0-D3C79F395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26" y="1158035"/>
            <a:ext cx="1066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即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8B37B9A-17BF-40E4-B8B1-080F03CDC8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6025041"/>
              </p:ext>
            </p:extLst>
          </p:nvPr>
        </p:nvGraphicFramePr>
        <p:xfrm>
          <a:off x="4521200" y="1112542"/>
          <a:ext cx="13589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25" name="Equation" r:id="rId7" imgW="1384200" imgH="787320" progId="Equation.DSMT4">
                  <p:embed/>
                </p:oleObj>
              </mc:Choice>
              <mc:Fallback>
                <p:oleObj name="Equation" r:id="rId7" imgW="1384200" imgH="787320" progId="Equation.DSMT4">
                  <p:embed/>
                  <p:pic>
                    <p:nvPicPr>
                      <p:cNvPr id="11272" name="对象 11271">
                        <a:extLst>
                          <a:ext uri="{FF2B5EF4-FFF2-40B4-BE49-F238E27FC236}">
                            <a16:creationId xmlns:a16="http://schemas.microsoft.com/office/drawing/2014/main" id="{02CC9B8B-E95A-44AD-A976-DFB7439E97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1112542"/>
                        <a:ext cx="1358900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F98B0001-3ACA-443D-8DEE-E350F7E9E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390" y="1878512"/>
            <a:ext cx="12323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积分得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1CC6190-9403-4D38-A4D8-8BD3A25C97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545479"/>
              </p:ext>
            </p:extLst>
          </p:nvPr>
        </p:nvGraphicFramePr>
        <p:xfrm>
          <a:off x="1686401" y="1969012"/>
          <a:ext cx="31908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26" name="Equation" r:id="rId9" imgW="3288960" imgH="431640" progId="Equation.DSMT4">
                  <p:embed/>
                </p:oleObj>
              </mc:Choice>
              <mc:Fallback>
                <p:oleObj name="Equation" r:id="rId9" imgW="3288960" imgH="431640" progId="Equation.DSMT4">
                  <p:embed/>
                  <p:pic>
                    <p:nvPicPr>
                      <p:cNvPr id="11275" name="对象 11274">
                        <a:extLst>
                          <a:ext uri="{FF2B5EF4-FFF2-40B4-BE49-F238E27FC236}">
                            <a16:creationId xmlns:a16="http://schemas.microsoft.com/office/drawing/2014/main" id="{FBDD80EE-0950-46F5-B1F7-09C7E82170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6401" y="1969012"/>
                        <a:ext cx="31908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511D8B1C-83D0-4A22-84BD-CB1A45272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0688" y="1907455"/>
            <a:ext cx="1066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即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6B1DB6C-5FD4-4256-B4A9-FB4E578D77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9351756"/>
              </p:ext>
            </p:extLst>
          </p:nvPr>
        </p:nvGraphicFramePr>
        <p:xfrm>
          <a:off x="5349875" y="1911350"/>
          <a:ext cx="156527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27" name="Equation" r:id="rId11" imgW="1650960" imgH="406080" progId="Equation.DSMT4">
                  <p:embed/>
                </p:oleObj>
              </mc:Choice>
              <mc:Fallback>
                <p:oleObj name="Equation" r:id="rId11" imgW="1650960" imgH="406080" progId="Equation.DSMT4">
                  <p:embed/>
                  <p:pic>
                    <p:nvPicPr>
                      <p:cNvPr id="11277" name="对象 11276">
                        <a:extLst>
                          <a:ext uri="{FF2B5EF4-FFF2-40B4-BE49-F238E27FC236}">
                            <a16:creationId xmlns:a16="http://schemas.microsoft.com/office/drawing/2014/main" id="{95055B90-8DCE-4026-95F8-6C475341FE7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75" y="1911350"/>
                        <a:ext cx="1565275" cy="37623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7BED08FB-2837-477F-A8FA-45B31D2AFD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907369"/>
              </p:ext>
            </p:extLst>
          </p:nvPr>
        </p:nvGraphicFramePr>
        <p:xfrm>
          <a:off x="2295525" y="148980"/>
          <a:ext cx="1778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28" name="Equation" r:id="rId13" imgW="1777680" imgH="799920" progId="Equation.DSMT4">
                  <p:embed/>
                </p:oleObj>
              </mc:Choice>
              <mc:Fallback>
                <p:oleObj name="Equation" r:id="rId13" imgW="177768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95525" y="148980"/>
                        <a:ext cx="17780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5ACA4872-6C39-4779-8722-3F0E39BC90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47943"/>
              </p:ext>
            </p:extLst>
          </p:nvPr>
        </p:nvGraphicFramePr>
        <p:xfrm>
          <a:off x="1096728" y="2523686"/>
          <a:ext cx="179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29" name="Equation" r:id="rId15" imgW="1790640" imgH="736560" progId="Equation.DSMT4">
                  <p:embed/>
                </p:oleObj>
              </mc:Choice>
              <mc:Fallback>
                <p:oleObj name="Equation" r:id="rId15" imgW="17906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96728" y="2523686"/>
                        <a:ext cx="1790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B036A4BF-FE9F-4A77-B857-A5324EBAA5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865839"/>
              </p:ext>
            </p:extLst>
          </p:nvPr>
        </p:nvGraphicFramePr>
        <p:xfrm>
          <a:off x="3318980" y="2606351"/>
          <a:ext cx="1993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30" name="Equation" r:id="rId17" imgW="1993680" imgH="495000" progId="Equation.DSMT4">
                  <p:embed/>
                </p:oleObj>
              </mc:Choice>
              <mc:Fallback>
                <p:oleObj name="Equation" r:id="rId17" imgW="199368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18980" y="2606351"/>
                        <a:ext cx="19939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7F260DA9-B216-41F4-ABAE-163D65EA1B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411124"/>
              </p:ext>
            </p:extLst>
          </p:nvPr>
        </p:nvGraphicFramePr>
        <p:xfrm>
          <a:off x="1686401" y="3600749"/>
          <a:ext cx="3987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31" name="Equation" r:id="rId19" imgW="3987720" imgH="609480" progId="Equation.DSMT4">
                  <p:embed/>
                </p:oleObj>
              </mc:Choice>
              <mc:Fallback>
                <p:oleObj name="Equation" r:id="rId19" imgW="3987720" imgH="6094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35B2CA3-9D26-4CBC-803B-4E5A289EA4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6401" y="3600749"/>
                        <a:ext cx="3987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C8506861-2CC1-4FB9-8CEB-1EE63F140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856" y="3674717"/>
            <a:ext cx="12323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由公式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BAE75B0-7D64-4BA9-886D-8BC0059EA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3412" y="3667872"/>
            <a:ext cx="12323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得</a:t>
            </a:r>
          </a:p>
        </p:txBody>
      </p:sp>
      <p:graphicFrame>
        <p:nvGraphicFramePr>
          <p:cNvPr id="30" name="对象 11266">
            <a:extLst>
              <a:ext uri="{FF2B5EF4-FFF2-40B4-BE49-F238E27FC236}">
                <a16:creationId xmlns:a16="http://schemas.microsoft.com/office/drawing/2014/main" id="{E8028D12-0326-4A38-9181-30D7179C35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0613659"/>
              </p:ext>
            </p:extLst>
          </p:nvPr>
        </p:nvGraphicFramePr>
        <p:xfrm>
          <a:off x="6161905" y="3498654"/>
          <a:ext cx="26273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32" name="Equation" r:id="rId21" imgW="2628720" imgH="799920" progId="Equation.DSMT4">
                  <p:embed/>
                </p:oleObj>
              </mc:Choice>
              <mc:Fallback>
                <p:oleObj name="Equation" r:id="rId21" imgW="2628720" imgH="799920" progId="Equation.DSMT4">
                  <p:embed/>
                  <p:pic>
                    <p:nvPicPr>
                      <p:cNvPr id="3" name="对象 11266">
                        <a:extLst>
                          <a:ext uri="{FF2B5EF4-FFF2-40B4-BE49-F238E27FC236}">
                            <a16:creationId xmlns:a16="http://schemas.microsoft.com/office/drawing/2014/main" id="{38655AFC-773F-437B-928F-653AD485C6F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1905" y="3498654"/>
                        <a:ext cx="262731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>
            <a:extLst>
              <a:ext uri="{FF2B5EF4-FFF2-40B4-BE49-F238E27FC236}">
                <a16:creationId xmlns:a16="http://schemas.microsoft.com/office/drawing/2014/main" id="{ABCA0D0E-E5F5-42B8-9384-843034D4B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25" y="4320624"/>
            <a:ext cx="387374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通解为</a:t>
            </a:r>
          </a:p>
        </p:txBody>
      </p:sp>
    </p:spTree>
    <p:extLst>
      <p:ext uri="{BB962C8B-B14F-4D97-AF65-F5344CB8AC3E}">
        <p14:creationId xmlns:p14="http://schemas.microsoft.com/office/powerpoint/2010/main" val="79811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28" grpId="0"/>
      <p:bldP spid="29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14A3064-7C27-4320-955B-AA3FB2D94D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574835"/>
              </p:ext>
            </p:extLst>
          </p:nvPr>
        </p:nvGraphicFramePr>
        <p:xfrm>
          <a:off x="1187624" y="411510"/>
          <a:ext cx="3987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64" name="Equation" r:id="rId3" imgW="3987720" imgH="609480" progId="Equation.DSMT4">
                  <p:embed/>
                </p:oleObj>
              </mc:Choice>
              <mc:Fallback>
                <p:oleObj name="Equation" r:id="rId3" imgW="3987720" imgH="60948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7F260DA9-B216-41F4-ABAE-163D65EA1B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411510"/>
                        <a:ext cx="3987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33A52E4-BBD8-44A6-B8B4-F7BEE3070A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36590"/>
              </p:ext>
            </p:extLst>
          </p:nvPr>
        </p:nvGraphicFramePr>
        <p:xfrm>
          <a:off x="1475656" y="1405235"/>
          <a:ext cx="3975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65" name="Equation" r:id="rId5" imgW="3974760" imgH="685800" progId="Equation.DSMT4">
                  <p:embed/>
                </p:oleObj>
              </mc:Choice>
              <mc:Fallback>
                <p:oleObj name="Equation" r:id="rId5" imgW="3974760" imgH="6858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C14A3064-7C27-4320-955B-AA3FB2D94D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405235"/>
                        <a:ext cx="39751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25C72BCF-9131-43B2-A358-8D9FE547FF31}"/>
              </a:ext>
            </a:extLst>
          </p:cNvPr>
          <p:cNvGrpSpPr/>
          <p:nvPr/>
        </p:nvGrpSpPr>
        <p:grpSpPr>
          <a:xfrm>
            <a:off x="6372200" y="195486"/>
            <a:ext cx="2376264" cy="1800200"/>
            <a:chOff x="6372200" y="195486"/>
            <a:chExt cx="2376264" cy="1800200"/>
          </a:xfrm>
        </p:grpSpPr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889135EC-78AF-44B0-996D-D600C5BA6B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9341017"/>
                </p:ext>
              </p:extLst>
            </p:nvPr>
          </p:nvGraphicFramePr>
          <p:xfrm>
            <a:off x="6660232" y="284510"/>
            <a:ext cx="17907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966" name="Equation" r:id="rId7" imgW="1790640" imgH="736560" progId="Equation.DSMT4">
                    <p:embed/>
                  </p:oleObj>
                </mc:Choice>
                <mc:Fallback>
                  <p:oleObj name="Equation" r:id="rId7" imgW="1790640" imgH="73656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5ACA4872-6C39-4779-8722-3F0E39BC90D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660232" y="284510"/>
                          <a:ext cx="17907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3A2EF4CB-ACB7-4B85-BE84-A119067B8F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8866668"/>
                </p:ext>
              </p:extLst>
            </p:nvPr>
          </p:nvGraphicFramePr>
          <p:xfrm>
            <a:off x="6636519" y="1252835"/>
            <a:ext cx="1993900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967" name="Equation" r:id="rId9" imgW="1993680" imgH="495000" progId="Equation.DSMT4">
                    <p:embed/>
                  </p:oleObj>
                </mc:Choice>
                <mc:Fallback>
                  <p:oleObj name="Equation" r:id="rId9" imgW="1993680" imgH="49500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B036A4BF-FE9F-4A77-B857-A5324EBAA5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636519" y="1252835"/>
                          <a:ext cx="1993900" cy="495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4D87232-0D88-4608-BF9F-5D0DD3E80B4C}"/>
                </a:ext>
              </a:extLst>
            </p:cNvPr>
            <p:cNvSpPr/>
            <p:nvPr/>
          </p:nvSpPr>
          <p:spPr>
            <a:xfrm>
              <a:off x="6372200" y="195486"/>
              <a:ext cx="2376264" cy="18002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379F7E6-C80E-434E-A101-6BCF7CB876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608490"/>
              </p:ext>
            </p:extLst>
          </p:nvPr>
        </p:nvGraphicFramePr>
        <p:xfrm>
          <a:off x="1475656" y="2355726"/>
          <a:ext cx="3962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68" name="Equation" r:id="rId11" imgW="3962160" imgH="571320" progId="Equation.DSMT4">
                  <p:embed/>
                </p:oleObj>
              </mc:Choice>
              <mc:Fallback>
                <p:oleObj name="Equation" r:id="rId11" imgW="3962160" imgH="571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33A52E4-BBD8-44A6-B8B4-F7BEE3070A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355726"/>
                        <a:ext cx="3962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1A9387A-19C4-4742-B587-A8608EF4B5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902844"/>
              </p:ext>
            </p:extLst>
          </p:nvPr>
        </p:nvGraphicFramePr>
        <p:xfrm>
          <a:off x="1453381" y="3191917"/>
          <a:ext cx="4267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69" name="Equation" r:id="rId13" imgW="4267080" imgH="571320" progId="Equation.DSMT4">
                  <p:embed/>
                </p:oleObj>
              </mc:Choice>
              <mc:Fallback>
                <p:oleObj name="Equation" r:id="rId13" imgW="4267080" imgH="571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379F7E6-C80E-434E-A101-6BCF7CB876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3381" y="3191917"/>
                        <a:ext cx="42672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E884D40-C48A-43C6-AAEE-062514B6D3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396991"/>
              </p:ext>
            </p:extLst>
          </p:nvPr>
        </p:nvGraphicFramePr>
        <p:xfrm>
          <a:off x="1453381" y="4083918"/>
          <a:ext cx="33401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70" name="Equation" r:id="rId15" imgW="3340080" imgH="863280" progId="Equation.DSMT4">
                  <p:embed/>
                </p:oleObj>
              </mc:Choice>
              <mc:Fallback>
                <p:oleObj name="Equation" r:id="rId15" imgW="33400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53381" y="4083918"/>
                        <a:ext cx="33401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3441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5D090AD-FC15-40B8-A396-75BFD2D14085}"/>
              </a:ext>
            </a:extLst>
          </p:cNvPr>
          <p:cNvGrpSpPr/>
          <p:nvPr/>
        </p:nvGrpSpPr>
        <p:grpSpPr>
          <a:xfrm>
            <a:off x="539552" y="123478"/>
            <a:ext cx="7115596" cy="803275"/>
            <a:chOff x="539552" y="166588"/>
            <a:chExt cx="7115596" cy="803275"/>
          </a:xfrm>
        </p:grpSpPr>
        <p:sp>
          <p:nvSpPr>
            <p:cNvPr id="3" name="文本框 78855">
              <a:extLst>
                <a:ext uri="{FF2B5EF4-FFF2-40B4-BE49-F238E27FC236}">
                  <a16:creationId xmlns:a16="http://schemas.microsoft.com/office/drawing/2014/main" id="{AC068251-6CE7-4F1A-8B5C-8E10E3B86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552" y="337394"/>
              <a:ext cx="792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2.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11AE3657-B1E4-4CBC-B782-2F76935B2E3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29767875"/>
                </p:ext>
              </p:extLst>
            </p:nvPr>
          </p:nvGraphicFramePr>
          <p:xfrm>
            <a:off x="1979712" y="166588"/>
            <a:ext cx="2260600" cy="803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993" name="Equation" r:id="rId3" imgW="2070000" imgH="736560" progId="Equation.DSMT4">
                    <p:embed/>
                  </p:oleObj>
                </mc:Choice>
                <mc:Fallback>
                  <p:oleObj name="Equation" r:id="rId3" imgW="2070000" imgH="73656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A8AE3156-69AC-4B1E-9C73-B132EF9AD71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166588"/>
                          <a:ext cx="2260600" cy="803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921C105-469F-424C-92C4-90AC9FE667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4496365"/>
                </p:ext>
              </p:extLst>
            </p:nvPr>
          </p:nvGraphicFramePr>
          <p:xfrm>
            <a:off x="5953348" y="396775"/>
            <a:ext cx="1701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994" name="Equation" r:id="rId5" imgW="1701720" imgH="342720" progId="Equation.DSMT4">
                    <p:embed/>
                  </p:oleObj>
                </mc:Choice>
                <mc:Fallback>
                  <p:oleObj name="Equation" r:id="rId5" imgW="170172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7B106CF2-444B-442D-A8B1-3924808A4F0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953348" y="396775"/>
                          <a:ext cx="1701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文本框 78855">
              <a:extLst>
                <a:ext uri="{FF2B5EF4-FFF2-40B4-BE49-F238E27FC236}">
                  <a16:creationId xmlns:a16="http://schemas.microsoft.com/office/drawing/2014/main" id="{0C5B5445-5F17-4179-8855-7C2D1D4E7C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5596" y="337394"/>
              <a:ext cx="52205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求方程              的通解，其中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0371B471-8E6C-4275-8843-F96004DB2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045" y="1078212"/>
            <a:ext cx="533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59A058E-AF7F-434C-93AD-0F87E2BFC0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461327"/>
              </p:ext>
            </p:extLst>
          </p:nvPr>
        </p:nvGraphicFramePr>
        <p:xfrm>
          <a:off x="1730375" y="910877"/>
          <a:ext cx="4283075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5" name="Equation" r:id="rId7" imgW="3797280" imgH="736560" progId="Equation.DSMT4">
                  <p:embed/>
                </p:oleObj>
              </mc:Choice>
              <mc:Fallback>
                <p:oleObj name="Equation" r:id="rId7" imgW="379728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03DDFEE-7524-491E-B878-50897FA0AD0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75" y="910877"/>
                        <a:ext cx="4283075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9E6DE3CE-B701-40CA-AC2B-C59A2AB06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1052639"/>
            <a:ext cx="8833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这是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6B6BBB-7C10-4AB7-A191-F0FE095FF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0928" y="1012778"/>
            <a:ext cx="2827536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的伯努利方程</a:t>
            </a:r>
            <a:r>
              <a:rPr lang="en-US" altLang="zh-CN" sz="2400" b="1" dirty="0">
                <a:latin typeface="宋体" panose="02010600030101010101" pitchFamily="2" charset="-122"/>
              </a:rPr>
              <a:t>.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1724F26-5335-4A51-891A-C9EE1F4AFB09}"/>
              </a:ext>
            </a:extLst>
          </p:cNvPr>
          <p:cNvGrpSpPr/>
          <p:nvPr/>
        </p:nvGrpSpPr>
        <p:grpSpPr>
          <a:xfrm>
            <a:off x="607045" y="1733550"/>
            <a:ext cx="4757704" cy="838200"/>
            <a:chOff x="251520" y="1315413"/>
            <a:chExt cx="4757704" cy="838200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9FC99B75-D58C-4150-BFBC-3B3F4284AC97}"/>
                </a:ext>
              </a:extLst>
            </p:cNvPr>
            <p:cNvGrpSpPr/>
            <p:nvPr/>
          </p:nvGrpSpPr>
          <p:grpSpPr>
            <a:xfrm>
              <a:off x="251520" y="1315413"/>
              <a:ext cx="4234731" cy="838200"/>
              <a:chOff x="4510926" y="2856218"/>
              <a:chExt cx="4234731" cy="838200"/>
            </a:xfrm>
          </p:grpSpPr>
          <p:graphicFrame>
            <p:nvGraphicFramePr>
              <p:cNvPr id="14" name="Object 24">
                <a:extLst>
                  <a:ext uri="{FF2B5EF4-FFF2-40B4-BE49-F238E27FC236}">
                    <a16:creationId xmlns:a16="http://schemas.microsoft.com/office/drawing/2014/main" id="{AE4E1AAD-1B7B-4E0E-A386-86AFE5104B0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39480150"/>
                  </p:ext>
                </p:extLst>
              </p:nvPr>
            </p:nvGraphicFramePr>
            <p:xfrm>
              <a:off x="6459657" y="2856218"/>
              <a:ext cx="2286000" cy="838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7996" name="Equation" r:id="rId9" imgW="2286000" imgH="838080" progId="Equation.DSMT4">
                      <p:embed/>
                    </p:oleObj>
                  </mc:Choice>
                  <mc:Fallback>
                    <p:oleObj name="Equation" r:id="rId9" imgW="2286000" imgH="838080" progId="Equation.DSMT4">
                      <p:embed/>
                      <p:pic>
                        <p:nvPicPr>
                          <p:cNvPr id="25" name="Object 24">
                            <a:extLst>
                              <a:ext uri="{FF2B5EF4-FFF2-40B4-BE49-F238E27FC236}">
                                <a16:creationId xmlns:a16="http://schemas.microsoft.com/office/drawing/2014/main" id="{D9F44C08-66C9-4CD7-8CE6-4851EC5B779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59657" y="2856218"/>
                            <a:ext cx="2286000" cy="838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文本框 32">
                <a:extLst>
                  <a:ext uri="{FF2B5EF4-FFF2-40B4-BE49-F238E27FC236}">
                    <a16:creationId xmlns:a16="http://schemas.microsoft.com/office/drawing/2014/main" id="{0830AD67-FC39-4352-9A16-7753CA28B428}"/>
                  </a:ext>
                </a:extLst>
              </p:cNvPr>
              <p:cNvSpPr txBox="1"/>
              <p:nvPr/>
            </p:nvSpPr>
            <p:spPr>
              <a:xfrm>
                <a:off x="4510926" y="3000660"/>
                <a:ext cx="25922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方程两端同乘</a:t>
                </a:r>
              </a:p>
            </p:txBody>
          </p:sp>
        </p:grpSp>
        <p:sp>
          <p:nvSpPr>
            <p:cNvPr id="13" name="文本框 21">
              <a:extLst>
                <a:ext uri="{FF2B5EF4-FFF2-40B4-BE49-F238E27FC236}">
                  <a16:creationId xmlns:a16="http://schemas.microsoft.com/office/drawing/2014/main" id="{3153E522-D5EC-46D9-8BDB-BAB5EC7E2AC6}"/>
                </a:ext>
              </a:extLst>
            </p:cNvPr>
            <p:cNvSpPr txBox="1"/>
            <p:nvPr/>
          </p:nvSpPr>
          <p:spPr>
            <a:xfrm>
              <a:off x="4486251" y="1445366"/>
              <a:ext cx="522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得</a:t>
              </a:r>
            </a:p>
          </p:txBody>
        </p:sp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2E16973-845A-4677-9AE8-5B296C12A0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636612"/>
              </p:ext>
            </p:extLst>
          </p:nvPr>
        </p:nvGraphicFramePr>
        <p:xfrm>
          <a:off x="2379663" y="2624138"/>
          <a:ext cx="4292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7" name="Equation" r:id="rId11" imgW="4292280" imgH="838080" progId="Equation.DSMT4">
                  <p:embed/>
                </p:oleObj>
              </mc:Choice>
              <mc:Fallback>
                <p:oleObj name="Equation" r:id="rId11" imgW="429228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79663" y="2624138"/>
                        <a:ext cx="42926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1">
            <a:extLst>
              <a:ext uri="{FF2B5EF4-FFF2-40B4-BE49-F238E27FC236}">
                <a16:creationId xmlns:a16="http://schemas.microsoft.com/office/drawing/2014/main" id="{306FC209-9907-4D00-B94C-27872CC3B949}"/>
              </a:ext>
            </a:extLst>
          </p:cNvPr>
          <p:cNvSpPr txBox="1"/>
          <p:nvPr/>
        </p:nvSpPr>
        <p:spPr>
          <a:xfrm>
            <a:off x="674109" y="3786659"/>
            <a:ext cx="522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90172DD3-F55F-4EDC-A0C1-192EDDEEF9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775951"/>
              </p:ext>
            </p:extLst>
          </p:nvPr>
        </p:nvGraphicFramePr>
        <p:xfrm>
          <a:off x="2416076" y="3804469"/>
          <a:ext cx="2565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8" name="Equation" r:id="rId13" imgW="2565360" imgH="736560" progId="Equation.DSMT4">
                  <p:embed/>
                </p:oleObj>
              </mc:Choice>
              <mc:Fallback>
                <p:oleObj name="Equation" r:id="rId13" imgW="25653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16076" y="3804469"/>
                        <a:ext cx="2565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3496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15DFBB3-0791-4C72-B61B-501FFF0C9D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7924493"/>
              </p:ext>
            </p:extLst>
          </p:nvPr>
        </p:nvGraphicFramePr>
        <p:xfrm>
          <a:off x="3117652" y="1131590"/>
          <a:ext cx="214596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86" name="Equation" r:id="rId3" imgW="2145960" imgH="736560" progId="Equation.DSMT4">
                  <p:embed/>
                </p:oleObj>
              </mc:Choice>
              <mc:Fallback>
                <p:oleObj name="Equation" r:id="rId3" imgW="2145960" imgH="736560" progId="Equation.DSMT4">
                  <p:embed/>
                  <p:pic>
                    <p:nvPicPr>
                      <p:cNvPr id="78861" name="对象 78860">
                        <a:extLst>
                          <a:ext uri="{FF2B5EF4-FFF2-40B4-BE49-F238E27FC236}">
                            <a16:creationId xmlns:a16="http://schemas.microsoft.com/office/drawing/2014/main" id="{F378BADB-75B7-4C6C-82FE-6F0B979DB45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652" y="1131590"/>
                        <a:ext cx="214596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6101F211-1927-4BBE-B986-72AE38BA3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6999" y="428750"/>
            <a:ext cx="189230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原方程化为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6C2D18A-E055-4DCA-B489-B9B9110F4F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5037"/>
              </p:ext>
            </p:extLst>
          </p:nvPr>
        </p:nvGraphicFramePr>
        <p:xfrm>
          <a:off x="1259632" y="275556"/>
          <a:ext cx="1892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87" name="Equation" r:id="rId5" imgW="1892160" imgH="634680" progId="Equation.DSMT4">
                  <p:embed/>
                </p:oleObj>
              </mc:Choice>
              <mc:Fallback>
                <p:oleObj name="Equation" r:id="rId5" imgW="189216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9632" y="275556"/>
                        <a:ext cx="18923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082BB42F-B008-4146-B876-EC1A40AA2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7" y="401762"/>
            <a:ext cx="64807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令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ADA848F0-EDF6-411D-97DA-79F546CC31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078084"/>
              </p:ext>
            </p:extLst>
          </p:nvPr>
        </p:nvGraphicFramePr>
        <p:xfrm>
          <a:off x="1547664" y="2114550"/>
          <a:ext cx="4102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88" name="Equation" r:id="rId7" imgW="4101840" imgH="914400" progId="Equation.DSMT4">
                  <p:embed/>
                </p:oleObj>
              </mc:Choice>
              <mc:Fallback>
                <p:oleObj name="Equation" r:id="rId7" imgW="410184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7664" y="2114550"/>
                        <a:ext cx="41021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903D2DB4-8330-4084-B7BF-7DBACF2AC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186" y="2283718"/>
            <a:ext cx="10081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从而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1FA0B620-F2EF-44C5-8804-031602B517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466117"/>
              </p:ext>
            </p:extLst>
          </p:nvPr>
        </p:nvGraphicFramePr>
        <p:xfrm>
          <a:off x="5698852" y="2165350"/>
          <a:ext cx="2730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89" name="Equation" r:id="rId9" imgW="2730240" imgH="812520" progId="Equation.DSMT4">
                  <p:embed/>
                </p:oleObj>
              </mc:Choice>
              <mc:Fallback>
                <p:oleObj name="Equation" r:id="rId9" imgW="27302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98852" y="2165350"/>
                        <a:ext cx="2730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563B66AE-88C3-4805-A64D-957F7F7F4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749" y="3446586"/>
            <a:ext cx="33131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</a:rPr>
              <a:t>原方程的通解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1EE3B6BC-096B-4157-967D-2421730713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8964794"/>
              </p:ext>
            </p:extLst>
          </p:nvPr>
        </p:nvGraphicFramePr>
        <p:xfrm>
          <a:off x="2699792" y="3219573"/>
          <a:ext cx="28257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90" name="Equation" r:id="rId11" imgW="2705040" imgH="876240" progId="Equation.DSMT4">
                  <p:embed/>
                </p:oleObj>
              </mc:Choice>
              <mc:Fallback>
                <p:oleObj name="Equation" r:id="rId11" imgW="2705040" imgH="876240" progId="Equation.DSMT4">
                  <p:embed/>
                  <p:pic>
                    <p:nvPicPr>
                      <p:cNvPr id="78866" name="对象 78865">
                        <a:extLst>
                          <a:ext uri="{FF2B5EF4-FFF2-40B4-BE49-F238E27FC236}">
                            <a16:creationId xmlns:a16="http://schemas.microsoft.com/office/drawing/2014/main" id="{8616FABF-DCF0-44B1-A8E8-4086242B07A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3219573"/>
                        <a:ext cx="28257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38ED7588-8FE8-4B85-A65D-53CC62AD9515}"/>
              </a:ext>
            </a:extLst>
          </p:cNvPr>
          <p:cNvGrpSpPr/>
          <p:nvPr/>
        </p:nvGrpSpPr>
        <p:grpSpPr>
          <a:xfrm>
            <a:off x="602060" y="4265611"/>
            <a:ext cx="5194076" cy="460375"/>
            <a:chOff x="602060" y="4265611"/>
            <a:chExt cx="5194076" cy="460375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F0DB76E-FB90-4BB1-8F45-0C4C30B106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060" y="4265611"/>
              <a:ext cx="5194076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宋体" panose="02010600030101010101" pitchFamily="2" charset="-122"/>
                </a:rPr>
                <a:t>易验证      为原方程的一个奇解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9E46D7F0-BFAD-4934-80A1-92F40684F7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1522709"/>
                </p:ext>
              </p:extLst>
            </p:nvPr>
          </p:nvGraphicFramePr>
          <p:xfrm>
            <a:off x="1689298" y="4356470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991" name="Equation" r:id="rId13" imgW="660240" imgH="342720" progId="Equation.DSMT4">
                    <p:embed/>
                  </p:oleObj>
                </mc:Choice>
                <mc:Fallback>
                  <p:oleObj name="Equation" r:id="rId13" imgW="660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89298" y="4356470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1570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92940A-FAD9-4AD4-B606-E0E64FB6BBF1}"/>
              </a:ext>
            </a:extLst>
          </p:cNvPr>
          <p:cNvSpPr/>
          <p:nvPr/>
        </p:nvSpPr>
        <p:spPr>
          <a:xfrm>
            <a:off x="827584" y="339502"/>
            <a:ext cx="26642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一阶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隐式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微分方程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4" name="文本框 9">
            <a:extLst>
              <a:ext uri="{FF2B5EF4-FFF2-40B4-BE49-F238E27FC236}">
                <a16:creationId xmlns:a16="http://schemas.microsoft.com/office/drawing/2014/main" id="{6E047B58-1A24-416F-A1A8-DA7A4C263C55}"/>
              </a:ext>
            </a:extLst>
          </p:cNvPr>
          <p:cNvSpPr txBox="1"/>
          <p:nvPr/>
        </p:nvSpPr>
        <p:spPr>
          <a:xfrm>
            <a:off x="4932040" y="332838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两种标准类型及其解法：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9F76452-9D27-47D0-A9FF-019188582B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128461"/>
              </p:ext>
            </p:extLst>
          </p:nvPr>
        </p:nvGraphicFramePr>
        <p:xfrm>
          <a:off x="3458087" y="195486"/>
          <a:ext cx="1943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79" name="Equation" r:id="rId3" imgW="1942920" imgH="812520" progId="Equation.DSMT4">
                  <p:embed/>
                </p:oleObj>
              </mc:Choice>
              <mc:Fallback>
                <p:oleObj name="Equation" r:id="rId3" imgW="19429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58087" y="195486"/>
                        <a:ext cx="1943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E18161F0-5B46-4045-87DA-27EAB1315B0C}"/>
              </a:ext>
            </a:extLst>
          </p:cNvPr>
          <p:cNvGrpSpPr/>
          <p:nvPr/>
        </p:nvGrpSpPr>
        <p:grpSpPr>
          <a:xfrm>
            <a:off x="860606" y="1152302"/>
            <a:ext cx="4104456" cy="812800"/>
            <a:chOff x="611560" y="842963"/>
            <a:chExt cx="4104456" cy="812800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85212799-E612-40CC-97D9-47F296B912C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30375" y="842963"/>
            <a:ext cx="16764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80" name="Equation" r:id="rId5" imgW="1676160" imgH="812520" progId="Equation.DSMT4">
                    <p:embed/>
                  </p:oleObj>
                </mc:Choice>
                <mc:Fallback>
                  <p:oleObj name="Equation" r:id="rId5" imgW="1676160" imgH="8125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3F79C7EB-DF34-4D70-9E62-0F8D068B09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0375" y="842963"/>
                          <a:ext cx="16764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B4888E0-405A-4122-B3A4-5CB0AB2ED07F}"/>
                </a:ext>
              </a:extLst>
            </p:cNvPr>
            <p:cNvSpPr/>
            <p:nvPr/>
          </p:nvSpPr>
          <p:spPr>
            <a:xfrm>
              <a:off x="611560" y="987574"/>
              <a:ext cx="41044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形如            的方程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FD6DBB02-B406-4D39-83F5-1FE2FF3AE44C}"/>
              </a:ext>
            </a:extLst>
          </p:cNvPr>
          <p:cNvSpPr/>
          <p:nvPr/>
        </p:nvSpPr>
        <p:spPr>
          <a:xfrm>
            <a:off x="777717" y="2089620"/>
            <a:ext cx="10205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52447F4-AE11-441C-982C-8831E9415454}"/>
              </a:ext>
            </a:extLst>
          </p:cNvPr>
          <p:cNvGrpSpPr/>
          <p:nvPr/>
        </p:nvGrpSpPr>
        <p:grpSpPr>
          <a:xfrm>
            <a:off x="1654215" y="2089620"/>
            <a:ext cx="3528392" cy="461665"/>
            <a:chOff x="1475656" y="1851670"/>
            <a:chExt cx="3528392" cy="46166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1F2405A-FE6C-40B9-AF4E-473A03C87DC1}"/>
                </a:ext>
              </a:extLst>
            </p:cNvPr>
            <p:cNvSpPr/>
            <p:nvPr/>
          </p:nvSpPr>
          <p:spPr>
            <a:xfrm>
              <a:off x="1475656" y="1851670"/>
              <a:ext cx="352839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等号左边  关于  可导，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4B2DD361-A669-4FD7-BF1B-DE25C43E00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43808" y="2036589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81" name="Equation" r:id="rId7" imgW="215640" imgH="266400" progId="Equation.DSMT4">
                    <p:embed/>
                  </p:oleObj>
                </mc:Choice>
                <mc:Fallback>
                  <p:oleObj name="Equation" r:id="rId7" imgW="215640" imgH="26640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F3DEE273-FD9C-49F0-BAD6-1ACBEAAAE8D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843808" y="2036589"/>
                          <a:ext cx="215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ACAD7061-7756-4DD5-8671-790BC87BDD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5706" y="2036589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82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9FEF1641-AD84-4AD3-B97C-EC69A4BE266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745706" y="2036589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4525E69-C1FB-4832-9FEB-DA468A1AF16F}"/>
              </a:ext>
            </a:extLst>
          </p:cNvPr>
          <p:cNvGrpSpPr/>
          <p:nvPr/>
        </p:nvGrpSpPr>
        <p:grpSpPr>
          <a:xfrm>
            <a:off x="4894575" y="2079574"/>
            <a:ext cx="3960440" cy="461665"/>
            <a:chOff x="4716016" y="1841624"/>
            <a:chExt cx="3960440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E41DC71-B4C0-4FD8-8B7C-BA2775BE89CF}"/>
                </a:ext>
              </a:extLst>
            </p:cNvPr>
            <p:cNvSpPr/>
            <p:nvPr/>
          </p:nvSpPr>
          <p:spPr>
            <a:xfrm>
              <a:off x="4716016" y="1841624"/>
              <a:ext cx="39604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等号右边自然关于  可导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4183D2AD-08AE-4443-9BF0-8A12EB7613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08304" y="200351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83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FFC6D6C1-AD7E-40EF-9014-520751D0575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308304" y="200351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FC58BFA-290A-4081-ADF9-4DDAE8A6B316}"/>
              </a:ext>
            </a:extLst>
          </p:cNvPr>
          <p:cNvGrpSpPr/>
          <p:nvPr/>
        </p:nvGrpSpPr>
        <p:grpSpPr>
          <a:xfrm>
            <a:off x="862127" y="2629966"/>
            <a:ext cx="5616624" cy="876300"/>
            <a:chOff x="683568" y="2392016"/>
            <a:chExt cx="5616624" cy="876300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61E33DB-8219-48D7-A8CB-A87824DEB525}"/>
                </a:ext>
              </a:extLst>
            </p:cNvPr>
            <p:cNvSpPr txBox="1"/>
            <p:nvPr/>
          </p:nvSpPr>
          <p:spPr>
            <a:xfrm>
              <a:off x="683568" y="2599333"/>
              <a:ext cx="7200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FF1AFE6-B5C1-4E15-A937-BE28A010AE71}"/>
                </a:ext>
              </a:extLst>
            </p:cNvPr>
            <p:cNvSpPr txBox="1"/>
            <p:nvPr/>
          </p:nvSpPr>
          <p:spPr>
            <a:xfrm>
              <a:off x="1331640" y="2609379"/>
              <a:ext cx="4968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求方程                    的解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13373DA5-BB26-4F3E-A28B-6E803C3ABA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2466984"/>
                </p:ext>
              </p:extLst>
            </p:nvPr>
          </p:nvGraphicFramePr>
          <p:xfrm>
            <a:off x="2412206" y="2392016"/>
            <a:ext cx="2857500" cy="876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84" name="Equation" r:id="rId13" imgW="2857320" imgH="876240" progId="Equation.DSMT4">
                    <p:embed/>
                  </p:oleObj>
                </mc:Choice>
                <mc:Fallback>
                  <p:oleObj name="Equation" r:id="rId13" imgW="2857320" imgH="87624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3808EBB0-9A09-4237-B55D-509D61E4BF2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412206" y="2392016"/>
                          <a:ext cx="2857500" cy="876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本框 1">
            <a:extLst>
              <a:ext uri="{FF2B5EF4-FFF2-40B4-BE49-F238E27FC236}">
                <a16:creationId xmlns:a16="http://schemas.microsoft.com/office/drawing/2014/main" id="{592D23AC-904F-4663-A812-260076DA4233}"/>
              </a:ext>
            </a:extLst>
          </p:cNvPr>
          <p:cNvSpPr txBox="1"/>
          <p:nvPr/>
        </p:nvSpPr>
        <p:spPr>
          <a:xfrm>
            <a:off x="883841" y="3865118"/>
            <a:ext cx="603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A8B269A-E70D-4C47-B84A-D0BFB57126BB}"/>
              </a:ext>
            </a:extLst>
          </p:cNvPr>
          <p:cNvGrpSpPr/>
          <p:nvPr/>
        </p:nvGrpSpPr>
        <p:grpSpPr>
          <a:xfrm>
            <a:off x="1424673" y="3687069"/>
            <a:ext cx="1800076" cy="887610"/>
            <a:chOff x="1198588" y="3266382"/>
            <a:chExt cx="1800076" cy="887610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775055F8-F9AA-4FE1-B7D8-183B97C7D4AA}"/>
                </a:ext>
              </a:extLst>
            </p:cNvPr>
            <p:cNvGrpSpPr/>
            <p:nvPr/>
          </p:nvGrpSpPr>
          <p:grpSpPr>
            <a:xfrm>
              <a:off x="1317830" y="3293792"/>
              <a:ext cx="1680834" cy="736600"/>
              <a:chOff x="1317830" y="3288407"/>
              <a:chExt cx="1680834" cy="736600"/>
            </a:xfrm>
          </p:grpSpPr>
          <p:sp>
            <p:nvSpPr>
              <p:cNvPr id="25" name="文本框 1">
                <a:extLst>
                  <a:ext uri="{FF2B5EF4-FFF2-40B4-BE49-F238E27FC236}">
                    <a16:creationId xmlns:a16="http://schemas.microsoft.com/office/drawing/2014/main" id="{C6B53057-8753-4A4C-B6B1-827300E16D31}"/>
                  </a:ext>
                </a:extLst>
              </p:cNvPr>
              <p:cNvSpPr txBox="1"/>
              <p:nvPr/>
            </p:nvSpPr>
            <p:spPr>
              <a:xfrm>
                <a:off x="1317830" y="3439046"/>
                <a:ext cx="6036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令</a:t>
                </a:r>
              </a:p>
            </p:txBody>
          </p:sp>
          <p:graphicFrame>
            <p:nvGraphicFramePr>
              <p:cNvPr id="26" name="对象 25">
                <a:extLst>
                  <a:ext uri="{FF2B5EF4-FFF2-40B4-BE49-F238E27FC236}">
                    <a16:creationId xmlns:a16="http://schemas.microsoft.com/office/drawing/2014/main" id="{F50CBDF9-D39C-4C8F-9661-8927FF190C6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57467077"/>
                  </p:ext>
                </p:extLst>
              </p:nvPr>
            </p:nvGraphicFramePr>
            <p:xfrm>
              <a:off x="2046164" y="3288407"/>
              <a:ext cx="952500" cy="736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585" name="Equation" r:id="rId15" imgW="952200" imgH="736560" progId="Equation.DSMT4">
                      <p:embed/>
                    </p:oleObj>
                  </mc:Choice>
                  <mc:Fallback>
                    <p:oleObj name="Equation" r:id="rId15" imgW="952200" imgH="736560" progId="Equation.DSMT4">
                      <p:embed/>
                      <p:pic>
                        <p:nvPicPr>
                          <p:cNvPr id="19" name="对象 18">
                            <a:extLst>
                              <a:ext uri="{FF2B5EF4-FFF2-40B4-BE49-F238E27FC236}">
                                <a16:creationId xmlns:a16="http://schemas.microsoft.com/office/drawing/2014/main" id="{E1AADFBD-501F-42CC-815B-3C3243D7618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046164" y="3288407"/>
                            <a:ext cx="952500" cy="736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989642F-A80B-4911-8CCA-19482D25E66B}"/>
                </a:ext>
              </a:extLst>
            </p:cNvPr>
            <p:cNvSpPr/>
            <p:nvPr/>
          </p:nvSpPr>
          <p:spPr>
            <a:xfrm>
              <a:off x="1198588" y="3266382"/>
              <a:ext cx="1800076" cy="8876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25AD8B4-772B-4EFD-B4AE-6F8D7C86836F}"/>
              </a:ext>
            </a:extLst>
          </p:cNvPr>
          <p:cNvGrpSpPr/>
          <p:nvPr/>
        </p:nvGrpSpPr>
        <p:grpSpPr>
          <a:xfrm>
            <a:off x="3390791" y="3669976"/>
            <a:ext cx="2889684" cy="723900"/>
            <a:chOff x="3212232" y="3432026"/>
            <a:chExt cx="2889684" cy="723900"/>
          </a:xfrm>
        </p:grpSpPr>
        <p:sp>
          <p:nvSpPr>
            <p:cNvPr id="28" name="文本框 1">
              <a:extLst>
                <a:ext uri="{FF2B5EF4-FFF2-40B4-BE49-F238E27FC236}">
                  <a16:creationId xmlns:a16="http://schemas.microsoft.com/office/drawing/2014/main" id="{37E3D1D6-6F47-4295-899B-470B00B041C3}"/>
                </a:ext>
              </a:extLst>
            </p:cNvPr>
            <p:cNvSpPr txBox="1"/>
            <p:nvPr/>
          </p:nvSpPr>
          <p:spPr>
            <a:xfrm>
              <a:off x="3212232" y="3581825"/>
              <a:ext cx="6036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则</a:t>
              </a:r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621E3D32-272D-48A6-86B3-46219BE9B9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1779735"/>
                </p:ext>
              </p:extLst>
            </p:nvPr>
          </p:nvGraphicFramePr>
          <p:xfrm>
            <a:off x="3815916" y="3432026"/>
            <a:ext cx="22860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86" name="Equation" r:id="rId17" imgW="2286000" imgH="723600" progId="Equation.DSMT4">
                    <p:embed/>
                  </p:oleObj>
                </mc:Choice>
                <mc:Fallback>
                  <p:oleObj name="Equation" r:id="rId17" imgW="2286000" imgH="72360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4DB34A9F-A4CF-49B2-A227-CC04EF78385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815916" y="3432026"/>
                          <a:ext cx="22860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4900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CADC766-B09F-4EBA-B7A7-7AF8E6E5A8A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27177" y="17775"/>
          <a:ext cx="2286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06" name="Equation" r:id="rId3" imgW="2286000" imgH="723600" progId="Equation.DSMT4">
                  <p:embed/>
                </p:oleObj>
              </mc:Choice>
              <mc:Fallback>
                <p:oleObj name="Equation" r:id="rId3" imgW="2286000" imgH="723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CCADC766-B09F-4EBA-B7A7-7AF8E6E5A8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7177" y="17775"/>
                        <a:ext cx="2286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FD202378-708C-4EBC-A0EA-D3082CB6D3CD}"/>
              </a:ext>
            </a:extLst>
          </p:cNvPr>
          <p:cNvGrpSpPr/>
          <p:nvPr/>
        </p:nvGrpSpPr>
        <p:grpSpPr>
          <a:xfrm>
            <a:off x="487487" y="933624"/>
            <a:ext cx="2741351" cy="461665"/>
            <a:chOff x="487487" y="933624"/>
            <a:chExt cx="2741351" cy="461665"/>
          </a:xfrm>
        </p:grpSpPr>
        <p:sp>
          <p:nvSpPr>
            <p:cNvPr id="3" name="文本框 1">
              <a:extLst>
                <a:ext uri="{FF2B5EF4-FFF2-40B4-BE49-F238E27FC236}">
                  <a16:creationId xmlns:a16="http://schemas.microsoft.com/office/drawing/2014/main" id="{E081852B-F9DB-4ABC-9E7F-61E538C1943D}"/>
                </a:ext>
              </a:extLst>
            </p:cNvPr>
            <p:cNvSpPr txBox="1"/>
            <p:nvPr/>
          </p:nvSpPr>
          <p:spPr>
            <a:xfrm>
              <a:off x="487487" y="933624"/>
              <a:ext cx="27413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两端对  求导，得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A675EE0C-07C3-4C07-8EFB-38E1539235C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567607" y="1144291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07" name="Equation" r:id="rId5" imgW="190440" imgH="203040" progId="Equation.DSMT4">
                    <p:embed/>
                  </p:oleObj>
                </mc:Choice>
                <mc:Fallback>
                  <p:oleObj name="Equation" r:id="rId5" imgW="190440" imgH="20304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A675EE0C-07C3-4C07-8EFB-38E1539235C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67607" y="1144291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0C2C96F-A70B-4DE7-A528-EBCA39C789B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525416" y="796156"/>
          <a:ext cx="3073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08" name="Equation" r:id="rId7" imgW="3073320" imgH="736560" progId="Equation.DSMT4">
                  <p:embed/>
                </p:oleObj>
              </mc:Choice>
              <mc:Fallback>
                <p:oleObj name="Equation" r:id="rId7" imgW="307332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0C2C96F-A70B-4DE7-A528-EBCA39C789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25416" y="796156"/>
                        <a:ext cx="3073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DBBB7C8-6B30-4F7D-9D8B-1144CAD4DA58}"/>
              </a:ext>
            </a:extLst>
          </p:cNvPr>
          <p:cNvSpPr/>
          <p:nvPr/>
        </p:nvSpPr>
        <p:spPr>
          <a:xfrm>
            <a:off x="6895394" y="94558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即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157FB5D-7601-475C-B5CB-21CDBB40EE6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555776" y="1658044"/>
          <a:ext cx="2603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09" name="Equation" r:id="rId9" imgW="2603160" imgH="812520" progId="Equation.DSMT4">
                  <p:embed/>
                </p:oleObj>
              </mc:Choice>
              <mc:Fallback>
                <p:oleObj name="Equation" r:id="rId9" imgW="2603160" imgH="8125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157FB5D-7601-475C-B5CB-21CDBB40E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55776" y="1658044"/>
                        <a:ext cx="2603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93A798D7-15EE-4C1C-A6BE-9ADC97250539}"/>
              </a:ext>
            </a:extLst>
          </p:cNvPr>
          <p:cNvGrpSpPr/>
          <p:nvPr/>
        </p:nvGrpSpPr>
        <p:grpSpPr>
          <a:xfrm>
            <a:off x="554807" y="2551556"/>
            <a:ext cx="3437025" cy="736600"/>
            <a:chOff x="554807" y="2551556"/>
            <a:chExt cx="3437025" cy="7366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81D9E6C-5CAE-41FA-BD9F-7FE98561E354}"/>
                </a:ext>
              </a:extLst>
            </p:cNvPr>
            <p:cNvSpPr/>
            <p:nvPr/>
          </p:nvSpPr>
          <p:spPr>
            <a:xfrm>
              <a:off x="554807" y="2689024"/>
              <a:ext cx="23762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由         得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FAF1C5D2-D0B4-424F-8865-49FC7BE9E5C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41420" y="2551556"/>
            <a:ext cx="12065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10" name="Equation" r:id="rId11" imgW="1206360" imgH="736560" progId="Equation.DSMT4">
                    <p:embed/>
                  </p:oleObj>
                </mc:Choice>
                <mc:Fallback>
                  <p:oleObj name="Equation" r:id="rId11" imgW="1206360" imgH="73656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FAF1C5D2-D0B4-424F-8865-49FC7BE9E5C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41420" y="2551556"/>
                          <a:ext cx="12065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2F8C68D9-61B5-46FF-B8D1-A8A77D95433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734532" y="2748406"/>
            <a:ext cx="1257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11" name="Equation" r:id="rId13" imgW="1257120" imgH="342720" progId="Equation.DSMT4">
                    <p:embed/>
                  </p:oleObj>
                </mc:Choice>
                <mc:Fallback>
                  <p:oleObj name="Equation" r:id="rId13" imgW="1257120" imgH="3427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2F8C68D9-61B5-46FF-B8D1-A8A77D95433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734532" y="2748406"/>
                          <a:ext cx="1257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A735A0D9-260F-497C-A5F6-29C9A2A9912F}"/>
              </a:ext>
            </a:extLst>
          </p:cNvPr>
          <p:cNvSpPr/>
          <p:nvPr/>
        </p:nvSpPr>
        <p:spPr>
          <a:xfrm>
            <a:off x="3991832" y="2659783"/>
            <a:ext cx="35992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将其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代入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原方程得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通解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51366E5-16E3-4C67-900B-A3E029E3698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836132" y="3110752"/>
          <a:ext cx="2311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12" name="Equation" r:id="rId15" imgW="2311200" imgH="723600" progId="Equation.DSMT4">
                  <p:embed/>
                </p:oleObj>
              </mc:Choice>
              <mc:Fallback>
                <p:oleObj name="Equation" r:id="rId15" imgW="2311200" imgH="723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51366E5-16E3-4C67-900B-A3E029E369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36132" y="3110752"/>
                        <a:ext cx="2311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02EEE5A9-E1DF-4325-9A02-57BA5D6B3AB6}"/>
              </a:ext>
            </a:extLst>
          </p:cNvPr>
          <p:cNvGrpSpPr/>
          <p:nvPr/>
        </p:nvGrpSpPr>
        <p:grpSpPr>
          <a:xfrm>
            <a:off x="536625" y="3928833"/>
            <a:ext cx="3049402" cy="723900"/>
            <a:chOff x="536625" y="3928833"/>
            <a:chExt cx="3049402" cy="7239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4D02DCD-2647-49C9-ABDC-EF933D2313AB}"/>
                </a:ext>
              </a:extLst>
            </p:cNvPr>
            <p:cNvSpPr/>
            <p:nvPr/>
          </p:nvSpPr>
          <p:spPr>
            <a:xfrm>
              <a:off x="536625" y="4087754"/>
              <a:ext cx="23762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由         得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B39C30F5-2248-412A-9BFB-D578270813E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987960" y="4201187"/>
            <a:ext cx="1270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13" name="Equation" r:id="rId17" imgW="1269720" imgH="342720" progId="Equation.DSMT4">
                    <p:embed/>
                  </p:oleObj>
                </mc:Choice>
                <mc:Fallback>
                  <p:oleObj name="Equation" r:id="rId17" imgW="1269720" imgH="3427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B39C30F5-2248-412A-9BFB-D578270813E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987960" y="4201187"/>
                          <a:ext cx="1270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25B9FD54-E971-4E7B-933A-9D2371939A1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735127" y="3928833"/>
            <a:ext cx="8509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14" name="Equation" r:id="rId19" imgW="850680" imgH="723600" progId="Equation.DSMT4">
                    <p:embed/>
                  </p:oleObj>
                </mc:Choice>
                <mc:Fallback>
                  <p:oleObj name="Equation" r:id="rId19" imgW="850680" imgH="72360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25B9FD54-E971-4E7B-933A-9D2371939A1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735127" y="3928833"/>
                          <a:ext cx="8509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64016D67-C542-4714-8DAB-11C14895A73F}"/>
              </a:ext>
            </a:extLst>
          </p:cNvPr>
          <p:cNvSpPr/>
          <p:nvPr/>
        </p:nvSpPr>
        <p:spPr>
          <a:xfrm>
            <a:off x="3758359" y="4047837"/>
            <a:ext cx="35992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将其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代入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原方程得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一个解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3506420D-18F3-4525-AF74-89BA34643CF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308304" y="3886525"/>
          <a:ext cx="1092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15" name="Equation" r:id="rId21" imgW="1091880" imgH="723600" progId="Equation.DSMT4">
                  <p:embed/>
                </p:oleObj>
              </mc:Choice>
              <mc:Fallback>
                <p:oleObj name="Equation" r:id="rId21" imgW="1091880" imgH="7236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3506420D-18F3-4525-AF74-89BA34643C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308304" y="3886525"/>
                        <a:ext cx="1092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911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6E28E0D-79DB-40B2-B26C-255A529A9EBE}"/>
              </a:ext>
            </a:extLst>
          </p:cNvPr>
          <p:cNvSpPr txBox="1"/>
          <p:nvPr/>
        </p:nvSpPr>
        <p:spPr>
          <a:xfrm>
            <a:off x="655948" y="397570"/>
            <a:ext cx="772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291F50C-8344-4B5B-A356-6288BFB9FCF3}"/>
              </a:ext>
            </a:extLst>
          </p:cNvPr>
          <p:cNvGrpSpPr/>
          <p:nvPr/>
        </p:nvGrpSpPr>
        <p:grpSpPr>
          <a:xfrm>
            <a:off x="1259632" y="274042"/>
            <a:ext cx="7317196" cy="736600"/>
            <a:chOff x="1259632" y="274042"/>
            <a:chExt cx="7317196" cy="736600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A7D98D6-8895-4BDA-8B6B-A2E0F9F371F8}"/>
                </a:ext>
              </a:extLst>
            </p:cNvPr>
            <p:cNvSpPr txBox="1"/>
            <p:nvPr/>
          </p:nvSpPr>
          <p:spPr>
            <a:xfrm>
              <a:off x="1259632" y="411510"/>
              <a:ext cx="73171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在求得          后，不能把   看成     即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C3C0629B-8597-41E7-9F95-53D4B52E0D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986015"/>
                </p:ext>
              </p:extLst>
            </p:nvPr>
          </p:nvGraphicFramePr>
          <p:xfrm>
            <a:off x="2312132" y="480516"/>
            <a:ext cx="1422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58" name="Equation" r:id="rId3" imgW="1422360" imgH="342720" progId="Equation.DSMT4">
                    <p:embed/>
                  </p:oleObj>
                </mc:Choice>
                <mc:Fallback>
                  <p:oleObj name="Equation" r:id="rId3" imgW="142236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281195AD-178D-4C0F-B778-8796A260755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12132" y="480516"/>
                          <a:ext cx="1422400" cy="3429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94C47563-94FA-46C8-BAC8-F8228427A4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2375279"/>
                </p:ext>
              </p:extLst>
            </p:nvPr>
          </p:nvGraphicFramePr>
          <p:xfrm>
            <a:off x="5436096" y="556716"/>
            <a:ext cx="2413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59" name="Equation" r:id="rId5" imgW="241200" imgH="266400" progId="Equation.DSMT4">
                    <p:embed/>
                  </p:oleObj>
                </mc:Choice>
                <mc:Fallback>
                  <p:oleObj name="Equation" r:id="rId5" imgW="241200" imgH="26640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A1BAC23B-5F80-47AB-9F70-B657E0FE22E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436096" y="556716"/>
                          <a:ext cx="2413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DC9A7093-8F81-46B8-9023-0D0C4AB7B9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4634037"/>
                </p:ext>
              </p:extLst>
            </p:nvPr>
          </p:nvGraphicFramePr>
          <p:xfrm>
            <a:off x="6560604" y="274042"/>
            <a:ext cx="482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60" name="Equation" r:id="rId7" imgW="482400" imgH="736560" progId="Equation.DSMT4">
                    <p:embed/>
                  </p:oleObj>
                </mc:Choice>
                <mc:Fallback>
                  <p:oleObj name="Equation" r:id="rId7" imgW="482400" imgH="73656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109594D4-5DAA-4BE4-9AE6-5D6EF1C92F7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560604" y="274042"/>
                          <a:ext cx="4826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E25F5F8-C871-4376-BC3C-1D15C6690F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742412"/>
              </p:ext>
            </p:extLst>
          </p:nvPr>
        </p:nvGraphicFramePr>
        <p:xfrm>
          <a:off x="395536" y="1059582"/>
          <a:ext cx="163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61" name="Equation" r:id="rId9" imgW="1638000" imgH="736560" progId="Equation.DSMT4">
                  <p:embed/>
                </p:oleObj>
              </mc:Choice>
              <mc:Fallback>
                <p:oleObj name="Equation" r:id="rId9" imgW="163800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F36F23B-7886-496D-820A-F0BFEFF746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5536" y="1059582"/>
                        <a:ext cx="1638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FADE9B4E-576F-4788-B65F-80016FBD319B}"/>
              </a:ext>
            </a:extLst>
          </p:cNvPr>
          <p:cNvGrpSpPr/>
          <p:nvPr/>
        </p:nvGrpSpPr>
        <p:grpSpPr>
          <a:xfrm>
            <a:off x="2048868" y="1131590"/>
            <a:ext cx="6539507" cy="508298"/>
            <a:chOff x="2048868" y="1131590"/>
            <a:chExt cx="6539507" cy="508298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C0D3E6B-6C83-4547-AAC6-78919C97DF3E}"/>
                </a:ext>
              </a:extLst>
            </p:cNvPr>
            <p:cNvSpPr txBox="1"/>
            <p:nvPr/>
          </p:nvSpPr>
          <p:spPr>
            <a:xfrm>
              <a:off x="2048868" y="1131590"/>
              <a:ext cx="61955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并进而两端关于  积分，得到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29E0F226-AECD-454D-B0C2-4691FE9F0D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4100249"/>
                </p:ext>
              </p:extLst>
            </p:nvPr>
          </p:nvGraphicFramePr>
          <p:xfrm>
            <a:off x="4283968" y="132628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62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3BF95423-03C9-46EF-925A-02FB9396D92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283968" y="132628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E89D9BE5-F8D2-473E-AD59-CA267DFA60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3249424"/>
                </p:ext>
              </p:extLst>
            </p:nvPr>
          </p:nvGraphicFramePr>
          <p:xfrm>
            <a:off x="6124575" y="1131888"/>
            <a:ext cx="24638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63" name="Equation" r:id="rId13" imgW="2463480" imgH="507960" progId="Equation.DSMT4">
                    <p:embed/>
                  </p:oleObj>
                </mc:Choice>
                <mc:Fallback>
                  <p:oleObj name="Equation" r:id="rId13" imgW="2463480" imgH="50796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02126520-019D-477A-AB61-543FD140DA3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124575" y="1131888"/>
                          <a:ext cx="2463800" cy="50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3711484D-14D2-4B05-9747-68DF862864D7}"/>
              </a:ext>
            </a:extLst>
          </p:cNvPr>
          <p:cNvSpPr txBox="1"/>
          <p:nvPr/>
        </p:nvSpPr>
        <p:spPr>
          <a:xfrm>
            <a:off x="395536" y="1796182"/>
            <a:ext cx="7416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则一阶方程通解中有两个相互的常数，这是不对的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1023AE-771D-43FF-9EBA-CEF2FAE66702}"/>
              </a:ext>
            </a:extLst>
          </p:cNvPr>
          <p:cNvSpPr txBox="1"/>
          <p:nvPr/>
        </p:nvSpPr>
        <p:spPr>
          <a:xfrm>
            <a:off x="655948" y="2423989"/>
            <a:ext cx="772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AACA484-3210-49A9-83D2-07B573CAC6F1}"/>
              </a:ext>
            </a:extLst>
          </p:cNvPr>
          <p:cNvGrpSpPr/>
          <p:nvPr/>
        </p:nvGrpSpPr>
        <p:grpSpPr>
          <a:xfrm>
            <a:off x="1275892" y="2245370"/>
            <a:ext cx="7312482" cy="770880"/>
            <a:chOff x="1275892" y="2245370"/>
            <a:chExt cx="7312482" cy="770880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3EF9BFD-BEB6-4BB7-8A81-150F6D7F1DB8}"/>
                </a:ext>
              </a:extLst>
            </p:cNvPr>
            <p:cNvSpPr txBox="1"/>
            <p:nvPr/>
          </p:nvSpPr>
          <p:spPr>
            <a:xfrm>
              <a:off x="1275892" y="2435374"/>
              <a:ext cx="19999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本例中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通解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5A28F996-FBA7-4E67-8BBE-D758DBDAB9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9468486"/>
                </p:ext>
              </p:extLst>
            </p:nvPr>
          </p:nvGraphicFramePr>
          <p:xfrm>
            <a:off x="2986088" y="2292350"/>
            <a:ext cx="22352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64" name="Equation" r:id="rId15" imgW="2234880" imgH="723600" progId="Equation.DSMT4">
                    <p:embed/>
                  </p:oleObj>
                </mc:Choice>
                <mc:Fallback>
                  <p:oleObj name="Equation" r:id="rId15" imgW="2234880" imgH="72360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25B53308-84A2-46BA-8F12-FD7E75C9259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986088" y="2292350"/>
                          <a:ext cx="22352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7974BC0-8316-491B-96EE-5E50878A89AD}"/>
                </a:ext>
              </a:extLst>
            </p:cNvPr>
            <p:cNvSpPr txBox="1"/>
            <p:nvPr/>
          </p:nvSpPr>
          <p:spPr>
            <a:xfrm>
              <a:off x="5153719" y="2376488"/>
              <a:ext cx="34346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和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特解       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的图像：</a:t>
              </a: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443C7264-7206-4815-8EAE-1B6542BE10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3144716"/>
                </p:ext>
              </p:extLst>
            </p:nvPr>
          </p:nvGraphicFramePr>
          <p:xfrm>
            <a:off x="6228184" y="2245370"/>
            <a:ext cx="10160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65" name="Equation" r:id="rId17" imgW="1015920" imgH="723600" progId="Equation.DSMT4">
                    <p:embed/>
                  </p:oleObj>
                </mc:Choice>
                <mc:Fallback>
                  <p:oleObj name="Equation" r:id="rId17" imgW="1015920" imgH="72360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C93A143D-ABD4-46F8-B142-8F9BE0DCFB0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228184" y="2245370"/>
                          <a:ext cx="10160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2F40A8E-47A6-4B8E-B905-3AF3B3ACFC58}"/>
              </a:ext>
            </a:extLst>
          </p:cNvPr>
          <p:cNvGrpSpPr/>
          <p:nvPr/>
        </p:nvGrpSpPr>
        <p:grpSpPr>
          <a:xfrm>
            <a:off x="2339975" y="3012636"/>
            <a:ext cx="3434557" cy="1900900"/>
            <a:chOff x="2339975" y="3012636"/>
            <a:chExt cx="3434557" cy="1900900"/>
          </a:xfrm>
        </p:grpSpPr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83206259-83EF-411B-BFDE-C68D4301441C}"/>
                </a:ext>
              </a:extLst>
            </p:cNvPr>
            <p:cNvCxnSpPr/>
            <p:nvPr/>
          </p:nvCxnSpPr>
          <p:spPr>
            <a:xfrm>
              <a:off x="2339975" y="4515966"/>
              <a:ext cx="3096121" cy="0"/>
            </a:xfrm>
            <a:prstGeom prst="line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F9F3AA25-8162-45D8-B67E-CE1609CA81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1920" y="3219822"/>
              <a:ext cx="0" cy="1693714"/>
            </a:xfrm>
            <a:prstGeom prst="line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BFF88B43-D360-4B64-B1B6-9A1F1DA6FA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0564819"/>
                </p:ext>
              </p:extLst>
            </p:nvPr>
          </p:nvGraphicFramePr>
          <p:xfrm>
            <a:off x="5292081" y="454414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66" name="Equation" r:id="rId19" imgW="177480" imgH="190440" progId="Equation.DSMT4">
                    <p:embed/>
                  </p:oleObj>
                </mc:Choice>
                <mc:Fallback>
                  <p:oleObj name="Equation" r:id="rId19" imgW="177480" imgH="19044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5093F66D-2909-48FE-8499-20CCE17F446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292081" y="4544144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CDFCEDD5-F294-4954-9602-E569955C1B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6648008"/>
                </p:ext>
              </p:extLst>
            </p:nvPr>
          </p:nvGraphicFramePr>
          <p:xfrm>
            <a:off x="3625850" y="3246438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67" name="Equation" r:id="rId21" imgW="190440" imgH="241200" progId="Equation.DSMT4">
                    <p:embed/>
                  </p:oleObj>
                </mc:Choice>
                <mc:Fallback>
                  <p:oleObj name="Equation" r:id="rId21" imgW="190440" imgH="24120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E40F2DD9-E391-466D-BA9D-8680A87AF3B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625850" y="3246438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C52C0540-37C2-42B1-9F17-F26318FDF9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1320142"/>
                </p:ext>
              </p:extLst>
            </p:nvPr>
          </p:nvGraphicFramePr>
          <p:xfrm>
            <a:off x="3587750" y="4544144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68" name="Equation" r:id="rId23" imgW="228600" imgH="241200" progId="Equation.DSMT4">
                    <p:embed/>
                  </p:oleObj>
                </mc:Choice>
                <mc:Fallback>
                  <p:oleObj name="Equation" r:id="rId23" imgW="228600" imgH="24120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E7733B83-A070-449A-98BB-76807CA7D80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587750" y="4544144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FB9C6E79-96A3-4126-A4F0-7EC3611081B0}"/>
                </a:ext>
              </a:extLst>
            </p:cNvPr>
            <p:cNvSpPr/>
            <p:nvPr/>
          </p:nvSpPr>
          <p:spPr>
            <a:xfrm>
              <a:off x="2646227" y="3364427"/>
              <a:ext cx="2340246" cy="1151539"/>
            </a:xfrm>
            <a:custGeom>
              <a:avLst/>
              <a:gdLst>
                <a:gd name="connsiteX0" fmla="*/ 0 w 2093843"/>
                <a:gd name="connsiteY0" fmla="*/ 0 h 510218"/>
                <a:gd name="connsiteX1" fmla="*/ 563217 w 2093843"/>
                <a:gd name="connsiteY1" fmla="*/ 337930 h 510218"/>
                <a:gd name="connsiteX2" fmla="*/ 1073426 w 2093843"/>
                <a:gd name="connsiteY2" fmla="*/ 510208 h 510218"/>
                <a:gd name="connsiteX3" fmla="*/ 1603513 w 2093843"/>
                <a:gd name="connsiteY3" fmla="*/ 331304 h 510218"/>
                <a:gd name="connsiteX4" fmla="*/ 2093843 w 2093843"/>
                <a:gd name="connsiteY4" fmla="*/ 0 h 51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3843" h="510218">
                  <a:moveTo>
                    <a:pt x="0" y="0"/>
                  </a:moveTo>
                  <a:cubicBezTo>
                    <a:pt x="192156" y="126447"/>
                    <a:pt x="384313" y="252895"/>
                    <a:pt x="563217" y="337930"/>
                  </a:cubicBezTo>
                  <a:cubicBezTo>
                    <a:pt x="742121" y="422965"/>
                    <a:pt x="900043" y="511312"/>
                    <a:pt x="1073426" y="510208"/>
                  </a:cubicBezTo>
                  <a:cubicBezTo>
                    <a:pt x="1246809" y="509104"/>
                    <a:pt x="1433444" y="416339"/>
                    <a:pt x="1603513" y="331304"/>
                  </a:cubicBezTo>
                  <a:cubicBezTo>
                    <a:pt x="1773582" y="246269"/>
                    <a:pt x="1933712" y="123134"/>
                    <a:pt x="2093843" y="0"/>
                  </a:cubicBezTo>
                </a:path>
              </a:pathLst>
            </a:custGeom>
            <a:noFill/>
            <a:ln w="1905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ADB3CF65-E73F-4A34-916B-B78CFC1D2F2B}"/>
                </a:ext>
              </a:extLst>
            </p:cNvPr>
            <p:cNvSpPr/>
            <p:nvPr/>
          </p:nvSpPr>
          <p:spPr>
            <a:xfrm>
              <a:off x="2843319" y="3182134"/>
              <a:ext cx="502925" cy="723900"/>
            </a:xfrm>
            <a:custGeom>
              <a:avLst/>
              <a:gdLst>
                <a:gd name="connsiteX0" fmla="*/ 0 w 2093843"/>
                <a:gd name="connsiteY0" fmla="*/ 0 h 510218"/>
                <a:gd name="connsiteX1" fmla="*/ 563217 w 2093843"/>
                <a:gd name="connsiteY1" fmla="*/ 337930 h 510218"/>
                <a:gd name="connsiteX2" fmla="*/ 1073426 w 2093843"/>
                <a:gd name="connsiteY2" fmla="*/ 510208 h 510218"/>
                <a:gd name="connsiteX3" fmla="*/ 1603513 w 2093843"/>
                <a:gd name="connsiteY3" fmla="*/ 331304 h 510218"/>
                <a:gd name="connsiteX4" fmla="*/ 2093843 w 2093843"/>
                <a:gd name="connsiteY4" fmla="*/ 0 h 51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3843" h="510218">
                  <a:moveTo>
                    <a:pt x="0" y="0"/>
                  </a:moveTo>
                  <a:cubicBezTo>
                    <a:pt x="192156" y="126447"/>
                    <a:pt x="384313" y="252895"/>
                    <a:pt x="563217" y="337930"/>
                  </a:cubicBezTo>
                  <a:cubicBezTo>
                    <a:pt x="742121" y="422965"/>
                    <a:pt x="900043" y="511312"/>
                    <a:pt x="1073426" y="510208"/>
                  </a:cubicBezTo>
                  <a:cubicBezTo>
                    <a:pt x="1246809" y="509104"/>
                    <a:pt x="1433444" y="416339"/>
                    <a:pt x="1603513" y="331304"/>
                  </a:cubicBezTo>
                  <a:cubicBezTo>
                    <a:pt x="1773582" y="246269"/>
                    <a:pt x="1933712" y="123134"/>
                    <a:pt x="2093843" y="0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6B02167B-9866-429E-961C-BD0052BBF73B}"/>
                </a:ext>
              </a:extLst>
            </p:cNvPr>
            <p:cNvSpPr/>
            <p:nvPr/>
          </p:nvSpPr>
          <p:spPr>
            <a:xfrm>
              <a:off x="3256842" y="3740149"/>
              <a:ext cx="349994" cy="520140"/>
            </a:xfrm>
            <a:custGeom>
              <a:avLst/>
              <a:gdLst>
                <a:gd name="connsiteX0" fmla="*/ 0 w 2093843"/>
                <a:gd name="connsiteY0" fmla="*/ 0 h 510218"/>
                <a:gd name="connsiteX1" fmla="*/ 563217 w 2093843"/>
                <a:gd name="connsiteY1" fmla="*/ 337930 h 510218"/>
                <a:gd name="connsiteX2" fmla="*/ 1073426 w 2093843"/>
                <a:gd name="connsiteY2" fmla="*/ 510208 h 510218"/>
                <a:gd name="connsiteX3" fmla="*/ 1603513 w 2093843"/>
                <a:gd name="connsiteY3" fmla="*/ 331304 h 510218"/>
                <a:gd name="connsiteX4" fmla="*/ 2093843 w 2093843"/>
                <a:gd name="connsiteY4" fmla="*/ 0 h 51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3843" h="510218">
                  <a:moveTo>
                    <a:pt x="0" y="0"/>
                  </a:moveTo>
                  <a:cubicBezTo>
                    <a:pt x="192156" y="126447"/>
                    <a:pt x="384313" y="252895"/>
                    <a:pt x="563217" y="337930"/>
                  </a:cubicBezTo>
                  <a:cubicBezTo>
                    <a:pt x="742121" y="422965"/>
                    <a:pt x="900043" y="511312"/>
                    <a:pt x="1073426" y="510208"/>
                  </a:cubicBezTo>
                  <a:cubicBezTo>
                    <a:pt x="1246809" y="509104"/>
                    <a:pt x="1433444" y="416339"/>
                    <a:pt x="1603513" y="331304"/>
                  </a:cubicBezTo>
                  <a:cubicBezTo>
                    <a:pt x="1773582" y="246269"/>
                    <a:pt x="1933712" y="123134"/>
                    <a:pt x="2093843" y="0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89920389-5391-45AC-8DC6-CAFE378044AF}"/>
                </a:ext>
              </a:extLst>
            </p:cNvPr>
            <p:cNvSpPr/>
            <p:nvPr/>
          </p:nvSpPr>
          <p:spPr>
            <a:xfrm>
              <a:off x="3600457" y="3955125"/>
              <a:ext cx="502925" cy="560841"/>
            </a:xfrm>
            <a:custGeom>
              <a:avLst/>
              <a:gdLst>
                <a:gd name="connsiteX0" fmla="*/ 0 w 2093843"/>
                <a:gd name="connsiteY0" fmla="*/ 0 h 510218"/>
                <a:gd name="connsiteX1" fmla="*/ 563217 w 2093843"/>
                <a:gd name="connsiteY1" fmla="*/ 337930 h 510218"/>
                <a:gd name="connsiteX2" fmla="*/ 1073426 w 2093843"/>
                <a:gd name="connsiteY2" fmla="*/ 510208 h 510218"/>
                <a:gd name="connsiteX3" fmla="*/ 1603513 w 2093843"/>
                <a:gd name="connsiteY3" fmla="*/ 331304 h 510218"/>
                <a:gd name="connsiteX4" fmla="*/ 2093843 w 2093843"/>
                <a:gd name="connsiteY4" fmla="*/ 0 h 51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3843" h="510218">
                  <a:moveTo>
                    <a:pt x="0" y="0"/>
                  </a:moveTo>
                  <a:cubicBezTo>
                    <a:pt x="192156" y="126447"/>
                    <a:pt x="384313" y="252895"/>
                    <a:pt x="563217" y="337930"/>
                  </a:cubicBezTo>
                  <a:cubicBezTo>
                    <a:pt x="742121" y="422965"/>
                    <a:pt x="900043" y="511312"/>
                    <a:pt x="1073426" y="510208"/>
                  </a:cubicBezTo>
                  <a:cubicBezTo>
                    <a:pt x="1246809" y="509104"/>
                    <a:pt x="1433444" y="416339"/>
                    <a:pt x="1603513" y="331304"/>
                  </a:cubicBezTo>
                  <a:cubicBezTo>
                    <a:pt x="1773582" y="246269"/>
                    <a:pt x="1933712" y="123134"/>
                    <a:pt x="2093843" y="0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0D20E150-1DEE-436C-A03F-2392921558E6}"/>
                </a:ext>
              </a:extLst>
            </p:cNvPr>
            <p:cNvSpPr/>
            <p:nvPr/>
          </p:nvSpPr>
          <p:spPr>
            <a:xfrm>
              <a:off x="4125477" y="3740149"/>
              <a:ext cx="349994" cy="520140"/>
            </a:xfrm>
            <a:custGeom>
              <a:avLst/>
              <a:gdLst>
                <a:gd name="connsiteX0" fmla="*/ 0 w 2093843"/>
                <a:gd name="connsiteY0" fmla="*/ 0 h 510218"/>
                <a:gd name="connsiteX1" fmla="*/ 563217 w 2093843"/>
                <a:gd name="connsiteY1" fmla="*/ 337930 h 510218"/>
                <a:gd name="connsiteX2" fmla="*/ 1073426 w 2093843"/>
                <a:gd name="connsiteY2" fmla="*/ 510208 h 510218"/>
                <a:gd name="connsiteX3" fmla="*/ 1603513 w 2093843"/>
                <a:gd name="connsiteY3" fmla="*/ 331304 h 510218"/>
                <a:gd name="connsiteX4" fmla="*/ 2093843 w 2093843"/>
                <a:gd name="connsiteY4" fmla="*/ 0 h 51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3843" h="510218">
                  <a:moveTo>
                    <a:pt x="0" y="0"/>
                  </a:moveTo>
                  <a:cubicBezTo>
                    <a:pt x="192156" y="126447"/>
                    <a:pt x="384313" y="252895"/>
                    <a:pt x="563217" y="337930"/>
                  </a:cubicBezTo>
                  <a:cubicBezTo>
                    <a:pt x="742121" y="422965"/>
                    <a:pt x="900043" y="511312"/>
                    <a:pt x="1073426" y="510208"/>
                  </a:cubicBezTo>
                  <a:cubicBezTo>
                    <a:pt x="1246809" y="509104"/>
                    <a:pt x="1433444" y="416339"/>
                    <a:pt x="1603513" y="331304"/>
                  </a:cubicBezTo>
                  <a:cubicBezTo>
                    <a:pt x="1773582" y="246269"/>
                    <a:pt x="1933712" y="123134"/>
                    <a:pt x="2093843" y="0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CF9EB9C0-C785-4C81-AEF7-6F4F3FE61BE2}"/>
                </a:ext>
              </a:extLst>
            </p:cNvPr>
            <p:cNvSpPr/>
            <p:nvPr/>
          </p:nvSpPr>
          <p:spPr>
            <a:xfrm>
              <a:off x="4387919" y="3134239"/>
              <a:ext cx="502925" cy="723900"/>
            </a:xfrm>
            <a:custGeom>
              <a:avLst/>
              <a:gdLst>
                <a:gd name="connsiteX0" fmla="*/ 0 w 2093843"/>
                <a:gd name="connsiteY0" fmla="*/ 0 h 510218"/>
                <a:gd name="connsiteX1" fmla="*/ 563217 w 2093843"/>
                <a:gd name="connsiteY1" fmla="*/ 337930 h 510218"/>
                <a:gd name="connsiteX2" fmla="*/ 1073426 w 2093843"/>
                <a:gd name="connsiteY2" fmla="*/ 510208 h 510218"/>
                <a:gd name="connsiteX3" fmla="*/ 1603513 w 2093843"/>
                <a:gd name="connsiteY3" fmla="*/ 331304 h 510218"/>
                <a:gd name="connsiteX4" fmla="*/ 2093843 w 2093843"/>
                <a:gd name="connsiteY4" fmla="*/ 0 h 51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3843" h="510218">
                  <a:moveTo>
                    <a:pt x="0" y="0"/>
                  </a:moveTo>
                  <a:cubicBezTo>
                    <a:pt x="192156" y="126447"/>
                    <a:pt x="384313" y="252895"/>
                    <a:pt x="563217" y="337930"/>
                  </a:cubicBezTo>
                  <a:cubicBezTo>
                    <a:pt x="742121" y="422965"/>
                    <a:pt x="900043" y="511312"/>
                    <a:pt x="1073426" y="510208"/>
                  </a:cubicBezTo>
                  <a:cubicBezTo>
                    <a:pt x="1246809" y="509104"/>
                    <a:pt x="1433444" y="416339"/>
                    <a:pt x="1603513" y="331304"/>
                  </a:cubicBezTo>
                  <a:cubicBezTo>
                    <a:pt x="1773582" y="246269"/>
                    <a:pt x="1933712" y="123134"/>
                    <a:pt x="2093843" y="0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D420AF4A-AA25-48DA-BAC4-03FE151991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1225743"/>
                </p:ext>
              </p:extLst>
            </p:nvPr>
          </p:nvGraphicFramePr>
          <p:xfrm>
            <a:off x="5050632" y="3012636"/>
            <a:ext cx="723900" cy="647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69" name="Equation" r:id="rId25" imgW="723600" imgH="647640" progId="Equation.DSMT4">
                    <p:embed/>
                  </p:oleObj>
                </mc:Choice>
                <mc:Fallback>
                  <p:oleObj name="Equation" r:id="rId25" imgW="723600" imgH="647640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9B543FAC-3864-488B-A84F-DCEA8F3E390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050632" y="3012636"/>
                          <a:ext cx="723900" cy="647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061CDB28-2AB2-4150-BDF4-B7F08B9AD852}"/>
              </a:ext>
            </a:extLst>
          </p:cNvPr>
          <p:cNvSpPr txBox="1"/>
          <p:nvPr/>
        </p:nvSpPr>
        <p:spPr>
          <a:xfrm>
            <a:off x="6153527" y="3444369"/>
            <a:ext cx="2090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曲线的包络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9B70409-85DD-4334-B9D9-737A5A8CC3B0}"/>
              </a:ext>
            </a:extLst>
          </p:cNvPr>
          <p:cNvSpPr txBox="1"/>
          <p:nvPr/>
        </p:nvSpPr>
        <p:spPr>
          <a:xfrm>
            <a:off x="6153526" y="4050585"/>
            <a:ext cx="2090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方程的奇解</a:t>
            </a:r>
          </a:p>
        </p:txBody>
      </p:sp>
    </p:spTree>
    <p:extLst>
      <p:ext uri="{BB962C8B-B14F-4D97-AF65-F5344CB8AC3E}">
        <p14:creationId xmlns:p14="http://schemas.microsoft.com/office/powerpoint/2010/main" val="386976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14" grpId="0"/>
      <p:bldP spid="33" grpId="0"/>
      <p:bldP spid="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AF94AE0-37CC-40C7-B2B9-1374B5AAE2F9}"/>
              </a:ext>
            </a:extLst>
          </p:cNvPr>
          <p:cNvGrpSpPr/>
          <p:nvPr/>
        </p:nvGrpSpPr>
        <p:grpSpPr>
          <a:xfrm>
            <a:off x="683568" y="195485"/>
            <a:ext cx="5616624" cy="876300"/>
            <a:chOff x="683568" y="2392015"/>
            <a:chExt cx="5616624" cy="87630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7C819A9-9200-418F-90C2-DF0B3B6417ED}"/>
                </a:ext>
              </a:extLst>
            </p:cNvPr>
            <p:cNvSpPr txBox="1"/>
            <p:nvPr/>
          </p:nvSpPr>
          <p:spPr>
            <a:xfrm>
              <a:off x="683568" y="2599333"/>
              <a:ext cx="7200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9F5454F-28A2-48F0-9AC8-C2C23B8B9822}"/>
                </a:ext>
              </a:extLst>
            </p:cNvPr>
            <p:cNvSpPr txBox="1"/>
            <p:nvPr/>
          </p:nvSpPr>
          <p:spPr>
            <a:xfrm>
              <a:off x="1331640" y="2609379"/>
              <a:ext cx="4968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求方程                   的解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A2FB724-7621-40D1-ACF9-746084614B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5103384"/>
                </p:ext>
              </p:extLst>
            </p:nvPr>
          </p:nvGraphicFramePr>
          <p:xfrm>
            <a:off x="2503314" y="2392015"/>
            <a:ext cx="2654300" cy="876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612" name="Equation" r:id="rId3" imgW="2654280" imgH="876240" progId="Equation.DSMT4">
                    <p:embed/>
                  </p:oleObj>
                </mc:Choice>
                <mc:Fallback>
                  <p:oleObj name="Equation" r:id="rId3" imgW="2654280" imgH="87624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E9C125F0-63EA-44AA-A080-D88B62D309E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03314" y="2392015"/>
                          <a:ext cx="2654300" cy="876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1">
            <a:extLst>
              <a:ext uri="{FF2B5EF4-FFF2-40B4-BE49-F238E27FC236}">
                <a16:creationId xmlns:a16="http://schemas.microsoft.com/office/drawing/2014/main" id="{2E34BF03-E620-45DF-AAD5-35136F73BD2A}"/>
              </a:ext>
            </a:extLst>
          </p:cNvPr>
          <p:cNvSpPr txBox="1"/>
          <p:nvPr/>
        </p:nvSpPr>
        <p:spPr>
          <a:xfrm>
            <a:off x="747180" y="1362273"/>
            <a:ext cx="603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0FBB1048-5AB5-4B62-96AC-4FAAE918D8DD}"/>
              </a:ext>
            </a:extLst>
          </p:cNvPr>
          <p:cNvSpPr txBox="1"/>
          <p:nvPr/>
        </p:nvSpPr>
        <p:spPr>
          <a:xfrm>
            <a:off x="1287252" y="1375345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变形为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967EE0E-5292-4C03-9681-E966C869D5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189714"/>
              </p:ext>
            </p:extLst>
          </p:nvPr>
        </p:nvGraphicFramePr>
        <p:xfrm>
          <a:off x="2411760" y="1178074"/>
          <a:ext cx="23495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13" name="Equation" r:id="rId5" imgW="2349360" imgH="876240" progId="Equation.DSMT4">
                  <p:embed/>
                </p:oleObj>
              </mc:Choice>
              <mc:Fallback>
                <p:oleObj name="Equation" r:id="rId5" imgW="2349360" imgH="8762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6E07646-811F-40AA-81CD-4306A16EEE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11760" y="1178074"/>
                        <a:ext cx="23495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B2666871-2368-4836-99AC-A8DF4492CBA6}"/>
              </a:ext>
            </a:extLst>
          </p:cNvPr>
          <p:cNvGrpSpPr/>
          <p:nvPr/>
        </p:nvGrpSpPr>
        <p:grpSpPr>
          <a:xfrm>
            <a:off x="4761260" y="1191644"/>
            <a:ext cx="1656184" cy="887610"/>
            <a:chOff x="1198588" y="3266382"/>
            <a:chExt cx="1656184" cy="887610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739F2012-CE4C-4566-9FF4-FC75F1DC86D3}"/>
                </a:ext>
              </a:extLst>
            </p:cNvPr>
            <p:cNvGrpSpPr/>
            <p:nvPr/>
          </p:nvGrpSpPr>
          <p:grpSpPr>
            <a:xfrm>
              <a:off x="1317830" y="3306963"/>
              <a:ext cx="1441878" cy="736600"/>
              <a:chOff x="1317830" y="3301578"/>
              <a:chExt cx="1441878" cy="736600"/>
            </a:xfrm>
          </p:grpSpPr>
          <p:sp>
            <p:nvSpPr>
              <p:cNvPr id="12" name="文本框 1">
                <a:extLst>
                  <a:ext uri="{FF2B5EF4-FFF2-40B4-BE49-F238E27FC236}">
                    <a16:creationId xmlns:a16="http://schemas.microsoft.com/office/drawing/2014/main" id="{CB2FDDA1-2CE7-43B1-A83B-9D613CFB073A}"/>
                  </a:ext>
                </a:extLst>
              </p:cNvPr>
              <p:cNvSpPr txBox="1"/>
              <p:nvPr/>
            </p:nvSpPr>
            <p:spPr>
              <a:xfrm>
                <a:off x="1317830" y="3439046"/>
                <a:ext cx="6036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令</a:t>
                </a:r>
              </a:p>
            </p:txBody>
          </p:sp>
          <p:graphicFrame>
            <p:nvGraphicFramePr>
              <p:cNvPr id="13" name="对象 12">
                <a:extLst>
                  <a:ext uri="{FF2B5EF4-FFF2-40B4-BE49-F238E27FC236}">
                    <a16:creationId xmlns:a16="http://schemas.microsoft.com/office/drawing/2014/main" id="{E5891B79-56E3-4F9F-96D2-266164A3674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86382917"/>
                  </p:ext>
                </p:extLst>
              </p:nvPr>
            </p:nvGraphicFramePr>
            <p:xfrm>
              <a:off x="1807208" y="3301578"/>
              <a:ext cx="952500" cy="736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614" name="Equation" r:id="rId7" imgW="952200" imgH="736560" progId="Equation.DSMT4">
                      <p:embed/>
                    </p:oleObj>
                  </mc:Choice>
                  <mc:Fallback>
                    <p:oleObj name="Equation" r:id="rId7" imgW="952200" imgH="736560" progId="Equation.DSMT4">
                      <p:embed/>
                      <p:pic>
                        <p:nvPicPr>
                          <p:cNvPr id="13" name="对象 12">
                            <a:extLst>
                              <a:ext uri="{FF2B5EF4-FFF2-40B4-BE49-F238E27FC236}">
                                <a16:creationId xmlns:a16="http://schemas.microsoft.com/office/drawing/2014/main" id="{97DF3515-ECF4-41BB-94C4-B533DB6E79B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807208" y="3301578"/>
                            <a:ext cx="952500" cy="736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B9BFB8B-2AEE-4956-BB03-55E04219CAD5}"/>
                </a:ext>
              </a:extLst>
            </p:cNvPr>
            <p:cNvSpPr/>
            <p:nvPr/>
          </p:nvSpPr>
          <p:spPr>
            <a:xfrm>
              <a:off x="1198588" y="3266382"/>
              <a:ext cx="1656184" cy="8876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3C9B237-41A4-4226-91C2-21664F3CE1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48652"/>
              </p:ext>
            </p:extLst>
          </p:nvPr>
        </p:nvGraphicFramePr>
        <p:xfrm>
          <a:off x="6919913" y="1346200"/>
          <a:ext cx="162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15" name="Equation" r:id="rId9" imgW="1625400" imgH="406080" progId="Equation.DSMT4">
                  <p:embed/>
                </p:oleObj>
              </mc:Choice>
              <mc:Fallback>
                <p:oleObj name="Equation" r:id="rId9" imgW="1625400" imgH="4060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0D820CB5-DF77-4371-82E8-25A39E7CDF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19913" y="1346200"/>
                        <a:ext cx="1625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">
            <a:extLst>
              <a:ext uri="{FF2B5EF4-FFF2-40B4-BE49-F238E27FC236}">
                <a16:creationId xmlns:a16="http://schemas.microsoft.com/office/drawing/2014/main" id="{D1A169C5-74FE-4D9D-BF37-3C643A00A699}"/>
              </a:ext>
            </a:extLst>
          </p:cNvPr>
          <p:cNvSpPr txBox="1"/>
          <p:nvPr/>
        </p:nvSpPr>
        <p:spPr>
          <a:xfrm>
            <a:off x="6422380" y="1369692"/>
            <a:ext cx="603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26AA513-A8F8-44B2-AF69-22F06C9B24CE}"/>
              </a:ext>
            </a:extLst>
          </p:cNvPr>
          <p:cNvGrpSpPr/>
          <p:nvPr/>
        </p:nvGrpSpPr>
        <p:grpSpPr>
          <a:xfrm>
            <a:off x="683568" y="2540347"/>
            <a:ext cx="2741351" cy="461665"/>
            <a:chOff x="487487" y="933624"/>
            <a:chExt cx="2741351" cy="461665"/>
          </a:xfrm>
        </p:grpSpPr>
        <p:sp>
          <p:nvSpPr>
            <p:cNvPr id="17" name="文本框 1">
              <a:extLst>
                <a:ext uri="{FF2B5EF4-FFF2-40B4-BE49-F238E27FC236}">
                  <a16:creationId xmlns:a16="http://schemas.microsoft.com/office/drawing/2014/main" id="{BD525AC7-5138-4C32-858D-29E5F83BB630}"/>
                </a:ext>
              </a:extLst>
            </p:cNvPr>
            <p:cNvSpPr txBox="1"/>
            <p:nvPr/>
          </p:nvSpPr>
          <p:spPr>
            <a:xfrm>
              <a:off x="487487" y="933624"/>
              <a:ext cx="27413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两端对  求导，得</a:t>
              </a: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A5497926-8730-414B-940D-84FFD34D04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3355123"/>
                </p:ext>
              </p:extLst>
            </p:nvPr>
          </p:nvGraphicFramePr>
          <p:xfrm>
            <a:off x="1567607" y="1144291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616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4F37BBF5-17C5-4A42-A96C-E2086F61C73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67607" y="1144291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DF8422B-333B-4EC2-A048-192DA73878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536107"/>
              </p:ext>
            </p:extLst>
          </p:nvPr>
        </p:nvGraphicFramePr>
        <p:xfrm>
          <a:off x="3331344" y="2424438"/>
          <a:ext cx="308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17" name="Equation" r:id="rId13" imgW="3085920" imgH="736560" progId="Equation.DSMT4">
                  <p:embed/>
                </p:oleObj>
              </mc:Choice>
              <mc:Fallback>
                <p:oleObj name="Equation" r:id="rId13" imgW="3085920" imgH="73656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A52F5A04-8778-4AC5-B15E-C91AD0C1F2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31344" y="2424438"/>
                        <a:ext cx="3086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9691D7A7-1562-4FEF-A6FA-64A113E820FC}"/>
              </a:ext>
            </a:extLst>
          </p:cNvPr>
          <p:cNvSpPr/>
          <p:nvPr/>
        </p:nvSpPr>
        <p:spPr>
          <a:xfrm>
            <a:off x="6724222" y="256190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zh-CN" altLang="en-US" sz="2400" dirty="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C45C439-FD88-4B05-A467-C0AD368DBB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394875"/>
              </p:ext>
            </p:extLst>
          </p:nvPr>
        </p:nvGraphicFramePr>
        <p:xfrm>
          <a:off x="3136900" y="3487985"/>
          <a:ext cx="2870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18" name="Equation" r:id="rId15" imgW="2869920" imgH="736560" progId="Equation.DSMT4">
                  <p:embed/>
                </p:oleObj>
              </mc:Choice>
              <mc:Fallback>
                <p:oleObj name="Equation" r:id="rId15" imgW="2869920" imgH="7365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035ACA34-976B-4488-99C1-09F1D5C39B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36900" y="3487985"/>
                        <a:ext cx="2870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037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5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3FE1660-3441-406F-AB6A-C408DE87B0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962362"/>
              </p:ext>
            </p:extLst>
          </p:nvPr>
        </p:nvGraphicFramePr>
        <p:xfrm>
          <a:off x="2694248" y="209262"/>
          <a:ext cx="2870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22" name="Equation" r:id="rId3" imgW="2869920" imgH="736560" progId="Equation.DSMT4">
                  <p:embed/>
                </p:oleObj>
              </mc:Choice>
              <mc:Fallback>
                <p:oleObj name="Equation" r:id="rId3" imgW="2869920" imgH="7365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A6EFF17E-4867-4497-9321-1F534FAD2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4248" y="209262"/>
                        <a:ext cx="2870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691F9A0F-65F1-4E10-A26F-B10AB2C769EE}"/>
              </a:ext>
            </a:extLst>
          </p:cNvPr>
          <p:cNvGrpSpPr/>
          <p:nvPr/>
        </p:nvGrpSpPr>
        <p:grpSpPr>
          <a:xfrm>
            <a:off x="539552" y="1140097"/>
            <a:ext cx="5184576" cy="461665"/>
            <a:chOff x="539552" y="1140097"/>
            <a:chExt cx="5184576" cy="461665"/>
          </a:xfrm>
        </p:grpSpPr>
        <p:sp>
          <p:nvSpPr>
            <p:cNvPr id="4" name="文本框 1">
              <a:extLst>
                <a:ext uri="{FF2B5EF4-FFF2-40B4-BE49-F238E27FC236}">
                  <a16:creationId xmlns:a16="http://schemas.microsoft.com/office/drawing/2014/main" id="{BCC5AA6B-768D-471D-BC16-D67C813BD79F}"/>
                </a:ext>
              </a:extLst>
            </p:cNvPr>
            <p:cNvSpPr txBox="1"/>
            <p:nvPr/>
          </p:nvSpPr>
          <p:spPr>
            <a:xfrm>
              <a:off x="539552" y="1140097"/>
              <a:ext cx="51845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当      时，上式两端同乘以   得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FEB9F899-63EE-4055-90F1-A8E3D905D6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5061668"/>
                </p:ext>
              </p:extLst>
            </p:nvPr>
          </p:nvGraphicFramePr>
          <p:xfrm>
            <a:off x="1043608" y="1258191"/>
            <a:ext cx="698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23" name="Equation" r:id="rId5" imgW="698400" imgH="342720" progId="Equation.DSMT4">
                    <p:embed/>
                  </p:oleObj>
                </mc:Choice>
                <mc:Fallback>
                  <p:oleObj name="Equation" r:id="rId5" imgW="69840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C2055A3A-ECCF-4545-B69D-C6FC34A906D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43608" y="1258191"/>
                          <a:ext cx="698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002D7719-8C44-4BDD-980E-166831BA71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0253000"/>
                </p:ext>
              </p:extLst>
            </p:nvPr>
          </p:nvGraphicFramePr>
          <p:xfrm>
            <a:off x="4674716" y="1258191"/>
            <a:ext cx="3048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24" name="Equation" r:id="rId7" imgW="304560" imgH="266400" progId="Equation.DSMT4">
                    <p:embed/>
                  </p:oleObj>
                </mc:Choice>
                <mc:Fallback>
                  <p:oleObj name="Equation" r:id="rId7" imgW="304560" imgH="26640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0384DCBA-BC66-4089-86D8-1091EE26C62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74716" y="1258191"/>
                          <a:ext cx="3048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8813BAB-EBFB-47D8-9913-0F31F6BBD2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703877"/>
              </p:ext>
            </p:extLst>
          </p:nvPr>
        </p:nvGraphicFramePr>
        <p:xfrm>
          <a:off x="2679514" y="1835150"/>
          <a:ext cx="3136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25" name="Equation" r:id="rId9" imgW="3136680" imgH="736560" progId="Equation.DSMT4">
                  <p:embed/>
                </p:oleObj>
              </mc:Choice>
              <mc:Fallback>
                <p:oleObj name="Equation" r:id="rId9" imgW="313668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BC4D953-15C4-4B82-AE75-70FF0E9DE1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79514" y="1835150"/>
                        <a:ext cx="3136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6DD72CD-489F-45F9-A6A9-BE9F2F458788}"/>
              </a:ext>
            </a:extLst>
          </p:cNvPr>
          <p:cNvSpPr/>
          <p:nvPr/>
        </p:nvSpPr>
        <p:spPr>
          <a:xfrm>
            <a:off x="611560" y="293179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456AFB1-EFC8-47F6-AC59-EDFEBAF985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082247"/>
              </p:ext>
            </p:extLst>
          </p:nvPr>
        </p:nvGraphicFramePr>
        <p:xfrm>
          <a:off x="2695240" y="2805138"/>
          <a:ext cx="2514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26" name="Equation" r:id="rId11" imgW="2514600" imgH="812520" progId="Equation.DSMT4">
                  <p:embed/>
                </p:oleObj>
              </mc:Choice>
              <mc:Fallback>
                <p:oleObj name="Equation" r:id="rId11" imgW="2514600" imgH="8125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C6BB20B7-1A10-4A43-B551-5E492B02CA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95240" y="2805138"/>
                        <a:ext cx="2514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FD4CCFB8-A437-4F79-AB8C-DA28C700D34A}"/>
              </a:ext>
            </a:extLst>
          </p:cNvPr>
          <p:cNvSpPr/>
          <p:nvPr/>
        </p:nvSpPr>
        <p:spPr>
          <a:xfrm>
            <a:off x="549736" y="399945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zh-CN" altLang="en-US" sz="24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45116B7-3084-4739-966B-03385DC5B8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077520"/>
              </p:ext>
            </p:extLst>
          </p:nvPr>
        </p:nvGraphicFramePr>
        <p:xfrm>
          <a:off x="2843808" y="3885309"/>
          <a:ext cx="1905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27" name="Equation" r:id="rId13" imgW="1904760" imgH="723600" progId="Equation.DSMT4">
                  <p:embed/>
                </p:oleObj>
              </mc:Choice>
              <mc:Fallback>
                <p:oleObj name="Equation" r:id="rId13" imgW="1904760" imgH="723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9A59CEE-ADA8-4AC2-A8E0-D5B790D429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43808" y="3885309"/>
                        <a:ext cx="1905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26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8224348-6AAC-4980-904F-16C3D3384E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147141"/>
              </p:ext>
            </p:extLst>
          </p:nvPr>
        </p:nvGraphicFramePr>
        <p:xfrm>
          <a:off x="3203848" y="267494"/>
          <a:ext cx="1905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74" name="Equation" r:id="rId3" imgW="1904760" imgH="723600" progId="Equation.DSMT4">
                  <p:embed/>
                </p:oleObj>
              </mc:Choice>
              <mc:Fallback>
                <p:oleObj name="Equation" r:id="rId3" imgW="1904760" imgH="723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560D6617-EDCA-461E-98D0-0C576CECBE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03848" y="267494"/>
                        <a:ext cx="1905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1">
            <a:extLst>
              <a:ext uri="{FF2B5EF4-FFF2-40B4-BE49-F238E27FC236}">
                <a16:creationId xmlns:a16="http://schemas.microsoft.com/office/drawing/2014/main" id="{C728DA59-434C-4F07-8200-D8F74CDCC348}"/>
              </a:ext>
            </a:extLst>
          </p:cNvPr>
          <p:cNvSpPr txBox="1"/>
          <p:nvPr/>
        </p:nvSpPr>
        <p:spPr>
          <a:xfrm>
            <a:off x="747180" y="1362273"/>
            <a:ext cx="944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解得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B8EB41A-A573-4F8D-BD48-96047CFFF1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5995536"/>
              </p:ext>
            </p:extLst>
          </p:nvPr>
        </p:nvGraphicFramePr>
        <p:xfrm>
          <a:off x="1691680" y="1275606"/>
          <a:ext cx="1778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75" name="Equation" r:id="rId5" imgW="1777680" imgH="787320" progId="Equation.DSMT4">
                  <p:embed/>
                </p:oleObj>
              </mc:Choice>
              <mc:Fallback>
                <p:oleObj name="Equation" r:id="rId5" imgW="1777680" imgH="787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F2F5C7A-D30A-4363-B861-99B6A98E33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1680" y="1275606"/>
                        <a:ext cx="1778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D7E38648-3421-4E5E-A902-A5B74F3F8F75}"/>
              </a:ext>
            </a:extLst>
          </p:cNvPr>
          <p:cNvGrpSpPr/>
          <p:nvPr/>
        </p:nvGrpSpPr>
        <p:grpSpPr>
          <a:xfrm>
            <a:off x="3649130" y="1259210"/>
            <a:ext cx="4897040" cy="787400"/>
            <a:chOff x="3649130" y="1259210"/>
            <a:chExt cx="4897040" cy="787400"/>
          </a:xfrm>
        </p:grpSpPr>
        <p:sp>
          <p:nvSpPr>
            <p:cNvPr id="6" name="文本框 1">
              <a:extLst>
                <a:ext uri="{FF2B5EF4-FFF2-40B4-BE49-F238E27FC236}">
                  <a16:creationId xmlns:a16="http://schemas.microsoft.com/office/drawing/2014/main" id="{1543F3C9-3A9E-40FE-A300-9FD2F7E4E4E9}"/>
                </a:ext>
              </a:extLst>
            </p:cNvPr>
            <p:cNvSpPr txBox="1"/>
            <p:nvPr/>
          </p:nvSpPr>
          <p:spPr>
            <a:xfrm>
              <a:off x="3649130" y="1362272"/>
              <a:ext cx="3803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代入           中得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EF7F65E4-7EBD-4054-ADB3-7DAE2F2CC5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8017185"/>
                </p:ext>
              </p:extLst>
            </p:nvPr>
          </p:nvGraphicFramePr>
          <p:xfrm>
            <a:off x="4425962" y="1404093"/>
            <a:ext cx="15748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76" name="Equation" r:id="rId7" imgW="1574640" imgH="406080" progId="Equation.DSMT4">
                    <p:embed/>
                  </p:oleObj>
                </mc:Choice>
                <mc:Fallback>
                  <p:oleObj name="Equation" r:id="rId7" imgW="1574640" imgH="40608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3B8638FE-49F1-40A4-A83B-348497D8A07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25962" y="1404093"/>
                          <a:ext cx="15748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3857670A-2E7D-49BA-8663-8994EFC669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6198737"/>
                </p:ext>
              </p:extLst>
            </p:nvPr>
          </p:nvGraphicFramePr>
          <p:xfrm>
            <a:off x="6717370" y="1259210"/>
            <a:ext cx="18288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77" name="Equation" r:id="rId9" imgW="1828800" imgH="787320" progId="Equation.DSMT4">
                    <p:embed/>
                  </p:oleObj>
                </mc:Choice>
                <mc:Fallback>
                  <p:oleObj name="Equation" r:id="rId9" imgW="1828800" imgH="7873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25A73598-CBBE-4D6C-927F-34B8D6DB19A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717370" y="1259210"/>
                          <a:ext cx="18288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1">
            <a:extLst>
              <a:ext uri="{FF2B5EF4-FFF2-40B4-BE49-F238E27FC236}">
                <a16:creationId xmlns:a16="http://schemas.microsoft.com/office/drawing/2014/main" id="{A09FA82F-4CF6-4EE5-A5BF-2C548A688DB1}"/>
              </a:ext>
            </a:extLst>
          </p:cNvPr>
          <p:cNvSpPr txBox="1"/>
          <p:nvPr/>
        </p:nvSpPr>
        <p:spPr>
          <a:xfrm>
            <a:off x="747180" y="2283718"/>
            <a:ext cx="5253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从而原方程的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参数形式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的通解为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861A731-79E6-46C5-AE1D-95E3AEB415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18331"/>
              </p:ext>
            </p:extLst>
          </p:nvPr>
        </p:nvGraphicFramePr>
        <p:xfrm>
          <a:off x="927100" y="3003550"/>
          <a:ext cx="19939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78" name="Equation" r:id="rId11" imgW="1993680" imgH="1726920" progId="Equation.DSMT4">
                  <p:embed/>
                </p:oleObj>
              </mc:Choice>
              <mc:Fallback>
                <p:oleObj name="Equation" r:id="rId11" imgW="1993680" imgH="17269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9E0C05C8-AF0D-4F73-A47B-694855CDED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27100" y="3003550"/>
                        <a:ext cx="1993900" cy="172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83B2A6F-D44D-49F8-A781-1162B7FDF9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685064"/>
              </p:ext>
            </p:extLst>
          </p:nvPr>
        </p:nvGraphicFramePr>
        <p:xfrm>
          <a:off x="2987824" y="3694807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79" name="Equation" r:id="rId13" imgW="761760" imgH="342720" progId="Equation.DSMT4">
                  <p:embed/>
                </p:oleObj>
              </mc:Choice>
              <mc:Fallback>
                <p:oleObj name="Equation" r:id="rId13" imgW="76176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750A6A24-252E-4D37-ADC5-0F7A9EFC05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87824" y="3694807"/>
                        <a:ext cx="76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B9D63F45-B825-4FBA-96CF-2213FB1FCE9F}"/>
              </a:ext>
            </a:extLst>
          </p:cNvPr>
          <p:cNvGrpSpPr/>
          <p:nvPr/>
        </p:nvGrpSpPr>
        <p:grpSpPr>
          <a:xfrm>
            <a:off x="4067944" y="3615102"/>
            <a:ext cx="4896544" cy="461665"/>
            <a:chOff x="3995936" y="3313884"/>
            <a:chExt cx="4896544" cy="461665"/>
          </a:xfrm>
        </p:grpSpPr>
        <p:sp>
          <p:nvSpPr>
            <p:cNvPr id="13" name="文本框 1">
              <a:extLst>
                <a:ext uri="{FF2B5EF4-FFF2-40B4-BE49-F238E27FC236}">
                  <a16:creationId xmlns:a16="http://schemas.microsoft.com/office/drawing/2014/main" id="{69F3CE63-3172-40AA-A564-9B10CB9F1D69}"/>
                </a:ext>
              </a:extLst>
            </p:cNvPr>
            <p:cNvSpPr txBox="1"/>
            <p:nvPr/>
          </p:nvSpPr>
          <p:spPr>
            <a:xfrm>
              <a:off x="3995936" y="3313884"/>
              <a:ext cx="4896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当     时，    也为原方程的解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CF8A6712-D99D-4A13-8B00-E34B1EDA4CD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8435766"/>
                </p:ext>
              </p:extLst>
            </p:nvPr>
          </p:nvGraphicFramePr>
          <p:xfrm>
            <a:off x="4392848" y="3432649"/>
            <a:ext cx="685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80" name="Equation" r:id="rId15" imgW="685800" imgH="342720" progId="Equation.DSMT4">
                    <p:embed/>
                  </p:oleObj>
                </mc:Choice>
                <mc:Fallback>
                  <p:oleObj name="Equation" r:id="rId15" imgW="685800" imgH="3427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AC52BBF6-CCAA-4F8E-9FEE-B6B81DF93EB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392848" y="3432649"/>
                          <a:ext cx="685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E29D2004-002D-44CF-8057-7D150A82EE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7571772"/>
                </p:ext>
              </p:extLst>
            </p:nvPr>
          </p:nvGraphicFramePr>
          <p:xfrm>
            <a:off x="5652120" y="3419109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81" name="Equation" r:id="rId17" imgW="660240" imgH="342720" progId="Equation.DSMT4">
                    <p:embed/>
                  </p:oleObj>
                </mc:Choice>
                <mc:Fallback>
                  <p:oleObj name="Equation" r:id="rId17" imgW="66024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4452211D-B083-46E7-A09E-54FAE6F6697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652120" y="3419109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3920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A08D36-8885-4592-9F0F-F43FDCF3E35F}"/>
              </a:ext>
            </a:extLst>
          </p:cNvPr>
          <p:cNvSpPr txBox="1"/>
          <p:nvPr/>
        </p:nvSpPr>
        <p:spPr>
          <a:xfrm>
            <a:off x="655948" y="397570"/>
            <a:ext cx="772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1CE790-52B3-4F8B-A395-4F6D6FD9A5B4}"/>
              </a:ext>
            </a:extLst>
          </p:cNvPr>
          <p:cNvSpPr txBox="1"/>
          <p:nvPr/>
        </p:nvSpPr>
        <p:spPr>
          <a:xfrm>
            <a:off x="1259632" y="411510"/>
            <a:ext cx="7317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若求得          ，得原方程参数形式的通解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5C37837-C764-4AC7-A0F8-8B19B9F9C6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07154"/>
              </p:ext>
            </p:extLst>
          </p:nvPr>
        </p:nvGraphicFramePr>
        <p:xfrm>
          <a:off x="2298700" y="481013"/>
          <a:ext cx="1447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98" name="Equation" r:id="rId3" imgW="1447560" imgH="342720" progId="Equation.DSMT4">
                  <p:embed/>
                </p:oleObj>
              </mc:Choice>
              <mc:Fallback>
                <p:oleObj name="Equation" r:id="rId3" imgW="144756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DAEE09F-A273-4C83-9499-C0576E76B0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98700" y="481013"/>
                        <a:ext cx="1447800" cy="342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7876A93-6B66-47B9-B95D-1B0AA4DFFB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394685"/>
              </p:ext>
            </p:extLst>
          </p:nvPr>
        </p:nvGraphicFramePr>
        <p:xfrm>
          <a:off x="3131840" y="1059582"/>
          <a:ext cx="2400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99" name="Equation" r:id="rId5" imgW="2400120" imgH="863280" progId="Equation.DSMT4">
                  <p:embed/>
                </p:oleObj>
              </mc:Choice>
              <mc:Fallback>
                <p:oleObj name="Equation" r:id="rId5" imgW="2400120" imgH="8632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14739A9-6B7F-40ED-8210-15C255E508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1840" y="1059582"/>
                        <a:ext cx="24003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C3EC703-9AEB-4DDF-A9D5-25E15B5E1FE6}"/>
              </a:ext>
            </a:extLst>
          </p:cNvPr>
          <p:cNvSpPr txBox="1"/>
          <p:nvPr/>
        </p:nvSpPr>
        <p:spPr>
          <a:xfrm>
            <a:off x="707306" y="2104652"/>
            <a:ext cx="772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E2863B-D7A4-4C7F-AFD6-69CDCE707587}"/>
              </a:ext>
            </a:extLst>
          </p:cNvPr>
          <p:cNvSpPr txBox="1"/>
          <p:nvPr/>
        </p:nvSpPr>
        <p:spPr>
          <a:xfrm>
            <a:off x="1259632" y="2085826"/>
            <a:ext cx="7317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若求得             得原方程参数形式的通解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68B6FB4-60CF-46D1-98D8-79A0E97FFF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769971"/>
              </p:ext>
            </p:extLst>
          </p:nvPr>
        </p:nvGraphicFramePr>
        <p:xfrm>
          <a:off x="2335324" y="2164034"/>
          <a:ext cx="180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00" name="Equation" r:id="rId7" imgW="1803240" imgH="342720" progId="Equation.DSMT4">
                  <p:embed/>
                </p:oleObj>
              </mc:Choice>
              <mc:Fallback>
                <p:oleObj name="Equation" r:id="rId7" imgW="180324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C18B498-6A0E-4D26-AF8F-1557ABAE24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5324" y="2164034"/>
                        <a:ext cx="1803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21C7B31-1056-4501-8A43-02E1DD5DDB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747878"/>
              </p:ext>
            </p:extLst>
          </p:nvPr>
        </p:nvGraphicFramePr>
        <p:xfrm>
          <a:off x="3275856" y="2588048"/>
          <a:ext cx="1968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01" name="Equation" r:id="rId9" imgW="1968480" imgH="863280" progId="Equation.DSMT4">
                  <p:embed/>
                </p:oleObj>
              </mc:Choice>
              <mc:Fallback>
                <p:oleObj name="Equation" r:id="rId9" imgW="1968480" imgH="8632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03650E5-E687-4E01-BC17-6A4AC3963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75856" y="2588048"/>
                        <a:ext cx="19685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EA17801B-1D9D-4F76-BF71-E2362AECC1EE}"/>
              </a:ext>
            </a:extLst>
          </p:cNvPr>
          <p:cNvSpPr txBox="1"/>
          <p:nvPr/>
        </p:nvSpPr>
        <p:spPr>
          <a:xfrm>
            <a:off x="711796" y="3451648"/>
            <a:ext cx="772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DF9B13-6483-4B37-B679-FFE199ADB70E}"/>
              </a:ext>
            </a:extLst>
          </p:cNvPr>
          <p:cNvSpPr txBox="1"/>
          <p:nvPr/>
        </p:nvSpPr>
        <p:spPr>
          <a:xfrm>
            <a:off x="1403648" y="3470474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在参数形式通解中的参数   常用  来表示，这表明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357540A-38E7-457B-A606-189FBFE828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883498"/>
              </p:ext>
            </p:extLst>
          </p:nvPr>
        </p:nvGraphicFramePr>
        <p:xfrm>
          <a:off x="4887038" y="3626792"/>
          <a:ext cx="304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02" name="Equation" r:id="rId11" imgW="304560" imgH="266400" progId="Equation.DSMT4">
                  <p:embed/>
                </p:oleObj>
              </mc:Choice>
              <mc:Fallback>
                <p:oleObj name="Equation" r:id="rId11" imgW="304560" imgH="2664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6004D361-4F5F-40DF-9A39-DD29F4F480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87038" y="3626792"/>
                        <a:ext cx="3048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B1166F8-F51C-4F88-8586-BC67ACD78C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921226"/>
              </p:ext>
            </p:extLst>
          </p:nvPr>
        </p:nvGraphicFramePr>
        <p:xfrm>
          <a:off x="6012160" y="3647034"/>
          <a:ext cx="127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03" name="Equation" r:id="rId13" imgW="126720" imgH="241200" progId="Equation.DSMT4">
                  <p:embed/>
                </p:oleObj>
              </mc:Choice>
              <mc:Fallback>
                <p:oleObj name="Equation" r:id="rId13" imgW="126720" imgH="2412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3477951F-9DDB-4AB0-9AED-9E1B28B037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12160" y="3647034"/>
                        <a:ext cx="127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3A854621-31C9-422B-B8F7-1D724FBA3705}"/>
              </a:ext>
            </a:extLst>
          </p:cNvPr>
          <p:cNvSpPr txBox="1"/>
          <p:nvPr/>
        </p:nvSpPr>
        <p:spPr>
          <a:xfrm>
            <a:off x="655948" y="4149254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通解中的  只表示参数，不再表示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D787154-1C45-4936-8FEC-CF615CB194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182211"/>
              </p:ext>
            </p:extLst>
          </p:nvPr>
        </p:nvGraphicFramePr>
        <p:xfrm>
          <a:off x="2038982" y="4300724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04" name="Equation" r:id="rId15" imgW="241200" imgH="266400" progId="Equation.DSMT4">
                  <p:embed/>
                </p:oleObj>
              </mc:Choice>
              <mc:Fallback>
                <p:oleObj name="Equation" r:id="rId15" imgW="241200" imgH="2664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C408CC3C-6F6A-4070-80A1-B950B097FB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38982" y="4300724"/>
                        <a:ext cx="2413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9F44C9A-A0BB-4D2B-BB8F-DA864B885F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176807"/>
              </p:ext>
            </p:extLst>
          </p:nvPr>
        </p:nvGraphicFramePr>
        <p:xfrm>
          <a:off x="5532140" y="4054028"/>
          <a:ext cx="457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05" name="Equation" r:id="rId17" imgW="457200" imgH="736560" progId="Equation.DSMT4">
                  <p:embed/>
                </p:oleObj>
              </mc:Choice>
              <mc:Fallback>
                <p:oleObj name="Equation" r:id="rId17" imgW="457200" imgH="7365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97712A8E-F8B4-466F-B8A5-978C884A9A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532140" y="4054028"/>
                        <a:ext cx="457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8274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EF1C765-6260-49D7-A1D0-8156EA1840CB}"/>
              </a:ext>
            </a:extLst>
          </p:cNvPr>
          <p:cNvGrpSpPr/>
          <p:nvPr/>
        </p:nvGrpSpPr>
        <p:grpSpPr>
          <a:xfrm>
            <a:off x="755576" y="339502"/>
            <a:ext cx="4104456" cy="812800"/>
            <a:chOff x="611560" y="842963"/>
            <a:chExt cx="4104456" cy="812800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2B58BEBA-F198-409E-92EC-23B523FAD30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730375" y="842963"/>
            <a:ext cx="16764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723" name="Equation" r:id="rId3" imgW="1676160" imgH="812520" progId="Equation.DSMT4">
                    <p:embed/>
                  </p:oleObj>
                </mc:Choice>
                <mc:Fallback>
                  <p:oleObj name="Equation" r:id="rId3" imgW="1676160" imgH="8125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2B58BEBA-F198-409E-92EC-23B523FAD3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0375" y="842963"/>
                          <a:ext cx="16764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24D06C8-D844-445E-81F1-8A1BF5E218AC}"/>
                </a:ext>
              </a:extLst>
            </p:cNvPr>
            <p:cNvSpPr/>
            <p:nvPr/>
          </p:nvSpPr>
          <p:spPr>
            <a:xfrm>
              <a:off x="611560" y="987574"/>
              <a:ext cx="41044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形如            的方程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微软雅黑" panose="020B0503020204020204" charset="-122"/>
                </a:rPr>
                <a:t>.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9233116-27AC-4559-8D5B-6E35E3DC0140}"/>
              </a:ext>
            </a:extLst>
          </p:cNvPr>
          <p:cNvGrpSpPr/>
          <p:nvPr/>
        </p:nvGrpSpPr>
        <p:grpSpPr>
          <a:xfrm>
            <a:off x="755576" y="1296913"/>
            <a:ext cx="5616624" cy="876300"/>
            <a:chOff x="683568" y="2392015"/>
            <a:chExt cx="5616624" cy="876300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626C9B7-98F6-48EC-8D82-50CDBF3C144A}"/>
                </a:ext>
              </a:extLst>
            </p:cNvPr>
            <p:cNvSpPr txBox="1"/>
            <p:nvPr/>
          </p:nvSpPr>
          <p:spPr>
            <a:xfrm>
              <a:off x="683568" y="2599333"/>
              <a:ext cx="7200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例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22A4310-F99E-4597-A5BF-25027BE5BD71}"/>
                </a:ext>
              </a:extLst>
            </p:cNvPr>
            <p:cNvSpPr txBox="1"/>
            <p:nvPr/>
          </p:nvSpPr>
          <p:spPr>
            <a:xfrm>
              <a:off x="1331640" y="2609379"/>
              <a:ext cx="4968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求方程                   的解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61B06B08-20A8-47E3-A73D-081EC0D196F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503314" y="2392015"/>
            <a:ext cx="2654300" cy="876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724" name="Equation" r:id="rId5" imgW="2654280" imgH="876240" progId="Equation.DSMT4">
                    <p:embed/>
                  </p:oleObj>
                </mc:Choice>
                <mc:Fallback>
                  <p:oleObj name="Equation" r:id="rId5" imgW="2654280" imgH="87624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61B06B08-20A8-47E3-A73D-081EC0D196F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03314" y="2392015"/>
                          <a:ext cx="2654300" cy="876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1">
            <a:extLst>
              <a:ext uri="{FF2B5EF4-FFF2-40B4-BE49-F238E27FC236}">
                <a16:creationId xmlns:a16="http://schemas.microsoft.com/office/drawing/2014/main" id="{3CBBFF53-303B-4DF8-8FF6-1E027D4C24EC}"/>
              </a:ext>
            </a:extLst>
          </p:cNvPr>
          <p:cNvSpPr txBox="1"/>
          <p:nvPr/>
        </p:nvSpPr>
        <p:spPr>
          <a:xfrm>
            <a:off x="711461" y="2499668"/>
            <a:ext cx="603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2A51A93-8E51-43DE-86E3-90285EE947D7}"/>
              </a:ext>
            </a:extLst>
          </p:cNvPr>
          <p:cNvGrpSpPr/>
          <p:nvPr/>
        </p:nvGrpSpPr>
        <p:grpSpPr>
          <a:xfrm>
            <a:off x="1418983" y="2417737"/>
            <a:ext cx="1656184" cy="887610"/>
            <a:chOff x="1198588" y="3266382"/>
            <a:chExt cx="1656184" cy="887610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3090986-C9AD-4A9F-88BB-3F5820B9D0B2}"/>
                </a:ext>
              </a:extLst>
            </p:cNvPr>
            <p:cNvGrpSpPr/>
            <p:nvPr/>
          </p:nvGrpSpPr>
          <p:grpSpPr>
            <a:xfrm>
              <a:off x="1317830" y="3306963"/>
              <a:ext cx="1441878" cy="736600"/>
              <a:chOff x="1317830" y="3301578"/>
              <a:chExt cx="1441878" cy="736600"/>
            </a:xfrm>
          </p:grpSpPr>
          <p:sp>
            <p:nvSpPr>
              <p:cNvPr id="15" name="文本框 1">
                <a:extLst>
                  <a:ext uri="{FF2B5EF4-FFF2-40B4-BE49-F238E27FC236}">
                    <a16:creationId xmlns:a16="http://schemas.microsoft.com/office/drawing/2014/main" id="{A7700566-7F2B-4DD9-B645-3188E64F7DBE}"/>
                  </a:ext>
                </a:extLst>
              </p:cNvPr>
              <p:cNvSpPr txBox="1"/>
              <p:nvPr/>
            </p:nvSpPr>
            <p:spPr>
              <a:xfrm>
                <a:off x="1317830" y="3439046"/>
                <a:ext cx="6036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令</a:t>
                </a:r>
              </a:p>
            </p:txBody>
          </p:sp>
          <p:graphicFrame>
            <p:nvGraphicFramePr>
              <p:cNvPr id="16" name="对象 15">
                <a:extLst>
                  <a:ext uri="{FF2B5EF4-FFF2-40B4-BE49-F238E27FC236}">
                    <a16:creationId xmlns:a16="http://schemas.microsoft.com/office/drawing/2014/main" id="{D762BAA3-20B3-4ADC-830C-C681C500CBAA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1807208" y="3301578"/>
              <a:ext cx="952500" cy="736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725" name="Equation" r:id="rId7" imgW="952200" imgH="736560" progId="Equation.DSMT4">
                      <p:embed/>
                    </p:oleObj>
                  </mc:Choice>
                  <mc:Fallback>
                    <p:oleObj name="Equation" r:id="rId7" imgW="952200" imgH="736560" progId="Equation.DSMT4">
                      <p:embed/>
                      <p:pic>
                        <p:nvPicPr>
                          <p:cNvPr id="16" name="对象 15">
                            <a:extLst>
                              <a:ext uri="{FF2B5EF4-FFF2-40B4-BE49-F238E27FC236}">
                                <a16:creationId xmlns:a16="http://schemas.microsoft.com/office/drawing/2014/main" id="{D762BAA3-20B3-4ADC-830C-C681C500CBA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807208" y="3301578"/>
                            <a:ext cx="952500" cy="736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25EAAC4-CB3F-4316-9F94-A45187BA2BA4}"/>
                </a:ext>
              </a:extLst>
            </p:cNvPr>
            <p:cNvSpPr/>
            <p:nvPr/>
          </p:nvSpPr>
          <p:spPr>
            <a:xfrm>
              <a:off x="1198588" y="3266382"/>
              <a:ext cx="1656184" cy="8876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1B7D098-D5E2-4A95-A3D4-C0B47D4581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57417"/>
              </p:ext>
            </p:extLst>
          </p:nvPr>
        </p:nvGraphicFramePr>
        <p:xfrm>
          <a:off x="3768288" y="2417737"/>
          <a:ext cx="1409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26" name="Equation" r:id="rId9" imgW="1409400" imgH="825480" progId="Equation.DSMT4">
                  <p:embed/>
                </p:oleObj>
              </mc:Choice>
              <mc:Fallback>
                <p:oleObj name="Equation" r:id="rId9" imgW="1409400" imgH="8254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C1B7D098-D5E2-4A95-A3D4-C0B47D4581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68288" y="2417737"/>
                        <a:ext cx="14097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">
            <a:extLst>
              <a:ext uri="{FF2B5EF4-FFF2-40B4-BE49-F238E27FC236}">
                <a16:creationId xmlns:a16="http://schemas.microsoft.com/office/drawing/2014/main" id="{59D77C6A-6E8B-4404-A1ED-ED65D25B1106}"/>
              </a:ext>
            </a:extLst>
          </p:cNvPr>
          <p:cNvSpPr txBox="1"/>
          <p:nvPr/>
        </p:nvSpPr>
        <p:spPr>
          <a:xfrm>
            <a:off x="3164604" y="2550287"/>
            <a:ext cx="603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则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7E9CAED-6178-41A6-8FAC-67E1F017C9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759929"/>
              </p:ext>
            </p:extLst>
          </p:nvPr>
        </p:nvGraphicFramePr>
        <p:xfrm>
          <a:off x="5610200" y="2669052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27" name="Equation" r:id="rId11" imgW="761760" imgH="342720" progId="Equation.DSMT4">
                  <p:embed/>
                </p:oleObj>
              </mc:Choice>
              <mc:Fallback>
                <p:oleObj name="Equation" r:id="rId11" imgW="761760" imgH="3427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A7E9CAED-6178-41A6-8FAC-67E1F017C9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10200" y="2669052"/>
                        <a:ext cx="76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D70137A7-0724-4EA9-9EEA-455492B37825}"/>
              </a:ext>
            </a:extLst>
          </p:cNvPr>
          <p:cNvGrpSpPr/>
          <p:nvPr/>
        </p:nvGrpSpPr>
        <p:grpSpPr>
          <a:xfrm>
            <a:off x="725095" y="4004189"/>
            <a:ext cx="2741351" cy="461665"/>
            <a:chOff x="487487" y="933624"/>
            <a:chExt cx="2741351" cy="461665"/>
          </a:xfrm>
          <a:noFill/>
        </p:grpSpPr>
        <p:sp>
          <p:nvSpPr>
            <p:cNvPr id="21" name="文本框 1">
              <a:extLst>
                <a:ext uri="{FF2B5EF4-FFF2-40B4-BE49-F238E27FC236}">
                  <a16:creationId xmlns:a16="http://schemas.microsoft.com/office/drawing/2014/main" id="{48B9A0CD-E929-4D4C-A356-F742387C2875}"/>
                </a:ext>
              </a:extLst>
            </p:cNvPr>
            <p:cNvSpPr txBox="1"/>
            <p:nvPr/>
          </p:nvSpPr>
          <p:spPr>
            <a:xfrm>
              <a:off x="487487" y="933624"/>
              <a:ext cx="2741351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两端对  求导，得</a:t>
              </a: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5FE82558-E5B5-4307-9A30-8EA6118DE49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554399" y="1112814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728" name="Equation" r:id="rId13" imgW="215640" imgH="266400" progId="Equation.DSMT4">
                    <p:embed/>
                  </p:oleObj>
                </mc:Choice>
                <mc:Fallback>
                  <p:oleObj name="Equation" r:id="rId13" imgW="215640" imgH="26640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21C343AD-087D-4226-8C49-47160B9D492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554399" y="1112814"/>
                          <a:ext cx="215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0C01FEB4-14E2-4F84-A12D-9A6D170849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769774"/>
              </p:ext>
            </p:extLst>
          </p:nvPr>
        </p:nvGraphicFramePr>
        <p:xfrm>
          <a:off x="3569356" y="3396846"/>
          <a:ext cx="42164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29" name="Equation" r:id="rId15" imgW="4216320" imgH="1282680" progId="Equation.DSMT4">
                  <p:embed/>
                </p:oleObj>
              </mc:Choice>
              <mc:Fallback>
                <p:oleObj name="Equation" r:id="rId15" imgW="4216320" imgH="12826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0AE4FBDB-1756-4D44-BF28-641EF4D401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69356" y="3396846"/>
                        <a:ext cx="4216400" cy="128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665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AE4FBDB-1756-4D44-BF28-641EF4D401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6248883"/>
              </p:ext>
            </p:extLst>
          </p:nvPr>
        </p:nvGraphicFramePr>
        <p:xfrm>
          <a:off x="2267744" y="152056"/>
          <a:ext cx="42164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93" name="Equation" r:id="rId3" imgW="4216320" imgH="1282680" progId="Equation.DSMT4">
                  <p:embed/>
                </p:oleObj>
              </mc:Choice>
              <mc:Fallback>
                <p:oleObj name="Equation" r:id="rId3" imgW="4216320" imgH="12826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0AE4FBDB-1756-4D44-BF28-641EF4D401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152056"/>
                        <a:ext cx="4216400" cy="128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">
            <a:extLst>
              <a:ext uri="{FF2B5EF4-FFF2-40B4-BE49-F238E27FC236}">
                <a16:creationId xmlns:a16="http://schemas.microsoft.com/office/drawing/2014/main" id="{32881467-5689-48D4-BB21-F5EAB90F9FF4}"/>
              </a:ext>
            </a:extLst>
          </p:cNvPr>
          <p:cNvSpPr txBox="1"/>
          <p:nvPr/>
        </p:nvSpPr>
        <p:spPr>
          <a:xfrm>
            <a:off x="323528" y="2358973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利用反函数的导数得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3C3FC86-9ECF-4F19-8B5B-0745A5E76D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030236"/>
              </p:ext>
            </p:extLst>
          </p:nvPr>
        </p:nvGraphicFramePr>
        <p:xfrm>
          <a:off x="3635896" y="1707654"/>
          <a:ext cx="41275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94" name="Equation" r:id="rId5" imgW="4127400" imgH="1282680" progId="Equation.DSMT4">
                  <p:embed/>
                </p:oleObj>
              </mc:Choice>
              <mc:Fallback>
                <p:oleObj name="Equation" r:id="rId5" imgW="4127400" imgH="12826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3C3FC86-9ECF-4F19-8B5B-0745A5E76D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35896" y="1707654"/>
                        <a:ext cx="4127500" cy="128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">
            <a:extLst>
              <a:ext uri="{FF2B5EF4-FFF2-40B4-BE49-F238E27FC236}">
                <a16:creationId xmlns:a16="http://schemas.microsoft.com/office/drawing/2014/main" id="{B0DB43CD-28C0-4845-9031-FDBE956FA315}"/>
              </a:ext>
            </a:extLst>
          </p:cNvPr>
          <p:cNvSpPr txBox="1"/>
          <p:nvPr/>
        </p:nvSpPr>
        <p:spPr>
          <a:xfrm>
            <a:off x="467544" y="3708745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整理得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7E08721-3900-4AC7-8EEE-DE507A1B02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731589"/>
              </p:ext>
            </p:extLst>
          </p:nvPr>
        </p:nvGraphicFramePr>
        <p:xfrm>
          <a:off x="2286689" y="3507777"/>
          <a:ext cx="3035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95" name="Equation" r:id="rId7" imgW="3035160" imgH="863280" progId="Equation.DSMT4">
                  <p:embed/>
                </p:oleObj>
              </mc:Choice>
              <mc:Fallback>
                <p:oleObj name="Equation" r:id="rId7" imgW="3035160" imgH="8632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20C2A7A-9883-4B2C-BF56-854BA6E726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86689" y="3507777"/>
                        <a:ext cx="30353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309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61CC4A3-D6D3-4721-A903-A939EA45C8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861495"/>
              </p:ext>
            </p:extLst>
          </p:nvPr>
        </p:nvGraphicFramePr>
        <p:xfrm>
          <a:off x="2350604" y="213186"/>
          <a:ext cx="3035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80" name="Equation" r:id="rId3" imgW="3035160" imgH="863280" progId="Equation.DSMT4">
                  <p:embed/>
                </p:oleObj>
              </mc:Choice>
              <mc:Fallback>
                <p:oleObj name="Equation" r:id="rId3" imgW="3035160" imgH="8632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F53F4110-43DA-4A56-AEAA-B12A3E1EE8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50604" y="213186"/>
                        <a:ext cx="30353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4D9D0EB8-A74F-444F-B0E3-C683342DBEF7}"/>
              </a:ext>
            </a:extLst>
          </p:cNvPr>
          <p:cNvSpPr/>
          <p:nvPr/>
        </p:nvSpPr>
        <p:spPr>
          <a:xfrm>
            <a:off x="971600" y="170765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即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47ACDF8-E33D-45BE-8F6A-0330013F5C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174217"/>
              </p:ext>
            </p:extLst>
          </p:nvPr>
        </p:nvGraphicFramePr>
        <p:xfrm>
          <a:off x="2661754" y="1491630"/>
          <a:ext cx="2413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81" name="Equation" r:id="rId5" imgW="2412720" imgH="812520" progId="Equation.DSMT4">
                  <p:embed/>
                </p:oleObj>
              </mc:Choice>
              <mc:Fallback>
                <p:oleObj name="Equation" r:id="rId5" imgW="24127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61754" y="1491630"/>
                        <a:ext cx="2413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43BB92C-3CB4-4053-9F5C-EF0A49A77394}"/>
              </a:ext>
            </a:extLst>
          </p:cNvPr>
          <p:cNvSpPr/>
          <p:nvPr/>
        </p:nvSpPr>
        <p:spPr>
          <a:xfrm>
            <a:off x="939470" y="262503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即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A585EF1-8A1B-477C-B04C-9DD467539D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03003"/>
              </p:ext>
            </p:extLst>
          </p:nvPr>
        </p:nvGraphicFramePr>
        <p:xfrm>
          <a:off x="1532761" y="2635871"/>
          <a:ext cx="1727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82" name="Equation" r:id="rId7" imgW="1726920" imgH="406080" progId="Equation.DSMT4">
                  <p:embed/>
                </p:oleObj>
              </mc:Choice>
              <mc:Fallback>
                <p:oleObj name="Equation" r:id="rId7" imgW="1726920" imgH="4060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4B3B6E8-7DD0-4160-9133-0F425F017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32761" y="2635871"/>
                        <a:ext cx="1727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EBBEA9A-17D3-4615-9E63-550658AAD421}"/>
              </a:ext>
            </a:extLst>
          </p:cNvPr>
          <p:cNvSpPr/>
          <p:nvPr/>
        </p:nvSpPr>
        <p:spPr>
          <a:xfrm>
            <a:off x="3373758" y="2635871"/>
            <a:ext cx="8557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解得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AD052AB-71B8-40CB-85BC-F0508E8ECD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367538"/>
              </p:ext>
            </p:extLst>
          </p:nvPr>
        </p:nvGraphicFramePr>
        <p:xfrm>
          <a:off x="4189678" y="2478015"/>
          <a:ext cx="1943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83" name="Equation" r:id="rId9" imgW="1942920" imgH="787320" progId="Equation.DSMT4">
                  <p:embed/>
                </p:oleObj>
              </mc:Choice>
              <mc:Fallback>
                <p:oleObj name="Equation" r:id="rId9" imgW="1942920" imgH="7873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16DE902-13B9-4137-A4F1-D4907E7E06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89678" y="2478015"/>
                        <a:ext cx="1943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FEA1CF5-1251-4031-8664-38C778CF18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961235"/>
              </p:ext>
            </p:extLst>
          </p:nvPr>
        </p:nvGraphicFramePr>
        <p:xfrm>
          <a:off x="4202378" y="3647776"/>
          <a:ext cx="1930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84" name="Equation" r:id="rId11" imgW="1930320" imgH="787320" progId="Equation.DSMT4">
                  <p:embed/>
                </p:oleObj>
              </mc:Choice>
              <mc:Fallback>
                <p:oleObj name="Equation" r:id="rId11" imgW="1930320" imgH="787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96A32F0-B668-4565-8B46-ACF82D6C0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02378" y="3647776"/>
                        <a:ext cx="1930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8D81481-675F-4806-9640-1BE3484589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044882"/>
              </p:ext>
            </p:extLst>
          </p:nvPr>
        </p:nvGraphicFramePr>
        <p:xfrm>
          <a:off x="1695042" y="3619875"/>
          <a:ext cx="1409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85" name="Equation" r:id="rId13" imgW="1409400" imgH="825480" progId="Equation.DSMT4">
                  <p:embed/>
                </p:oleObj>
              </mc:Choice>
              <mc:Fallback>
                <p:oleObj name="Equation" r:id="rId13" imgW="1409400" imgH="8254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5CFCEF0-0A9D-4A5D-8286-6642F07519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95042" y="3619875"/>
                        <a:ext cx="14097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AC2C4051-CEFC-4CE1-AF2A-6419D1BD5A14}"/>
              </a:ext>
            </a:extLst>
          </p:cNvPr>
          <p:cNvSpPr/>
          <p:nvPr/>
        </p:nvSpPr>
        <p:spPr>
          <a:xfrm>
            <a:off x="951559" y="3801793"/>
            <a:ext cx="8557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代入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B32CF2-746E-48D8-8189-1652475F27D6}"/>
              </a:ext>
            </a:extLst>
          </p:cNvPr>
          <p:cNvSpPr/>
          <p:nvPr/>
        </p:nvSpPr>
        <p:spPr>
          <a:xfrm>
            <a:off x="3158481" y="3759724"/>
            <a:ext cx="8557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得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267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1">
            <a:extLst>
              <a:ext uri="{FF2B5EF4-FFF2-40B4-BE49-F238E27FC236}">
                <a16:creationId xmlns:a16="http://schemas.microsoft.com/office/drawing/2014/main" id="{F79ED510-3C0B-455F-840E-2F2EA57DC724}"/>
              </a:ext>
            </a:extLst>
          </p:cNvPr>
          <p:cNvSpPr txBox="1"/>
          <p:nvPr/>
        </p:nvSpPr>
        <p:spPr>
          <a:xfrm>
            <a:off x="658986" y="1175751"/>
            <a:ext cx="5253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从而原方程的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参数形式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的通解为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D0C8BB3-254C-47C3-9865-833B8F440C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340063"/>
              </p:ext>
            </p:extLst>
          </p:nvPr>
        </p:nvGraphicFramePr>
        <p:xfrm>
          <a:off x="5148064" y="483518"/>
          <a:ext cx="20955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55" name="Equation" r:id="rId3" imgW="2095200" imgH="1726920" progId="Equation.DSMT4">
                  <p:embed/>
                </p:oleObj>
              </mc:Choice>
              <mc:Fallback>
                <p:oleObj name="Equation" r:id="rId3" imgW="2095200" imgH="17269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DD0C8BB3-254C-47C3-9865-833B8F440C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48064" y="483518"/>
                        <a:ext cx="2095500" cy="172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2AAA4B0-B7AB-42A0-A273-43BB06803D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960233"/>
              </p:ext>
            </p:extLst>
          </p:nvPr>
        </p:nvGraphicFramePr>
        <p:xfrm>
          <a:off x="7355730" y="1176398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56" name="Equation" r:id="rId5" imgW="761760" imgH="342720" progId="Equation.DSMT4">
                  <p:embed/>
                </p:oleObj>
              </mc:Choice>
              <mc:Fallback>
                <p:oleObj name="Equation" r:id="rId5" imgW="761760" imgH="3427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2AAA4B0-B7AB-42A0-A273-43BB06803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55730" y="1176398"/>
                        <a:ext cx="76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E929024D-4DBD-47E7-B89B-DA8DCE72141E}"/>
              </a:ext>
            </a:extLst>
          </p:cNvPr>
          <p:cNvSpPr/>
          <p:nvPr/>
        </p:nvSpPr>
        <p:spPr>
          <a:xfrm>
            <a:off x="755576" y="210731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即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B85F68B0-67FF-492B-9E84-4B6F4D73BA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834199"/>
              </p:ext>
            </p:extLst>
          </p:nvPr>
        </p:nvGraphicFramePr>
        <p:xfrm>
          <a:off x="2100962" y="2744093"/>
          <a:ext cx="20574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57" name="Equation" r:id="rId7" imgW="2057400" imgH="1726920" progId="Equation.DSMT4">
                  <p:embed/>
                </p:oleObj>
              </mc:Choice>
              <mc:Fallback>
                <p:oleObj name="Equation" r:id="rId7" imgW="2057400" imgH="17269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FABB325-965C-479F-956A-D11A4784FE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00962" y="2744093"/>
                        <a:ext cx="2057400" cy="172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D4BFF26E-9E0A-4D74-ACF6-468B99A4B1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371094"/>
              </p:ext>
            </p:extLst>
          </p:nvPr>
        </p:nvGraphicFramePr>
        <p:xfrm>
          <a:off x="4733748" y="3436243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58" name="Equation" r:id="rId9" imgW="761760" imgH="342720" progId="Equation.DSMT4">
                  <p:embed/>
                </p:oleObj>
              </mc:Choice>
              <mc:Fallback>
                <p:oleObj name="Equation" r:id="rId9" imgW="76176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0C48BD1-CDDF-43CD-93D8-58A2418C90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33748" y="3436243"/>
                        <a:ext cx="76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B61E0858-8E53-4CB4-86A0-990F7E4985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220529"/>
              </p:ext>
            </p:extLst>
          </p:nvPr>
        </p:nvGraphicFramePr>
        <p:xfrm>
          <a:off x="5652120" y="3436243"/>
          <a:ext cx="1244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59" name="Equation" r:id="rId11" imgW="1244520" imgH="380880" progId="Equation.DSMT4">
                  <p:embed/>
                </p:oleObj>
              </mc:Choice>
              <mc:Fallback>
                <p:oleObj name="Equation" r:id="rId11" imgW="124452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975E7EB-68AE-4F19-8443-F4186EAF78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52120" y="3436243"/>
                        <a:ext cx="1244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302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F8C3C6FC-AAA1-4208-B879-98045AA78CD8}"/>
              </a:ext>
            </a:extLst>
          </p:cNvPr>
          <p:cNvSpPr txBox="1">
            <a:spLocks/>
          </p:cNvSpPr>
          <p:nvPr/>
        </p:nvSpPr>
        <p:spPr>
          <a:xfrm>
            <a:off x="1439652" y="2283718"/>
            <a:ext cx="6264696" cy="5040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第五节  可降阶的高阶微分方程</a:t>
            </a:r>
          </a:p>
        </p:txBody>
      </p:sp>
    </p:spTree>
    <p:extLst>
      <p:ext uri="{BB962C8B-B14F-4D97-AF65-F5344CB8AC3E}">
        <p14:creationId xmlns:p14="http://schemas.microsoft.com/office/powerpoint/2010/main" val="4274342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67DDBDC-996E-4F48-A496-AC74083EEFF1}"/>
              </a:ext>
            </a:extLst>
          </p:cNvPr>
          <p:cNvSpPr/>
          <p:nvPr/>
        </p:nvSpPr>
        <p:spPr>
          <a:xfrm>
            <a:off x="1646018" y="1098613"/>
            <a:ext cx="64299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二阶及二阶以上的微分方程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称为高阶微分方程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9A8ED82-32D7-4F4E-8C39-3D27FEB83A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111857"/>
              </p:ext>
            </p:extLst>
          </p:nvPr>
        </p:nvGraphicFramePr>
        <p:xfrm>
          <a:off x="3454501" y="2151544"/>
          <a:ext cx="3454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134" name="Equation" r:id="rId3" imgW="3454200" imgH="406080" progId="Equation.DSMT4">
                  <p:embed/>
                </p:oleObj>
              </mc:Choice>
              <mc:Fallback>
                <p:oleObj name="Equation" r:id="rId3" imgW="3454200" imgH="406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A970639-AA92-4725-ACA6-353AE48429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501" y="2151544"/>
                        <a:ext cx="3454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1">
            <a:extLst>
              <a:ext uri="{FF2B5EF4-FFF2-40B4-BE49-F238E27FC236}">
                <a16:creationId xmlns:a16="http://schemas.microsoft.com/office/drawing/2014/main" id="{B4633F3B-E722-44FC-BBBF-5F76DE53125A}"/>
              </a:ext>
            </a:extLst>
          </p:cNvPr>
          <p:cNvSpPr txBox="1"/>
          <p:nvPr/>
        </p:nvSpPr>
        <p:spPr>
          <a:xfrm>
            <a:off x="755576" y="267494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一、</a:t>
            </a:r>
            <a:r>
              <a:rPr lang="zh-CN" altLang="zh-CN" sz="28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高阶微分方程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</a:t>
            </a:r>
            <a:endParaRPr lang="zh-CN" altLang="en-US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909F41-4C8E-4073-82F2-B6EF8638664D}"/>
              </a:ext>
            </a:extLst>
          </p:cNvPr>
          <p:cNvSpPr/>
          <p:nvPr/>
        </p:nvSpPr>
        <p:spPr>
          <a:xfrm>
            <a:off x="767926" y="1089420"/>
            <a:ext cx="936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7A0FB30-3673-4BCC-BCF1-EC9627842EA0}"/>
              </a:ext>
            </a:extLst>
          </p:cNvPr>
          <p:cNvGrpSpPr/>
          <p:nvPr/>
        </p:nvGrpSpPr>
        <p:grpSpPr>
          <a:xfrm>
            <a:off x="719722" y="3058727"/>
            <a:ext cx="2802177" cy="523220"/>
            <a:chOff x="867031" y="2715766"/>
            <a:chExt cx="2802177" cy="52322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86678C4-F8AE-4C6E-8516-7F33A89F6688}"/>
                </a:ext>
              </a:extLst>
            </p:cNvPr>
            <p:cNvSpPr/>
            <p:nvPr/>
          </p:nvSpPr>
          <p:spPr>
            <a:xfrm>
              <a:off x="1835696" y="2715766"/>
              <a:ext cx="183351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阶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方程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C8A6E527-2692-4351-B2F2-175C72F5D06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3492098"/>
                </p:ext>
              </p:extLst>
            </p:nvPr>
          </p:nvGraphicFramePr>
          <p:xfrm>
            <a:off x="1698286" y="2901223"/>
            <a:ext cx="19044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135" name="Equation" r:id="rId5" imgW="190417" imgH="203112" progId="Equation.DSMT4">
                    <p:embed/>
                  </p:oleObj>
                </mc:Choice>
                <mc:Fallback>
                  <p:oleObj name="Equation" r:id="rId5" imgW="190417" imgH="203112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044B7DDC-8F76-4825-88D5-53F2F90502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8286" y="2901223"/>
                          <a:ext cx="190440" cy="203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1596278-7CFD-40F1-9CDA-4C4FF688AB12}"/>
                </a:ext>
              </a:extLst>
            </p:cNvPr>
            <p:cNvSpPr/>
            <p:nvPr/>
          </p:nvSpPr>
          <p:spPr>
            <a:xfrm>
              <a:off x="867031" y="2765707"/>
              <a:ext cx="165931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显式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0879ADC-3DD2-4DB4-A460-E8793F5516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773113"/>
              </p:ext>
            </p:extLst>
          </p:nvPr>
        </p:nvGraphicFramePr>
        <p:xfrm>
          <a:off x="3463702" y="3058727"/>
          <a:ext cx="3175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136" name="Equation" r:id="rId7" imgW="3174840" imgH="406080" progId="Equation.DSMT4">
                  <p:embed/>
                </p:oleObj>
              </mc:Choice>
              <mc:Fallback>
                <p:oleObj name="Equation" r:id="rId7" imgW="3174840" imgH="4060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1A66E59-F326-48D6-9E88-9054C4594F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702" y="3058727"/>
                        <a:ext cx="3175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BCBB769A-8E06-4B60-80D6-FD8EABA3DD49}"/>
              </a:ext>
            </a:extLst>
          </p:cNvPr>
          <p:cNvSpPr/>
          <p:nvPr/>
        </p:nvSpPr>
        <p:spPr>
          <a:xfrm>
            <a:off x="755576" y="389092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ea typeface="宋体" panose="02010600030101010101" pitchFamily="2" charset="-122"/>
              </a:rPr>
              <a:t>注</a:t>
            </a:r>
            <a:endParaRPr lang="zh-CN" altLang="en-US" sz="2400" dirty="0">
              <a:solidFill>
                <a:srgbClr val="0064FF"/>
              </a:solidFill>
              <a:ea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15758C-1774-468C-8E28-FF4BCE2A088C}"/>
              </a:ext>
            </a:extLst>
          </p:cNvPr>
          <p:cNvSpPr/>
          <p:nvPr/>
        </p:nvSpPr>
        <p:spPr>
          <a:xfrm>
            <a:off x="2696499" y="3888027"/>
            <a:ext cx="57864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方程可通过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变量代换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的思想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降阶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求解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12BFC3-07D0-4E9A-84E8-18B0F675EA42}"/>
              </a:ext>
            </a:extLst>
          </p:cNvPr>
          <p:cNvSpPr/>
          <p:nvPr/>
        </p:nvSpPr>
        <p:spPr>
          <a:xfrm>
            <a:off x="1249622" y="3895475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部分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高阶微分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8982CE0-7B07-4FB0-B8EB-FC4E38FB9480}"/>
              </a:ext>
            </a:extLst>
          </p:cNvPr>
          <p:cNvGrpSpPr/>
          <p:nvPr/>
        </p:nvGrpSpPr>
        <p:grpSpPr>
          <a:xfrm>
            <a:off x="660577" y="2101193"/>
            <a:ext cx="2451402" cy="523220"/>
            <a:chOff x="857224" y="1968496"/>
            <a:chExt cx="2451402" cy="523220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51F0B19-0C13-4602-8691-249D048A221D}"/>
                </a:ext>
              </a:extLst>
            </p:cNvPr>
            <p:cNvSpPr/>
            <p:nvPr/>
          </p:nvSpPr>
          <p:spPr>
            <a:xfrm>
              <a:off x="1793327" y="1968496"/>
              <a:ext cx="151529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阶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方程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8BA3E584-851C-4CD2-A690-0F65B3B329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6987498"/>
                </p:ext>
              </p:extLst>
            </p:nvPr>
          </p:nvGraphicFramePr>
          <p:xfrm>
            <a:off x="1691680" y="2139702"/>
            <a:ext cx="182217" cy="194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137" name="Equation" r:id="rId9" imgW="190417" imgH="203112" progId="Equation.DSMT4">
                    <p:embed/>
                  </p:oleObj>
                </mc:Choice>
                <mc:Fallback>
                  <p:oleObj name="Equation" r:id="rId9" imgW="190417" imgH="203112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A6BDB951-499D-499D-BBF2-014D225E6C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680" y="2139702"/>
                          <a:ext cx="182217" cy="194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8D04453-A481-43FF-96D5-1731F0CCC8B8}"/>
                </a:ext>
              </a:extLst>
            </p:cNvPr>
            <p:cNvSpPr/>
            <p:nvPr/>
          </p:nvSpPr>
          <p:spPr>
            <a:xfrm>
              <a:off x="857224" y="2010554"/>
              <a:ext cx="82965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隐式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585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1" grpId="0"/>
      <p:bldP spid="12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A842DF6-50B0-456B-A07F-C1F797668B7A}"/>
              </a:ext>
            </a:extLst>
          </p:cNvPr>
          <p:cNvSpPr/>
          <p:nvPr/>
        </p:nvSpPr>
        <p:spPr>
          <a:xfrm>
            <a:off x="683568" y="267494"/>
            <a:ext cx="47083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二、</a:t>
            </a:r>
            <a:r>
              <a:rPr lang="en-US" altLang="zh-CN" sz="28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zh-CN" sz="28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可降阶的高阶微分方程</a:t>
            </a:r>
            <a:endParaRPr lang="zh-CN" altLang="en-US" sz="28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AACA782-A6CD-4F8D-9E7F-97091E0688AB}"/>
              </a:ext>
            </a:extLst>
          </p:cNvPr>
          <p:cNvGrpSpPr/>
          <p:nvPr/>
        </p:nvGrpSpPr>
        <p:grpSpPr>
          <a:xfrm>
            <a:off x="776134" y="843558"/>
            <a:ext cx="4798901" cy="462674"/>
            <a:chOff x="1014501" y="987574"/>
            <a:chExt cx="4798901" cy="46267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0495B4A-A72A-4F7C-BB8D-833BE0B27D97}"/>
                </a:ext>
              </a:extLst>
            </p:cNvPr>
            <p:cNvSpPr/>
            <p:nvPr/>
          </p:nvSpPr>
          <p:spPr>
            <a:xfrm>
              <a:off x="1014501" y="987574"/>
              <a:ext cx="41710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1.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E2C33D7-A3D2-4671-A8A3-6B7A5F261695}"/>
                </a:ext>
              </a:extLst>
            </p:cNvPr>
            <p:cNvSpPr/>
            <p:nvPr/>
          </p:nvSpPr>
          <p:spPr>
            <a:xfrm>
              <a:off x="3000364" y="988583"/>
              <a:ext cx="28130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型的微分方程</a:t>
              </a:r>
            </a:p>
          </p:txBody>
        </p:sp>
        <p:graphicFrame>
          <p:nvGraphicFramePr>
            <p:cNvPr id="6" name="Object 3">
              <a:extLst>
                <a:ext uri="{FF2B5EF4-FFF2-40B4-BE49-F238E27FC236}">
                  <a16:creationId xmlns:a16="http://schemas.microsoft.com/office/drawing/2014/main" id="{38BD54C6-9F73-4E87-B57A-AE41CEE976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7524993"/>
                </p:ext>
              </p:extLst>
            </p:nvPr>
          </p:nvGraphicFramePr>
          <p:xfrm>
            <a:off x="1544133" y="1011740"/>
            <a:ext cx="1385888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10" name="Equation" r:id="rId3" imgW="1384200" imgH="406080" progId="Equation.DSMT4">
                    <p:embed/>
                  </p:oleObj>
                </mc:Choice>
                <mc:Fallback>
                  <p:oleObj name="Equation" r:id="rId3" imgW="1384200" imgH="406080" progId="Equation.DSMT4">
                    <p:embed/>
                    <p:pic>
                      <p:nvPicPr>
                        <p:cNvPr id="6" name="Object 3">
                          <a:extLst>
                            <a:ext uri="{FF2B5EF4-FFF2-40B4-BE49-F238E27FC236}">
                              <a16:creationId xmlns:a16="http://schemas.microsoft.com/office/drawing/2014/main" id="{E9EBED34-E601-4985-9EF5-6747E6E2C0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4133" y="1011740"/>
                          <a:ext cx="1385888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DEFFBDB8-C582-4C69-8120-AD5909E3D058}"/>
              </a:ext>
            </a:extLst>
          </p:cNvPr>
          <p:cNvSpPr/>
          <p:nvPr/>
        </p:nvSpPr>
        <p:spPr>
          <a:xfrm>
            <a:off x="775141" y="134761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ea typeface="宋体" panose="02010600030101010101" pitchFamily="2" charset="-122"/>
              </a:rPr>
              <a:t>特点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5B7AC4-D27E-47A0-A85E-BF4005CFFBAF}"/>
              </a:ext>
            </a:extLst>
          </p:cNvPr>
          <p:cNvSpPr/>
          <p:nvPr/>
        </p:nvSpPr>
        <p:spPr>
          <a:xfrm>
            <a:off x="1689804" y="1364043"/>
            <a:ext cx="30758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右端仅含有自变量</a:t>
            </a: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E6325832-DAC6-4E69-B19F-6B73A2B6B0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32571"/>
              </p:ext>
            </p:extLst>
          </p:nvPr>
        </p:nvGraphicFramePr>
        <p:xfrm>
          <a:off x="4310346" y="1527826"/>
          <a:ext cx="242887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11" name="Equation" r:id="rId5" imgW="241200" imgH="203040" progId="Equation.DSMT4">
                  <p:embed/>
                </p:oleObj>
              </mc:Choice>
              <mc:Fallback>
                <p:oleObj name="Equation" r:id="rId5" imgW="241200" imgH="203040" progId="Equation.DSMT4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522C64F4-84A2-425A-8584-17C08F0E64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346" y="1527826"/>
                        <a:ext cx="242887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27125F4E-DFC6-4ADA-8440-6339393022D3}"/>
              </a:ext>
            </a:extLst>
          </p:cNvPr>
          <p:cNvSpPr/>
          <p:nvPr/>
        </p:nvSpPr>
        <p:spPr>
          <a:xfrm>
            <a:off x="746265" y="1966069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endParaRPr lang="zh-CN" altLang="en-US" sz="2400" dirty="0">
              <a:solidFill>
                <a:srgbClr val="0064FF"/>
              </a:solidFill>
              <a:ea typeface="宋体" panose="02010600030101010101" pitchFamily="2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FBAB06F-8FB1-45C5-B668-DAB15519C737}"/>
              </a:ext>
            </a:extLst>
          </p:cNvPr>
          <p:cNvGrpSpPr/>
          <p:nvPr/>
        </p:nvGrpSpPr>
        <p:grpSpPr>
          <a:xfrm>
            <a:off x="1704526" y="1918220"/>
            <a:ext cx="4258880" cy="509514"/>
            <a:chOff x="1942893" y="2062236"/>
            <a:chExt cx="4258880" cy="509514"/>
          </a:xfrm>
        </p:grpSpPr>
        <p:graphicFrame>
          <p:nvGraphicFramePr>
            <p:cNvPr id="12" name="Object 7">
              <a:extLst>
                <a:ext uri="{FF2B5EF4-FFF2-40B4-BE49-F238E27FC236}">
                  <a16:creationId xmlns:a16="http://schemas.microsoft.com/office/drawing/2014/main" id="{63B823E7-76C8-4FED-B0C2-0B5E1F8912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7935870"/>
                </p:ext>
              </p:extLst>
            </p:nvPr>
          </p:nvGraphicFramePr>
          <p:xfrm>
            <a:off x="2391886" y="2094240"/>
            <a:ext cx="1079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12" name="Equation" r:id="rId7" imgW="1079280" imgH="406080" progId="Equation.DSMT4">
                    <p:embed/>
                  </p:oleObj>
                </mc:Choice>
                <mc:Fallback>
                  <p:oleObj name="Equation" r:id="rId7" imgW="1079280" imgH="406080" progId="Equation.DSMT4">
                    <p:embed/>
                    <p:pic>
                      <p:nvPicPr>
                        <p:cNvPr id="12" name="Object 7">
                          <a:extLst>
                            <a:ext uri="{FF2B5EF4-FFF2-40B4-BE49-F238E27FC236}">
                              <a16:creationId xmlns:a16="http://schemas.microsoft.com/office/drawing/2014/main" id="{9B32BB51-ABD4-4622-859B-A879CA4350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1886" y="2094240"/>
                          <a:ext cx="10795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60135DF-B53F-4EC4-846E-845C0B7E4882}"/>
                </a:ext>
              </a:extLst>
            </p:cNvPr>
            <p:cNvSpPr/>
            <p:nvPr/>
          </p:nvSpPr>
          <p:spPr>
            <a:xfrm>
              <a:off x="1942893" y="2110085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把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3814E17-EA4F-4F22-A6A0-2A42D8771FCD}"/>
                </a:ext>
              </a:extLst>
            </p:cNvPr>
            <p:cNvSpPr/>
            <p:nvPr/>
          </p:nvSpPr>
          <p:spPr>
            <a:xfrm>
              <a:off x="3391982" y="2062236"/>
              <a:ext cx="280979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作为新的未知函数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，</a:t>
              </a:r>
            </a:p>
          </p:txBody>
        </p:sp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74AA0AE-54EA-45E0-AFDD-4CD7F3A95D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422210"/>
              </p:ext>
            </p:extLst>
          </p:nvPr>
        </p:nvGraphicFramePr>
        <p:xfrm>
          <a:off x="2808189" y="2838079"/>
          <a:ext cx="2616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13" name="Equation" r:id="rId9" imgW="2616120" imgH="507960" progId="Equation.DSMT4">
                  <p:embed/>
                </p:oleObj>
              </mc:Choice>
              <mc:Fallback>
                <p:oleObj name="Equation" r:id="rId9" imgW="2616120" imgH="5079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CA94C200-5117-4241-A6AF-BAE15AE9AA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189" y="2838079"/>
                        <a:ext cx="26162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879DDF90-0A55-4EE6-AE74-5EE08C7058C4}"/>
              </a:ext>
            </a:extLst>
          </p:cNvPr>
          <p:cNvSpPr/>
          <p:nvPr/>
        </p:nvSpPr>
        <p:spPr>
          <a:xfrm>
            <a:off x="602078" y="3484406"/>
            <a:ext cx="19465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同理可得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05C1547-21A8-4460-AC23-61890A82C2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819201"/>
              </p:ext>
            </p:extLst>
          </p:nvPr>
        </p:nvGraphicFramePr>
        <p:xfrm>
          <a:off x="2761997" y="3546695"/>
          <a:ext cx="3886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14" name="Equation" r:id="rId11" imgW="3886200" imgH="507960" progId="Equation.DSMT4">
                  <p:embed/>
                </p:oleObj>
              </mc:Choice>
              <mc:Fallback>
                <p:oleObj name="Equation" r:id="rId11" imgW="3886200" imgH="5079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84052A47-5DD2-402F-BFE4-ECA08E78C9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1997" y="3546695"/>
                        <a:ext cx="38862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A2D63F78-5196-444B-8C3C-F3B76FB661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053719"/>
              </p:ext>
            </p:extLst>
          </p:nvPr>
        </p:nvGraphicFramePr>
        <p:xfrm>
          <a:off x="3211002" y="2423088"/>
          <a:ext cx="12207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15" name="Equation" r:id="rId13" imgW="1218960" imgH="355320" progId="Equation.DSMT4">
                  <p:embed/>
                </p:oleObj>
              </mc:Choice>
              <mc:Fallback>
                <p:oleObj name="Equation" r:id="rId13" imgW="1218960" imgH="355320" progId="Equation.DSMT4">
                  <p:embed/>
                  <p:pic>
                    <p:nvPicPr>
                      <p:cNvPr id="18" name="Object 3">
                        <a:extLst>
                          <a:ext uri="{FF2B5EF4-FFF2-40B4-BE49-F238E27FC236}">
                            <a16:creationId xmlns:a16="http://schemas.microsoft.com/office/drawing/2014/main" id="{F487F8B7-7C7C-465D-8CBA-BEE17A15F3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002" y="2423088"/>
                        <a:ext cx="1220787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E4A2E01A-A6C1-4183-8299-78F9162199B0}"/>
              </a:ext>
            </a:extLst>
          </p:cNvPr>
          <p:cNvSpPr/>
          <p:nvPr/>
        </p:nvSpPr>
        <p:spPr>
          <a:xfrm>
            <a:off x="683568" y="2828638"/>
            <a:ext cx="19465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积分可得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B873235-CAFE-451E-B3FE-D98A2AFC3C45}"/>
              </a:ext>
            </a:extLst>
          </p:cNvPr>
          <p:cNvGrpSpPr/>
          <p:nvPr/>
        </p:nvGrpSpPr>
        <p:grpSpPr>
          <a:xfrm>
            <a:off x="445325" y="4175467"/>
            <a:ext cx="8551939" cy="477637"/>
            <a:chOff x="253062" y="539554"/>
            <a:chExt cx="8551939" cy="477637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7CEC171-3431-4CB7-A89A-F6B47876EA07}"/>
                </a:ext>
              </a:extLst>
            </p:cNvPr>
            <p:cNvSpPr/>
            <p:nvPr/>
          </p:nvSpPr>
          <p:spPr>
            <a:xfrm>
              <a:off x="253062" y="555526"/>
              <a:ext cx="187066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依此法积分</a:t>
              </a: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2133C653-4CFE-43F5-BFCD-5D97E3E14B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2601593"/>
                </p:ext>
              </p:extLst>
            </p:nvPr>
          </p:nvGraphicFramePr>
          <p:xfrm>
            <a:off x="1941493" y="71185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16" name="Equation" r:id="rId15" imgW="190440" imgH="203040" progId="Equation.DSMT4">
                    <p:embed/>
                  </p:oleObj>
                </mc:Choice>
                <mc:Fallback>
                  <p:oleObj name="Equation" r:id="rId15" imgW="190440" imgH="20304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F4EB2909-8961-4E2B-9FC7-E7B00198D7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1493" y="711858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F3FA2DA-6ABC-49D4-AB1E-F6D8FD00F8D1}"/>
                </a:ext>
              </a:extLst>
            </p:cNvPr>
            <p:cNvSpPr/>
            <p:nvPr/>
          </p:nvSpPr>
          <p:spPr>
            <a:xfrm>
              <a:off x="2118450" y="547785"/>
              <a:ext cx="34039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次，得到原方程的含有</a:t>
              </a: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1127D048-9442-4AD9-8F21-F1695E577B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0737217"/>
                </p:ext>
              </p:extLst>
            </p:nvPr>
          </p:nvGraphicFramePr>
          <p:xfrm>
            <a:off x="5301421" y="712735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17" name="Equation" r:id="rId17" imgW="190417" imgH="203112" progId="Equation.DSMT4">
                    <p:embed/>
                  </p:oleObj>
                </mc:Choice>
                <mc:Fallback>
                  <p:oleObj name="Equation" r:id="rId17" imgW="190417" imgH="203112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86745C7A-8BAA-414F-BDA0-682DD605FB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1421" y="712735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30EDC1F-F8D6-43DE-B20F-AB4F96CF4F56}"/>
                </a:ext>
              </a:extLst>
            </p:cNvPr>
            <p:cNvSpPr/>
            <p:nvPr/>
          </p:nvSpPr>
          <p:spPr>
            <a:xfrm>
              <a:off x="5401053" y="539554"/>
              <a:ext cx="34039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个任意常数的通解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.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4CA0452A-8637-4E50-8A46-B1BE86E528AA}"/>
              </a:ext>
            </a:extLst>
          </p:cNvPr>
          <p:cNvSpPr/>
          <p:nvPr/>
        </p:nvSpPr>
        <p:spPr>
          <a:xfrm>
            <a:off x="4721295" y="2393515"/>
            <a:ext cx="17474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一阶微分方程</a:t>
            </a:r>
            <a:endParaRPr lang="zh-CN" altLang="en-US" sz="2400" b="1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04AC09D-24B8-4407-928D-3186E1272011}"/>
              </a:ext>
            </a:extLst>
          </p:cNvPr>
          <p:cNvSpPr/>
          <p:nvPr/>
        </p:nvSpPr>
        <p:spPr>
          <a:xfrm>
            <a:off x="4862166" y="850105"/>
            <a:ext cx="16065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逐次积分法</a:t>
            </a:r>
            <a:r>
              <a:rPr lang="zh-CN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923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6" grpId="0"/>
      <p:bldP spid="19" grpId="0"/>
      <p:bldP spid="26" grpId="0"/>
      <p:bldP spid="2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021AE080-8641-4166-BD07-14A50DB448B9}"/>
              </a:ext>
            </a:extLst>
          </p:cNvPr>
          <p:cNvSpPr txBox="1"/>
          <p:nvPr/>
        </p:nvSpPr>
        <p:spPr>
          <a:xfrm>
            <a:off x="792799" y="354781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50F40C-4398-4859-AD30-A464EF161367}"/>
              </a:ext>
            </a:extLst>
          </p:cNvPr>
          <p:cNvSpPr/>
          <p:nvPr/>
        </p:nvSpPr>
        <p:spPr>
          <a:xfrm>
            <a:off x="1424751" y="380324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求方程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526CE05-EB6B-45B5-ADF4-FC831053A5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96405"/>
              </p:ext>
            </p:extLst>
          </p:nvPr>
        </p:nvGraphicFramePr>
        <p:xfrm>
          <a:off x="2555776" y="396249"/>
          <a:ext cx="10001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74" name="Equation" r:id="rId3" imgW="977760" imgH="406080" progId="Equation.DSMT4">
                  <p:embed/>
                </p:oleObj>
              </mc:Choice>
              <mc:Fallback>
                <p:oleObj name="Equation" r:id="rId3" imgW="977760" imgH="4060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7A879E1-CADB-4D10-BB83-12B86D7337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396249"/>
                        <a:ext cx="1000125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7B9F605-8748-42F4-ACC8-A210BFD40066}"/>
              </a:ext>
            </a:extLst>
          </p:cNvPr>
          <p:cNvSpPr/>
          <p:nvPr/>
        </p:nvSpPr>
        <p:spPr>
          <a:xfrm>
            <a:off x="3493786" y="328549"/>
            <a:ext cx="1296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6" name="文本框 2">
            <a:extLst>
              <a:ext uri="{FF2B5EF4-FFF2-40B4-BE49-F238E27FC236}">
                <a16:creationId xmlns:a16="http://schemas.microsoft.com/office/drawing/2014/main" id="{D8BF999A-837A-4F3C-9735-0A9632DA327F}"/>
              </a:ext>
            </a:extLst>
          </p:cNvPr>
          <p:cNvSpPr txBox="1"/>
          <p:nvPr/>
        </p:nvSpPr>
        <p:spPr>
          <a:xfrm>
            <a:off x="792799" y="987553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E3B97A-1D86-40CC-A9C7-F477C0E1791A}"/>
              </a:ext>
            </a:extLst>
          </p:cNvPr>
          <p:cNvSpPr/>
          <p:nvPr/>
        </p:nvSpPr>
        <p:spPr>
          <a:xfrm>
            <a:off x="1397984" y="1021268"/>
            <a:ext cx="57750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对所给方程接连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积分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三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次，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8A9BEBA-2948-4C88-93FE-7A3A7E2E1C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261418"/>
              </p:ext>
            </p:extLst>
          </p:nvPr>
        </p:nvGraphicFramePr>
        <p:xfrm>
          <a:off x="2655888" y="1574800"/>
          <a:ext cx="1809750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75" name="Equation" r:id="rId5" imgW="1765080" imgH="736560" progId="Equation.DSMT4">
                  <p:embed/>
                </p:oleObj>
              </mc:Choice>
              <mc:Fallback>
                <p:oleObj name="Equation" r:id="rId5" imgW="176508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2D084AC-3E1C-4516-BC8B-7C8A6A5070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1574800"/>
                        <a:ext cx="1809750" cy="769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4BD6E71-A5A8-483E-9A6A-51B93A1EBB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16547"/>
              </p:ext>
            </p:extLst>
          </p:nvPr>
        </p:nvGraphicFramePr>
        <p:xfrm>
          <a:off x="2689225" y="2479675"/>
          <a:ext cx="2601913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76" name="Equation" r:id="rId7" imgW="2552400" imgH="736560" progId="Equation.DSMT4">
                  <p:embed/>
                </p:oleObj>
              </mc:Choice>
              <mc:Fallback>
                <p:oleObj name="Equation" r:id="rId7" imgW="255240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8BFC10B-7E35-483E-B499-A09FC432B0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225" y="2479675"/>
                        <a:ext cx="2601913" cy="765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AD4DBE1-066D-4BB7-A22F-76C9533EBA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679967"/>
              </p:ext>
            </p:extLst>
          </p:nvPr>
        </p:nvGraphicFramePr>
        <p:xfrm>
          <a:off x="2703513" y="3471863"/>
          <a:ext cx="4760912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77" name="Equation" r:id="rId9" imgW="4660560" imgH="736560" progId="Equation.DSMT4">
                  <p:embed/>
                </p:oleObj>
              </mc:Choice>
              <mc:Fallback>
                <p:oleObj name="Equation" r:id="rId9" imgW="466056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704A7AC6-F7D5-4749-B03D-7D7DE1BEFD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513" y="3471863"/>
                        <a:ext cx="4760912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838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C8BCEC4-2CA7-4194-91BB-70A68AE3F3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64252"/>
              </p:ext>
            </p:extLst>
          </p:nvPr>
        </p:nvGraphicFramePr>
        <p:xfrm>
          <a:off x="1403648" y="267494"/>
          <a:ext cx="16033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266" name="Equation" r:id="rId3" imgW="1562100" imgH="355600" progId="Equation.DSMT4">
                  <p:embed/>
                </p:oleObj>
              </mc:Choice>
              <mc:Fallback>
                <p:oleObj name="Equation" r:id="rId3" imgW="1562100" imgH="355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2588C8D2-E70C-4341-9FCC-4DC20749E5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67494"/>
                        <a:ext cx="1603375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18B0F140-8DD8-4CEA-AAED-DB2681739489}"/>
              </a:ext>
            </a:extLst>
          </p:cNvPr>
          <p:cNvSpPr/>
          <p:nvPr/>
        </p:nvSpPr>
        <p:spPr>
          <a:xfrm>
            <a:off x="856654" y="214218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2.</a:t>
            </a:r>
            <a:endParaRPr lang="zh-CN" altLang="en-US" sz="2400" b="1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062918-3679-4A59-8209-83E832301DDF}"/>
              </a:ext>
            </a:extLst>
          </p:cNvPr>
          <p:cNvSpPr/>
          <p:nvPr/>
        </p:nvSpPr>
        <p:spPr>
          <a:xfrm>
            <a:off x="3078101" y="201530"/>
            <a:ext cx="2266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型的微分方程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867324-0C81-45F1-BED5-4C3BBC42B7F2}"/>
              </a:ext>
            </a:extLst>
          </p:cNvPr>
          <p:cNvSpPr/>
          <p:nvPr/>
        </p:nvSpPr>
        <p:spPr>
          <a:xfrm>
            <a:off x="817971" y="81930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ea typeface="宋体" panose="02010600030101010101" pitchFamily="2" charset="-122"/>
              </a:rPr>
              <a:t>特点</a:t>
            </a:r>
            <a:endParaRPr lang="zh-CN" altLang="en-US" sz="2400" b="1" dirty="0">
              <a:solidFill>
                <a:srgbClr val="0064FF"/>
              </a:solidFill>
              <a:ea typeface="宋体" panose="02010600030101010101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C4EFBE5-898D-46E4-9F71-ABE17D69F047}"/>
              </a:ext>
            </a:extLst>
          </p:cNvPr>
          <p:cNvGrpSpPr/>
          <p:nvPr/>
        </p:nvGrpSpPr>
        <p:grpSpPr>
          <a:xfrm>
            <a:off x="1669590" y="777172"/>
            <a:ext cx="5048857" cy="491281"/>
            <a:chOff x="1741598" y="1029965"/>
            <a:chExt cx="5048857" cy="491281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D0532EC-09B3-486B-9276-8A423F2D9179}"/>
                </a:ext>
              </a:extLst>
            </p:cNvPr>
            <p:cNvSpPr/>
            <p:nvPr/>
          </p:nvSpPr>
          <p:spPr>
            <a:xfrm>
              <a:off x="1741598" y="1059581"/>
              <a:ext cx="14221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右端函数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E27F343-2B45-4000-AFE7-14DDBC8646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6424119"/>
                </p:ext>
              </p:extLst>
            </p:nvPr>
          </p:nvGraphicFramePr>
          <p:xfrm>
            <a:off x="3163782" y="1107850"/>
            <a:ext cx="1004888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267" name="Equation" r:id="rId5" imgW="977476" imgH="355446" progId="Equation.DSMT4">
                    <p:embed/>
                  </p:oleObj>
                </mc:Choice>
                <mc:Fallback>
                  <p:oleObj name="Equation" r:id="rId5" imgW="977476" imgH="355446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EA870C2D-15AC-49DB-A9A4-6D13AE1D77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3782" y="1107850"/>
                          <a:ext cx="1004888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176D2BBC-2360-43F1-B7D5-E8F692CC31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5993203"/>
                </p:ext>
              </p:extLst>
            </p:nvPr>
          </p:nvGraphicFramePr>
          <p:xfrm>
            <a:off x="6518993" y="1140222"/>
            <a:ext cx="271462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268" name="Equation" r:id="rId7" imgW="266353" imgH="266353" progId="Equation.DSMT4">
                    <p:embed/>
                  </p:oleObj>
                </mc:Choice>
                <mc:Fallback>
                  <p:oleObj name="Equation" r:id="rId7" imgW="266353" imgH="266353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8DF3F37B-87D4-4D19-8A82-1BD76CFEED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8993" y="1140222"/>
                          <a:ext cx="271462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560D2E9-9C9E-4C50-B138-A8698062B957}"/>
                </a:ext>
              </a:extLst>
            </p:cNvPr>
            <p:cNvSpPr/>
            <p:nvPr/>
          </p:nvSpPr>
          <p:spPr>
            <a:xfrm>
              <a:off x="4168670" y="1029965"/>
              <a:ext cx="23503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不显含未知函数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8D0413C9-EABB-4B77-A70B-F8F780C9E4D0}"/>
              </a:ext>
            </a:extLst>
          </p:cNvPr>
          <p:cNvSpPr/>
          <p:nvPr/>
        </p:nvSpPr>
        <p:spPr>
          <a:xfrm>
            <a:off x="798389" y="139009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ea typeface="宋体" panose="02010600030101010101" pitchFamily="2" charset="-122"/>
              </a:rPr>
              <a:t>方法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CD0D78-3A99-4370-A71B-951F77A6C465}"/>
              </a:ext>
            </a:extLst>
          </p:cNvPr>
          <p:cNvSpPr/>
          <p:nvPr/>
        </p:nvSpPr>
        <p:spPr>
          <a:xfrm>
            <a:off x="1684177" y="1394100"/>
            <a:ext cx="28151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引入新变量，降阶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DE26488-21C2-4BE0-A8E5-1FF4FC88E513}"/>
              </a:ext>
            </a:extLst>
          </p:cNvPr>
          <p:cNvGrpSpPr/>
          <p:nvPr/>
        </p:nvGrpSpPr>
        <p:grpSpPr>
          <a:xfrm>
            <a:off x="814774" y="2039726"/>
            <a:ext cx="1474401" cy="461665"/>
            <a:chOff x="886782" y="2292519"/>
            <a:chExt cx="1474401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829C309-1F7E-4B1A-BEDD-1264779DAE9F}"/>
                </a:ext>
              </a:extLst>
            </p:cNvPr>
            <p:cNvSpPr/>
            <p:nvPr/>
          </p:nvSpPr>
          <p:spPr>
            <a:xfrm>
              <a:off x="886782" y="2292519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令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72AAB32E-175E-44B3-A2B6-31D408AFE5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7214186"/>
                </p:ext>
              </p:extLst>
            </p:nvPr>
          </p:nvGraphicFramePr>
          <p:xfrm>
            <a:off x="1478533" y="2341819"/>
            <a:ext cx="882650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269" name="Equation" r:id="rId9" imgW="863280" imgH="355320" progId="Equation.DSMT4">
                    <p:embed/>
                  </p:oleObj>
                </mc:Choice>
                <mc:Fallback>
                  <p:oleObj name="Equation" r:id="rId9" imgW="863280" imgH="35532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1EA988E1-69E6-431A-AF70-7BFEC5E339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8533" y="2341819"/>
                          <a:ext cx="882650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0F288D24-0DF7-4169-A1D3-F821225E6499}"/>
              </a:ext>
            </a:extLst>
          </p:cNvPr>
          <p:cNvSpPr/>
          <p:nvPr/>
        </p:nvSpPr>
        <p:spPr>
          <a:xfrm>
            <a:off x="2341115" y="2062718"/>
            <a:ext cx="14686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方程变为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A64A2E1-143E-4A74-8982-EB1EC50289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948663"/>
              </p:ext>
            </p:extLst>
          </p:nvPr>
        </p:nvGraphicFramePr>
        <p:xfrm>
          <a:off x="3755494" y="2087375"/>
          <a:ext cx="160178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270" name="Equation" r:id="rId11" imgW="1574117" imgH="355446" progId="Equation.DSMT4">
                  <p:embed/>
                </p:oleObj>
              </mc:Choice>
              <mc:Fallback>
                <p:oleObj name="Equation" r:id="rId11" imgW="1574117" imgH="355446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55413ADC-383E-49CE-92A6-1CA04EC83A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5494" y="2087375"/>
                        <a:ext cx="1601788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FA753466-7896-47F9-8FC7-E8C9B7636798}"/>
              </a:ext>
            </a:extLst>
          </p:cNvPr>
          <p:cNvSpPr/>
          <p:nvPr/>
        </p:nvSpPr>
        <p:spPr>
          <a:xfrm>
            <a:off x="5255064" y="2039726"/>
            <a:ext cx="1800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设其通解为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1AFFDCB-7780-464A-97A5-B5CDF1C9CC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922006"/>
              </p:ext>
            </p:extLst>
          </p:nvPr>
        </p:nvGraphicFramePr>
        <p:xfrm>
          <a:off x="6876256" y="2061841"/>
          <a:ext cx="153987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271" name="Equation" r:id="rId13" imgW="1562040" imgH="380880" progId="Equation.DSMT4">
                  <p:embed/>
                </p:oleObj>
              </mc:Choice>
              <mc:Fallback>
                <p:oleObj name="Equation" r:id="rId13" imgW="1562040" imgH="3808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B6EE3968-7F81-431D-BB65-890039A3F2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256" y="2061841"/>
                        <a:ext cx="1539875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9E4A101E-CA37-4543-849E-338CCD2746E1}"/>
              </a:ext>
            </a:extLst>
          </p:cNvPr>
          <p:cNvSpPr/>
          <p:nvPr/>
        </p:nvSpPr>
        <p:spPr>
          <a:xfrm>
            <a:off x="842390" y="283864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547FC2F2-1DD6-49A7-91C8-B684023082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026058"/>
              </p:ext>
            </p:extLst>
          </p:nvPr>
        </p:nvGraphicFramePr>
        <p:xfrm>
          <a:off x="3594218" y="2996684"/>
          <a:ext cx="158432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272" name="Equation" r:id="rId15" imgW="1600200" imgH="380880" progId="Equation.DSMT4">
                  <p:embed/>
                </p:oleObj>
              </mc:Choice>
              <mc:Fallback>
                <p:oleObj name="Equation" r:id="rId15" imgW="1600200" imgH="3808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EB9A7291-F516-4141-A887-069CC2B6DB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218" y="2996684"/>
                        <a:ext cx="1584325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23B81668-BD8E-4246-8B09-532E355B2EAB}"/>
              </a:ext>
            </a:extLst>
          </p:cNvPr>
          <p:cNvSpPr/>
          <p:nvPr/>
        </p:nvSpPr>
        <p:spPr>
          <a:xfrm>
            <a:off x="798389" y="3585484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积分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原方程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通解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B4192896-ADB7-4B6F-98B3-D2B4DE7B65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882404"/>
              </p:ext>
            </p:extLst>
          </p:nvPr>
        </p:nvGraphicFramePr>
        <p:xfrm>
          <a:off x="3458091" y="4025145"/>
          <a:ext cx="255111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273" name="Equation" r:id="rId17" imgW="2578100" imgH="508000" progId="Equation.DSMT4">
                  <p:embed/>
                </p:oleObj>
              </mc:Choice>
              <mc:Fallback>
                <p:oleObj name="Equation" r:id="rId17" imgW="2578100" imgH="5080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41E9824A-22FF-4A6B-A844-0E144B92F7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8091" y="4025145"/>
                        <a:ext cx="2551112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D2B122BB-5AAA-43A0-B72F-2A6202AFAE62}"/>
              </a:ext>
            </a:extLst>
          </p:cNvPr>
          <p:cNvSpPr/>
          <p:nvPr/>
        </p:nvSpPr>
        <p:spPr>
          <a:xfrm>
            <a:off x="5515479" y="2996684"/>
            <a:ext cx="18630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一阶微分方程</a:t>
            </a:r>
            <a:r>
              <a:rPr lang="zh-CN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5577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  <p:bldP spid="16" grpId="0"/>
      <p:bldP spid="18" grpId="0"/>
      <p:bldP spid="20" grpId="0"/>
      <p:bldP spid="22" grpId="0"/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83962A4-1034-45AF-BE51-7FD6BA1F0F71}"/>
              </a:ext>
            </a:extLst>
          </p:cNvPr>
          <p:cNvSpPr txBox="1"/>
          <p:nvPr/>
        </p:nvSpPr>
        <p:spPr>
          <a:xfrm>
            <a:off x="904881" y="244476"/>
            <a:ext cx="72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6EE3607-231F-43A7-B589-7C3C2A9668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364730"/>
              </p:ext>
            </p:extLst>
          </p:nvPr>
        </p:nvGraphicFramePr>
        <p:xfrm>
          <a:off x="2627784" y="267494"/>
          <a:ext cx="204787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270" name="Equation" r:id="rId3" imgW="2006280" imgH="406080" progId="Equation.DSMT4">
                  <p:embed/>
                </p:oleObj>
              </mc:Choice>
              <mc:Fallback>
                <p:oleObj name="Equation" r:id="rId3" imgW="2006280" imgH="406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C6CC3569-90A6-4DCB-828E-967A4E235A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67494"/>
                        <a:ext cx="2047875" cy="41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398299F8-7698-4CD0-AC25-F4ABC8EEC0A8}"/>
              </a:ext>
            </a:extLst>
          </p:cNvPr>
          <p:cNvSpPr/>
          <p:nvPr/>
        </p:nvSpPr>
        <p:spPr>
          <a:xfrm>
            <a:off x="1547823" y="244476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求方程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C00220-40FA-4B57-ACF0-167E07953CA2}"/>
              </a:ext>
            </a:extLst>
          </p:cNvPr>
          <p:cNvSpPr/>
          <p:nvPr/>
        </p:nvSpPr>
        <p:spPr>
          <a:xfrm>
            <a:off x="4569520" y="243186"/>
            <a:ext cx="13924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6" name="文本框 2">
            <a:extLst>
              <a:ext uri="{FF2B5EF4-FFF2-40B4-BE49-F238E27FC236}">
                <a16:creationId xmlns:a16="http://schemas.microsoft.com/office/drawing/2014/main" id="{16DBD29D-061F-42AA-8495-C12DF84C70B9}"/>
              </a:ext>
            </a:extLst>
          </p:cNvPr>
          <p:cNvSpPr txBox="1"/>
          <p:nvPr/>
        </p:nvSpPr>
        <p:spPr>
          <a:xfrm>
            <a:off x="931511" y="858621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D3CC7D1-400E-4958-9DDC-90CEF7FDD3CA}"/>
              </a:ext>
            </a:extLst>
          </p:cNvPr>
          <p:cNvGrpSpPr/>
          <p:nvPr/>
        </p:nvGrpSpPr>
        <p:grpSpPr>
          <a:xfrm>
            <a:off x="1435397" y="882779"/>
            <a:ext cx="1436550" cy="461665"/>
            <a:chOff x="1285852" y="1232755"/>
            <a:chExt cx="1436550" cy="46166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6C942F2-3BA4-49CD-BFC7-4696C5811C87}"/>
                </a:ext>
              </a:extLst>
            </p:cNvPr>
            <p:cNvSpPr/>
            <p:nvPr/>
          </p:nvSpPr>
          <p:spPr>
            <a:xfrm>
              <a:off x="1285852" y="1232755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令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AFEC333C-5D6D-4BDF-BC89-F01C7C6DD1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1561090"/>
                </p:ext>
              </p:extLst>
            </p:nvPr>
          </p:nvGraphicFramePr>
          <p:xfrm>
            <a:off x="1852452" y="1280441"/>
            <a:ext cx="869950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271" name="Equation" r:id="rId5" imgW="850680" imgH="355320" progId="Equation.DSMT4">
                    <p:embed/>
                  </p:oleObj>
                </mc:Choice>
                <mc:Fallback>
                  <p:oleObj name="Equation" r:id="rId5" imgW="850680" imgH="3553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6330F9E6-5147-40B8-AEEC-C2530F2A99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2452" y="1280441"/>
                          <a:ext cx="869950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D1C2ED3D-133D-4092-B5DB-57D2EC6C63B5}"/>
              </a:ext>
            </a:extLst>
          </p:cNvPr>
          <p:cNvSpPr/>
          <p:nvPr/>
        </p:nvSpPr>
        <p:spPr>
          <a:xfrm>
            <a:off x="4531424" y="851600"/>
            <a:ext cx="14686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方程变为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814AB87-2C59-47F1-A355-E919B5C2D4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694765"/>
              </p:ext>
            </p:extLst>
          </p:nvPr>
        </p:nvGraphicFramePr>
        <p:xfrm>
          <a:off x="3079909" y="1590865"/>
          <a:ext cx="218281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272" name="Equation" r:id="rId7" imgW="2133360" imgH="736560" progId="Equation.DSMT4">
                  <p:embed/>
                </p:oleObj>
              </mc:Choice>
              <mc:Fallback>
                <p:oleObj name="Equation" r:id="rId7" imgW="2133360" imgH="736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40807139-2E03-47CD-8F53-9F828A5170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909" y="1590865"/>
                        <a:ext cx="2182813" cy="75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F4F8315E-1933-4BDB-93AA-B1E40BC7689E}"/>
              </a:ext>
            </a:extLst>
          </p:cNvPr>
          <p:cNvSpPr/>
          <p:nvPr/>
        </p:nvSpPr>
        <p:spPr>
          <a:xfrm>
            <a:off x="5386158" y="1726315"/>
            <a:ext cx="3384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可分离变量的方程</a:t>
            </a:r>
            <a:endParaRPr lang="zh-CN" altLang="en-US" sz="2400" b="1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F9AF9A1-5CC6-45B6-9DE5-F7571808F1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623041"/>
              </p:ext>
            </p:extLst>
          </p:nvPr>
        </p:nvGraphicFramePr>
        <p:xfrm>
          <a:off x="3923710" y="3535468"/>
          <a:ext cx="1803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273" name="Equation" r:id="rId9" imgW="1765080" imgH="419040" progId="Equation.DSMT4">
                  <p:embed/>
                </p:oleObj>
              </mc:Choice>
              <mc:Fallback>
                <p:oleObj name="Equation" r:id="rId9" imgW="1765080" imgH="4190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4684533-470E-4847-A956-04ED9F5311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710" y="3535468"/>
                        <a:ext cx="18034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5D99B9EE-5425-46E7-8C2B-996C72687E28}"/>
              </a:ext>
            </a:extLst>
          </p:cNvPr>
          <p:cNvSpPr/>
          <p:nvPr/>
        </p:nvSpPr>
        <p:spPr>
          <a:xfrm>
            <a:off x="819843" y="4345535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积分得通解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B16CA71-CF76-4BBD-BB21-9ABA4CF6D38F}"/>
              </a:ext>
            </a:extLst>
          </p:cNvPr>
          <p:cNvGrpSpPr/>
          <p:nvPr/>
        </p:nvGrpSpPr>
        <p:grpSpPr>
          <a:xfrm>
            <a:off x="3060765" y="727046"/>
            <a:ext cx="1522202" cy="755650"/>
            <a:chOff x="1288198" y="1039186"/>
            <a:chExt cx="1522202" cy="75565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71A7DE8-7578-4DEA-999C-AB09E694CE00}"/>
                </a:ext>
              </a:extLst>
            </p:cNvPr>
            <p:cNvSpPr/>
            <p:nvPr/>
          </p:nvSpPr>
          <p:spPr>
            <a:xfrm>
              <a:off x="1288198" y="1203081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则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1F61EA16-C064-4081-8DF2-09463BFA7D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1453636"/>
                </p:ext>
              </p:extLst>
            </p:nvPr>
          </p:nvGraphicFramePr>
          <p:xfrm>
            <a:off x="1705500" y="1039186"/>
            <a:ext cx="1104900" cy="755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274" name="Equation" r:id="rId11" imgW="1079280" imgH="736560" progId="Equation.DSMT4">
                    <p:embed/>
                  </p:oleObj>
                </mc:Choice>
                <mc:Fallback>
                  <p:oleObj name="Equation" r:id="rId11" imgW="1079280" imgH="73656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66C38EED-1738-4C54-B90C-3FEA3C678E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5500" y="1039186"/>
                          <a:ext cx="1104900" cy="755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F870F787-A645-44FB-985F-62E61A9410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26979"/>
              </p:ext>
            </p:extLst>
          </p:nvPr>
        </p:nvGraphicFramePr>
        <p:xfrm>
          <a:off x="3259043" y="3591186"/>
          <a:ext cx="53181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275" name="Equation" r:id="rId13" imgW="520560" imgH="355320" progId="Equation.DSMT4">
                  <p:embed/>
                </p:oleObj>
              </mc:Choice>
              <mc:Fallback>
                <p:oleObj name="Equation" r:id="rId13" imgW="520560" imgH="3553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D8FF65AF-A7EC-4FE9-9167-88E8086865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9043" y="3591186"/>
                        <a:ext cx="531813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9BD30CB7-3DDC-43C3-938A-01CC1BE40209}"/>
              </a:ext>
            </a:extLst>
          </p:cNvPr>
          <p:cNvSpPr/>
          <p:nvPr/>
        </p:nvSpPr>
        <p:spPr>
          <a:xfrm>
            <a:off x="827140" y="2503100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分离变量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646E27D-6011-4347-A79F-028EC780A258}"/>
              </a:ext>
            </a:extLst>
          </p:cNvPr>
          <p:cNvSpPr/>
          <p:nvPr/>
        </p:nvSpPr>
        <p:spPr>
          <a:xfrm>
            <a:off x="2042013" y="251573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并积分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9B513E3E-4C72-468E-B840-97C9D1946A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28684"/>
              </p:ext>
            </p:extLst>
          </p:nvPr>
        </p:nvGraphicFramePr>
        <p:xfrm>
          <a:off x="3464197" y="2383217"/>
          <a:ext cx="2362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276" name="Equation" r:id="rId15" imgW="2361960" imgH="787320" progId="Equation.DSMT4">
                  <p:embed/>
                </p:oleObj>
              </mc:Choice>
              <mc:Fallback>
                <p:oleObj name="Equation" r:id="rId15" imgW="2361960" imgH="7873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DC92285E-0C6F-4C77-8095-D705000CAC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4197" y="2383217"/>
                        <a:ext cx="2362200" cy="787400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20AA8A15-77B7-4715-9063-4CD1B41021F5}"/>
              </a:ext>
            </a:extLst>
          </p:cNvPr>
          <p:cNvSpPr/>
          <p:nvPr/>
        </p:nvSpPr>
        <p:spPr>
          <a:xfrm>
            <a:off x="827140" y="3492903"/>
            <a:ext cx="495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得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E6444F4C-D3B1-4047-8F0E-8F706B6E8E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061159"/>
              </p:ext>
            </p:extLst>
          </p:nvPr>
        </p:nvGraphicFramePr>
        <p:xfrm>
          <a:off x="3259043" y="4197748"/>
          <a:ext cx="2544762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277" name="Equation" r:id="rId17" imgW="2489040" imgH="736560" progId="Equation.DSMT4">
                  <p:embed/>
                </p:oleObj>
              </mc:Choice>
              <mc:Fallback>
                <p:oleObj name="Equation" r:id="rId17" imgW="2489040" imgH="7365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E470AD91-37B7-4050-ACDA-7C5F620D39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9043" y="4197748"/>
                        <a:ext cx="2544762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571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4" grpId="0"/>
      <p:bldP spid="19" grpId="0"/>
      <p:bldP spid="20" grpId="0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B3E3ED57-5407-4FEB-81BD-45305A3A7A3E}"/>
              </a:ext>
            </a:extLst>
          </p:cNvPr>
          <p:cNvSpPr txBox="1"/>
          <p:nvPr/>
        </p:nvSpPr>
        <p:spPr>
          <a:xfrm>
            <a:off x="918942" y="249058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A4A34C-FCE8-4794-A109-396B631B6856}"/>
              </a:ext>
            </a:extLst>
          </p:cNvPr>
          <p:cNvSpPr/>
          <p:nvPr/>
        </p:nvSpPr>
        <p:spPr>
          <a:xfrm>
            <a:off x="5430572" y="249058"/>
            <a:ext cx="21415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型微分方程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FBEF3D3-86CD-4232-8CDE-B13268D163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6022338"/>
              </p:ext>
            </p:extLst>
          </p:nvPr>
        </p:nvGraphicFramePr>
        <p:xfrm>
          <a:off x="1763688" y="267494"/>
          <a:ext cx="36226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322" name="Equation" r:id="rId3" imgW="3619440" imgH="406080" progId="Equation.DSMT4">
                  <p:embed/>
                </p:oleObj>
              </mc:Choice>
              <mc:Fallback>
                <p:oleObj name="Equation" r:id="rId3" imgW="3619440" imgH="4060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E78089B-01F6-41A7-BD43-E3E95B2384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67494"/>
                        <a:ext cx="3622675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FD03CA3-71FD-4E40-A693-54917D039749}"/>
              </a:ext>
            </a:extLst>
          </p:cNvPr>
          <p:cNvSpPr/>
          <p:nvPr/>
        </p:nvSpPr>
        <p:spPr>
          <a:xfrm>
            <a:off x="904860" y="939993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ea typeface="宋体" panose="02010600030101010101" pitchFamily="2" charset="-122"/>
              </a:rPr>
              <a:t>特点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400741-E100-46C3-B8A3-CB911DB999C1}"/>
              </a:ext>
            </a:extLst>
          </p:cNvPr>
          <p:cNvSpPr/>
          <p:nvPr/>
        </p:nvSpPr>
        <p:spPr>
          <a:xfrm>
            <a:off x="869651" y="151050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endParaRPr lang="zh-CN" altLang="en-US" sz="2400" dirty="0">
              <a:solidFill>
                <a:srgbClr val="0064FF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701B255-6EDF-4ADE-9B73-68BC083AB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142" y="3325269"/>
            <a:ext cx="23436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prstClr val="black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 </a:t>
            </a:r>
            <a:endParaRPr lang="zh-CN" altLang="en-US" dirty="0">
              <a:solidFill>
                <a:prstClr val="black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3C433EB-CF72-4659-A7BA-14EFA672D590}"/>
              </a:ext>
            </a:extLst>
          </p:cNvPr>
          <p:cNvGrpSpPr/>
          <p:nvPr/>
        </p:nvGrpSpPr>
        <p:grpSpPr>
          <a:xfrm>
            <a:off x="1894819" y="1533428"/>
            <a:ext cx="1510046" cy="461665"/>
            <a:chOff x="1919041" y="1893460"/>
            <a:chExt cx="1510046" cy="461665"/>
          </a:xfrm>
        </p:grpSpPr>
        <p:graphicFrame>
          <p:nvGraphicFramePr>
            <p:cNvPr id="9" name="Object 7">
              <a:extLst>
                <a:ext uri="{FF2B5EF4-FFF2-40B4-BE49-F238E27FC236}">
                  <a16:creationId xmlns:a16="http://schemas.microsoft.com/office/drawing/2014/main" id="{929E1760-E8FE-49EE-9159-42931064FA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0345620"/>
                </p:ext>
              </p:extLst>
            </p:nvPr>
          </p:nvGraphicFramePr>
          <p:xfrm>
            <a:off x="2413087" y="1893460"/>
            <a:ext cx="10160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323" name="Equation" r:id="rId5" imgW="1015559" imgH="406224" progId="Equation.DSMT4">
                    <p:embed/>
                  </p:oleObj>
                </mc:Choice>
                <mc:Fallback>
                  <p:oleObj name="Equation" r:id="rId5" imgW="1015559" imgH="406224" progId="Equation.DSMT4">
                    <p:embed/>
                    <p:pic>
                      <p:nvPicPr>
                        <p:cNvPr id="9" name="Object 7">
                          <a:extLst>
                            <a:ext uri="{FF2B5EF4-FFF2-40B4-BE49-F238E27FC236}">
                              <a16:creationId xmlns:a16="http://schemas.microsoft.com/office/drawing/2014/main" id="{5D44B4CB-C414-4F93-97D4-D4FF933A20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3087" y="1893460"/>
                          <a:ext cx="10160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1BCC496-2A98-4B9A-A766-718B687E3800}"/>
                </a:ext>
              </a:extLst>
            </p:cNvPr>
            <p:cNvSpPr/>
            <p:nvPr/>
          </p:nvSpPr>
          <p:spPr>
            <a:xfrm>
              <a:off x="1919041" y="1893460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令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40E34E5-2A65-47A1-B753-8037F14AD7A4}"/>
              </a:ext>
            </a:extLst>
          </p:cNvPr>
          <p:cNvGrpSpPr/>
          <p:nvPr/>
        </p:nvGrpSpPr>
        <p:grpSpPr>
          <a:xfrm>
            <a:off x="3476208" y="1513853"/>
            <a:ext cx="4568510" cy="461665"/>
            <a:chOff x="3500430" y="1892329"/>
            <a:chExt cx="4568510" cy="461665"/>
          </a:xfrm>
        </p:grpSpPr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58137D0C-01A5-44AE-8CB7-35FA9DBCA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430" y="1892329"/>
              <a:ext cx="172034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方程化为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graphicFrame>
          <p:nvGraphicFramePr>
            <p:cNvPr id="13" name="Object 10">
              <a:extLst>
                <a:ext uri="{FF2B5EF4-FFF2-40B4-BE49-F238E27FC236}">
                  <a16:creationId xmlns:a16="http://schemas.microsoft.com/office/drawing/2014/main" id="{B3DC3082-6829-490B-A493-C3E1B08734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9105158"/>
                </p:ext>
              </p:extLst>
            </p:nvPr>
          </p:nvGraphicFramePr>
          <p:xfrm>
            <a:off x="4932040" y="1923678"/>
            <a:ext cx="3136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324" name="Equation" r:id="rId7" imgW="3136680" imgH="406080" progId="Equation.DSMT4">
                    <p:embed/>
                  </p:oleObj>
                </mc:Choice>
                <mc:Fallback>
                  <p:oleObj name="Equation" r:id="rId7" imgW="3136680" imgH="406080" progId="Equation.DSMT4">
                    <p:embed/>
                    <p:pic>
                      <p:nvPicPr>
                        <p:cNvPr id="13" name="Object 10">
                          <a:extLst>
                            <a:ext uri="{FF2B5EF4-FFF2-40B4-BE49-F238E27FC236}">
                              <a16:creationId xmlns:a16="http://schemas.microsoft.com/office/drawing/2014/main" id="{5737CE1F-51A8-439F-B3B2-029AC784DF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2040" y="1923678"/>
                          <a:ext cx="31369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30E0192E-2E3E-4198-9CFA-F70FE217A2BE}"/>
              </a:ext>
            </a:extLst>
          </p:cNvPr>
          <p:cNvSpPr/>
          <p:nvPr/>
        </p:nvSpPr>
        <p:spPr>
          <a:xfrm>
            <a:off x="806634" y="2149528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如果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能求出其通解</a:t>
            </a:r>
          </a:p>
        </p:txBody>
      </p:sp>
      <p:graphicFrame>
        <p:nvGraphicFramePr>
          <p:cNvPr id="15" name="Object 12">
            <a:extLst>
              <a:ext uri="{FF2B5EF4-FFF2-40B4-BE49-F238E27FC236}">
                <a16:creationId xmlns:a16="http://schemas.microsoft.com/office/drawing/2014/main" id="{36F48A43-1483-411C-B69E-52DB08DC85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019748"/>
              </p:ext>
            </p:extLst>
          </p:nvPr>
        </p:nvGraphicFramePr>
        <p:xfrm>
          <a:off x="3641726" y="2506302"/>
          <a:ext cx="2913063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325" name="Equation" r:id="rId9" imgW="2908080" imgH="380880" progId="Equation.DSMT4">
                  <p:embed/>
                </p:oleObj>
              </mc:Choice>
              <mc:Fallback>
                <p:oleObj name="Equation" r:id="rId9" imgW="2908080" imgH="380880" progId="Equation.DSMT4">
                  <p:embed/>
                  <p:pic>
                    <p:nvPicPr>
                      <p:cNvPr id="15" name="Object 12">
                        <a:extLst>
                          <a:ext uri="{FF2B5EF4-FFF2-40B4-BE49-F238E27FC236}">
                            <a16:creationId xmlns:a16="http://schemas.microsoft.com/office/drawing/2014/main" id="{01F30087-0D7A-4215-A98B-E87E5F34F3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1726" y="2506302"/>
                        <a:ext cx="2913063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4BE32B4E-3CC5-4532-BB0B-789C64787668}"/>
              </a:ext>
            </a:extLst>
          </p:cNvPr>
          <p:cNvSpPr/>
          <p:nvPr/>
        </p:nvSpPr>
        <p:spPr>
          <a:xfrm>
            <a:off x="666586" y="3270761"/>
            <a:ext cx="15104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则对</a:t>
            </a:r>
          </a:p>
        </p:txBody>
      </p:sp>
      <p:graphicFrame>
        <p:nvGraphicFramePr>
          <p:cNvPr id="17" name="Object 14">
            <a:extLst>
              <a:ext uri="{FF2B5EF4-FFF2-40B4-BE49-F238E27FC236}">
                <a16:creationId xmlns:a16="http://schemas.microsoft.com/office/drawing/2014/main" id="{B31FDA6B-2541-495B-8CD7-E5FB0B1EE9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863230"/>
              </p:ext>
            </p:extLst>
          </p:nvPr>
        </p:nvGraphicFramePr>
        <p:xfrm>
          <a:off x="3307598" y="3311699"/>
          <a:ext cx="3149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326" name="Equation" r:id="rId11" imgW="3149280" imgH="419040" progId="Equation.DSMT4">
                  <p:embed/>
                </p:oleObj>
              </mc:Choice>
              <mc:Fallback>
                <p:oleObj name="Equation" r:id="rId11" imgW="3149280" imgH="419040" progId="Equation.DSMT4">
                  <p:embed/>
                  <p:pic>
                    <p:nvPicPr>
                      <p:cNvPr id="17" name="Object 14">
                        <a:extLst>
                          <a:ext uri="{FF2B5EF4-FFF2-40B4-BE49-F238E27FC236}">
                            <a16:creationId xmlns:a16="http://schemas.microsoft.com/office/drawing/2014/main" id="{BAA2E0C4-D838-494D-93C0-151E0E534B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7598" y="3311699"/>
                        <a:ext cx="31496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A861353C-7D78-40D0-BD14-2284842E7A81}"/>
              </a:ext>
            </a:extLst>
          </p:cNvPr>
          <p:cNvGrpSpPr/>
          <p:nvPr/>
        </p:nvGrpSpPr>
        <p:grpSpPr>
          <a:xfrm>
            <a:off x="593921" y="4153639"/>
            <a:ext cx="4792442" cy="476709"/>
            <a:chOff x="214282" y="4214824"/>
            <a:chExt cx="4792442" cy="476709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DD90ACD-8ABE-432F-82F3-F61CC3B9157E}"/>
                </a:ext>
              </a:extLst>
            </p:cNvPr>
            <p:cNvSpPr/>
            <p:nvPr/>
          </p:nvSpPr>
          <p:spPr>
            <a:xfrm>
              <a:off x="214282" y="4214824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积分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graphicFrame>
          <p:nvGraphicFramePr>
            <p:cNvPr id="20" name="Object 21">
              <a:extLst>
                <a:ext uri="{FF2B5EF4-FFF2-40B4-BE49-F238E27FC236}">
                  <a16:creationId xmlns:a16="http://schemas.microsoft.com/office/drawing/2014/main" id="{CB081D5F-841A-489F-986C-336A081A28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3734434"/>
                </p:ext>
              </p:extLst>
            </p:nvPr>
          </p:nvGraphicFramePr>
          <p:xfrm>
            <a:off x="971550" y="4305956"/>
            <a:ext cx="206375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327" name="Equation" r:id="rId13" imgW="203112" imgH="279279" progId="Equation.DSMT4">
                    <p:embed/>
                  </p:oleObj>
                </mc:Choice>
                <mc:Fallback>
                  <p:oleObj name="Equation" r:id="rId13" imgW="203112" imgH="279279" progId="Equation.DSMT4">
                    <p:embed/>
                    <p:pic>
                      <p:nvPicPr>
                        <p:cNvPr id="20" name="Object 21">
                          <a:extLst>
                            <a:ext uri="{FF2B5EF4-FFF2-40B4-BE49-F238E27FC236}">
                              <a16:creationId xmlns:a16="http://schemas.microsoft.com/office/drawing/2014/main" id="{9729E29A-9D1D-4359-B756-A5F8B74D9D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550" y="4305956"/>
                          <a:ext cx="206375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CE75A4C-97D2-4198-8C31-388B850A1106}"/>
                </a:ext>
              </a:extLst>
            </p:cNvPr>
            <p:cNvSpPr/>
            <p:nvPr/>
          </p:nvSpPr>
          <p:spPr>
            <a:xfrm>
              <a:off x="1144751" y="4214824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宋体" pitchFamily="2" charset="-122"/>
                </a:rPr>
                <a:t>次，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6AA2140-EE32-4F36-91B1-CD8197417D48}"/>
                </a:ext>
              </a:extLst>
            </p:cNvPr>
            <p:cNvSpPr/>
            <p:nvPr/>
          </p:nvSpPr>
          <p:spPr>
            <a:xfrm>
              <a:off x="1618757" y="4214824"/>
              <a:ext cx="17509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就可以求出</a:t>
              </a: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A25A8790-2A28-48DE-8AC8-2FF75AD296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3867553"/>
                </p:ext>
              </p:extLst>
            </p:nvPr>
          </p:nvGraphicFramePr>
          <p:xfrm>
            <a:off x="3282420" y="4336003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328" name="Equation" r:id="rId15" imgW="215619" imgH="266353" progId="Equation.DSMT4">
                    <p:embed/>
                  </p:oleObj>
                </mc:Choice>
                <mc:Fallback>
                  <p:oleObj name="Equation" r:id="rId15" imgW="215619" imgH="266353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E17CF76F-CDA2-4719-AAA8-FF41525CBA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2420" y="4336003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78AACFC-9DE0-4954-ADBA-01864EA982C5}"/>
                </a:ext>
              </a:extLst>
            </p:cNvPr>
            <p:cNvSpPr/>
            <p:nvPr/>
          </p:nvSpPr>
          <p:spPr>
            <a:xfrm>
              <a:off x="3408179" y="4229868"/>
              <a:ext cx="159854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了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.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E222327-CA4A-4D51-B9D8-F4B455029E0D}"/>
              </a:ext>
            </a:extLst>
          </p:cNvPr>
          <p:cNvGrpSpPr/>
          <p:nvPr/>
        </p:nvGrpSpPr>
        <p:grpSpPr>
          <a:xfrm>
            <a:off x="1868146" y="927924"/>
            <a:ext cx="6072377" cy="474449"/>
            <a:chOff x="1892368" y="1306400"/>
            <a:chExt cx="6072377" cy="474449"/>
          </a:xfrm>
        </p:grpSpPr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A9C993D1-4767-4B98-92DA-D88ECB8038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7188786"/>
                </p:ext>
              </p:extLst>
            </p:nvPr>
          </p:nvGraphicFramePr>
          <p:xfrm>
            <a:off x="7693283" y="1433400"/>
            <a:ext cx="271462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329" name="Equation" r:id="rId17" imgW="266353" imgH="266353" progId="Equation.DSMT4">
                    <p:embed/>
                  </p:oleObj>
                </mc:Choice>
                <mc:Fallback>
                  <p:oleObj name="Equation" r:id="rId17" imgW="266353" imgH="266353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B4BFA0E4-4E7C-47B5-8FCB-265EA37EDC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93283" y="1433400"/>
                          <a:ext cx="271462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89DF7A2-12BE-4ADC-B178-1A00411293D7}"/>
                </a:ext>
              </a:extLst>
            </p:cNvPr>
            <p:cNvGrpSpPr/>
            <p:nvPr/>
          </p:nvGrpSpPr>
          <p:grpSpPr>
            <a:xfrm>
              <a:off x="1892368" y="1306400"/>
              <a:ext cx="5861805" cy="474449"/>
              <a:chOff x="1892368" y="1306400"/>
              <a:chExt cx="5861805" cy="474449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39782229-DC8D-46D1-B2B6-3FA1ECF041D3}"/>
                  </a:ext>
                </a:extLst>
              </p:cNvPr>
              <p:cNvSpPr/>
              <p:nvPr/>
            </p:nvSpPr>
            <p:spPr>
              <a:xfrm>
                <a:off x="1892368" y="1318468"/>
                <a:ext cx="29546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出现的最低阶导数为</a:t>
                </a:r>
              </a:p>
            </p:txBody>
          </p:sp>
          <p:graphicFrame>
            <p:nvGraphicFramePr>
              <p:cNvPr id="29" name="Object 5">
                <a:extLst>
                  <a:ext uri="{FF2B5EF4-FFF2-40B4-BE49-F238E27FC236}">
                    <a16:creationId xmlns:a16="http://schemas.microsoft.com/office/drawing/2014/main" id="{BBD1999A-1BA1-4D7D-AC2A-8DACF12B953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90049588"/>
                  </p:ext>
                </p:extLst>
              </p:nvPr>
            </p:nvGraphicFramePr>
            <p:xfrm>
              <a:off x="4847023" y="1306400"/>
              <a:ext cx="563562" cy="406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6330" name="Equation" r:id="rId19" imgW="558720" imgH="406080" progId="Equation.DSMT4">
                      <p:embed/>
                    </p:oleObj>
                  </mc:Choice>
                  <mc:Fallback>
                    <p:oleObj name="Equation" r:id="rId19" imgW="558720" imgH="406080" progId="Equation.DSMT4">
                      <p:embed/>
                      <p:pic>
                        <p:nvPicPr>
                          <p:cNvPr id="29" name="Object 5">
                            <a:extLst>
                              <a:ext uri="{FF2B5EF4-FFF2-40B4-BE49-F238E27FC236}">
                                <a16:creationId xmlns:a16="http://schemas.microsoft.com/office/drawing/2014/main" id="{95A0C259-5552-4624-BAB6-5118198D132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7023" y="1306400"/>
                            <a:ext cx="563562" cy="406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1A4C8B40-8D7C-432E-9DCE-27E3CD79C84A}"/>
                  </a:ext>
                </a:extLst>
              </p:cNvPr>
              <p:cNvSpPr/>
              <p:nvPr/>
            </p:nvSpPr>
            <p:spPr>
              <a:xfrm>
                <a:off x="5403850" y="1319184"/>
                <a:ext cx="235032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不显含未知函数</a:t>
                </a:r>
                <a:endParaRPr kumimoji="0" lang="zh-CN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069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14" grpId="0"/>
      <p:bldP spid="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AC2A0984-5D0B-428E-8BDC-594127406792}"/>
              </a:ext>
            </a:extLst>
          </p:cNvPr>
          <p:cNvSpPr txBox="1"/>
          <p:nvPr/>
        </p:nvSpPr>
        <p:spPr>
          <a:xfrm>
            <a:off x="855045" y="314176"/>
            <a:ext cx="72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 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DCE1C6-D3B8-4D52-98FA-516AD96C051E}"/>
              </a:ext>
            </a:extLst>
          </p:cNvPr>
          <p:cNvSpPr/>
          <p:nvPr/>
        </p:nvSpPr>
        <p:spPr>
          <a:xfrm>
            <a:off x="1565267" y="33950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求方程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2814D1E-51F8-4A9C-85A6-132D4DC053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664866"/>
              </p:ext>
            </p:extLst>
          </p:nvPr>
        </p:nvGraphicFramePr>
        <p:xfrm>
          <a:off x="2636837" y="195486"/>
          <a:ext cx="1935163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14" name="Equation" r:id="rId3" imgW="1892300" imgH="736600" progId="Equation.DSMT4">
                  <p:embed/>
                </p:oleObj>
              </mc:Choice>
              <mc:Fallback>
                <p:oleObj name="Equation" r:id="rId3" imgW="1892300" imgH="736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B68B775-7FF4-416E-BDEE-676B45BB0C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7" y="195486"/>
                        <a:ext cx="1935163" cy="766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459493C-0E06-423B-ADC9-86C9E4B84BB1}"/>
              </a:ext>
            </a:extLst>
          </p:cNvPr>
          <p:cNvSpPr/>
          <p:nvPr/>
        </p:nvSpPr>
        <p:spPr>
          <a:xfrm>
            <a:off x="4494225" y="348034"/>
            <a:ext cx="1296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6" name="文本框 2">
            <a:extLst>
              <a:ext uri="{FF2B5EF4-FFF2-40B4-BE49-F238E27FC236}">
                <a16:creationId xmlns:a16="http://schemas.microsoft.com/office/drawing/2014/main" id="{2EAD0A7D-3E35-4C03-AA9A-3AD515464C0D}"/>
              </a:ext>
            </a:extLst>
          </p:cNvPr>
          <p:cNvSpPr txBox="1"/>
          <p:nvPr/>
        </p:nvSpPr>
        <p:spPr>
          <a:xfrm>
            <a:off x="880066" y="1026126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6DC0A37-930F-4AAF-A262-9B997FCC6BF8}"/>
              </a:ext>
            </a:extLst>
          </p:cNvPr>
          <p:cNvGrpSpPr/>
          <p:nvPr/>
        </p:nvGrpSpPr>
        <p:grpSpPr>
          <a:xfrm>
            <a:off x="1591131" y="1052742"/>
            <a:ext cx="1519383" cy="461665"/>
            <a:chOff x="1668906" y="1214428"/>
            <a:chExt cx="1519383" cy="46166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662095E-EB93-42F2-968D-807E854BDD4A}"/>
                </a:ext>
              </a:extLst>
            </p:cNvPr>
            <p:cNvSpPr/>
            <p:nvPr/>
          </p:nvSpPr>
          <p:spPr>
            <a:xfrm>
              <a:off x="1668906" y="1214428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令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DAF1EDD0-6878-4918-BCD3-5DEA30DCE1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5408772"/>
                </p:ext>
              </p:extLst>
            </p:nvPr>
          </p:nvGraphicFramePr>
          <p:xfrm>
            <a:off x="2169114" y="1228790"/>
            <a:ext cx="1019175" cy="420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15" name="Equation" r:id="rId5" imgW="1002960" imgH="406080" progId="Equation.DSMT4">
                    <p:embed/>
                  </p:oleObj>
                </mc:Choice>
                <mc:Fallback>
                  <p:oleObj name="Equation" r:id="rId5" imgW="1002960" imgH="40608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6C7F1859-5C91-4D25-BF9C-A95011552BA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9114" y="1228790"/>
                          <a:ext cx="1019175" cy="4206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0847DD7A-D3CF-4EB5-9492-C6F4240D3AF9}"/>
              </a:ext>
            </a:extLst>
          </p:cNvPr>
          <p:cNvSpPr/>
          <p:nvPr/>
        </p:nvSpPr>
        <p:spPr>
          <a:xfrm>
            <a:off x="3188414" y="1067104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方程变为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2564D4A-754A-4CF7-9E7C-BFA0FA4C45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987006"/>
              </p:ext>
            </p:extLst>
          </p:nvPr>
        </p:nvGraphicFramePr>
        <p:xfrm>
          <a:off x="4669787" y="914555"/>
          <a:ext cx="126365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16" name="Equation" r:id="rId7" imgW="1244520" imgH="736560" progId="Equation.DSMT4">
                  <p:embed/>
                </p:oleObj>
              </mc:Choice>
              <mc:Fallback>
                <p:oleObj name="Equation" r:id="rId7" imgW="1244520" imgH="736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1D30D78-CB92-40EF-99A7-EFCAC0A2FB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9787" y="914555"/>
                        <a:ext cx="1263650" cy="766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5F3AADCF-6146-45F1-8592-E514FCF2C8FC}"/>
              </a:ext>
            </a:extLst>
          </p:cNvPr>
          <p:cNvSpPr/>
          <p:nvPr/>
        </p:nvSpPr>
        <p:spPr>
          <a:xfrm>
            <a:off x="858222" y="2017482"/>
            <a:ext cx="25268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分离变量并积分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D27AC0C-2B76-4542-9CD9-7064DB2D64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505115"/>
              </p:ext>
            </p:extLst>
          </p:nvPr>
        </p:nvGraphicFramePr>
        <p:xfrm>
          <a:off x="3899506" y="2929913"/>
          <a:ext cx="909638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17" name="Equation" r:id="rId9" imgW="888840" imgH="279360" progId="Equation.DSMT4">
                  <p:embed/>
                </p:oleObj>
              </mc:Choice>
              <mc:Fallback>
                <p:oleObj name="Equation" r:id="rId9" imgW="888840" imgH="2793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D2622C37-9ECE-4446-A7AA-133C5DC5E4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9506" y="2929913"/>
                        <a:ext cx="909638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A640D46-1810-4FD8-8F99-BDC6B234D4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604549"/>
              </p:ext>
            </p:extLst>
          </p:nvPr>
        </p:nvGraphicFramePr>
        <p:xfrm>
          <a:off x="3054065" y="2668769"/>
          <a:ext cx="7874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18" name="Equation" r:id="rId11" imgW="774360" imgH="774360" progId="Equation.DSMT4">
                  <p:embed/>
                </p:oleObj>
              </mc:Choice>
              <mc:Fallback>
                <p:oleObj name="Equation" r:id="rId11" imgW="774360" imgH="7743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AAA4F944-7E4B-40C1-85F9-DDBDB96DA1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065" y="2668769"/>
                        <a:ext cx="787400" cy="811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8077DFDE-D481-48C8-A9DE-E14FAA8BC37F}"/>
              </a:ext>
            </a:extLst>
          </p:cNvPr>
          <p:cNvSpPr/>
          <p:nvPr/>
        </p:nvSpPr>
        <p:spPr>
          <a:xfrm>
            <a:off x="880066" y="3644423"/>
            <a:ext cx="3278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积分四次得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原方程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通解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FA6F162-38D4-470D-8E4A-7DED8C9E1E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313135"/>
              </p:ext>
            </p:extLst>
          </p:nvPr>
        </p:nvGraphicFramePr>
        <p:xfrm>
          <a:off x="2622017" y="4210934"/>
          <a:ext cx="42005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19" name="Equation" r:id="rId13" imgW="4114800" imgH="419100" progId="Equation.DSMT4">
                  <p:embed/>
                </p:oleObj>
              </mc:Choice>
              <mc:Fallback>
                <p:oleObj name="Equation" r:id="rId13" imgW="4114800" imgH="4191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3E988CDE-F41C-4549-90A1-7DDEAE5B90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017" y="4210934"/>
                        <a:ext cx="4200525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304B118A-9BD7-45E9-95A7-5EC0E98F26CA}"/>
              </a:ext>
            </a:extLst>
          </p:cNvPr>
          <p:cNvSpPr/>
          <p:nvPr/>
        </p:nvSpPr>
        <p:spPr>
          <a:xfrm>
            <a:off x="6056957" y="1052742"/>
            <a:ext cx="25108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可分离变量方程</a:t>
            </a:r>
            <a:endParaRPr lang="zh-CN" altLang="en-US" sz="2400" b="1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9ACA7D-5B51-4CB7-AFAE-8DCD5D703950}"/>
              </a:ext>
            </a:extLst>
          </p:cNvPr>
          <p:cNvSpPr/>
          <p:nvPr/>
        </p:nvSpPr>
        <p:spPr>
          <a:xfrm>
            <a:off x="5142297" y="1998870"/>
            <a:ext cx="25268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得其通解为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A1D87D9-698F-4BC3-82BA-AD6BDBA96F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573016"/>
              </p:ext>
            </p:extLst>
          </p:nvPr>
        </p:nvGraphicFramePr>
        <p:xfrm>
          <a:off x="3274175" y="1804586"/>
          <a:ext cx="1806575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20" name="Equation" r:id="rId15" imgW="1777680" imgH="736560" progId="Equation.DSMT4">
                  <p:embed/>
                </p:oleObj>
              </mc:Choice>
              <mc:Fallback>
                <p:oleObj name="Equation" r:id="rId15" imgW="1777680" imgH="7365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AC538072-A155-4283-9AB4-CF62DA2F91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4175" y="1804586"/>
                        <a:ext cx="1806575" cy="766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990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5" grpId="0"/>
      <p:bldP spid="17" grpId="0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35C8B04-9FF3-4D41-A8C8-393140EA42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071589"/>
              </p:ext>
            </p:extLst>
          </p:nvPr>
        </p:nvGraphicFramePr>
        <p:xfrm>
          <a:off x="1403648" y="267494"/>
          <a:ext cx="161766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38" name="Equation" r:id="rId3" imgW="1574640" imgH="355320" progId="Equation.DSMT4">
                  <p:embed/>
                </p:oleObj>
              </mc:Choice>
              <mc:Fallback>
                <p:oleObj name="Equation" r:id="rId3" imgW="1574640" imgH="3553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265F1FAB-B6AF-4C47-8580-0AFBF727AF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67494"/>
                        <a:ext cx="161766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E27E5FF3-72FD-408B-913D-B6AD8529903A}"/>
              </a:ext>
            </a:extLst>
          </p:cNvPr>
          <p:cNvSpPr/>
          <p:nvPr/>
        </p:nvSpPr>
        <p:spPr>
          <a:xfrm>
            <a:off x="770739" y="214770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3.</a:t>
            </a:r>
            <a:endParaRPr lang="zh-CN" altLang="en-US" sz="2400" b="1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4104B8-45F5-4A41-85FF-8FDACBC8C124}"/>
              </a:ext>
            </a:extLst>
          </p:cNvPr>
          <p:cNvSpPr/>
          <p:nvPr/>
        </p:nvSpPr>
        <p:spPr>
          <a:xfrm>
            <a:off x="2994596" y="195387"/>
            <a:ext cx="20882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型的微分方程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A6E2A5-E32D-4430-B100-550F68AA4059}"/>
              </a:ext>
            </a:extLst>
          </p:cNvPr>
          <p:cNvSpPr/>
          <p:nvPr/>
        </p:nvSpPr>
        <p:spPr>
          <a:xfrm>
            <a:off x="694596" y="83913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3766FF"/>
                </a:solidFill>
                <a:ea typeface="宋体" panose="02010600030101010101" pitchFamily="2" charset="-122"/>
              </a:rPr>
              <a:t>特点</a:t>
            </a:r>
            <a:endParaRPr lang="zh-CN" altLang="en-US" sz="2400" b="1" dirty="0">
              <a:solidFill>
                <a:srgbClr val="3766FF"/>
              </a:solidFill>
              <a:ea typeface="宋体" panose="02010600030101010101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321822B-8355-4EB9-8886-D44B97CFBD97}"/>
              </a:ext>
            </a:extLst>
          </p:cNvPr>
          <p:cNvGrpSpPr/>
          <p:nvPr/>
        </p:nvGrpSpPr>
        <p:grpSpPr>
          <a:xfrm>
            <a:off x="1554436" y="864152"/>
            <a:ext cx="4612148" cy="461665"/>
            <a:chOff x="1763688" y="1152283"/>
            <a:chExt cx="4612148" cy="46166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BC9C265-FAF8-43E1-99D7-D0F5E26847BC}"/>
                </a:ext>
              </a:extLst>
            </p:cNvPr>
            <p:cNvSpPr/>
            <p:nvPr/>
          </p:nvSpPr>
          <p:spPr>
            <a:xfrm>
              <a:off x="1763688" y="1152283"/>
              <a:ext cx="14221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右端函数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22FCD11C-A612-4014-83A1-ACC188CB96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9459136"/>
                </p:ext>
              </p:extLst>
            </p:nvPr>
          </p:nvGraphicFramePr>
          <p:xfrm>
            <a:off x="3142920" y="1200150"/>
            <a:ext cx="1017588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39" name="Equation" r:id="rId5" imgW="990360" imgH="355320" progId="Equation.DSMT4">
                    <p:embed/>
                  </p:oleObj>
                </mc:Choice>
                <mc:Fallback>
                  <p:oleObj name="Equation" r:id="rId5" imgW="990360" imgH="3553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078C0B23-B0F4-4BE0-B79D-2F25C04008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2920" y="1200150"/>
                          <a:ext cx="1017588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D726F47C-040E-4A7E-A7DA-45A394D678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2367569"/>
                </p:ext>
              </p:extLst>
            </p:nvPr>
          </p:nvGraphicFramePr>
          <p:xfrm>
            <a:off x="6129774" y="1286268"/>
            <a:ext cx="246062" cy="21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40" name="Equation" r:id="rId7" imgW="241195" imgH="203112" progId="Equation.DSMT4">
                    <p:embed/>
                  </p:oleObj>
                </mc:Choice>
                <mc:Fallback>
                  <p:oleObj name="Equation" r:id="rId7" imgW="241195" imgH="203112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39A94B4B-6966-4B0B-8022-A6CAA4ABBA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9774" y="1286268"/>
                          <a:ext cx="246062" cy="212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539BBF7-888E-44D0-ADAA-2F04C3E3E42E}"/>
                </a:ext>
              </a:extLst>
            </p:cNvPr>
            <p:cNvSpPr/>
            <p:nvPr/>
          </p:nvSpPr>
          <p:spPr>
            <a:xfrm>
              <a:off x="4139621" y="1152283"/>
              <a:ext cx="20409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不显含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自变量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2AEBB525-507B-41AB-8B63-43BD8FBECC4F}"/>
              </a:ext>
            </a:extLst>
          </p:cNvPr>
          <p:cNvSpPr/>
          <p:nvPr/>
        </p:nvSpPr>
        <p:spPr>
          <a:xfrm>
            <a:off x="673527" y="151207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766FF"/>
                </a:solidFill>
                <a:ea typeface="宋体" panose="02010600030101010101" pitchFamily="2" charset="-122"/>
              </a:rPr>
              <a:t>方法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E58713-344B-4434-97D4-1129EF8652E0}"/>
              </a:ext>
            </a:extLst>
          </p:cNvPr>
          <p:cNvSpPr/>
          <p:nvPr/>
        </p:nvSpPr>
        <p:spPr>
          <a:xfrm>
            <a:off x="1537599" y="1522677"/>
            <a:ext cx="28151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引入新变量，降阶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E85EA7F-A8D8-441F-8B2A-234DB0BC06AE}"/>
              </a:ext>
            </a:extLst>
          </p:cNvPr>
          <p:cNvGrpSpPr/>
          <p:nvPr/>
        </p:nvGrpSpPr>
        <p:grpSpPr>
          <a:xfrm>
            <a:off x="658411" y="2085182"/>
            <a:ext cx="1392937" cy="755650"/>
            <a:chOff x="848877" y="2383112"/>
            <a:chExt cx="1392937" cy="75565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876FE70-5186-407E-8C79-27345B86B900}"/>
                </a:ext>
              </a:extLst>
            </p:cNvPr>
            <p:cNvSpPr/>
            <p:nvPr/>
          </p:nvSpPr>
          <p:spPr>
            <a:xfrm>
              <a:off x="848877" y="2529718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令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ED48D1F0-ADFC-4303-8D53-35CC23ED1F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4611859"/>
                </p:ext>
              </p:extLst>
            </p:nvPr>
          </p:nvGraphicFramePr>
          <p:xfrm>
            <a:off x="1257564" y="2383112"/>
            <a:ext cx="984250" cy="755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41" name="Equation" r:id="rId9" imgW="952200" imgH="736560" progId="Equation.DSMT4">
                    <p:embed/>
                  </p:oleObj>
                </mc:Choice>
                <mc:Fallback>
                  <p:oleObj name="Equation" r:id="rId9" imgW="952200" imgH="73656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4276C391-4347-48C6-AC0C-9F65E3E910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7564" y="2383112"/>
                          <a:ext cx="984250" cy="755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D0C01EA-83C0-4EE2-A685-498A6169C045}"/>
              </a:ext>
            </a:extLst>
          </p:cNvPr>
          <p:cNvGrpSpPr/>
          <p:nvPr/>
        </p:nvGrpSpPr>
        <p:grpSpPr>
          <a:xfrm>
            <a:off x="2322817" y="2072566"/>
            <a:ext cx="4049465" cy="847725"/>
            <a:chOff x="2460728" y="2348066"/>
            <a:chExt cx="4049465" cy="84772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B3C65D0-6693-4C73-8E66-F2FD0D7AF2BA}"/>
                </a:ext>
              </a:extLst>
            </p:cNvPr>
            <p:cNvSpPr/>
            <p:nvPr/>
          </p:nvSpPr>
          <p:spPr>
            <a:xfrm>
              <a:off x="2460728" y="2514944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则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8D0B900E-310D-40CA-9DF8-7B7AF74C43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6306811"/>
                </p:ext>
              </p:extLst>
            </p:nvPr>
          </p:nvGraphicFramePr>
          <p:xfrm>
            <a:off x="3114531" y="2348066"/>
            <a:ext cx="3395662" cy="847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42" name="Equation" r:id="rId11" imgW="3314520" imgH="825480" progId="Equation.DSMT4">
                    <p:embed/>
                  </p:oleObj>
                </mc:Choice>
                <mc:Fallback>
                  <p:oleObj name="Equation" r:id="rId11" imgW="3314520" imgH="8254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00235BC9-D446-4F71-8B34-0BCA6DB7D59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4531" y="2348066"/>
                          <a:ext cx="3395662" cy="847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5AF7D10B-2745-4C01-A960-9A1A1E832EAE}"/>
              </a:ext>
            </a:extLst>
          </p:cNvPr>
          <p:cNvSpPr/>
          <p:nvPr/>
        </p:nvSpPr>
        <p:spPr>
          <a:xfrm>
            <a:off x="641244" y="3234252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方程化为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8194CD11-49E4-4049-BF90-D3149A2BEE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955993"/>
              </p:ext>
            </p:extLst>
          </p:nvPr>
        </p:nvGraphicFramePr>
        <p:xfrm>
          <a:off x="2958820" y="3041806"/>
          <a:ext cx="1970088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43" name="Equation" r:id="rId13" imgW="1917360" imgH="787320" progId="Equation.DSMT4">
                  <p:embed/>
                </p:oleObj>
              </mc:Choice>
              <mc:Fallback>
                <p:oleObj name="Equation" r:id="rId13" imgW="1917360" imgH="7873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C1C74547-48EB-421F-94A0-11091289A8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8820" y="3041806"/>
                        <a:ext cx="1970088" cy="808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42558652-E6D1-4D9C-A251-58D602E56C8B}"/>
              </a:ext>
            </a:extLst>
          </p:cNvPr>
          <p:cNvSpPr/>
          <p:nvPr/>
        </p:nvSpPr>
        <p:spPr>
          <a:xfrm>
            <a:off x="676512" y="4179033"/>
            <a:ext cx="1491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求得通解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7DBCAA66-8786-4E75-8CCE-5DA8D4264B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1649386"/>
              </p:ext>
            </p:extLst>
          </p:nvPr>
        </p:nvGraphicFramePr>
        <p:xfrm>
          <a:off x="2331051" y="4170201"/>
          <a:ext cx="16256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44" name="Equation" r:id="rId15" imgW="1587240" imgH="380880" progId="Equation.DSMT4">
                  <p:embed/>
                </p:oleObj>
              </mc:Choice>
              <mc:Fallback>
                <p:oleObj name="Equation" r:id="rId15" imgW="1587240" imgH="3808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E84B2E5B-7A49-4D14-84FF-194DF93457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1051" y="4170201"/>
                        <a:ext cx="16256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85DE5AD7-37EC-423A-BA37-2FDF7E6D937C}"/>
              </a:ext>
            </a:extLst>
          </p:cNvPr>
          <p:cNvSpPr/>
          <p:nvPr/>
        </p:nvSpPr>
        <p:spPr>
          <a:xfrm>
            <a:off x="4989016" y="3234252"/>
            <a:ext cx="18630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一阶微分方程</a:t>
            </a:r>
            <a:r>
              <a:rPr lang="zh-CN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152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  <p:bldP spid="19" grpId="0"/>
      <p:bldP spid="21" grpId="0"/>
      <p:bldP spid="2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A8A0747-4F6D-470E-9F69-8E23388971B6}"/>
              </a:ext>
            </a:extLst>
          </p:cNvPr>
          <p:cNvSpPr/>
          <p:nvPr/>
        </p:nvSpPr>
        <p:spPr>
          <a:xfrm>
            <a:off x="5900798" y="1368841"/>
            <a:ext cx="2366249" cy="61845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815D38-A645-4A5B-A8B1-C387F4FFCC78}"/>
              </a:ext>
            </a:extLst>
          </p:cNvPr>
          <p:cNvSpPr/>
          <p:nvPr/>
        </p:nvSpPr>
        <p:spPr>
          <a:xfrm>
            <a:off x="932246" y="99635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7569BBF-31E0-406A-AC18-D5A180450C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202936"/>
              </p:ext>
            </p:extLst>
          </p:nvPr>
        </p:nvGraphicFramePr>
        <p:xfrm>
          <a:off x="2849970" y="909821"/>
          <a:ext cx="17811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18" name="Equation" r:id="rId3" imgW="1726920" imgH="736560" progId="Equation.DSMT4">
                  <p:embed/>
                </p:oleObj>
              </mc:Choice>
              <mc:Fallback>
                <p:oleObj name="Equation" r:id="rId3" imgW="1726920" imgH="7365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EBED394-3EB5-4682-B754-FCF6B8BBEC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970" y="909821"/>
                        <a:ext cx="1781175" cy="75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A5E388C-349D-4762-BA30-072951C0DDB2}"/>
              </a:ext>
            </a:extLst>
          </p:cNvPr>
          <p:cNvSpPr/>
          <p:nvPr/>
        </p:nvSpPr>
        <p:spPr>
          <a:xfrm>
            <a:off x="860238" y="2155402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分离变量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DBAEED-2E49-4854-B81E-0BEC73E04FF5}"/>
              </a:ext>
            </a:extLst>
          </p:cNvPr>
          <p:cNvSpPr/>
          <p:nvPr/>
        </p:nvSpPr>
        <p:spPr>
          <a:xfrm>
            <a:off x="5036702" y="996358"/>
            <a:ext cx="30243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可分离变量方程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0ABB9B8-8E90-466E-B909-BCFB5C56C5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378653"/>
              </p:ext>
            </p:extLst>
          </p:nvPr>
        </p:nvGraphicFramePr>
        <p:xfrm>
          <a:off x="3291383" y="1900504"/>
          <a:ext cx="176847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19" name="Equation" r:id="rId5" imgW="1714320" imgH="799920" progId="Equation.DSMT4">
                  <p:embed/>
                </p:oleObj>
              </mc:Choice>
              <mc:Fallback>
                <p:oleObj name="Equation" r:id="rId5" imgW="1714320" imgH="7999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E9DD1AC-3E14-47EF-B4F1-5A1E6F389A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1383" y="1900504"/>
                        <a:ext cx="1768475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E24F09C2-CE1B-4385-BAE6-BE58D2F788AE}"/>
              </a:ext>
            </a:extLst>
          </p:cNvPr>
          <p:cNvSpPr/>
          <p:nvPr/>
        </p:nvSpPr>
        <p:spPr>
          <a:xfrm>
            <a:off x="755576" y="3389793"/>
            <a:ext cx="23762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积分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得到通解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458FAFE-911B-4EA8-95F3-C3D16CC8CE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976692"/>
              </p:ext>
            </p:extLst>
          </p:nvPr>
        </p:nvGraphicFramePr>
        <p:xfrm>
          <a:off x="3545854" y="3707163"/>
          <a:ext cx="23876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20" name="Equation" r:id="rId7" imgW="2323800" imgH="799920" progId="Equation.DSMT4">
                  <p:embed/>
                </p:oleObj>
              </mc:Choice>
              <mc:Fallback>
                <p:oleObj name="Equation" r:id="rId7" imgW="2323800" imgH="7999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5FAAAA4-1AE6-48EB-8A9B-8B056C0E09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5854" y="3707163"/>
                        <a:ext cx="2387600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186F976-4916-4BD1-884B-34930B842F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485911"/>
              </p:ext>
            </p:extLst>
          </p:nvPr>
        </p:nvGraphicFramePr>
        <p:xfrm>
          <a:off x="3131840" y="339502"/>
          <a:ext cx="16256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21" name="Equation" r:id="rId9" imgW="1587240" imgH="380880" progId="Equation.DSMT4">
                  <p:embed/>
                </p:oleObj>
              </mc:Choice>
              <mc:Fallback>
                <p:oleObj name="Equation" r:id="rId9" imgW="1587240" imgH="3808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AC3247C-F988-4732-8D23-01453363B0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339502"/>
                        <a:ext cx="16256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8738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066EB15-9A13-4FCF-B6EA-174D85BFA6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397653"/>
              </p:ext>
            </p:extLst>
          </p:nvPr>
        </p:nvGraphicFramePr>
        <p:xfrm>
          <a:off x="3007708" y="267494"/>
          <a:ext cx="17795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86" name="Equation" r:id="rId3" imgW="1752600" imgH="406400" progId="Equation.DSMT4">
                  <p:embed/>
                </p:oleObj>
              </mc:Choice>
              <mc:Fallback>
                <p:oleObj name="Equation" r:id="rId3" imgW="1752600" imgH="4064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9E3ADEE9-0C36-4641-BFE4-CBB7ABF1BE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7708" y="267494"/>
                        <a:ext cx="1779587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B648A27F-9781-4E00-B9F3-DA30063A87F6}"/>
              </a:ext>
            </a:extLst>
          </p:cNvPr>
          <p:cNvSpPr txBox="1"/>
          <p:nvPr/>
        </p:nvSpPr>
        <p:spPr>
          <a:xfrm>
            <a:off x="1069192" y="267494"/>
            <a:ext cx="72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37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37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 </a:t>
            </a:r>
            <a:endParaRPr lang="zh-CN" altLang="en-US" sz="2400" b="1" dirty="0">
              <a:solidFill>
                <a:srgbClr val="37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14005A-5A01-4083-9284-D5ACCFCD3307}"/>
              </a:ext>
            </a:extLst>
          </p:cNvPr>
          <p:cNvSpPr/>
          <p:nvPr/>
        </p:nvSpPr>
        <p:spPr>
          <a:xfrm>
            <a:off x="1783572" y="267494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求方程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36DF29-252F-40E1-B856-6CE53222B299}"/>
              </a:ext>
            </a:extLst>
          </p:cNvPr>
          <p:cNvSpPr/>
          <p:nvPr/>
        </p:nvSpPr>
        <p:spPr>
          <a:xfrm>
            <a:off x="4862342" y="249277"/>
            <a:ext cx="1296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6" name="文本框 2">
            <a:extLst>
              <a:ext uri="{FF2B5EF4-FFF2-40B4-BE49-F238E27FC236}">
                <a16:creationId xmlns:a16="http://schemas.microsoft.com/office/drawing/2014/main" id="{1C54B3A0-0F7E-4F15-B5AC-F976A51880DC}"/>
              </a:ext>
            </a:extLst>
          </p:cNvPr>
          <p:cNvSpPr txBox="1"/>
          <p:nvPr/>
        </p:nvSpPr>
        <p:spPr>
          <a:xfrm>
            <a:off x="1101078" y="975397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37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272F8CE-E09B-420A-A14D-30805ACCE0A9}"/>
              </a:ext>
            </a:extLst>
          </p:cNvPr>
          <p:cNvGrpSpPr/>
          <p:nvPr/>
        </p:nvGrpSpPr>
        <p:grpSpPr>
          <a:xfrm>
            <a:off x="1569258" y="996694"/>
            <a:ext cx="1640429" cy="461665"/>
            <a:chOff x="1357290" y="1428742"/>
            <a:chExt cx="1640429" cy="46166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E476BAA-E251-4DE1-A666-20094C63E738}"/>
                </a:ext>
              </a:extLst>
            </p:cNvPr>
            <p:cNvSpPr/>
            <p:nvPr/>
          </p:nvSpPr>
          <p:spPr>
            <a:xfrm>
              <a:off x="1357290" y="1428742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令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E3B1EAAF-1E41-4D64-908F-A4D4BD2FFE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2811440"/>
                </p:ext>
              </p:extLst>
            </p:nvPr>
          </p:nvGraphicFramePr>
          <p:xfrm>
            <a:off x="2105544" y="1457449"/>
            <a:ext cx="892175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87" name="Equation" r:id="rId5" imgW="863280" imgH="355320" progId="Equation.DSMT4">
                    <p:embed/>
                  </p:oleObj>
                </mc:Choice>
                <mc:Fallback>
                  <p:oleObj name="Equation" r:id="rId5" imgW="863280" imgH="3553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E33782E0-9741-4BC1-B549-411CDBA707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5544" y="1457449"/>
                          <a:ext cx="892175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513CBBE1-0299-46D6-B3EB-221429AD7495}"/>
              </a:ext>
            </a:extLst>
          </p:cNvPr>
          <p:cNvSpPr/>
          <p:nvPr/>
        </p:nvSpPr>
        <p:spPr>
          <a:xfrm>
            <a:off x="3556062" y="99335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则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4B55820-B88E-4631-8BFB-3E77EC9DB3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903445"/>
              </p:ext>
            </p:extLst>
          </p:nvPr>
        </p:nvGraphicFramePr>
        <p:xfrm>
          <a:off x="2983768" y="1559406"/>
          <a:ext cx="1144588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88" name="Equation" r:id="rId7" imgW="1117440" imgH="774360" progId="Equation.DSMT4">
                  <p:embed/>
                </p:oleObj>
              </mc:Choice>
              <mc:Fallback>
                <p:oleObj name="Equation" r:id="rId7" imgW="1117440" imgH="7743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CF2BA8B6-FDEA-4768-BFBE-C87F951232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3768" y="1559406"/>
                        <a:ext cx="1144588" cy="795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04C9000-C401-4B1D-8F3D-ABA610512440}"/>
              </a:ext>
            </a:extLst>
          </p:cNvPr>
          <p:cNvSpPr/>
          <p:nvPr/>
        </p:nvSpPr>
        <p:spPr>
          <a:xfrm>
            <a:off x="1121923" y="299101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方程化为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FD4A605-E756-4B31-8FBD-0F938FD699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148418"/>
              </p:ext>
            </p:extLst>
          </p:nvPr>
        </p:nvGraphicFramePr>
        <p:xfrm>
          <a:off x="3556062" y="2809864"/>
          <a:ext cx="1938338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89" name="Equation" r:id="rId9" imgW="1879560" imgH="787320" progId="Equation.DSMT4">
                  <p:embed/>
                </p:oleObj>
              </mc:Choice>
              <mc:Fallback>
                <p:oleObj name="Equation" r:id="rId9" imgW="1879560" imgH="7873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5749766D-7011-44C2-8193-34DE73465C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62" y="2809864"/>
                        <a:ext cx="1938338" cy="808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9994058E-9C17-4AEF-A392-EAA7A1933640}"/>
              </a:ext>
            </a:extLst>
          </p:cNvPr>
          <p:cNvSpPr/>
          <p:nvPr/>
        </p:nvSpPr>
        <p:spPr>
          <a:xfrm>
            <a:off x="1155198" y="388705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F3622A3-19B9-46CB-B01E-7AFD6ADB35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726364"/>
              </p:ext>
            </p:extLst>
          </p:nvPr>
        </p:nvGraphicFramePr>
        <p:xfrm>
          <a:off x="3412586" y="3749245"/>
          <a:ext cx="2065338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90" name="Equation" r:id="rId11" imgW="2006280" imgH="787320" progId="Equation.DSMT4">
                  <p:embed/>
                </p:oleObj>
              </mc:Choice>
              <mc:Fallback>
                <p:oleObj name="Equation" r:id="rId11" imgW="2006280" imgH="787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707BC48E-8649-403A-AF0E-AE3FCAD186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2586" y="3749245"/>
                        <a:ext cx="2065338" cy="808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E35B996-0187-49F0-AFC7-F163F2D6BA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714418"/>
              </p:ext>
            </p:extLst>
          </p:nvPr>
        </p:nvGraphicFramePr>
        <p:xfrm>
          <a:off x="4136420" y="1597506"/>
          <a:ext cx="650875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91" name="Equation" r:id="rId13" imgW="634680" imgH="736560" progId="Equation.DSMT4">
                  <p:embed/>
                </p:oleObj>
              </mc:Choice>
              <mc:Fallback>
                <p:oleObj name="Equation" r:id="rId13" imgW="634680" imgH="7365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7D2CF6F7-EFCB-414A-B40A-E1A4673F06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6420" y="1597506"/>
                        <a:ext cx="650875" cy="757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9CF404C-FEA3-4E8E-B61E-690ADCCBBE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691251"/>
              </p:ext>
            </p:extLst>
          </p:nvPr>
        </p:nvGraphicFramePr>
        <p:xfrm>
          <a:off x="4854130" y="1585315"/>
          <a:ext cx="21336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92" name="Equation" r:id="rId15" imgW="2082600" imgH="787320" progId="Equation.DSMT4">
                  <p:embed/>
                </p:oleObj>
              </mc:Choice>
              <mc:Fallback>
                <p:oleObj name="Equation" r:id="rId15" imgW="2082600" imgH="7873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D4FA4DA9-D448-4512-9BC6-3C94C76BA9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4130" y="1585315"/>
                        <a:ext cx="2133600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430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80E743D-FA85-43E8-8D24-DEDF1B36AAC8}"/>
              </a:ext>
            </a:extLst>
          </p:cNvPr>
          <p:cNvSpPr/>
          <p:nvPr/>
        </p:nvSpPr>
        <p:spPr>
          <a:xfrm>
            <a:off x="966953" y="1392494"/>
            <a:ext cx="9557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zh-CN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若</a:t>
            </a:r>
            <a:endParaRPr lang="zh-CN" altLang="en-US" sz="2400" b="1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CBD7157-41D9-45CB-A3B6-F4DA6C24DAC8}"/>
              </a:ext>
            </a:extLst>
          </p:cNvPr>
          <p:cNvGrpSpPr/>
          <p:nvPr/>
        </p:nvGrpSpPr>
        <p:grpSpPr>
          <a:xfrm>
            <a:off x="1831911" y="1392494"/>
            <a:ext cx="1603467" cy="461665"/>
            <a:chOff x="3986499" y="1268523"/>
            <a:chExt cx="1603467" cy="461665"/>
          </a:xfrm>
        </p:grpSpPr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2ADFE431-9D24-467C-A26F-BBE098D7AF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640999"/>
                </p:ext>
              </p:extLst>
            </p:nvPr>
          </p:nvGraphicFramePr>
          <p:xfrm>
            <a:off x="3986499" y="1380391"/>
            <a:ext cx="250825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54" name="Equation" r:id="rId3" imgW="241091" imgH="266469" progId="Equation.DSMT4">
                    <p:embed/>
                  </p:oleObj>
                </mc:Choice>
                <mc:Fallback>
                  <p:oleObj name="Equation" r:id="rId3" imgW="241091" imgH="266469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BB3530A8-9124-447B-9F3A-0C8FF2762D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6499" y="1380391"/>
                          <a:ext cx="250825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40C46EC-5813-4B15-8018-D156F6EA473F}"/>
                </a:ext>
              </a:extLst>
            </p:cNvPr>
            <p:cNvSpPr/>
            <p:nvPr/>
          </p:nvSpPr>
          <p:spPr>
            <a:xfrm>
              <a:off x="4149806" y="1268523"/>
              <a:ext cx="14401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7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不恒为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7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766FF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，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8BD3A338-F5AF-474D-A7ED-A8005A6EA2BE}"/>
              </a:ext>
            </a:extLst>
          </p:cNvPr>
          <p:cNvSpPr/>
          <p:nvPr/>
        </p:nvSpPr>
        <p:spPr>
          <a:xfrm>
            <a:off x="937177" y="33854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31BEB66-6178-4326-BF9F-C9E5A39F8E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863815"/>
              </p:ext>
            </p:extLst>
          </p:nvPr>
        </p:nvGraphicFramePr>
        <p:xfrm>
          <a:off x="3491880" y="195486"/>
          <a:ext cx="2065338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55" name="Equation" r:id="rId5" imgW="2006280" imgH="787320" progId="Equation.DSMT4">
                  <p:embed/>
                </p:oleObj>
              </mc:Choice>
              <mc:Fallback>
                <p:oleObj name="Equation" r:id="rId5" imgW="2006280" imgH="787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D051B6F2-AE1F-4F1E-AFD9-A0320AE348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195486"/>
                        <a:ext cx="2065338" cy="808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1575798F-BEA8-4E5F-AE88-82974298F6EF}"/>
              </a:ext>
            </a:extLst>
          </p:cNvPr>
          <p:cNvGrpSpPr/>
          <p:nvPr/>
        </p:nvGrpSpPr>
        <p:grpSpPr>
          <a:xfrm>
            <a:off x="3241410" y="1254103"/>
            <a:ext cx="2169061" cy="808038"/>
            <a:chOff x="5625384" y="1274453"/>
            <a:chExt cx="2169061" cy="80803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D319F42-EE8B-4D07-AADA-DB49177F4367}"/>
                </a:ext>
              </a:extLst>
            </p:cNvPr>
            <p:cNvSpPr/>
            <p:nvPr/>
          </p:nvSpPr>
          <p:spPr>
            <a:xfrm>
              <a:off x="5625384" y="1424305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则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700CEFB1-2F12-4E70-9465-4CB55E7F19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5947571"/>
                </p:ext>
              </p:extLst>
            </p:nvPr>
          </p:nvGraphicFramePr>
          <p:xfrm>
            <a:off x="6152970" y="1274453"/>
            <a:ext cx="1641475" cy="808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56" name="Equation" r:id="rId7" imgW="1600200" imgH="787320" progId="Equation.DSMT4">
                    <p:embed/>
                  </p:oleObj>
                </mc:Choice>
                <mc:Fallback>
                  <p:oleObj name="Equation" r:id="rId7" imgW="1600200" imgH="7873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A3926C78-4202-4858-BBAE-BC2E0071F9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2970" y="1274453"/>
                          <a:ext cx="1641475" cy="8080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DAA86AC5-869D-466E-9882-5EAD3BF15BF8}"/>
              </a:ext>
            </a:extLst>
          </p:cNvPr>
          <p:cNvSpPr/>
          <p:nvPr/>
        </p:nvSpPr>
        <p:spPr>
          <a:xfrm>
            <a:off x="220347" y="2342351"/>
            <a:ext cx="15776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分离变量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296966-879D-45F5-AD9A-DE6A8A297002}"/>
              </a:ext>
            </a:extLst>
          </p:cNvPr>
          <p:cNvSpPr/>
          <p:nvPr/>
        </p:nvSpPr>
        <p:spPr>
          <a:xfrm>
            <a:off x="1638367" y="2368746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并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积分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5D7C869-14E8-4F45-A817-AA19ECA7BB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697290"/>
              </p:ext>
            </p:extLst>
          </p:nvPr>
        </p:nvGraphicFramePr>
        <p:xfrm>
          <a:off x="4854959" y="2365130"/>
          <a:ext cx="107473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57" name="Equation" r:id="rId9" imgW="1054100" imgH="381000" progId="Equation.DSMT4">
                  <p:embed/>
                </p:oleObj>
              </mc:Choice>
              <mc:Fallback>
                <p:oleObj name="Equation" r:id="rId9" imgW="1054100" imgH="3810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665D695-2849-409A-AA0D-DC65CC12A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4959" y="2365130"/>
                        <a:ext cx="1074738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F4A4870-31E6-4BFA-A786-EE28DF6DF9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62459"/>
              </p:ext>
            </p:extLst>
          </p:nvPr>
        </p:nvGraphicFramePr>
        <p:xfrm>
          <a:off x="2946066" y="2195559"/>
          <a:ext cx="120015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58" name="Equation" r:id="rId11" imgW="1168200" imgH="787320" progId="Equation.DSMT4">
                  <p:embed/>
                </p:oleObj>
              </mc:Choice>
              <mc:Fallback>
                <p:oleObj name="Equation" r:id="rId11" imgW="1168200" imgH="787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1FD738DC-F621-4EB9-B186-B8E06F9615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066" y="2195559"/>
                        <a:ext cx="1200150" cy="808037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2199B5F9-AAAD-4261-B750-F54786FB0C70}"/>
              </a:ext>
            </a:extLst>
          </p:cNvPr>
          <p:cNvSpPr/>
          <p:nvPr/>
        </p:nvSpPr>
        <p:spPr>
          <a:xfrm>
            <a:off x="4373153" y="2338883"/>
            <a:ext cx="5052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63ECEC9-56FE-49A3-8FFE-0C48454B4D04}"/>
              </a:ext>
            </a:extLst>
          </p:cNvPr>
          <p:cNvSpPr/>
          <p:nvPr/>
        </p:nvSpPr>
        <p:spPr>
          <a:xfrm>
            <a:off x="5879227" y="234132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909C0E0-E635-4234-9C8E-35A99568D4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307813"/>
              </p:ext>
            </p:extLst>
          </p:nvPr>
        </p:nvGraphicFramePr>
        <p:xfrm>
          <a:off x="6441468" y="2216981"/>
          <a:ext cx="1214437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59" name="Equation" r:id="rId13" imgW="1193760" imgH="736560" progId="Equation.DSMT4">
                  <p:embed/>
                </p:oleObj>
              </mc:Choice>
              <mc:Fallback>
                <p:oleObj name="Equation" r:id="rId13" imgW="1193760" imgH="7365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2362BA01-2D45-40AA-A7C7-652FF6C87D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1468" y="2216981"/>
                        <a:ext cx="1214437" cy="75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BDAD637E-3C96-4DFE-BED0-F2BA343ACF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906747"/>
              </p:ext>
            </p:extLst>
          </p:nvPr>
        </p:nvGraphicFramePr>
        <p:xfrm>
          <a:off x="2817933" y="3246609"/>
          <a:ext cx="12144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60" name="Equation" r:id="rId15" imgW="1193800" imgH="800100" progId="Equation.DSMT4">
                  <p:embed/>
                </p:oleObj>
              </mc:Choice>
              <mc:Fallback>
                <p:oleObj name="Equation" r:id="rId15" imgW="1193800" imgH="8001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7908AFA1-D551-4216-95FE-EF6DE5904D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933" y="3246609"/>
                        <a:ext cx="1214437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DE83CCAD-8DC3-4BD0-A3A6-FEE96CFAFADD}"/>
              </a:ext>
            </a:extLst>
          </p:cNvPr>
          <p:cNvSpPr/>
          <p:nvPr/>
        </p:nvSpPr>
        <p:spPr>
          <a:xfrm>
            <a:off x="241537" y="3351651"/>
            <a:ext cx="15776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分离变量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5F7E9B39-488C-4421-A5CA-08848656F7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163308"/>
              </p:ext>
            </p:extLst>
          </p:nvPr>
        </p:nvGraphicFramePr>
        <p:xfrm>
          <a:off x="6714115" y="3315133"/>
          <a:ext cx="1308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61" name="Equation" r:id="rId17" imgW="1282680" imgH="419040" progId="Equation.DSMT4">
                  <p:embed/>
                </p:oleObj>
              </mc:Choice>
              <mc:Fallback>
                <p:oleObj name="Equation" r:id="rId17" imgW="1282680" imgH="41904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4A798D40-EE17-41A8-827E-53386ABC93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4115" y="3315133"/>
                        <a:ext cx="13081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C9BCDB3C-F240-4DC0-9494-DBAF71698F2D}"/>
              </a:ext>
            </a:extLst>
          </p:cNvPr>
          <p:cNvSpPr/>
          <p:nvPr/>
        </p:nvSpPr>
        <p:spPr>
          <a:xfrm>
            <a:off x="4373152" y="3334418"/>
            <a:ext cx="25137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得原方程通解为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E74098C-D2A7-428F-BD8C-129A8AB9E6CC}"/>
              </a:ext>
            </a:extLst>
          </p:cNvPr>
          <p:cNvSpPr/>
          <p:nvPr/>
        </p:nvSpPr>
        <p:spPr>
          <a:xfrm>
            <a:off x="1638367" y="3364370"/>
            <a:ext cx="20882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并积分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7A967089-60AE-48AC-837C-4133BE5E55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2462915"/>
              </p:ext>
            </p:extLst>
          </p:nvPr>
        </p:nvGraphicFramePr>
        <p:xfrm>
          <a:off x="2756477" y="3229408"/>
          <a:ext cx="15494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62" name="Equation" r:id="rId19" imgW="1523880" imgH="799920" progId="Equation.DSMT4">
                  <p:embed/>
                </p:oleObj>
              </mc:Choice>
              <mc:Fallback>
                <p:oleObj name="Equation" r:id="rId19" imgW="1523880" imgH="7999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0A6A25A2-C786-4A40-AAE2-0584645AFC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6477" y="3229408"/>
                        <a:ext cx="1549400" cy="815975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9A3235C3-7C54-4296-A4DE-90F6A7C14ACB}"/>
              </a:ext>
            </a:extLst>
          </p:cNvPr>
          <p:cNvGrpSpPr/>
          <p:nvPr/>
        </p:nvGrpSpPr>
        <p:grpSpPr>
          <a:xfrm>
            <a:off x="841083" y="4228004"/>
            <a:ext cx="7952410" cy="542870"/>
            <a:chOff x="928804" y="3574561"/>
            <a:chExt cx="7952410" cy="542870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1869AC01-2FC8-4327-B535-862C989A7218}"/>
                </a:ext>
              </a:extLst>
            </p:cNvPr>
            <p:cNvGrpSpPr/>
            <p:nvPr/>
          </p:nvGrpSpPr>
          <p:grpSpPr>
            <a:xfrm>
              <a:off x="928804" y="3626801"/>
              <a:ext cx="1646576" cy="461665"/>
              <a:chOff x="928804" y="3626801"/>
              <a:chExt cx="1646576" cy="461665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5157A553-1752-4375-80C4-CD502DC8E988}"/>
                  </a:ext>
                </a:extLst>
              </p:cNvPr>
              <p:cNvSpPr/>
              <p:nvPr/>
            </p:nvSpPr>
            <p:spPr>
              <a:xfrm>
                <a:off x="928804" y="3626801"/>
                <a:ext cx="95571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marR="0" lvl="0" indent="-45720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eriod" startAt="2"/>
                  <a:tabLst/>
                  <a:defRPr/>
                </a:pPr>
                <a:r>
                  <a:rPr kumimoji="0" lang="zh-CN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Times New Roman" pitchFamily="18" charset="0"/>
                  </a:rPr>
                  <a:t>若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endParaRPr>
              </a:p>
            </p:txBody>
          </p:sp>
          <p:graphicFrame>
            <p:nvGraphicFramePr>
              <p:cNvPr id="36" name="对象 35">
                <a:extLst>
                  <a:ext uri="{FF2B5EF4-FFF2-40B4-BE49-F238E27FC236}">
                    <a16:creationId xmlns:a16="http://schemas.microsoft.com/office/drawing/2014/main" id="{80153638-4EAD-47CD-B3C6-D0FCF1C52CC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97946296"/>
                  </p:ext>
                </p:extLst>
              </p:nvPr>
            </p:nvGraphicFramePr>
            <p:xfrm>
              <a:off x="1797505" y="3679039"/>
              <a:ext cx="777875" cy="3571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563" name="Equation" r:id="rId21" imgW="761760" imgH="342720" progId="Equation.DSMT4">
                      <p:embed/>
                    </p:oleObj>
                  </mc:Choice>
                  <mc:Fallback>
                    <p:oleObj name="Equation" r:id="rId21" imgW="761760" imgH="342720" progId="Equation.DSMT4">
                      <p:embed/>
                      <p:pic>
                        <p:nvPicPr>
                          <p:cNvPr id="37" name="对象 36">
                            <a:extLst>
                              <a:ext uri="{FF2B5EF4-FFF2-40B4-BE49-F238E27FC236}">
                                <a16:creationId xmlns:a16="http://schemas.microsoft.com/office/drawing/2014/main" id="{D0C4FCD9-8DFB-49F9-B616-37025BDDEDA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97505" y="3679039"/>
                            <a:ext cx="777875" cy="35718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ABA8E28A-9385-4834-93A4-4C1B248F396B}"/>
                </a:ext>
              </a:extLst>
            </p:cNvPr>
            <p:cNvGrpSpPr/>
            <p:nvPr/>
          </p:nvGrpSpPr>
          <p:grpSpPr>
            <a:xfrm>
              <a:off x="2646936" y="3655766"/>
              <a:ext cx="1233997" cy="461665"/>
              <a:chOff x="2873194" y="4493757"/>
              <a:chExt cx="1233997" cy="461665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02B4D3E1-476A-4CF6-A7A3-56E968E7851B}"/>
                  </a:ext>
                </a:extLst>
              </p:cNvPr>
              <p:cNvSpPr/>
              <p:nvPr/>
            </p:nvSpPr>
            <p:spPr>
              <a:xfrm>
                <a:off x="2873194" y="4493757"/>
                <a:ext cx="49404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即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4" name="对象 33">
                <a:extLst>
                  <a:ext uri="{FF2B5EF4-FFF2-40B4-BE49-F238E27FC236}">
                    <a16:creationId xmlns:a16="http://schemas.microsoft.com/office/drawing/2014/main" id="{8370A4FA-19E8-411C-9A92-1304646F6A4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86046823"/>
                  </p:ext>
                </p:extLst>
              </p:nvPr>
            </p:nvGraphicFramePr>
            <p:xfrm>
              <a:off x="3284866" y="4534683"/>
              <a:ext cx="822325" cy="3651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564" name="Equation" r:id="rId23" imgW="799920" imgH="355320" progId="Equation.DSMT4">
                      <p:embed/>
                    </p:oleObj>
                  </mc:Choice>
                  <mc:Fallback>
                    <p:oleObj name="Equation" r:id="rId23" imgW="799920" imgH="355320" progId="Equation.DSMT4">
                      <p:embed/>
                      <p:pic>
                        <p:nvPicPr>
                          <p:cNvPr id="35" name="对象 34">
                            <a:extLst>
                              <a:ext uri="{FF2B5EF4-FFF2-40B4-BE49-F238E27FC236}">
                                <a16:creationId xmlns:a16="http://schemas.microsoft.com/office/drawing/2014/main" id="{37E6264C-4D98-484B-8A73-FBB6443DFFE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84866" y="4534683"/>
                            <a:ext cx="822325" cy="3651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878DB323-73A5-40FE-B13E-1DDF7D1EC607}"/>
                </a:ext>
              </a:extLst>
            </p:cNvPr>
            <p:cNvGrpSpPr/>
            <p:nvPr/>
          </p:nvGrpSpPr>
          <p:grpSpPr>
            <a:xfrm>
              <a:off x="3986499" y="3626799"/>
              <a:ext cx="2016521" cy="461665"/>
              <a:chOff x="3986499" y="3626799"/>
              <a:chExt cx="2016521" cy="461665"/>
            </a:xfrm>
          </p:grpSpPr>
          <p:graphicFrame>
            <p:nvGraphicFramePr>
              <p:cNvPr id="31" name="对象 30">
                <a:extLst>
                  <a:ext uri="{FF2B5EF4-FFF2-40B4-BE49-F238E27FC236}">
                    <a16:creationId xmlns:a16="http://schemas.microsoft.com/office/drawing/2014/main" id="{A763D6F8-0BDA-4CD4-8E5F-AA405F8C63A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70676184"/>
                  </p:ext>
                </p:extLst>
              </p:nvPr>
            </p:nvGraphicFramePr>
            <p:xfrm>
              <a:off x="3986499" y="3708004"/>
              <a:ext cx="757238" cy="357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565" name="Equation" r:id="rId25" imgW="736600" imgH="342900" progId="Equation.DSMT4">
                      <p:embed/>
                    </p:oleObj>
                  </mc:Choice>
                  <mc:Fallback>
                    <p:oleObj name="Equation" r:id="rId25" imgW="736600" imgH="342900" progId="Equation.DSMT4">
                      <p:embed/>
                      <p:pic>
                        <p:nvPicPr>
                          <p:cNvPr id="32" name="对象 31">
                            <a:extLst>
                              <a:ext uri="{FF2B5EF4-FFF2-40B4-BE49-F238E27FC236}">
                                <a16:creationId xmlns:a16="http://schemas.microsoft.com/office/drawing/2014/main" id="{976DED0B-AC58-403A-8CA9-3FC56D168A2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6499" y="3708004"/>
                            <a:ext cx="757238" cy="3571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7BF92B8D-CF57-4452-9343-3DFABA15C956}"/>
                  </a:ext>
                </a:extLst>
              </p:cNvPr>
              <p:cNvSpPr/>
              <p:nvPr/>
            </p:nvSpPr>
            <p:spPr>
              <a:xfrm>
                <a:off x="4706876" y="3626799"/>
                <a:ext cx="129614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为解，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9F00ECE-74F1-4D6F-9C0F-0B9F7A97DE7F}"/>
                </a:ext>
              </a:extLst>
            </p:cNvPr>
            <p:cNvSpPr/>
            <p:nvPr/>
          </p:nvSpPr>
          <p:spPr>
            <a:xfrm>
              <a:off x="5528476" y="3598789"/>
              <a:ext cx="17235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包含在通解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8426A273-E3F6-4523-990B-77C905CADC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4937575"/>
                </p:ext>
              </p:extLst>
            </p:nvPr>
          </p:nvGraphicFramePr>
          <p:xfrm>
            <a:off x="7168666" y="3610751"/>
            <a:ext cx="123825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66" name="Equation" r:id="rId27" imgW="1206500" imgH="419100" progId="Equation.DSMT4">
                    <p:embed/>
                  </p:oleObj>
                </mc:Choice>
                <mc:Fallback>
                  <p:oleObj name="Equation" r:id="rId27" imgW="1206500" imgH="41910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078D2813-D534-4D2B-8EFE-B9F01EDBDEB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8666" y="3610751"/>
                          <a:ext cx="1238250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B222578-C632-43C9-A950-DCD35450466B}"/>
                </a:ext>
              </a:extLst>
            </p:cNvPr>
            <p:cNvSpPr/>
            <p:nvPr/>
          </p:nvSpPr>
          <p:spPr>
            <a:xfrm>
              <a:off x="8310224" y="3574561"/>
              <a:ext cx="57099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中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.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12E3E611-0C20-4816-98BE-7EADCF8210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043687"/>
              </p:ext>
            </p:extLst>
          </p:nvPr>
        </p:nvGraphicFramePr>
        <p:xfrm>
          <a:off x="4363027" y="2248333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67" name="Equation" r:id="rId29" imgW="914400" imgH="306720" progId="Equation.DSMT4">
                  <p:embed/>
                </p:oleObj>
              </mc:Choice>
              <mc:Fallback>
                <p:oleObj name="Equation" r:id="rId29" imgW="914400" imgH="30672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D687EF78-5E0A-4BC3-ACEE-72B05F785A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363027" y="2248333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E844853F-1445-45F4-8B4E-365ED33282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831743"/>
              </p:ext>
            </p:extLst>
          </p:nvPr>
        </p:nvGraphicFramePr>
        <p:xfrm>
          <a:off x="2750805" y="2365130"/>
          <a:ext cx="342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68" name="Equation" r:id="rId31" imgW="342720" imgH="507960" progId="Equation.DSMT4">
                  <p:embed/>
                </p:oleObj>
              </mc:Choice>
              <mc:Fallback>
                <p:oleObj name="Equation" r:id="rId31" imgW="342720" imgH="50796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9B307852-B085-44EC-980B-CB0A059EA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750805" y="2365130"/>
                        <a:ext cx="3429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24DC645F-05F2-43D6-8958-BAFB7A11E5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646020"/>
              </p:ext>
            </p:extLst>
          </p:nvPr>
        </p:nvGraphicFramePr>
        <p:xfrm>
          <a:off x="3631246" y="2343252"/>
          <a:ext cx="342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69" name="Equation" r:id="rId33" imgW="342720" imgH="507960" progId="Equation.DSMT4">
                  <p:embed/>
                </p:oleObj>
              </mc:Choice>
              <mc:Fallback>
                <p:oleObj name="Equation" r:id="rId33" imgW="342720" imgH="50796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AD3F9C3B-B168-4784-88F4-75E2AA0449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1246" y="2343252"/>
                        <a:ext cx="342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矩形 39">
            <a:extLst>
              <a:ext uri="{FF2B5EF4-FFF2-40B4-BE49-F238E27FC236}">
                <a16:creationId xmlns:a16="http://schemas.microsoft.com/office/drawing/2014/main" id="{7C9CDC3D-F9FA-4F13-BBF3-F9BFBC509EE8}"/>
              </a:ext>
            </a:extLst>
          </p:cNvPr>
          <p:cNvSpPr/>
          <p:nvPr/>
        </p:nvSpPr>
        <p:spPr>
          <a:xfrm>
            <a:off x="5630046" y="1385390"/>
            <a:ext cx="20258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可分离变量方程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61081C8-BF4C-4684-90AE-3D79A8C69190}"/>
              </a:ext>
            </a:extLst>
          </p:cNvPr>
          <p:cNvSpPr/>
          <p:nvPr/>
        </p:nvSpPr>
        <p:spPr>
          <a:xfrm>
            <a:off x="5557218" y="2870439"/>
            <a:ext cx="26880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 可分离变量方程</a:t>
            </a:r>
          </a:p>
        </p:txBody>
      </p:sp>
    </p:spTree>
    <p:extLst>
      <p:ext uri="{BB962C8B-B14F-4D97-AF65-F5344CB8AC3E}">
        <p14:creationId xmlns:p14="http://schemas.microsoft.com/office/powerpoint/2010/main" val="336423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5" grpId="0"/>
      <p:bldP spid="16" grpId="0"/>
      <p:bldP spid="19" grpId="0"/>
      <p:bldP spid="21" grpId="0"/>
      <p:bldP spid="22" grpId="0"/>
      <p:bldP spid="40" grpId="0"/>
      <p:bldP spid="4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4B6B8C22-9EA4-4DD8-AE09-2B50860DB0BC}"/>
              </a:ext>
            </a:extLst>
          </p:cNvPr>
          <p:cNvSpPr txBox="1"/>
          <p:nvPr/>
        </p:nvSpPr>
        <p:spPr>
          <a:xfrm>
            <a:off x="955175" y="2814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3766FF"/>
                </a:solidFill>
                <a:latin typeface="宋体" pitchFamily="2" charset="-122"/>
                <a:ea typeface="宋体" pitchFamily="2" charset="-122"/>
              </a:rPr>
              <a:t>注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27417C0-94B0-4881-9DEF-CC70CBA39CE6}"/>
              </a:ext>
            </a:extLst>
          </p:cNvPr>
          <p:cNvGrpSpPr/>
          <p:nvPr/>
        </p:nvGrpSpPr>
        <p:grpSpPr>
          <a:xfrm>
            <a:off x="1475656" y="267494"/>
            <a:ext cx="3478084" cy="468643"/>
            <a:chOff x="1623874" y="464100"/>
            <a:chExt cx="3478084" cy="46864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86A21E4-1791-43F6-A9CC-F25944A597B6}"/>
                </a:ext>
              </a:extLst>
            </p:cNvPr>
            <p:cNvSpPr/>
            <p:nvPr/>
          </p:nvSpPr>
          <p:spPr>
            <a:xfrm>
              <a:off x="1623874" y="471078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形如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9E7A1C58-3317-4045-98F9-885E7477E6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1903430"/>
                </p:ext>
              </p:extLst>
            </p:nvPr>
          </p:nvGraphicFramePr>
          <p:xfrm>
            <a:off x="2427299" y="518192"/>
            <a:ext cx="1258887" cy="363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82" name="Equation" r:id="rId3" imgW="1231366" imgH="355446" progId="Equation.DSMT4">
                    <p:embed/>
                  </p:oleObj>
                </mc:Choice>
                <mc:Fallback>
                  <p:oleObj name="Equation" r:id="rId3" imgW="1231366" imgH="355446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58B6D517-FD7E-4DF5-9365-E364CE8B45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7299" y="518192"/>
                          <a:ext cx="1258887" cy="3635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E7109A9-1626-4DF6-A5CF-73F2FABA9BEF}"/>
                </a:ext>
              </a:extLst>
            </p:cNvPr>
            <p:cNvSpPr/>
            <p:nvPr/>
          </p:nvSpPr>
          <p:spPr>
            <a:xfrm>
              <a:off x="3686186" y="464100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型方程，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EA03D58D-D0B2-45D1-A833-53FCAAB0FE8F}"/>
              </a:ext>
            </a:extLst>
          </p:cNvPr>
          <p:cNvSpPr/>
          <p:nvPr/>
        </p:nvSpPr>
        <p:spPr>
          <a:xfrm>
            <a:off x="4832181" y="258143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除了设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058DE89-31E3-4635-AD38-C727674FB3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969737"/>
              </p:ext>
            </p:extLst>
          </p:nvPr>
        </p:nvGraphicFramePr>
        <p:xfrm>
          <a:off x="5931757" y="312982"/>
          <a:ext cx="88106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83" name="Equation" r:id="rId5" imgW="863280" imgH="355320" progId="Equation.DSMT4">
                  <p:embed/>
                </p:oleObj>
              </mc:Choice>
              <mc:Fallback>
                <p:oleObj name="Equation" r:id="rId5" imgW="863280" imgH="355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5FEA91B-7075-498E-BC32-71B7B78DBE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1757" y="312982"/>
                        <a:ext cx="881062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5620541-7388-44D0-8C64-F6DD3D1502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347674"/>
              </p:ext>
            </p:extLst>
          </p:nvPr>
        </p:nvGraphicFramePr>
        <p:xfrm>
          <a:off x="6875134" y="109654"/>
          <a:ext cx="1219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84" name="Equation" r:id="rId7" imgW="1218960" imgH="787320" progId="Equation.DSMT4">
                  <p:embed/>
                </p:oleObj>
              </mc:Choice>
              <mc:Fallback>
                <p:oleObj name="Equation" r:id="rId7" imgW="1218960" imgH="787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DDEBC96B-0EAA-464B-80C4-6E4227ED91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134" y="109654"/>
                        <a:ext cx="12192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58DAE427-FC59-4CFA-BA6B-D8AA162B56D2}"/>
              </a:ext>
            </a:extLst>
          </p:cNvPr>
          <p:cNvSpPr/>
          <p:nvPr/>
        </p:nvSpPr>
        <p:spPr>
          <a:xfrm>
            <a:off x="238373" y="924495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降阶求解之外，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5C5E7D-75F5-46BC-A5F9-ACD306E8AF8B}"/>
              </a:ext>
            </a:extLst>
          </p:cNvPr>
          <p:cNvSpPr/>
          <p:nvPr/>
        </p:nvSpPr>
        <p:spPr>
          <a:xfrm>
            <a:off x="2237238" y="933160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还可以用如下</a:t>
            </a:r>
            <a:r>
              <a:rPr lang="zh-CN" altLang="zh-CN" sz="2400" b="1" dirty="0">
                <a:solidFill>
                  <a:srgbClr val="37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方法求解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D9E6DDC-16C4-429F-B2E7-C0088C48752D}"/>
              </a:ext>
            </a:extLst>
          </p:cNvPr>
          <p:cNvGrpSpPr/>
          <p:nvPr/>
        </p:nvGrpSpPr>
        <p:grpSpPr>
          <a:xfrm>
            <a:off x="898110" y="1537135"/>
            <a:ext cx="2444321" cy="461665"/>
            <a:chOff x="5808330" y="2060041"/>
            <a:chExt cx="2444321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105FA2D-2658-4BB5-B988-ACBFD8B9DF61}"/>
                </a:ext>
              </a:extLst>
            </p:cNvPr>
            <p:cNvSpPr/>
            <p:nvPr/>
          </p:nvSpPr>
          <p:spPr>
            <a:xfrm>
              <a:off x="5808330" y="2060041"/>
              <a:ext cx="20955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方程两端同乘</a:t>
              </a: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89763005-32D6-4B35-B7A8-C3A0D6AFC2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8745959"/>
                </p:ext>
              </p:extLst>
            </p:nvPr>
          </p:nvGraphicFramePr>
          <p:xfrm>
            <a:off x="7798626" y="2140611"/>
            <a:ext cx="454025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85" name="Equation" r:id="rId9" imgW="444114" imgH="355292" progId="Equation.DSMT4">
                    <p:embed/>
                  </p:oleObj>
                </mc:Choice>
                <mc:Fallback>
                  <p:oleObj name="Equation" r:id="rId9" imgW="444114" imgH="355292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8CF0361E-27FA-43F1-B2B7-1AB122503D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98626" y="2140611"/>
                          <a:ext cx="454025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6DC4BF2-5CB7-40F8-B405-E85EF1E397BC}"/>
              </a:ext>
            </a:extLst>
          </p:cNvPr>
          <p:cNvGrpSpPr/>
          <p:nvPr/>
        </p:nvGrpSpPr>
        <p:grpSpPr>
          <a:xfrm>
            <a:off x="3311009" y="1537135"/>
            <a:ext cx="2574197" cy="461665"/>
            <a:chOff x="4104579" y="1712966"/>
            <a:chExt cx="2574197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A0B62B6-A427-46E6-B7C6-A252CB036931}"/>
                </a:ext>
              </a:extLst>
            </p:cNvPr>
            <p:cNvSpPr/>
            <p:nvPr/>
          </p:nvSpPr>
          <p:spPr>
            <a:xfrm>
              <a:off x="4104579" y="1712966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得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83210265-529C-4F49-8DF3-550719BD1B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6325537"/>
                </p:ext>
              </p:extLst>
            </p:nvPr>
          </p:nvGraphicFramePr>
          <p:xfrm>
            <a:off x="4559464" y="1794971"/>
            <a:ext cx="2119312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86" name="Equation" r:id="rId11" imgW="2070100" imgH="355600" progId="Equation.DSMT4">
                    <p:embed/>
                  </p:oleObj>
                </mc:Choice>
                <mc:Fallback>
                  <p:oleObj name="Equation" r:id="rId11" imgW="2070100" imgH="35560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044C4222-0407-44E3-BAFA-15F5AB533B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9464" y="1794971"/>
                          <a:ext cx="2119312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909459B3-B150-4423-8729-782C0CCA786F}"/>
              </a:ext>
            </a:extLst>
          </p:cNvPr>
          <p:cNvSpPr/>
          <p:nvPr/>
        </p:nvSpPr>
        <p:spPr>
          <a:xfrm>
            <a:off x="5847648" y="153363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E9A95E38-6C0B-47BB-A3E5-A5DBE414FC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579292"/>
              </p:ext>
            </p:extLst>
          </p:nvPr>
        </p:nvGraphicFramePr>
        <p:xfrm>
          <a:off x="3557230" y="2275865"/>
          <a:ext cx="209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87" name="Equation" r:id="rId13" imgW="2057400" imgH="406400" progId="Equation.DSMT4">
                  <p:embed/>
                </p:oleObj>
              </mc:Choice>
              <mc:Fallback>
                <p:oleObj name="Equation" r:id="rId13" imgW="2057400" imgH="4064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D57B85AA-91D0-44B1-82ED-3C4B7A4D34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7230" y="2275865"/>
                        <a:ext cx="20955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EC5174DE-5302-416A-A090-DF5F7E045C57}"/>
              </a:ext>
            </a:extLst>
          </p:cNvPr>
          <p:cNvGrpSpPr/>
          <p:nvPr/>
        </p:nvGrpSpPr>
        <p:grpSpPr>
          <a:xfrm>
            <a:off x="193803" y="4130079"/>
            <a:ext cx="3552558" cy="467357"/>
            <a:chOff x="5220072" y="2898383"/>
            <a:chExt cx="3552558" cy="467357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E8E09F1-2E1A-4D84-8AB9-E46AC5992ADE}"/>
                </a:ext>
              </a:extLst>
            </p:cNvPr>
            <p:cNvSpPr/>
            <p:nvPr/>
          </p:nvSpPr>
          <p:spPr>
            <a:xfrm>
              <a:off x="5220072" y="2898383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若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850BF178-7E00-49B5-AF4D-CBCB8BED02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2041861"/>
                </p:ext>
              </p:extLst>
            </p:nvPr>
          </p:nvGraphicFramePr>
          <p:xfrm>
            <a:off x="5593161" y="2994695"/>
            <a:ext cx="681037" cy="357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88" name="Equation" r:id="rId15" imgW="660113" imgH="342751" progId="Equation.DSMT4">
                    <p:embed/>
                  </p:oleObj>
                </mc:Choice>
                <mc:Fallback>
                  <p:oleObj name="Equation" r:id="rId15" imgW="660113" imgH="342751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7D7A6DD0-4990-413A-9672-F2668E43D0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3161" y="2994695"/>
                          <a:ext cx="681037" cy="3571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2D0EB5D-DE13-4F25-B92C-705C29D6A060}"/>
                </a:ext>
              </a:extLst>
            </p:cNvPr>
            <p:cNvSpPr/>
            <p:nvPr/>
          </p:nvSpPr>
          <p:spPr>
            <a:xfrm>
              <a:off x="6187864" y="2904075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是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68EC2B0E-4668-410F-8217-8470499B99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2305344"/>
                </p:ext>
              </p:extLst>
            </p:nvPr>
          </p:nvGraphicFramePr>
          <p:xfrm>
            <a:off x="6623395" y="2975079"/>
            <a:ext cx="657225" cy="357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89" name="Equation" r:id="rId17" imgW="647419" imgH="342751" progId="Equation.DSMT4">
                    <p:embed/>
                  </p:oleObj>
                </mc:Choice>
                <mc:Fallback>
                  <p:oleObj name="Equation" r:id="rId17" imgW="647419" imgH="342751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A6EC59AB-C69C-4674-9A16-8A0BA359D2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3395" y="2975079"/>
                          <a:ext cx="657225" cy="357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217C394-FDB9-4E7B-91F4-3810A07B00A1}"/>
                </a:ext>
              </a:extLst>
            </p:cNvPr>
            <p:cNvSpPr/>
            <p:nvPr/>
          </p:nvSpPr>
          <p:spPr>
            <a:xfrm>
              <a:off x="7188454" y="2904075"/>
              <a:ext cx="15841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的原函数，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07705744-05C2-4055-AB08-3A76431921D6}"/>
              </a:ext>
            </a:extLst>
          </p:cNvPr>
          <p:cNvSpPr/>
          <p:nvPr/>
        </p:nvSpPr>
        <p:spPr>
          <a:xfrm>
            <a:off x="280187" y="2715189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等式两边积分</a:t>
            </a: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9B385B48-5C38-4A18-AE56-844B661843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232595"/>
              </p:ext>
            </p:extLst>
          </p:nvPr>
        </p:nvGraphicFramePr>
        <p:xfrm>
          <a:off x="4055683" y="4157053"/>
          <a:ext cx="21431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90" name="Equation" r:id="rId19" imgW="2095500" imgH="419100" progId="Equation.DSMT4">
                  <p:embed/>
                </p:oleObj>
              </mc:Choice>
              <mc:Fallback>
                <p:oleObj name="Equation" r:id="rId19" imgW="2095500" imgH="41910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6930A4C9-C3E7-4559-BF7C-F6F6FB5AE0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5683" y="4157053"/>
                        <a:ext cx="2143125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1713BC9A-9E0E-4D8F-97C8-FC2310FED1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072417"/>
              </p:ext>
            </p:extLst>
          </p:nvPr>
        </p:nvGraphicFramePr>
        <p:xfrm>
          <a:off x="3245350" y="3319141"/>
          <a:ext cx="30273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91" name="Equation" r:id="rId21" imgW="2971800" imgH="507960" progId="Equation.DSMT4">
                  <p:embed/>
                </p:oleObj>
              </mc:Choice>
              <mc:Fallback>
                <p:oleObj name="Equation" r:id="rId21" imgW="2971800" imgH="50796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86F5819F-A78E-4C32-9B44-67F83F5B89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5350" y="3319141"/>
                        <a:ext cx="3027362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F224152C-4F24-4CB9-BA9C-880DAACAEC67}"/>
              </a:ext>
            </a:extLst>
          </p:cNvPr>
          <p:cNvSpPr/>
          <p:nvPr/>
        </p:nvSpPr>
        <p:spPr>
          <a:xfrm>
            <a:off x="3510139" y="4128716"/>
            <a:ext cx="495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得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9049637-9F7C-45A4-A579-F891D462C467}"/>
              </a:ext>
            </a:extLst>
          </p:cNvPr>
          <p:cNvSpPr/>
          <p:nvPr/>
        </p:nvSpPr>
        <p:spPr>
          <a:xfrm>
            <a:off x="6248703" y="4157053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一阶微分方程</a:t>
            </a:r>
          </a:p>
        </p:txBody>
      </p:sp>
    </p:spTree>
    <p:extLst>
      <p:ext uri="{BB962C8B-B14F-4D97-AF65-F5344CB8AC3E}">
        <p14:creationId xmlns:p14="http://schemas.microsoft.com/office/powerpoint/2010/main" val="254346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/>
      <p:bldP spid="11" grpId="0"/>
      <p:bldP spid="18" grpId="0"/>
      <p:bldP spid="26" grpId="0"/>
      <p:bldP spid="29" grpId="0"/>
      <p:bldP spid="3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FF1E26F3-04A8-4402-89B9-379FD54ECE59}"/>
              </a:ext>
            </a:extLst>
          </p:cNvPr>
          <p:cNvSpPr txBox="1"/>
          <p:nvPr/>
        </p:nvSpPr>
        <p:spPr>
          <a:xfrm>
            <a:off x="945052" y="1106353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37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143813C-B3F2-48F3-9962-C6F5B7C1D2F6}"/>
              </a:ext>
            </a:extLst>
          </p:cNvPr>
          <p:cNvGrpSpPr/>
          <p:nvPr/>
        </p:nvGrpSpPr>
        <p:grpSpPr>
          <a:xfrm>
            <a:off x="1555204" y="968501"/>
            <a:ext cx="1917649" cy="863600"/>
            <a:chOff x="1609795" y="1171619"/>
            <a:chExt cx="1917649" cy="8636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CA6A647-AEDF-4BB4-BC81-ECE6D6E3E995}"/>
                </a:ext>
              </a:extLst>
            </p:cNvPr>
            <p:cNvSpPr/>
            <p:nvPr/>
          </p:nvSpPr>
          <p:spPr>
            <a:xfrm>
              <a:off x="1609795" y="1329198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方程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48AFD2B2-DBC4-4ABD-9730-2CD231F34E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7554110"/>
                </p:ext>
              </p:extLst>
            </p:nvPr>
          </p:nvGraphicFramePr>
          <p:xfrm>
            <a:off x="2432069" y="1171619"/>
            <a:ext cx="1095375" cy="86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74" name="Equation" r:id="rId3" imgW="1079500" imgH="838200" progId="Equation.DSMT4">
                    <p:embed/>
                  </p:oleObj>
                </mc:Choice>
                <mc:Fallback>
                  <p:oleObj name="Equation" r:id="rId3" imgW="1079500" imgH="83820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CD781FCC-A3C9-495D-AED1-08852A4627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2069" y="1171619"/>
                          <a:ext cx="1095375" cy="863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2DCD175-D4E4-4A75-866E-B8A0A280B4A5}"/>
              </a:ext>
            </a:extLst>
          </p:cNvPr>
          <p:cNvGrpSpPr/>
          <p:nvPr/>
        </p:nvGrpSpPr>
        <p:grpSpPr>
          <a:xfrm>
            <a:off x="3451603" y="1124200"/>
            <a:ext cx="1831048" cy="461665"/>
            <a:chOff x="3506194" y="1327318"/>
            <a:chExt cx="1831048" cy="461665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8A0AA214-C067-45ED-88C6-00A4EACF7B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7106910"/>
                </p:ext>
              </p:extLst>
            </p:nvPr>
          </p:nvGraphicFramePr>
          <p:xfrm>
            <a:off x="4883217" y="1402915"/>
            <a:ext cx="454025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75" name="Equation" r:id="rId5" imgW="444114" imgH="355292" progId="Equation.DSMT4">
                    <p:embed/>
                  </p:oleObj>
                </mc:Choice>
                <mc:Fallback>
                  <p:oleObj name="Equation" r:id="rId5" imgW="444114" imgH="355292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CBA08A3F-1E0C-4B56-A924-533E12BD48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3217" y="1402915"/>
                          <a:ext cx="454025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F82ADC4-5F27-4AF8-8385-127F8E8AEC65}"/>
                </a:ext>
              </a:extLst>
            </p:cNvPr>
            <p:cNvSpPr/>
            <p:nvPr/>
          </p:nvSpPr>
          <p:spPr>
            <a:xfrm>
              <a:off x="3506194" y="1327318"/>
              <a:ext cx="14221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两端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同乘</a:t>
              </a:r>
            </a:p>
          </p:txBody>
        </p:sp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544CDF5-B16B-4CA5-A787-AB53AD26EF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819427"/>
              </p:ext>
            </p:extLst>
          </p:nvPr>
        </p:nvGraphicFramePr>
        <p:xfrm>
          <a:off x="5851816" y="979914"/>
          <a:ext cx="15732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76" name="Equation" r:id="rId7" imgW="1536700" imgH="838200" progId="Equation.DSMT4">
                  <p:embed/>
                </p:oleObj>
              </mc:Choice>
              <mc:Fallback>
                <p:oleObj name="Equation" r:id="rId7" imgW="1536700" imgH="8382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5A521C51-A9F9-40E5-B8AD-8A6054A296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1816" y="979914"/>
                        <a:ext cx="1573213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D76D24C8-4EEA-4394-9721-AFECB5531BC4}"/>
              </a:ext>
            </a:extLst>
          </p:cNvPr>
          <p:cNvSpPr/>
          <p:nvPr/>
        </p:nvSpPr>
        <p:spPr>
          <a:xfrm>
            <a:off x="970712" y="203849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9E75613-D2FB-4915-9239-555B77210D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106692"/>
              </p:ext>
            </p:extLst>
          </p:nvPr>
        </p:nvGraphicFramePr>
        <p:xfrm>
          <a:off x="3257259" y="1893806"/>
          <a:ext cx="1584325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77" name="Equation" r:id="rId9" imgW="1549080" imgH="838080" progId="Equation.DSMT4">
                  <p:embed/>
                </p:oleObj>
              </mc:Choice>
              <mc:Fallback>
                <p:oleObj name="Equation" r:id="rId9" imgW="1549080" imgH="838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4155838-B243-4E4E-8B92-83C50C49BC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7259" y="1893806"/>
                        <a:ext cx="1584325" cy="846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BFBEE6E6-E09B-4D47-B47B-D84582FCA14B}"/>
              </a:ext>
            </a:extLst>
          </p:cNvPr>
          <p:cNvSpPr/>
          <p:nvPr/>
        </p:nvSpPr>
        <p:spPr>
          <a:xfrm>
            <a:off x="834901" y="2979683"/>
            <a:ext cx="20521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故两端积分得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7E3D9A8-5DC5-4995-9727-47206F18A6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214766"/>
              </p:ext>
            </p:extLst>
          </p:nvPr>
        </p:nvGraphicFramePr>
        <p:xfrm>
          <a:off x="3282950" y="2855342"/>
          <a:ext cx="220345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78" name="Equation" r:id="rId11" imgW="2158920" imgH="838080" progId="Equation.DSMT4">
                  <p:embed/>
                </p:oleObj>
              </mc:Choice>
              <mc:Fallback>
                <p:oleObj name="Equation" r:id="rId11" imgW="2158920" imgH="8380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FEE94BD-AE36-406A-A167-427BB271CD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2855342"/>
                        <a:ext cx="2203450" cy="846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05521763-8F19-4170-BFF2-6EE6D29E151B}"/>
              </a:ext>
            </a:extLst>
          </p:cNvPr>
          <p:cNvSpPr/>
          <p:nvPr/>
        </p:nvSpPr>
        <p:spPr>
          <a:xfrm>
            <a:off x="842646" y="4151986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从而有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C06BD81-5A4F-4FD9-A018-BF4223C6FC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128929"/>
              </p:ext>
            </p:extLst>
          </p:nvPr>
        </p:nvGraphicFramePr>
        <p:xfrm>
          <a:off x="2755284" y="4073607"/>
          <a:ext cx="371475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79" name="Equation" r:id="rId13" imgW="3644640" imgH="723600" progId="Equation.DSMT4">
                  <p:embed/>
                </p:oleObj>
              </mc:Choice>
              <mc:Fallback>
                <p:oleObj name="Equation" r:id="rId13" imgW="3644640" imgH="7236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D3700ECB-FA41-4776-83BC-8B056FA8EC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284" y="4073607"/>
                        <a:ext cx="3714750" cy="744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7564840C-74DC-455D-BF6A-D2509F88E3DA}"/>
              </a:ext>
            </a:extLst>
          </p:cNvPr>
          <p:cNvSpPr/>
          <p:nvPr/>
        </p:nvSpPr>
        <p:spPr>
          <a:xfrm>
            <a:off x="5237489" y="112608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得，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1886BDB-F4CE-4383-9BC9-FE63B3323F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202189"/>
              </p:ext>
            </p:extLst>
          </p:nvPr>
        </p:nvGraphicFramePr>
        <p:xfrm>
          <a:off x="2664283" y="193704"/>
          <a:ext cx="10953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80" name="Equation" r:id="rId15" imgW="1079500" imgH="838200" progId="Equation.DSMT4">
                  <p:embed/>
                </p:oleObj>
              </mc:Choice>
              <mc:Fallback>
                <p:oleObj name="Equation" r:id="rId15" imgW="1079500" imgH="8382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8E8B3BA3-DDE1-408B-9E9E-3F495DE7ED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4283" y="193704"/>
                        <a:ext cx="1095375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>
            <a:extLst>
              <a:ext uri="{FF2B5EF4-FFF2-40B4-BE49-F238E27FC236}">
                <a16:creationId xmlns:a16="http://schemas.microsoft.com/office/drawing/2014/main" id="{1BB93078-F786-4F8E-9BF5-F3DF0EC17542}"/>
              </a:ext>
            </a:extLst>
          </p:cNvPr>
          <p:cNvSpPr txBox="1"/>
          <p:nvPr/>
        </p:nvSpPr>
        <p:spPr>
          <a:xfrm>
            <a:off x="873044" y="302351"/>
            <a:ext cx="72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37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37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 </a:t>
            </a:r>
            <a:endParaRPr lang="zh-CN" altLang="en-US" sz="2400" b="1" dirty="0">
              <a:solidFill>
                <a:srgbClr val="37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BE2E97C-92DA-42D6-9C61-95E3BC88F060}"/>
              </a:ext>
            </a:extLst>
          </p:cNvPr>
          <p:cNvSpPr/>
          <p:nvPr/>
        </p:nvSpPr>
        <p:spPr>
          <a:xfrm>
            <a:off x="1547664" y="33950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求方程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80B9E6-A42E-4204-B0C4-11FD353DB14C}"/>
              </a:ext>
            </a:extLst>
          </p:cNvPr>
          <p:cNvSpPr/>
          <p:nvPr/>
        </p:nvSpPr>
        <p:spPr>
          <a:xfrm>
            <a:off x="3792646" y="333532"/>
            <a:ext cx="1296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3917B1B3-92A7-4C1A-8E49-DD669FB068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232213"/>
              </p:ext>
            </p:extLst>
          </p:nvPr>
        </p:nvGraphicFramePr>
        <p:xfrm>
          <a:off x="5507508" y="2954540"/>
          <a:ext cx="1397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81" name="Equation" r:id="rId16" imgW="1396800" imgH="457200" progId="Equation.DSMT4">
                  <p:embed/>
                </p:oleObj>
              </mc:Choice>
              <mc:Fallback>
                <p:oleObj name="Equation" r:id="rId16" imgW="1396800" imgH="4572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21D6FF1F-B2AE-4C20-8B9A-4EE1E5BB8A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507508" y="2954540"/>
                        <a:ext cx="13970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918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2" grpId="0"/>
      <p:bldP spid="14" grpId="0"/>
      <p:bldP spid="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E5325B0-0DE1-457A-8F50-A01AE8BF9BA0}"/>
              </a:ext>
            </a:extLst>
          </p:cNvPr>
          <p:cNvSpPr/>
          <p:nvPr/>
        </p:nvSpPr>
        <p:spPr>
          <a:xfrm>
            <a:off x="726567" y="1298447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分离变量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6A76FD-DD89-4F45-80F4-3DAC4F616723}"/>
              </a:ext>
            </a:extLst>
          </p:cNvPr>
          <p:cNvSpPr/>
          <p:nvPr/>
        </p:nvSpPr>
        <p:spPr>
          <a:xfrm>
            <a:off x="874684" y="3393007"/>
            <a:ext cx="5629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4235434-2E06-45D1-901A-14EE0FCE09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73474"/>
              </p:ext>
            </p:extLst>
          </p:nvPr>
        </p:nvGraphicFramePr>
        <p:xfrm>
          <a:off x="1835696" y="3219822"/>
          <a:ext cx="5275263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34" name="Equation" r:id="rId3" imgW="5156200" imgH="787400" progId="Equation.DSMT4">
                  <p:embed/>
                </p:oleObj>
              </mc:Choice>
              <mc:Fallback>
                <p:oleObj name="Equation" r:id="rId3" imgW="5156200" imgH="787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CBC2B47-2789-41CA-A44E-AB9403E25D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219822"/>
                        <a:ext cx="5275263" cy="808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A8EFE53-BEF8-4B31-99CF-D26D365644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840918"/>
              </p:ext>
            </p:extLst>
          </p:nvPr>
        </p:nvGraphicFramePr>
        <p:xfrm>
          <a:off x="2411760" y="267494"/>
          <a:ext cx="371475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35" name="Equation" r:id="rId5" imgW="3644640" imgH="723600" progId="Equation.DSMT4">
                  <p:embed/>
                </p:oleObj>
              </mc:Choice>
              <mc:Fallback>
                <p:oleObj name="Equation" r:id="rId5" imgW="3644640" imgH="723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C8CE75CA-455D-4605-8B6D-ECCDA545F0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267494"/>
                        <a:ext cx="3714750" cy="744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4916399-B3A4-400C-830A-91F6F2D25080}"/>
              </a:ext>
            </a:extLst>
          </p:cNvPr>
          <p:cNvSpPr/>
          <p:nvPr/>
        </p:nvSpPr>
        <p:spPr>
          <a:xfrm>
            <a:off x="1934368" y="1295596"/>
            <a:ext cx="1491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并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积分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3BF78B5-BDB7-4858-B555-9DD7C1A314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580287"/>
              </p:ext>
            </p:extLst>
          </p:nvPr>
        </p:nvGraphicFramePr>
        <p:xfrm>
          <a:off x="3059832" y="1909380"/>
          <a:ext cx="2678113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36" name="Equation" r:id="rId7" imgW="2628720" imgH="927000" progId="Equation.DSMT4">
                  <p:embed/>
                </p:oleObj>
              </mc:Choice>
              <mc:Fallback>
                <p:oleObj name="Equation" r:id="rId7" imgW="2628720" imgH="9270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8A5E283-C8FF-48BC-A885-1AAC7598AC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1909380"/>
                        <a:ext cx="2678113" cy="942975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024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8308FD05-E3DF-4339-A25B-DD4B5838542D}"/>
              </a:ext>
            </a:extLst>
          </p:cNvPr>
          <p:cNvSpPr txBox="1"/>
          <p:nvPr/>
        </p:nvSpPr>
        <p:spPr>
          <a:xfrm>
            <a:off x="945046" y="245129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37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总结</a:t>
            </a:r>
            <a:r>
              <a:rPr lang="en-US" altLang="zh-CN" sz="3200" b="1" dirty="0">
                <a:solidFill>
                  <a:srgbClr val="37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3200" b="1" dirty="0">
              <a:solidFill>
                <a:srgbClr val="37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FF5C7DF-1A40-440E-81AB-8D73BE9844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991716"/>
              </p:ext>
            </p:extLst>
          </p:nvPr>
        </p:nvGraphicFramePr>
        <p:xfrm>
          <a:off x="1586222" y="2029084"/>
          <a:ext cx="16033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74" name="Equation" r:id="rId3" imgW="1562100" imgH="355600" progId="Equation.DSMT4">
                  <p:embed/>
                </p:oleObj>
              </mc:Choice>
              <mc:Fallback>
                <p:oleObj name="Equation" r:id="rId3" imgW="1562100" imgH="355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F519C9F-50D7-475C-85F6-D04F1817CB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6222" y="2029084"/>
                        <a:ext cx="1603375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D84EA38A-3AF9-48E8-8FA2-57C65E023AF7}"/>
              </a:ext>
            </a:extLst>
          </p:cNvPr>
          <p:cNvSpPr/>
          <p:nvPr/>
        </p:nvSpPr>
        <p:spPr>
          <a:xfrm>
            <a:off x="972920" y="1975808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2.</a:t>
            </a:r>
            <a:endParaRPr lang="zh-CN" altLang="en-US" sz="2400" b="1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06E23B-C7E5-44E6-97F5-7AA2395834E8}"/>
              </a:ext>
            </a:extLst>
          </p:cNvPr>
          <p:cNvSpPr/>
          <p:nvPr/>
        </p:nvSpPr>
        <p:spPr>
          <a:xfrm>
            <a:off x="3260675" y="1963120"/>
            <a:ext cx="2266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型的微分方程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764315-5CB4-4C5A-BD34-1A2431FB0507}"/>
              </a:ext>
            </a:extLst>
          </p:cNvPr>
          <p:cNvSpPr/>
          <p:nvPr/>
        </p:nvSpPr>
        <p:spPr>
          <a:xfrm>
            <a:off x="1464878" y="2694629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766FF"/>
                </a:solidFill>
                <a:ea typeface="宋体" panose="02010600030101010101" pitchFamily="2" charset="-122"/>
              </a:rPr>
              <a:t>求解方法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27B4D7-25AC-4924-BCD4-A9C1421489E8}"/>
              </a:ext>
            </a:extLst>
          </p:cNvPr>
          <p:cNvSpPr/>
          <p:nvPr/>
        </p:nvSpPr>
        <p:spPr>
          <a:xfrm>
            <a:off x="2880586" y="2693377"/>
            <a:ext cx="2117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引入新变量，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87B21B4-F008-4C9D-B03E-B97152F4266F}"/>
              </a:ext>
            </a:extLst>
          </p:cNvPr>
          <p:cNvGrpSpPr/>
          <p:nvPr/>
        </p:nvGrpSpPr>
        <p:grpSpPr>
          <a:xfrm>
            <a:off x="4752794" y="2689358"/>
            <a:ext cx="1663781" cy="461665"/>
            <a:chOff x="886782" y="2292519"/>
            <a:chExt cx="1663781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EAD0BF4-66F4-4695-9478-AC72D6BFF0F9}"/>
                </a:ext>
              </a:extLst>
            </p:cNvPr>
            <p:cNvSpPr/>
            <p:nvPr/>
          </p:nvSpPr>
          <p:spPr>
            <a:xfrm>
              <a:off x="886782" y="2292519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令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AC490BEC-A73D-4E55-A074-4A42E4D677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8537265"/>
                </p:ext>
              </p:extLst>
            </p:nvPr>
          </p:nvGraphicFramePr>
          <p:xfrm>
            <a:off x="1290088" y="2341563"/>
            <a:ext cx="1260475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75" name="Equation" r:id="rId5" imgW="1231560" imgH="355320" progId="Equation.DSMT4">
                    <p:embed/>
                  </p:oleObj>
                </mc:Choice>
                <mc:Fallback>
                  <p:oleObj name="Equation" r:id="rId5" imgW="1231560" imgH="3553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4E61F041-CD87-46D6-AFFD-FD32CD13BE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0088" y="2341563"/>
                          <a:ext cx="1260475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CEC9B815-995F-49AF-9863-8340EDBE2D78}"/>
              </a:ext>
            </a:extLst>
          </p:cNvPr>
          <p:cNvSpPr/>
          <p:nvPr/>
        </p:nvSpPr>
        <p:spPr>
          <a:xfrm>
            <a:off x="6441265" y="2694629"/>
            <a:ext cx="14991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降阶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12" name="卷形: 水平 10">
            <a:extLst>
              <a:ext uri="{FF2B5EF4-FFF2-40B4-BE49-F238E27FC236}">
                <a16:creationId xmlns:a16="http://schemas.microsoft.com/office/drawing/2014/main" id="{4804D9CC-097E-45A6-9743-0005FD1FF2B6}"/>
              </a:ext>
            </a:extLst>
          </p:cNvPr>
          <p:cNvSpPr/>
          <p:nvPr/>
        </p:nvSpPr>
        <p:spPr>
          <a:xfrm>
            <a:off x="395536" y="339502"/>
            <a:ext cx="8640960" cy="4644516"/>
          </a:xfrm>
          <a:prstGeom prst="horizontalScroll">
            <a:avLst/>
          </a:prstGeom>
          <a:noFill/>
          <a:ln w="12700" cap="flat" cmpd="sng" algn="ctr">
            <a:solidFill>
              <a:srgbClr val="3766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D77200-CE0A-45F6-AE5D-4ED7B0827E75}"/>
              </a:ext>
            </a:extLst>
          </p:cNvPr>
          <p:cNvSpPr/>
          <p:nvPr/>
        </p:nvSpPr>
        <p:spPr>
          <a:xfrm>
            <a:off x="962939" y="1116290"/>
            <a:ext cx="417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1.</a:t>
            </a:r>
            <a:endParaRPr lang="zh-CN" altLang="en-US" sz="2400" b="1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D90BE2-6680-4F3D-B94E-2F72834B79B2}"/>
              </a:ext>
            </a:extLst>
          </p:cNvPr>
          <p:cNvSpPr/>
          <p:nvPr/>
        </p:nvSpPr>
        <p:spPr>
          <a:xfrm>
            <a:off x="2948802" y="1117299"/>
            <a:ext cx="28130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型的微分方程</a:t>
            </a:r>
          </a:p>
        </p:txBody>
      </p:sp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0A7026DA-FB82-4C14-B57E-29619E208A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19585"/>
              </p:ext>
            </p:extLst>
          </p:nvPr>
        </p:nvGraphicFramePr>
        <p:xfrm>
          <a:off x="1492571" y="1140456"/>
          <a:ext cx="13858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76" name="Equation" r:id="rId7" imgW="1384200" imgH="406080" progId="Equation.DSMT4">
                  <p:embed/>
                </p:oleObj>
              </mc:Choice>
              <mc:Fallback>
                <p:oleObj name="Equation" r:id="rId7" imgW="1384200" imgH="406080" progId="Equation.DSMT4">
                  <p:embed/>
                  <p:pic>
                    <p:nvPicPr>
                      <p:cNvPr id="15" name="Object 3">
                        <a:extLst>
                          <a:ext uri="{FF2B5EF4-FFF2-40B4-BE49-F238E27FC236}">
                            <a16:creationId xmlns:a16="http://schemas.microsoft.com/office/drawing/2014/main" id="{E84807BE-B0E0-41C7-AE77-3A60C1954B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571" y="1140456"/>
                        <a:ext cx="1385888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EFEF1985-4CE3-4EA8-8B49-1505748EDE8F}"/>
              </a:ext>
            </a:extLst>
          </p:cNvPr>
          <p:cNvSpPr/>
          <p:nvPr/>
        </p:nvSpPr>
        <p:spPr>
          <a:xfrm>
            <a:off x="5005555" y="1099492"/>
            <a:ext cx="2969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7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求解</a:t>
            </a:r>
            <a:r>
              <a:rPr lang="zh-CN" altLang="zh-CN" sz="2400" b="1" dirty="0">
                <a:solidFill>
                  <a:srgbClr val="37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r>
              <a:rPr lang="zh-CN" altLang="en-US" sz="2400" b="1" dirty="0">
                <a:solidFill>
                  <a:srgbClr val="37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：逐次积分</a:t>
            </a:r>
            <a:endParaRPr lang="zh-CN" altLang="en-US" sz="2400" dirty="0">
              <a:solidFill>
                <a:srgbClr val="3766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C215F7D-5C01-4E09-9C8C-E9BE8ED1C3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190907"/>
              </p:ext>
            </p:extLst>
          </p:nvPr>
        </p:nvGraphicFramePr>
        <p:xfrm>
          <a:off x="1517252" y="3349988"/>
          <a:ext cx="161766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77" name="Equation" r:id="rId9" imgW="1574640" imgH="355320" progId="Equation.DSMT4">
                  <p:embed/>
                </p:oleObj>
              </mc:Choice>
              <mc:Fallback>
                <p:oleObj name="Equation" r:id="rId9" imgW="1574640" imgH="3553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FE9988B4-48AA-4284-84D7-06EB936113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252" y="3349988"/>
                        <a:ext cx="161766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3500A689-D3E9-4693-B273-17F3FD1BA3D7}"/>
              </a:ext>
            </a:extLst>
          </p:cNvPr>
          <p:cNvSpPr/>
          <p:nvPr/>
        </p:nvSpPr>
        <p:spPr>
          <a:xfrm>
            <a:off x="993803" y="3290967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3.</a:t>
            </a:r>
            <a:endParaRPr lang="zh-CN" altLang="en-US" sz="2400" b="1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333AB63-FA5E-4063-A887-8E427173522C}"/>
              </a:ext>
            </a:extLst>
          </p:cNvPr>
          <p:cNvSpPr/>
          <p:nvPr/>
        </p:nvSpPr>
        <p:spPr>
          <a:xfrm>
            <a:off x="3260675" y="3324740"/>
            <a:ext cx="20882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型的微分方程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DA7FB13-CFA0-49D9-A71E-1094509E2E44}"/>
              </a:ext>
            </a:extLst>
          </p:cNvPr>
          <p:cNvSpPr/>
          <p:nvPr/>
        </p:nvSpPr>
        <p:spPr>
          <a:xfrm>
            <a:off x="1445480" y="3953082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766FF"/>
                </a:solidFill>
                <a:ea typeface="宋体" panose="02010600030101010101" pitchFamily="2" charset="-122"/>
              </a:rPr>
              <a:t>求解方法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2532385-9E43-41F8-B185-F5CAE69CABC3}"/>
              </a:ext>
            </a:extLst>
          </p:cNvPr>
          <p:cNvSpPr/>
          <p:nvPr/>
        </p:nvSpPr>
        <p:spPr>
          <a:xfrm>
            <a:off x="2856277" y="3945653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引入新变量，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E577DA3-73D4-435A-8C94-BE286F289936}"/>
              </a:ext>
            </a:extLst>
          </p:cNvPr>
          <p:cNvGrpSpPr/>
          <p:nvPr/>
        </p:nvGrpSpPr>
        <p:grpSpPr>
          <a:xfrm>
            <a:off x="4581651" y="3933823"/>
            <a:ext cx="2114766" cy="461665"/>
            <a:chOff x="848877" y="2529718"/>
            <a:chExt cx="2114766" cy="461665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1DAD20A-2C51-4DF5-B15F-2E999F5E7A18}"/>
                </a:ext>
              </a:extLst>
            </p:cNvPr>
            <p:cNvSpPr/>
            <p:nvPr/>
          </p:nvSpPr>
          <p:spPr>
            <a:xfrm>
              <a:off x="848877" y="2529718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令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578294B7-D249-4060-B116-939723A082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1494389"/>
                </p:ext>
              </p:extLst>
            </p:nvPr>
          </p:nvGraphicFramePr>
          <p:xfrm>
            <a:off x="1296768" y="2580105"/>
            <a:ext cx="1666875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78" name="Equation" r:id="rId11" imgW="1612800" imgH="355320" progId="Equation.DSMT4">
                    <p:embed/>
                  </p:oleObj>
                </mc:Choice>
                <mc:Fallback>
                  <p:oleObj name="Equation" r:id="rId11" imgW="1612800" imgH="35532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224BD10B-8615-4952-9D09-947C633B1A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768" y="2580105"/>
                          <a:ext cx="1666875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3EF18E48-9FD9-4FF6-98D9-44E291D77F75}"/>
              </a:ext>
            </a:extLst>
          </p:cNvPr>
          <p:cNvSpPr/>
          <p:nvPr/>
        </p:nvSpPr>
        <p:spPr>
          <a:xfrm>
            <a:off x="6608397" y="3911720"/>
            <a:ext cx="14991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降阶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2728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C1AAFBB8-A525-452B-97CA-943D88675B1A}"/>
              </a:ext>
            </a:extLst>
          </p:cNvPr>
          <p:cNvSpPr txBox="1"/>
          <p:nvPr/>
        </p:nvSpPr>
        <p:spPr>
          <a:xfrm>
            <a:off x="1115616" y="555526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  <a:r>
              <a:rPr lang="en-US" altLang="zh-CN" sz="2400" b="1" dirty="0">
                <a:solidFill>
                  <a:srgbClr val="0064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b="1" dirty="0">
              <a:solidFill>
                <a:srgbClr val="0064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6C84F7-4F58-4411-8F9E-08E3EF3EAD30}"/>
              </a:ext>
            </a:extLst>
          </p:cNvPr>
          <p:cNvSpPr txBox="1"/>
          <p:nvPr/>
        </p:nvSpPr>
        <p:spPr>
          <a:xfrm>
            <a:off x="1133174" y="1131590"/>
            <a:ext cx="7399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练习册 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红本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P38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第七章 四、五节，二、三题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658A6C-9640-491B-9313-DAF1DF321045}"/>
              </a:ext>
            </a:extLst>
          </p:cNvPr>
          <p:cNvSpPr txBox="1"/>
          <p:nvPr/>
        </p:nvSpPr>
        <p:spPr>
          <a:xfrm>
            <a:off x="1115616" y="1801359"/>
            <a:ext cx="7399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课后习题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P375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习题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7-5.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0251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BD79C4-1451-4ED1-88D5-4FDACC7E6EE4}"/>
              </a:ext>
            </a:extLst>
          </p:cNvPr>
          <p:cNvSpPr txBox="1">
            <a:spLocks/>
          </p:cNvSpPr>
          <p:nvPr/>
        </p:nvSpPr>
        <p:spPr>
          <a:xfrm>
            <a:off x="4788024" y="2139702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07B635-87AE-4133-9EE1-DABF5CCB1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29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accent2"/>
          </a:solidFill>
          <a:miter lim="800000"/>
          <a:headEnd/>
          <a:tailEnd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/>
      <a:lstStyle>
        <a:defPPr algn="l">
          <a:defRPr sz="2400" dirty="0">
            <a:solidFill>
              <a:srgbClr val="FF00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5755</TotalTime>
  <Words>983</Words>
  <Application>Microsoft Office PowerPoint</Application>
  <PresentationFormat>全屏显示(16:9)</PresentationFormat>
  <Paragraphs>303</Paragraphs>
  <Slides>41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5" baseType="lpstr">
      <vt:lpstr>等线</vt:lpstr>
      <vt:lpstr>等线 Light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Calibri Light</vt:lpstr>
      <vt:lpstr>Times New Roman</vt:lpstr>
      <vt:lpstr>Office 主题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李宏</dc:creator>
  <cp:lastModifiedBy>郭 晓峰</cp:lastModifiedBy>
  <cp:revision>372</cp:revision>
  <cp:lastPrinted>2019-07-22T12:21:14Z</cp:lastPrinted>
  <dcterms:created xsi:type="dcterms:W3CDTF">2019-07-22T11:45:41Z</dcterms:created>
  <dcterms:modified xsi:type="dcterms:W3CDTF">2023-12-19T13:14:09Z</dcterms:modified>
</cp:coreProperties>
</file>