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265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梓寒 何" initials="梓寒" lastIdx="1" clrIdx="0"/>
  <p:cmAuthor id="2" name="Fall" initials="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75" y="-171450"/>
            <a:ext cx="12191365" cy="685863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35" y="2555240"/>
            <a:ext cx="12191365" cy="4302760"/>
          </a:xfrm>
          <a:prstGeom prst="rect">
            <a:avLst/>
          </a:prstGeom>
          <a:solidFill>
            <a:srgbClr val="01418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92480" y="2996565"/>
            <a:ext cx="106140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破除盲目崇拜</a:t>
            </a:r>
            <a:br>
              <a:rPr lang="zh-CN" altLang="en-US" sz="5400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</a:br>
            <a:r>
              <a:rPr lang="zh-CN" altLang="en-US" sz="5400" u="sng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竞</a:t>
            </a:r>
            <a:r>
              <a:rPr lang="zh-CN" altLang="en-US" sz="5400" u="sng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赛应为特定能力提升的载体</a:t>
            </a:r>
            <a:r>
              <a:rPr lang="en-US" altLang="zh-CN" sz="5400" u="sng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 </a:t>
            </a:r>
            <a:r>
              <a:rPr lang="en-US" altLang="zh-CN" sz="5400" u="sng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</a:t>
            </a:r>
            <a:r>
              <a:rPr lang="en-US" altLang="zh-CN" sz="5400" u="sng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 </a:t>
            </a:r>
            <a:endParaRPr lang="en-US" altLang="zh-CN" sz="5400" u="sng">
              <a:solidFill>
                <a:schemeClr val="bg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09795" y="5482590"/>
            <a:ext cx="2778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olidFill>
                  <a:schemeClr val="bg1"/>
                </a:solidFill>
              </a:rPr>
              <a:t>主讲人</a:t>
            </a:r>
            <a:r>
              <a:rPr lang="zh-CN" altLang="en-US" sz="2400">
                <a:solidFill>
                  <a:schemeClr val="bg1"/>
                </a:solidFill>
              </a:rPr>
              <a:t>：韦卓纯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222615" y="4749800"/>
            <a:ext cx="2778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2023</a:t>
            </a:r>
            <a:r>
              <a:rPr lang="zh-CN" altLang="en-US">
                <a:solidFill>
                  <a:schemeClr val="bg1"/>
                </a:solidFill>
              </a:rPr>
              <a:t>年</a:t>
            </a:r>
            <a:r>
              <a:rPr lang="en-US" altLang="zh-CN">
                <a:solidFill>
                  <a:schemeClr val="bg1"/>
                </a:solidFill>
              </a:rPr>
              <a:t>12</a:t>
            </a:r>
            <a:r>
              <a:rPr lang="zh-CN" altLang="en-US">
                <a:solidFill>
                  <a:schemeClr val="bg1"/>
                </a:solidFill>
              </a:rPr>
              <a:t>月</a:t>
            </a:r>
            <a:r>
              <a:rPr lang="en-US" altLang="zh-CN">
                <a:solidFill>
                  <a:schemeClr val="bg1"/>
                </a:solidFill>
              </a:rPr>
              <a:t>29</a:t>
            </a:r>
            <a:r>
              <a:rPr lang="zh-CN" altLang="en-US">
                <a:solidFill>
                  <a:schemeClr val="bg1"/>
                </a:solidFill>
              </a:rPr>
              <a:t>日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破除盲目崇拜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竞赛应为特定能力提升的载体</a:t>
            </a:r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3705225"/>
            <a:ext cx="9144000" cy="656590"/>
          </a:xfrm>
        </p:spPr>
        <p:txBody>
          <a:bodyPr/>
          <a:lstStyle/>
          <a:p>
            <a:r>
              <a:rPr lang="zh-CN" altLang="en-US">
                <a:sym typeface="+mn-ea"/>
              </a:rPr>
              <a:t>主讲人:韦卓纯</a:t>
            </a:r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韦卓纯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506855"/>
            <a:ext cx="11080750" cy="4760595"/>
          </a:xfrm>
        </p:spPr>
        <p:txBody>
          <a:bodyPr>
            <a:noAutofit/>
          </a:bodyPr>
          <a:p>
            <a:r>
              <a:rPr lang="zh-CN" altLang="en-US" sz="3200"/>
              <a:t>2020级软件工程专业学生，推免排名2/119。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项目曾获互联网+国铜、大挑国三、腾讯技术公益创投入围、互联网+省金省银、挑战杯省特（以上均为第一作者）、数字中国创新大赛西北一等奖、小挑省金等十余项省部级以上奖项，主持一项大创国家级大创并评为优秀结题。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曾获第六届中国优秀社会创业家、国家奖学金、小米奖学金、掌趣社会奖学金、十佳团支书、校优干、优秀团干等荣誉。</a:t>
            </a:r>
            <a:endParaRPr lang="zh-CN" alt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125" y="2766060"/>
            <a:ext cx="3350895" cy="1325880"/>
          </a:xfrm>
        </p:spPr>
        <p:txBody>
          <a:bodyPr/>
          <a:p>
            <a:r>
              <a:rPr lang="zh-CN" altLang="en-US">
                <a:sym typeface="+mn-ea"/>
              </a:rPr>
              <a:t>你可以收获：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48100" y="699770"/>
            <a:ext cx="7951470" cy="545846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3200">
                <a:sym typeface="+mn-ea"/>
              </a:rPr>
              <a:t>1.西电er爱打的竞赛清单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>
                <a:sym typeface="+mn-ea"/>
              </a:rPr>
              <a:t>2.各个竞赛特点、参赛条件、带来的收获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>
                <a:sym typeface="+mn-ea"/>
              </a:rPr>
              <a:t>3.竞赛和奖学金综测加分、保研综测加分、竞赛突出特长之间的关系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>
                <a:sym typeface="+mn-ea"/>
              </a:rPr>
              <a:t>4.你真的需要水/卷某些竞赛吗？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>
                <a:sym typeface="+mn-ea"/>
              </a:rPr>
              <a:t>5.如何迈出打比赛的第一步？</a:t>
            </a:r>
            <a:endParaRPr lang="zh-CN" altLang="en-US" sz="32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1.西电er爱打的竞赛清单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见</a:t>
            </a:r>
            <a:r>
              <a:rPr lang="en-US" altLang="zh-CN"/>
              <a:t>xmind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2.各个竞赛特点、参赛条件、可以带来的收获</a:t>
            </a:r>
            <a:endParaRPr lang="zh-CN" altLang="en-US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见</a:t>
            </a:r>
            <a:r>
              <a:rPr lang="en-US" altLang="zh-CN"/>
              <a:t>xmind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3.竞赛和奖学金综测加分、保研综测加分、竞赛突出特长之间的关系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见</a:t>
            </a:r>
            <a:r>
              <a:rPr lang="en-US" altLang="zh-CN"/>
              <a:t>xmin</a:t>
            </a:r>
            <a:r>
              <a:rPr lang="en-US" altLang="zh-CN"/>
              <a:t>d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4.你真的需要水/卷某些竞赛吗？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6687185" cy="4351655"/>
          </a:xfrm>
        </p:spPr>
        <p:txBody>
          <a:bodyPr/>
          <a:p>
            <a:r>
              <a:rPr lang="zh-CN" altLang="en-US"/>
              <a:t>你需要</a:t>
            </a:r>
            <a:r>
              <a:rPr lang="zh-CN" altLang="en-US"/>
              <a:t>什么？</a:t>
            </a:r>
            <a:endParaRPr lang="zh-CN" altLang="en-US"/>
          </a:p>
          <a:p>
            <a:r>
              <a:rPr lang="zh-CN" altLang="en-US"/>
              <a:t>保研</a:t>
            </a:r>
            <a:r>
              <a:rPr lang="zh-CN" altLang="en-US"/>
              <a:t>加分？</a:t>
            </a:r>
            <a:endParaRPr lang="zh-CN" altLang="en-US"/>
          </a:p>
          <a:p>
            <a:r>
              <a:rPr lang="zh-CN" altLang="en-US"/>
              <a:t>项目经历？【就业？保研？】</a:t>
            </a:r>
            <a:endParaRPr lang="zh-CN" altLang="en-US"/>
          </a:p>
          <a:p>
            <a:r>
              <a:rPr lang="zh-CN" altLang="en-US"/>
              <a:t>实验室进组发</a:t>
            </a:r>
            <a:r>
              <a:rPr lang="en-US" altLang="zh-CN"/>
              <a:t>paper</a:t>
            </a:r>
            <a:r>
              <a:rPr lang="zh-CN" altLang="en-US"/>
              <a:t>会不会效果</a:t>
            </a:r>
            <a:r>
              <a:rPr lang="zh-CN" altLang="en-US"/>
              <a:t>更好？？</a:t>
            </a:r>
            <a:endParaRPr lang="zh-CN" altLang="en-US"/>
          </a:p>
          <a:p>
            <a:r>
              <a:rPr lang="zh-CN" altLang="en-US"/>
              <a:t>技能？</a:t>
            </a:r>
            <a:endParaRPr lang="zh-CN" altLang="en-US"/>
          </a:p>
          <a:p>
            <a:r>
              <a:rPr lang="zh-CN" altLang="en-US"/>
              <a:t>综测？</a:t>
            </a:r>
            <a:endParaRPr lang="zh-CN" altLang="en-US"/>
          </a:p>
          <a:p>
            <a:r>
              <a:rPr lang="zh-CN" altLang="en-US"/>
              <a:t>打发</a:t>
            </a:r>
            <a:r>
              <a:rPr lang="zh-CN" altLang="en-US"/>
              <a:t>时间？</a:t>
            </a:r>
            <a:endParaRPr lang="zh-CN" altLang="en-US"/>
          </a:p>
          <a:p>
            <a:r>
              <a:rPr lang="zh-CN" altLang="en-US"/>
              <a:t>对项目</a:t>
            </a:r>
            <a:r>
              <a:rPr lang="zh-CN" altLang="en-US"/>
              <a:t>感兴趣？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61885" y="1952625"/>
            <a:ext cx="449516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/>
              <a:t>你的未来规划</a:t>
            </a:r>
            <a:r>
              <a:rPr lang="zh-CN" altLang="en-US"/>
              <a:t>是什么？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时间能协调好</a:t>
            </a:r>
            <a:r>
              <a:rPr lang="zh-CN" altLang="en-US"/>
              <a:t>吗？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能不能</a:t>
            </a:r>
            <a:r>
              <a:rPr lang="zh-CN" altLang="en-US"/>
              <a:t>及时止损？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有没有做好付出收获不对等的</a:t>
            </a:r>
            <a:r>
              <a:rPr lang="zh-CN" altLang="en-US"/>
              <a:t>准备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有没有做好</a:t>
            </a:r>
            <a:r>
              <a:rPr lang="en-US" altLang="zh-CN"/>
              <a:t>planB</a:t>
            </a:r>
            <a:endParaRPr lang="en-US" altLang="zh-CN"/>
          </a:p>
          <a:p>
            <a:pPr>
              <a:lnSpc>
                <a:spcPct val="100000"/>
              </a:lnSpc>
            </a:pP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/>
              <a:t>一是要</a:t>
            </a:r>
            <a:r>
              <a:rPr lang="zh-CN" altLang="en-US"/>
              <a:t>准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/>
              <a:t>二是不能</a:t>
            </a:r>
            <a:r>
              <a:rPr lang="en-US" altLang="zh-CN"/>
              <a:t>ALL IN</a:t>
            </a:r>
            <a:endParaRPr lang="zh-CN" altLang="en-US"/>
          </a:p>
          <a:p>
            <a:pPr>
              <a:lnSpc>
                <a:spcPct val="10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5.如何迈出打比赛的第一步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找到匹配的</a:t>
            </a:r>
            <a:r>
              <a:rPr lang="zh-CN" altLang="en-US"/>
              <a:t>比赛</a:t>
            </a:r>
            <a:endParaRPr lang="zh-CN" altLang="en-US"/>
          </a:p>
          <a:p>
            <a:r>
              <a:rPr lang="zh-CN" altLang="en-US"/>
              <a:t>捋清</a:t>
            </a:r>
            <a:r>
              <a:rPr lang="zh-CN" altLang="en-US"/>
              <a:t>时间线</a:t>
            </a:r>
            <a:endParaRPr lang="zh-CN" altLang="en-US"/>
          </a:p>
          <a:p>
            <a:r>
              <a:rPr lang="zh-CN" altLang="en-US"/>
              <a:t>参赛条件：主题、提交材料、成员数量、备赛</a:t>
            </a:r>
            <a:r>
              <a:rPr lang="zh-CN" altLang="en-US"/>
              <a:t>技能</a:t>
            </a:r>
            <a:endParaRPr lang="zh-CN" altLang="en-US"/>
          </a:p>
          <a:p>
            <a:r>
              <a:rPr lang="zh-CN" altLang="en-US"/>
              <a:t>过来人的</a:t>
            </a:r>
            <a:r>
              <a:rPr lang="zh-CN" altLang="en-US"/>
              <a:t>经验</a:t>
            </a:r>
            <a:endParaRPr lang="zh-CN" altLang="en-US"/>
          </a:p>
          <a:p>
            <a:r>
              <a:rPr lang="en-US" altLang="zh-CN"/>
              <a:t>idea</a:t>
            </a:r>
            <a:endParaRPr lang="en-US" altLang="zh-CN"/>
          </a:p>
          <a:p>
            <a:r>
              <a:rPr lang="zh-CN" altLang="en-US"/>
              <a:t>团队</a:t>
            </a:r>
            <a:endParaRPr lang="zh-CN" altLang="en-US"/>
          </a:p>
          <a:p>
            <a:r>
              <a:rPr lang="zh-CN" altLang="en-US"/>
              <a:t>漫长的</a:t>
            </a:r>
            <a:r>
              <a:rPr lang="zh-CN" altLang="en-US"/>
              <a:t>进度条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WPS 文字</Application>
  <PresentationFormat>宽屏</PresentationFormat>
  <Paragraphs>70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优设标题黑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高尚女诗人的腿毛</cp:lastModifiedBy>
  <cp:revision>10</cp:revision>
  <dcterms:created xsi:type="dcterms:W3CDTF">2023-12-28T16:38:37Z</dcterms:created>
  <dcterms:modified xsi:type="dcterms:W3CDTF">2023-12-28T16:38:37Z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20012D66EF6EF706716B8D651A1EC08A_41</vt:lpwstr>
  </property>
</Properties>
</file>