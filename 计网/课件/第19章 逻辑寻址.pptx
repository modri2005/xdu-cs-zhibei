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0"/>
  </p:notesMasterIdLst>
  <p:sldIdLst>
    <p:sldId id="634" r:id="rId2"/>
    <p:sldId id="765" r:id="rId3"/>
    <p:sldId id="687" r:id="rId4"/>
    <p:sldId id="688" r:id="rId5"/>
    <p:sldId id="801" r:id="rId6"/>
    <p:sldId id="689" r:id="rId7"/>
    <p:sldId id="690" r:id="rId8"/>
    <p:sldId id="772" r:id="rId9"/>
    <p:sldId id="773" r:id="rId10"/>
    <p:sldId id="774" r:id="rId11"/>
    <p:sldId id="775" r:id="rId12"/>
    <p:sldId id="776" r:id="rId13"/>
    <p:sldId id="766" r:id="rId14"/>
    <p:sldId id="685" r:id="rId15"/>
    <p:sldId id="777" r:id="rId16"/>
    <p:sldId id="778" r:id="rId17"/>
    <p:sldId id="779" r:id="rId18"/>
    <p:sldId id="780" r:id="rId19"/>
    <p:sldId id="781" r:id="rId20"/>
    <p:sldId id="782" r:id="rId21"/>
    <p:sldId id="767" r:id="rId22"/>
    <p:sldId id="783" r:id="rId23"/>
    <p:sldId id="800" r:id="rId24"/>
    <p:sldId id="784" r:id="rId25"/>
    <p:sldId id="785" r:id="rId26"/>
    <p:sldId id="786" r:id="rId27"/>
    <p:sldId id="787" r:id="rId28"/>
    <p:sldId id="788" r:id="rId29"/>
    <p:sldId id="789" r:id="rId30"/>
    <p:sldId id="790" r:id="rId31"/>
    <p:sldId id="791" r:id="rId32"/>
    <p:sldId id="792" r:id="rId33"/>
    <p:sldId id="793" r:id="rId34"/>
    <p:sldId id="794" r:id="rId35"/>
    <p:sldId id="795" r:id="rId36"/>
    <p:sldId id="796" r:id="rId37"/>
    <p:sldId id="797" r:id="rId38"/>
    <p:sldId id="798" r:id="rId39"/>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5pPr>
    <a:lvl6pPr marL="2286000" algn="l" defTabSz="914400" rtl="0" eaLnBrk="1" latinLnBrk="0" hangingPunct="1">
      <a:defRPr b="1" kern="1200">
        <a:solidFill>
          <a:schemeClr val="tx1"/>
        </a:solidFill>
        <a:latin typeface="Times New Roman" panose="02020603050405020304" pitchFamily="18" charset="0"/>
        <a:ea typeface="+mn-ea"/>
        <a:cs typeface="+mn-cs"/>
      </a:defRPr>
    </a:lvl6pPr>
    <a:lvl7pPr marL="2743200" algn="l" defTabSz="914400" rtl="0" eaLnBrk="1" latinLnBrk="0" hangingPunct="1">
      <a:defRPr b="1" kern="1200">
        <a:solidFill>
          <a:schemeClr val="tx1"/>
        </a:solidFill>
        <a:latin typeface="Times New Roman" panose="02020603050405020304" pitchFamily="18" charset="0"/>
        <a:ea typeface="+mn-ea"/>
        <a:cs typeface="+mn-cs"/>
      </a:defRPr>
    </a:lvl7pPr>
    <a:lvl8pPr marL="3200400" algn="l" defTabSz="914400" rtl="0" eaLnBrk="1" latinLnBrk="0" hangingPunct="1">
      <a:defRPr b="1" kern="1200">
        <a:solidFill>
          <a:schemeClr val="tx1"/>
        </a:solidFill>
        <a:latin typeface="Times New Roman" panose="02020603050405020304" pitchFamily="18" charset="0"/>
        <a:ea typeface="+mn-ea"/>
        <a:cs typeface="+mn-cs"/>
      </a:defRPr>
    </a:lvl8pPr>
    <a:lvl9pPr marL="3657600" algn="l" defTabSz="914400" rtl="0" eaLnBrk="1" latinLnBrk="0" hangingPunct="1">
      <a:defRPr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EC0"/>
    <a:srgbClr val="0078A2"/>
    <a:srgbClr val="E28700"/>
    <a:srgbClr val="D9F1FF"/>
    <a:srgbClr val="BDE6FF"/>
    <a:srgbClr val="E5F5FF"/>
    <a:srgbClr val="CCECFF"/>
    <a:srgbClr val="EBF7FF"/>
    <a:srgbClr val="FF990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3" autoAdjust="0"/>
    <p:restoredTop sz="81398" autoAdjust="0"/>
  </p:normalViewPr>
  <p:slideViewPr>
    <p:cSldViewPr>
      <p:cViewPr varScale="1">
        <p:scale>
          <a:sx n="67" d="100"/>
          <a:sy n="67" d="100"/>
        </p:scale>
        <p:origin x="1382" y="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0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a:extLst>
              <a:ext uri="{FF2B5EF4-FFF2-40B4-BE49-F238E27FC236}">
                <a16:creationId xmlns:a16="http://schemas.microsoft.com/office/drawing/2014/main" id="{2FCACBA8-1480-44E4-8B75-E29B673F63D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zh-CN"/>
          </a:p>
        </p:txBody>
      </p:sp>
      <p:sp>
        <p:nvSpPr>
          <p:cNvPr id="686083" name="Rectangle 3">
            <a:extLst>
              <a:ext uri="{FF2B5EF4-FFF2-40B4-BE49-F238E27FC236}">
                <a16:creationId xmlns:a16="http://schemas.microsoft.com/office/drawing/2014/main" id="{497E03E0-C312-4A74-BFC1-307AC493530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ltLang="zh-CN"/>
          </a:p>
        </p:txBody>
      </p:sp>
      <p:sp>
        <p:nvSpPr>
          <p:cNvPr id="13316" name="Rectangle 4">
            <a:extLst>
              <a:ext uri="{FF2B5EF4-FFF2-40B4-BE49-F238E27FC236}">
                <a16:creationId xmlns:a16="http://schemas.microsoft.com/office/drawing/2014/main" id="{A9511E20-FB2D-4869-97B9-73BC24D6D94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86085" name="Rectangle 5">
            <a:extLst>
              <a:ext uri="{FF2B5EF4-FFF2-40B4-BE49-F238E27FC236}">
                <a16:creationId xmlns:a16="http://schemas.microsoft.com/office/drawing/2014/main" id="{457600F3-1EA5-454E-9F54-75A040C01540}"/>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086" name="Rectangle 6">
            <a:extLst>
              <a:ext uri="{FF2B5EF4-FFF2-40B4-BE49-F238E27FC236}">
                <a16:creationId xmlns:a16="http://schemas.microsoft.com/office/drawing/2014/main" id="{6D08D7DA-F17D-4950-A1E0-7A1C31883BB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ltLang="zh-CN"/>
          </a:p>
        </p:txBody>
      </p:sp>
      <p:sp>
        <p:nvSpPr>
          <p:cNvPr id="686087" name="Rectangle 7">
            <a:extLst>
              <a:ext uri="{FF2B5EF4-FFF2-40B4-BE49-F238E27FC236}">
                <a16:creationId xmlns:a16="http://schemas.microsoft.com/office/drawing/2014/main" id="{83ECA951-656F-4C61-9C0C-D30F4CBC8B4A}"/>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0FD55B02-F90F-44E8-8E32-E03160228CB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23DF5F03-B0C2-4D7F-A268-9888ADDA5853}"/>
              </a:ext>
            </a:extLst>
          </p:cNvPr>
          <p:cNvSpPr>
            <a:spLocks noGrp="1" noRot="1" noChangeAspect="1" noChangeArrowheads="1" noTextEdit="1"/>
          </p:cNvSpPr>
          <p:nvPr>
            <p:ph type="sldImg"/>
          </p:nvPr>
        </p:nvSpPr>
        <p:spPr>
          <a:ln/>
        </p:spPr>
      </p:sp>
      <p:sp>
        <p:nvSpPr>
          <p:cNvPr id="20483" name="备注占位符 2">
            <a:extLst>
              <a:ext uri="{FF2B5EF4-FFF2-40B4-BE49-F238E27FC236}">
                <a16:creationId xmlns:a16="http://schemas.microsoft.com/office/drawing/2014/main" id="{8811A627-8CD2-4ED4-96D2-2E4AEC29D15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84" name="灯片编号占位符 3">
            <a:extLst>
              <a:ext uri="{FF2B5EF4-FFF2-40B4-BE49-F238E27FC236}">
                <a16:creationId xmlns:a16="http://schemas.microsoft.com/office/drawing/2014/main" id="{F75DE9DD-7CAC-447F-B995-7F9C60F4C1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85E0EA52-6922-42D0-949C-3FE5038408E2}" type="slidenum">
              <a:rPr lang="en-US" altLang="zh-CN" b="0" smtClean="0"/>
              <a:pPr/>
              <a:t>3</a:t>
            </a:fld>
            <a:endParaRPr lang="en-US" altLang="zh-CN"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3BEA6C3-86FF-4F26-B000-A64188CE2403}"/>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5332FB5B-357C-4F01-8393-F5DE623405A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532" name="灯片编号占位符 3">
            <a:extLst>
              <a:ext uri="{FF2B5EF4-FFF2-40B4-BE49-F238E27FC236}">
                <a16:creationId xmlns:a16="http://schemas.microsoft.com/office/drawing/2014/main" id="{FE26A8CD-C3EC-4D48-96F4-08A834A289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2992F143-84C9-4240-897B-DDC8D6A9527C}" type="slidenum">
              <a:rPr lang="en-US" altLang="zh-CN" b="0" smtClean="0"/>
              <a:pPr/>
              <a:t>4</a:t>
            </a:fld>
            <a:endParaRPr lang="en-US" altLang="zh-CN" b="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F02D007D-86CF-4114-B9E6-F55AAF9428E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892E1C9F-D4CA-4973-B2C1-388E778D965B}" type="slidenum">
              <a:rPr lang="en-US" altLang="zh-CN" b="0" smtClean="0"/>
              <a:pPr/>
              <a:t>7</a:t>
            </a:fld>
            <a:endParaRPr lang="en-US" altLang="zh-CN" b="0"/>
          </a:p>
        </p:txBody>
      </p:sp>
      <p:sp>
        <p:nvSpPr>
          <p:cNvPr id="25603" name="Rectangle 2">
            <a:extLst>
              <a:ext uri="{FF2B5EF4-FFF2-40B4-BE49-F238E27FC236}">
                <a16:creationId xmlns:a16="http://schemas.microsoft.com/office/drawing/2014/main" id="{3DBF46CA-DFFC-4DC3-B73B-FB3B8E695EE0}"/>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1ABBD709-CA61-410E-A8D0-B0D4BE50289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2145135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3CC9D111-0A59-4606-B90D-3F7A9E0CD41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FEE99499-4BDC-444A-B0C8-7CB85F6796A1}" type="slidenum">
              <a:rPr lang="en-US" altLang="zh-CN" b="0" smtClean="0"/>
              <a:pPr/>
              <a:t>14</a:t>
            </a:fld>
            <a:endParaRPr lang="en-US" altLang="zh-CN" b="0"/>
          </a:p>
        </p:txBody>
      </p:sp>
      <p:sp>
        <p:nvSpPr>
          <p:cNvPr id="29699" name="Rectangle 2">
            <a:extLst>
              <a:ext uri="{FF2B5EF4-FFF2-40B4-BE49-F238E27FC236}">
                <a16:creationId xmlns:a16="http://schemas.microsoft.com/office/drawing/2014/main" id="{AABBF89D-F31E-4786-888B-3402C0F03795}"/>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567E031E-62D8-4B9F-924F-4AFB0179494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IANA</a:t>
            </a:r>
            <a:r>
              <a:rPr lang="zh-CN" altLang="en-US" dirty="0"/>
              <a:t>在</a:t>
            </a:r>
            <a:r>
              <a:rPr lang="en-US" altLang="zh-CN" dirty="0"/>
              <a:t>1999</a:t>
            </a:r>
            <a:r>
              <a:rPr lang="zh-CN" altLang="en-US" dirty="0"/>
              <a:t>年</a:t>
            </a:r>
            <a:r>
              <a:rPr lang="en-US" altLang="zh-CN" dirty="0"/>
              <a:t>1</a:t>
            </a:r>
            <a:r>
              <a:rPr lang="zh-CN" altLang="en-US" dirty="0"/>
              <a:t>月</a:t>
            </a:r>
            <a:r>
              <a:rPr lang="en-US" altLang="zh-CN" dirty="0"/>
              <a:t>1</a:t>
            </a:r>
            <a:r>
              <a:rPr lang="zh-CN" altLang="en-US" dirty="0"/>
              <a:t>日转移职能给</a:t>
            </a:r>
            <a:r>
              <a:rPr lang="en-US" altLang="zh-CN" dirty="0"/>
              <a:t>ICANN</a:t>
            </a:r>
            <a:r>
              <a:rPr lang="zh-CN" altLang="en-US" dirty="0"/>
              <a:t>，或者说，</a:t>
            </a:r>
            <a:r>
              <a:rPr lang="en-US" altLang="zh-CN" dirty="0"/>
              <a:t>IANA</a:t>
            </a:r>
            <a:r>
              <a:rPr lang="zh-CN" altLang="en-US" dirty="0"/>
              <a:t>已经并在</a:t>
            </a:r>
            <a:r>
              <a:rPr lang="en-US" altLang="zh-CN" dirty="0"/>
              <a:t>ICANN</a:t>
            </a:r>
            <a:r>
              <a:rPr lang="zh-CN" altLang="en-US" dirty="0"/>
              <a:t>之下。</a:t>
            </a:r>
            <a:endParaRPr lang="zh-CN" altLang="zh-CN" dirty="0"/>
          </a:p>
        </p:txBody>
      </p:sp>
    </p:spTree>
    <p:extLst>
      <p:ext uri="{BB962C8B-B14F-4D97-AF65-F5344CB8AC3E}">
        <p14:creationId xmlns:p14="http://schemas.microsoft.com/office/powerpoint/2010/main" val="688446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FD55B02-F90F-44E8-8E32-E03160228CB0}" type="slidenum">
              <a:rPr lang="en-US" altLang="zh-CN" smtClean="0"/>
              <a:pPr>
                <a:defRPr/>
              </a:pPr>
              <a:t>25</a:t>
            </a:fld>
            <a:endParaRPr lang="en-US" altLang="zh-CN"/>
          </a:p>
        </p:txBody>
      </p:sp>
    </p:spTree>
    <p:extLst>
      <p:ext uri="{BB962C8B-B14F-4D97-AF65-F5344CB8AC3E}">
        <p14:creationId xmlns:p14="http://schemas.microsoft.com/office/powerpoint/2010/main" val="4223154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CCD18D9-339F-4CAD-9EDD-17A413C9B29F}"/>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856C7424-354C-4F94-BB5C-74EE62B6D24A}"/>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49173887-FCD3-4D27-9A47-1A94F56193FC}"/>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13" name="Rectangle 5">
                <a:extLst>
                  <a:ext uri="{FF2B5EF4-FFF2-40B4-BE49-F238E27FC236}">
                    <a16:creationId xmlns:a16="http://schemas.microsoft.com/office/drawing/2014/main" id="{BC85EE52-3EE1-4662-82F0-FF58182FB56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grpSp>
        <p:grpSp>
          <p:nvGrpSpPr>
            <p:cNvPr id="6" name="Group 6">
              <a:extLst>
                <a:ext uri="{FF2B5EF4-FFF2-40B4-BE49-F238E27FC236}">
                  <a16:creationId xmlns:a16="http://schemas.microsoft.com/office/drawing/2014/main" id="{5D663427-AC6D-4E51-A9A3-4B7308B066FE}"/>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1BD4F7A-6666-408E-8E66-DAA9BD8FC9CE}"/>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11" name="Rectangle 8">
                <a:extLst>
                  <a:ext uri="{FF2B5EF4-FFF2-40B4-BE49-F238E27FC236}">
                    <a16:creationId xmlns:a16="http://schemas.microsoft.com/office/drawing/2014/main" id="{F3C89094-D9A8-4D0B-80FF-600C786C3628}"/>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grpSp>
        <p:sp>
          <p:nvSpPr>
            <p:cNvPr id="7" name="Rectangle 9">
              <a:extLst>
                <a:ext uri="{FF2B5EF4-FFF2-40B4-BE49-F238E27FC236}">
                  <a16:creationId xmlns:a16="http://schemas.microsoft.com/office/drawing/2014/main" id="{2E784584-51B1-41AB-B43E-B57E09C84B0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8" name="Rectangle 10">
              <a:extLst>
                <a:ext uri="{FF2B5EF4-FFF2-40B4-BE49-F238E27FC236}">
                  <a16:creationId xmlns:a16="http://schemas.microsoft.com/office/drawing/2014/main" id="{727394B7-0C60-4328-9A68-4D791DB5ABBA}"/>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9" name="Rectangle 11">
              <a:extLst>
                <a:ext uri="{FF2B5EF4-FFF2-40B4-BE49-F238E27FC236}">
                  <a16:creationId xmlns:a16="http://schemas.microsoft.com/office/drawing/2014/main" id="{224C17A8-4150-4195-93F5-029B094DCEF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grpSp>
      <p:sp>
        <p:nvSpPr>
          <p:cNvPr id="14" name="Text Box 17">
            <a:extLst>
              <a:ext uri="{FF2B5EF4-FFF2-40B4-BE49-F238E27FC236}">
                <a16:creationId xmlns:a16="http://schemas.microsoft.com/office/drawing/2014/main" id="{42EF6B3B-62A8-42C8-8ECA-BCCF19105809}"/>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defRPr/>
            </a:pPr>
            <a:r>
              <a:rPr lang="en-US" altLang="en-US" sz="1400" b="0">
                <a:latin typeface="McGrawHill-Italic" pitchFamily="2" charset="0"/>
              </a:rPr>
              <a:t>McGraw-Hill</a:t>
            </a:r>
            <a:endParaRPr lang="en-US" altLang="en-US" sz="2400" b="0"/>
          </a:p>
        </p:txBody>
      </p:sp>
      <p:sp>
        <p:nvSpPr>
          <p:cNvPr id="15" name="Text Box 18">
            <a:extLst>
              <a:ext uri="{FF2B5EF4-FFF2-40B4-BE49-F238E27FC236}">
                <a16:creationId xmlns:a16="http://schemas.microsoft.com/office/drawing/2014/main" id="{BB2B30B9-46A6-4528-9F88-6ECA0A3BD4EF}"/>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E807DB26-83B7-4B90-A633-AC6DE80D0E2E}"/>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A34B7589-6DFD-4A30-B9A6-EEA4132EAECC}"/>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宋体" charset="-122"/>
              </a:defRPr>
            </a:lvl1pPr>
          </a:lstStyle>
          <a:p>
            <a:pPr>
              <a:defRPr/>
            </a:pPr>
            <a:r>
              <a:rPr lang="en-US" altLang="zh-CN"/>
              <a:t>2.#</a:t>
            </a:r>
          </a:p>
        </p:txBody>
      </p:sp>
      <p:sp>
        <p:nvSpPr>
          <p:cNvPr id="18" name="Rectangle 16">
            <a:extLst>
              <a:ext uri="{FF2B5EF4-FFF2-40B4-BE49-F238E27FC236}">
                <a16:creationId xmlns:a16="http://schemas.microsoft.com/office/drawing/2014/main" id="{79122B98-3761-4362-A291-9C7E677E645B}"/>
              </a:ext>
            </a:extLst>
          </p:cNvPr>
          <p:cNvSpPr>
            <a:spLocks noGrp="1" noChangeArrowheads="1"/>
          </p:cNvSpPr>
          <p:nvPr>
            <p:ph type="sldNum" sz="quarter" idx="12"/>
          </p:nvPr>
        </p:nvSpPr>
        <p:spPr>
          <a:xfrm>
            <a:off x="6858000" y="6248400"/>
            <a:ext cx="1905000" cy="457200"/>
          </a:xfrm>
        </p:spPr>
        <p:txBody>
          <a:bodyPr/>
          <a:lstStyle>
            <a:lvl1pPr algn="r">
              <a:defRPr sz="1400" b="0">
                <a:solidFill>
                  <a:schemeClr val="bg2"/>
                </a:solidFill>
                <a:latin typeface="Tahoma" panose="020B0604030504040204" pitchFamily="34" charset="0"/>
              </a:defRPr>
            </a:lvl1pPr>
          </a:lstStyle>
          <a:p>
            <a:pPr>
              <a:defRPr/>
            </a:pPr>
            <a:fld id="{D2B9786C-4047-409B-87B9-8FE0AFBE2A91}" type="slidenum">
              <a:rPr lang="en-US" altLang="zh-CN"/>
              <a:pPr>
                <a:defRPr/>
              </a:pPr>
              <a:t>‹#›</a:t>
            </a:fld>
            <a:endParaRPr lang="en-US" altLang="zh-CN"/>
          </a:p>
        </p:txBody>
      </p:sp>
    </p:spTree>
    <p:extLst>
      <p:ext uri="{BB962C8B-B14F-4D97-AF65-F5344CB8AC3E}">
        <p14:creationId xmlns:p14="http://schemas.microsoft.com/office/powerpoint/2010/main" val="60395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3">
            <a:extLst>
              <a:ext uri="{FF2B5EF4-FFF2-40B4-BE49-F238E27FC236}">
                <a16:creationId xmlns:a16="http://schemas.microsoft.com/office/drawing/2014/main" id="{55E9B3AD-69E3-4BF6-A4DF-CACC27F24AB6}"/>
              </a:ext>
            </a:extLst>
          </p:cNvPr>
          <p:cNvSpPr>
            <a:spLocks noGrp="1" noChangeArrowheads="1"/>
          </p:cNvSpPr>
          <p:nvPr>
            <p:ph type="sldNum" sz="quarter" idx="10"/>
          </p:nvPr>
        </p:nvSpPr>
        <p:spPr>
          <a:xfrm>
            <a:off x="8305800" y="6382328"/>
            <a:ext cx="914400" cy="457200"/>
          </a:xfrm>
        </p:spPr>
        <p:txBody>
          <a:bodyPr/>
          <a:lstStyle>
            <a:lvl1pPr>
              <a:defRPr/>
            </a:lvl1pPr>
          </a:lstStyle>
          <a:p>
            <a:pPr>
              <a:defRPr/>
            </a:pPr>
            <a:r>
              <a:rPr lang="en-US" altLang="zh-CN" dirty="0"/>
              <a:t>19.</a:t>
            </a:r>
            <a:fld id="{EA532A52-60EE-418A-8F52-CA2F1040CD6A}" type="slidenum">
              <a:rPr lang="en-US" altLang="zh-CN" smtClean="0"/>
              <a:pPr>
                <a:defRPr/>
              </a:pPr>
              <a:t>‹#›</a:t>
            </a:fld>
            <a:endParaRPr lang="en-US" altLang="zh-CN" dirty="0"/>
          </a:p>
        </p:txBody>
      </p:sp>
    </p:spTree>
    <p:extLst>
      <p:ext uri="{BB962C8B-B14F-4D97-AF65-F5344CB8AC3E}">
        <p14:creationId xmlns:p14="http://schemas.microsoft.com/office/powerpoint/2010/main" val="4264659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3">
            <a:extLst>
              <a:ext uri="{FF2B5EF4-FFF2-40B4-BE49-F238E27FC236}">
                <a16:creationId xmlns:a16="http://schemas.microsoft.com/office/drawing/2014/main" id="{0413ADAC-97B7-4394-AD2A-7F0162C15003}"/>
              </a:ext>
            </a:extLst>
          </p:cNvPr>
          <p:cNvSpPr>
            <a:spLocks noGrp="1" noChangeArrowheads="1"/>
          </p:cNvSpPr>
          <p:nvPr>
            <p:ph type="sldNum" sz="quarter" idx="10"/>
          </p:nvPr>
        </p:nvSpPr>
        <p:spPr>
          <a:ln/>
        </p:spPr>
        <p:txBody>
          <a:bodyPr/>
          <a:lstStyle>
            <a:lvl1pPr>
              <a:defRPr/>
            </a:lvl1pPr>
          </a:lstStyle>
          <a:p>
            <a:pPr>
              <a:defRPr/>
            </a:pPr>
            <a:r>
              <a:rPr lang="en-US" altLang="zh-CN" dirty="0"/>
              <a:t>19.</a:t>
            </a:r>
            <a:fld id="{6D1E4D82-A7F5-4BE7-926B-186A952C817A}" type="slidenum">
              <a:rPr lang="en-US" altLang="zh-CN" smtClean="0"/>
              <a:pPr>
                <a:defRPr/>
              </a:pPr>
              <a:t>‹#›</a:t>
            </a:fld>
            <a:endParaRPr lang="en-US" altLang="zh-CN" dirty="0"/>
          </a:p>
        </p:txBody>
      </p:sp>
    </p:spTree>
    <p:extLst>
      <p:ext uri="{BB962C8B-B14F-4D97-AF65-F5344CB8AC3E}">
        <p14:creationId xmlns:p14="http://schemas.microsoft.com/office/powerpoint/2010/main" val="2054529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3">
            <a:extLst>
              <a:ext uri="{FF2B5EF4-FFF2-40B4-BE49-F238E27FC236}">
                <a16:creationId xmlns:a16="http://schemas.microsoft.com/office/drawing/2014/main" id="{8FD62944-48DF-41A3-9697-FE1E5FE6C46A}"/>
              </a:ext>
            </a:extLst>
          </p:cNvPr>
          <p:cNvSpPr>
            <a:spLocks noGrp="1" noChangeArrowheads="1"/>
          </p:cNvSpPr>
          <p:nvPr>
            <p:ph type="sldNum" sz="quarter" idx="10"/>
          </p:nvPr>
        </p:nvSpPr>
        <p:spPr/>
        <p:txBody>
          <a:bodyPr/>
          <a:lstStyle>
            <a:lvl1pPr>
              <a:defRPr/>
            </a:lvl1pPr>
          </a:lstStyle>
          <a:p>
            <a:pPr>
              <a:defRPr/>
            </a:pPr>
            <a:r>
              <a:rPr lang="en-US" altLang="zh-CN" dirty="0"/>
              <a:t>19.</a:t>
            </a:r>
            <a:fld id="{7FAE8224-758B-4AA2-9224-4FCCD455E4EC}" type="slidenum">
              <a:rPr lang="en-US" altLang="zh-CN" smtClean="0"/>
              <a:pPr>
                <a:defRPr/>
              </a:pPr>
              <a:t>‹#›</a:t>
            </a:fld>
            <a:endParaRPr lang="en-US" altLang="zh-CN" dirty="0"/>
          </a:p>
        </p:txBody>
      </p:sp>
    </p:spTree>
    <p:extLst>
      <p:ext uri="{BB962C8B-B14F-4D97-AF65-F5344CB8AC3E}">
        <p14:creationId xmlns:p14="http://schemas.microsoft.com/office/powerpoint/2010/main" val="3809520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Rectangle 13">
            <a:extLst>
              <a:ext uri="{FF2B5EF4-FFF2-40B4-BE49-F238E27FC236}">
                <a16:creationId xmlns:a16="http://schemas.microsoft.com/office/drawing/2014/main" id="{CE019E58-CDDF-48BA-B654-24D197995433}"/>
              </a:ext>
            </a:extLst>
          </p:cNvPr>
          <p:cNvSpPr>
            <a:spLocks noGrp="1" noChangeArrowheads="1"/>
          </p:cNvSpPr>
          <p:nvPr>
            <p:ph type="sldNum" sz="quarter" idx="10"/>
          </p:nvPr>
        </p:nvSpPr>
        <p:spPr/>
        <p:txBody>
          <a:bodyPr/>
          <a:lstStyle>
            <a:lvl1pPr>
              <a:defRPr/>
            </a:lvl1pPr>
          </a:lstStyle>
          <a:p>
            <a:pPr>
              <a:defRPr/>
            </a:pPr>
            <a:r>
              <a:rPr lang="en-US" altLang="zh-CN" dirty="0"/>
              <a:t>19.</a:t>
            </a:r>
            <a:fld id="{C50E1E70-7478-4A59-91D7-6EDBDC6AAAF7}" type="slidenum">
              <a:rPr lang="en-US" altLang="zh-CN" smtClean="0"/>
              <a:pPr>
                <a:defRPr/>
              </a:pPr>
              <a:t>‹#›</a:t>
            </a:fld>
            <a:endParaRPr lang="en-US" altLang="zh-CN" dirty="0"/>
          </a:p>
        </p:txBody>
      </p:sp>
    </p:spTree>
    <p:extLst>
      <p:ext uri="{BB962C8B-B14F-4D97-AF65-F5344CB8AC3E}">
        <p14:creationId xmlns:p14="http://schemas.microsoft.com/office/powerpoint/2010/main" val="1561177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4" name="Rectangle 13">
            <a:extLst>
              <a:ext uri="{FF2B5EF4-FFF2-40B4-BE49-F238E27FC236}">
                <a16:creationId xmlns:a16="http://schemas.microsoft.com/office/drawing/2014/main" id="{7D4FC4FA-9A18-4683-BF33-574D6955B6C7}"/>
              </a:ext>
            </a:extLst>
          </p:cNvPr>
          <p:cNvSpPr>
            <a:spLocks noGrp="1" noChangeArrowheads="1"/>
          </p:cNvSpPr>
          <p:nvPr>
            <p:ph type="sldNum" sz="quarter" idx="10"/>
          </p:nvPr>
        </p:nvSpPr>
        <p:spPr/>
        <p:txBody>
          <a:bodyPr/>
          <a:lstStyle>
            <a:lvl1pPr>
              <a:defRPr/>
            </a:lvl1pPr>
          </a:lstStyle>
          <a:p>
            <a:pPr>
              <a:defRPr/>
            </a:pPr>
            <a:r>
              <a:rPr lang="en-US" altLang="zh-CN" dirty="0"/>
              <a:t>19.</a:t>
            </a:r>
            <a:fld id="{AD89141C-5C30-4EDD-9B4E-EBF40D1C18A8}" type="slidenum">
              <a:rPr lang="en-US" altLang="zh-CN" smtClean="0"/>
              <a:pPr>
                <a:defRPr/>
              </a:pPr>
              <a:t>‹#›</a:t>
            </a:fld>
            <a:endParaRPr lang="en-US" altLang="zh-CN" dirty="0"/>
          </a:p>
        </p:txBody>
      </p:sp>
    </p:spTree>
    <p:extLst>
      <p:ext uri="{BB962C8B-B14F-4D97-AF65-F5344CB8AC3E}">
        <p14:creationId xmlns:p14="http://schemas.microsoft.com/office/powerpoint/2010/main" val="1814264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13">
            <a:extLst>
              <a:ext uri="{FF2B5EF4-FFF2-40B4-BE49-F238E27FC236}">
                <a16:creationId xmlns:a16="http://schemas.microsoft.com/office/drawing/2014/main" id="{4900A29D-ACE8-44E6-BF55-E27CB881F5EB}"/>
              </a:ext>
            </a:extLst>
          </p:cNvPr>
          <p:cNvSpPr>
            <a:spLocks noGrp="1" noChangeArrowheads="1"/>
          </p:cNvSpPr>
          <p:nvPr>
            <p:ph type="sldNum" sz="quarter" idx="10"/>
          </p:nvPr>
        </p:nvSpPr>
        <p:spPr/>
        <p:txBody>
          <a:bodyPr/>
          <a:lstStyle>
            <a:lvl1pPr>
              <a:defRPr/>
            </a:lvl1pPr>
          </a:lstStyle>
          <a:p>
            <a:pPr>
              <a:defRPr/>
            </a:pPr>
            <a:r>
              <a:rPr lang="en-US" altLang="zh-CN" dirty="0"/>
              <a:t>19.</a:t>
            </a:r>
            <a:fld id="{5483FF8B-C8DA-4D33-BDB7-8D1F50DE62E2}" type="slidenum">
              <a:rPr lang="en-US" altLang="zh-CN" smtClean="0"/>
              <a:pPr>
                <a:defRPr/>
              </a:pPr>
              <a:t>‹#›</a:t>
            </a:fld>
            <a:endParaRPr lang="en-US" altLang="zh-CN" dirty="0"/>
          </a:p>
        </p:txBody>
      </p:sp>
    </p:spTree>
    <p:extLst>
      <p:ext uri="{BB962C8B-B14F-4D97-AF65-F5344CB8AC3E}">
        <p14:creationId xmlns:p14="http://schemas.microsoft.com/office/powerpoint/2010/main" val="4096492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13">
            <a:extLst>
              <a:ext uri="{FF2B5EF4-FFF2-40B4-BE49-F238E27FC236}">
                <a16:creationId xmlns:a16="http://schemas.microsoft.com/office/drawing/2014/main" id="{33F00DB8-6FDB-4C7D-B995-61EF6ACD4D98}"/>
              </a:ext>
            </a:extLst>
          </p:cNvPr>
          <p:cNvSpPr>
            <a:spLocks noGrp="1" noChangeArrowheads="1"/>
          </p:cNvSpPr>
          <p:nvPr>
            <p:ph type="sldNum" sz="quarter" idx="10"/>
          </p:nvPr>
        </p:nvSpPr>
        <p:spPr/>
        <p:txBody>
          <a:bodyPr/>
          <a:lstStyle>
            <a:lvl1pPr>
              <a:defRPr/>
            </a:lvl1pPr>
          </a:lstStyle>
          <a:p>
            <a:pPr>
              <a:defRPr/>
            </a:pPr>
            <a:r>
              <a:rPr lang="en-US" altLang="zh-CN" dirty="0"/>
              <a:t>19.</a:t>
            </a:r>
            <a:fld id="{1C07BB48-861F-4055-99C3-F1DAEBE66C11}" type="slidenum">
              <a:rPr lang="en-US" altLang="zh-CN" smtClean="0"/>
              <a:pPr>
                <a:defRPr/>
              </a:pPr>
              <a:t>‹#›</a:t>
            </a:fld>
            <a:endParaRPr lang="en-US" altLang="zh-CN" dirty="0"/>
          </a:p>
        </p:txBody>
      </p:sp>
    </p:spTree>
    <p:extLst>
      <p:ext uri="{BB962C8B-B14F-4D97-AF65-F5344CB8AC3E}">
        <p14:creationId xmlns:p14="http://schemas.microsoft.com/office/powerpoint/2010/main" val="1955895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13">
            <a:extLst>
              <a:ext uri="{FF2B5EF4-FFF2-40B4-BE49-F238E27FC236}">
                <a16:creationId xmlns:a16="http://schemas.microsoft.com/office/drawing/2014/main" id="{1F08F737-AE51-47EA-AB47-A1BA5B12A3F5}"/>
              </a:ext>
            </a:extLst>
          </p:cNvPr>
          <p:cNvSpPr>
            <a:spLocks noGrp="1" noChangeArrowheads="1"/>
          </p:cNvSpPr>
          <p:nvPr>
            <p:ph type="sldNum" sz="quarter" idx="10"/>
          </p:nvPr>
        </p:nvSpPr>
        <p:spPr/>
        <p:txBody>
          <a:bodyPr/>
          <a:lstStyle>
            <a:lvl1pPr>
              <a:defRPr/>
            </a:lvl1pPr>
          </a:lstStyle>
          <a:p>
            <a:pPr>
              <a:defRPr/>
            </a:pPr>
            <a:r>
              <a:rPr lang="en-US" altLang="zh-CN" dirty="0"/>
              <a:t>19.</a:t>
            </a:r>
            <a:fld id="{25DB738C-EC52-4588-AD9B-31F6F0CC713D}" type="slidenum">
              <a:rPr lang="en-US" altLang="zh-CN" smtClean="0"/>
              <a:pPr>
                <a:defRPr/>
              </a:pPr>
              <a:t>‹#›</a:t>
            </a:fld>
            <a:endParaRPr lang="en-US" altLang="zh-CN" dirty="0"/>
          </a:p>
        </p:txBody>
      </p:sp>
    </p:spTree>
    <p:extLst>
      <p:ext uri="{BB962C8B-B14F-4D97-AF65-F5344CB8AC3E}">
        <p14:creationId xmlns:p14="http://schemas.microsoft.com/office/powerpoint/2010/main" val="1233783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3">
            <a:extLst>
              <a:ext uri="{FF2B5EF4-FFF2-40B4-BE49-F238E27FC236}">
                <a16:creationId xmlns:a16="http://schemas.microsoft.com/office/drawing/2014/main" id="{A3D8CE68-B2E4-49F7-9AD4-3541A834CB75}"/>
              </a:ext>
            </a:extLst>
          </p:cNvPr>
          <p:cNvSpPr>
            <a:spLocks noGrp="1" noChangeArrowheads="1"/>
          </p:cNvSpPr>
          <p:nvPr>
            <p:ph type="sldNum" sz="quarter" idx="10"/>
          </p:nvPr>
        </p:nvSpPr>
        <p:spPr/>
        <p:txBody>
          <a:bodyPr/>
          <a:lstStyle>
            <a:lvl1pPr>
              <a:defRPr/>
            </a:lvl1pPr>
          </a:lstStyle>
          <a:p>
            <a:pPr>
              <a:defRPr/>
            </a:pPr>
            <a:r>
              <a:rPr lang="en-US" altLang="zh-CN" dirty="0"/>
              <a:t>19.</a:t>
            </a:r>
            <a:fld id="{4A85873F-1D45-4E2B-A754-9EF529174E10}" type="slidenum">
              <a:rPr lang="en-US" altLang="zh-CN" smtClean="0"/>
              <a:pPr>
                <a:defRPr/>
              </a:pPr>
              <a:t>‹#›</a:t>
            </a:fld>
            <a:endParaRPr lang="en-US" altLang="zh-CN" dirty="0"/>
          </a:p>
        </p:txBody>
      </p:sp>
    </p:spTree>
    <p:extLst>
      <p:ext uri="{BB962C8B-B14F-4D97-AF65-F5344CB8AC3E}">
        <p14:creationId xmlns:p14="http://schemas.microsoft.com/office/powerpoint/2010/main" val="3587540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3">
            <a:extLst>
              <a:ext uri="{FF2B5EF4-FFF2-40B4-BE49-F238E27FC236}">
                <a16:creationId xmlns:a16="http://schemas.microsoft.com/office/drawing/2014/main" id="{72C28D99-D866-4C34-8497-B992C9003FD4}"/>
              </a:ext>
            </a:extLst>
          </p:cNvPr>
          <p:cNvSpPr>
            <a:spLocks noGrp="1" noChangeArrowheads="1"/>
          </p:cNvSpPr>
          <p:nvPr>
            <p:ph type="sldNum" sz="quarter" idx="10"/>
          </p:nvPr>
        </p:nvSpPr>
        <p:spPr/>
        <p:txBody>
          <a:bodyPr/>
          <a:lstStyle>
            <a:lvl1pPr>
              <a:defRPr/>
            </a:lvl1pPr>
          </a:lstStyle>
          <a:p>
            <a:pPr>
              <a:defRPr/>
            </a:pPr>
            <a:r>
              <a:rPr lang="en-US" altLang="zh-CN" dirty="0"/>
              <a:t>19.</a:t>
            </a:r>
            <a:fld id="{88671CD6-AFBB-4BDC-84CF-25AC36EF0385}" type="slidenum">
              <a:rPr lang="en-US" altLang="zh-CN" smtClean="0"/>
              <a:pPr>
                <a:defRPr/>
              </a:pPr>
              <a:t>‹#›</a:t>
            </a:fld>
            <a:endParaRPr lang="en-US" altLang="zh-CN" dirty="0"/>
          </a:p>
        </p:txBody>
      </p:sp>
    </p:spTree>
    <p:extLst>
      <p:ext uri="{BB962C8B-B14F-4D97-AF65-F5344CB8AC3E}">
        <p14:creationId xmlns:p14="http://schemas.microsoft.com/office/powerpoint/2010/main" val="2467688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a:extLst>
              <a:ext uri="{FF2B5EF4-FFF2-40B4-BE49-F238E27FC236}">
                <a16:creationId xmlns:a16="http://schemas.microsoft.com/office/drawing/2014/main" id="{E668535C-2C86-44AA-811C-234560955B65}"/>
              </a:ext>
            </a:extLst>
          </p:cNvPr>
          <p:cNvSpPr>
            <a:spLocks noGrp="1" noChangeArrowheads="1"/>
          </p:cNvSpPr>
          <p:nvPr>
            <p:ph type="sldNum" sz="quarter" idx="10"/>
          </p:nvPr>
        </p:nvSpPr>
        <p:spPr/>
        <p:txBody>
          <a:bodyPr/>
          <a:lstStyle>
            <a:lvl1pPr>
              <a:defRPr/>
            </a:lvl1pPr>
          </a:lstStyle>
          <a:p>
            <a:pPr>
              <a:defRPr/>
            </a:pPr>
            <a:r>
              <a:rPr lang="en-US" altLang="zh-CN" dirty="0"/>
              <a:t>19.</a:t>
            </a:r>
            <a:fld id="{7255102E-9F27-4497-81EF-1934BC77464B}" type="slidenum">
              <a:rPr lang="en-US" altLang="zh-CN" smtClean="0"/>
              <a:pPr>
                <a:defRPr/>
              </a:pPr>
              <a:t>‹#›</a:t>
            </a:fld>
            <a:endParaRPr lang="en-US" altLang="zh-CN" dirty="0"/>
          </a:p>
        </p:txBody>
      </p:sp>
    </p:spTree>
    <p:extLst>
      <p:ext uri="{BB962C8B-B14F-4D97-AF65-F5344CB8AC3E}">
        <p14:creationId xmlns:p14="http://schemas.microsoft.com/office/powerpoint/2010/main" val="3776466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09933" name="Rectangle 13">
            <a:extLst>
              <a:ext uri="{FF2B5EF4-FFF2-40B4-BE49-F238E27FC236}">
                <a16:creationId xmlns:a16="http://schemas.microsoft.com/office/drawing/2014/main" id="{7515E220-694A-455D-9D58-67466631C44E}"/>
              </a:ext>
            </a:extLst>
          </p:cNvPr>
          <p:cNvSpPr>
            <a:spLocks noGrp="1" noChangeArrowheads="1"/>
          </p:cNvSpPr>
          <p:nvPr>
            <p:ph type="sldNum" sz="quarter" idx="4"/>
          </p:nvPr>
        </p:nvSpPr>
        <p:spPr bwMode="auto">
          <a:xfrm>
            <a:off x="8305800" y="6400800"/>
            <a:ext cx="9144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latin typeface="Arial" panose="020B0604020202020204" pitchFamily="34" charset="0"/>
                <a:ea typeface="宋体" panose="02010600030101010101" pitchFamily="2" charset="-122"/>
              </a:defRPr>
            </a:lvl1pPr>
          </a:lstStyle>
          <a:p>
            <a:pPr>
              <a:defRPr/>
            </a:pPr>
            <a:r>
              <a:rPr lang="en-US" altLang="zh-CN" dirty="0"/>
              <a:t>19.</a:t>
            </a:r>
            <a:fld id="{080B0D28-D4D6-4DB5-8E38-061BA2399025}"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4074" r:id="rId1"/>
    <p:sldLayoutId id="2147484075" r:id="rId2"/>
    <p:sldLayoutId id="2147484073" r:id="rId3"/>
    <p:sldLayoutId id="2147484076" r:id="rId4"/>
    <p:sldLayoutId id="2147484077" r:id="rId5"/>
    <p:sldLayoutId id="2147484078" r:id="rId6"/>
    <p:sldLayoutId id="2147484079" r:id="rId7"/>
    <p:sldLayoutId id="2147484080" r:id="rId8"/>
    <p:sldLayoutId id="2147484081" r:id="rId9"/>
    <p:sldLayoutId id="2147484082" r:id="rId10"/>
    <p:sldLayoutId id="2147484083" r:id="rId11"/>
    <p:sldLayoutId id="2147484084"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338" name="内容占位符 1">
            <a:extLst>
              <a:ext uri="{FF2B5EF4-FFF2-40B4-BE49-F238E27FC236}">
                <a16:creationId xmlns:a16="http://schemas.microsoft.com/office/drawing/2014/main" id="{60DC09C4-0745-4491-A32A-9C89B1F2D9CD}"/>
              </a:ext>
            </a:extLst>
          </p:cNvPr>
          <p:cNvSpPr>
            <a:spLocks noGrp="1"/>
          </p:cNvSpPr>
          <p:nvPr>
            <p:ph/>
          </p:nvPr>
        </p:nvSpPr>
        <p:spPr bwMode="auto">
          <a:xfrm>
            <a:off x="457200" y="2362200"/>
            <a:ext cx="8229600" cy="3840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buNone/>
            </a:pPr>
            <a:r>
              <a:rPr lang="zh-CN" altLang="en-US" sz="4800" b="1" dirty="0">
                <a:ea typeface="宋体" panose="02010600030101010101" pitchFamily="2" charset="-122"/>
              </a:rPr>
              <a:t>第十九章</a:t>
            </a:r>
          </a:p>
          <a:p>
            <a:pPr algn="ctr" eaLnBrk="1" hangingPunct="1">
              <a:buNone/>
            </a:pPr>
            <a:endParaRPr lang="zh-CN" altLang="en-US" sz="2000" b="1" dirty="0">
              <a:ea typeface="宋体" panose="02010600030101010101" pitchFamily="2" charset="-122"/>
            </a:endParaRPr>
          </a:p>
          <a:p>
            <a:pPr algn="ctr" eaLnBrk="1" hangingPunct="1">
              <a:buNone/>
            </a:pPr>
            <a:r>
              <a:rPr lang="zh-CN" altLang="en-US" sz="4400" b="1" dirty="0">
                <a:ea typeface="宋体" panose="02010600030101010101" pitchFamily="2" charset="-122"/>
              </a:rPr>
              <a:t>逻辑寻址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3145413" cy="584775"/>
          </a:xfrm>
          <a:prstGeom prst="rect">
            <a:avLst/>
          </a:prstGeom>
          <a:noFill/>
          <a:ln>
            <a:noFill/>
          </a:ln>
          <a:effectLst/>
        </p:spPr>
        <p:txBody>
          <a:bodyPr wrap="none">
            <a:spAutoFit/>
          </a:bodyPr>
          <a:lstStyle/>
          <a:p>
            <a:pPr>
              <a:defRPr/>
            </a:pPr>
            <a:r>
              <a:rPr lang="en-US" altLang="zh-CN" sz="3200" dirty="0">
                <a:latin typeface="微软雅黑" panose="020B0503020204020204" pitchFamily="34" charset="-122"/>
                <a:ea typeface="微软雅黑" panose="020B0503020204020204" pitchFamily="34" charset="-122"/>
              </a:rPr>
              <a:t>19.1  IPv4 </a:t>
            </a:r>
            <a:r>
              <a:rPr lang="zh-CN" altLang="en-US" sz="3200" dirty="0">
                <a:latin typeface="微软雅黑" panose="020B0503020204020204" pitchFamily="34" charset="-122"/>
                <a:ea typeface="微软雅黑" panose="020B0503020204020204" pitchFamily="34" charset="-122"/>
              </a:rPr>
              <a:t>地址</a:t>
            </a: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E86A5830-8F27-498C-B28B-7FA91B8E00F1}"/>
              </a:ext>
            </a:extLst>
          </p:cNvPr>
          <p:cNvSpPr txBox="1"/>
          <p:nvPr/>
        </p:nvSpPr>
        <p:spPr>
          <a:xfrm>
            <a:off x="685800" y="1690015"/>
            <a:ext cx="7772400" cy="4163769"/>
          </a:xfrm>
          <a:prstGeom prst="rect">
            <a:avLst/>
          </a:prstGeom>
          <a:noFill/>
        </p:spPr>
        <p:txBody>
          <a:bodyPr wrap="square" rtlCol="0">
            <a:spAutoFit/>
          </a:bodyPr>
          <a:lstStyle/>
          <a:p>
            <a:pPr algn="just" eaLnBrk="1" hangingPunct="1">
              <a:lnSpc>
                <a:spcPct val="200000"/>
              </a:lnSpc>
            </a:pPr>
            <a:r>
              <a:rPr lang="zh-CN" altLang="en-US" b="0" dirty="0">
                <a:latin typeface="微软雅黑" panose="020B0503020204020204" pitchFamily="34" charset="-122"/>
                <a:ea typeface="微软雅黑" panose="020B0503020204020204" pitchFamily="34" charset="-122"/>
              </a:rPr>
              <a:t>网际协议版本</a:t>
            </a:r>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Internet Protocol version 4</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IPv4</a:t>
            </a:r>
            <a:r>
              <a:rPr lang="zh-CN" altLang="en-US" b="0" dirty="0">
                <a:latin typeface="微软雅黑" panose="020B0503020204020204" pitchFamily="34" charset="-122"/>
                <a:ea typeface="微软雅黑" panose="020B0503020204020204" pitchFamily="34" charset="-122"/>
              </a:rPr>
              <a:t>）是网际协议开发过程中的第四个修订版本，也是此协议第一个被广泛部署的版本。</a:t>
            </a:r>
            <a:r>
              <a:rPr lang="en-US" altLang="zh-CN" b="0" dirty="0">
                <a:latin typeface="微软雅黑" panose="020B0503020204020204" pitchFamily="34" charset="-122"/>
                <a:ea typeface="微软雅黑" panose="020B0503020204020204" pitchFamily="34" charset="-122"/>
              </a:rPr>
              <a:t>IPv4</a:t>
            </a:r>
            <a:r>
              <a:rPr lang="zh-CN" altLang="en-US" b="0" dirty="0">
                <a:latin typeface="微软雅黑" panose="020B0503020204020204" pitchFamily="34" charset="-122"/>
                <a:ea typeface="微软雅黑" panose="020B0503020204020204" pitchFamily="34" charset="-122"/>
              </a:rPr>
              <a:t>是互联网的核心，也是使用最广泛的网际协议版本，其后继版本为</a:t>
            </a:r>
            <a:r>
              <a:rPr lang="en-US" altLang="zh-CN" b="0" dirty="0">
                <a:latin typeface="微软雅黑" panose="020B0503020204020204" pitchFamily="34" charset="-122"/>
                <a:ea typeface="微软雅黑" panose="020B0503020204020204" pitchFamily="34" charset="-122"/>
              </a:rPr>
              <a:t>IPv6</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algn="just" eaLnBrk="1" hangingPunct="1">
              <a:lnSpc>
                <a:spcPct val="200000"/>
              </a:lnSpc>
            </a:pPr>
            <a:endParaRPr lang="en-US" altLang="zh-CN" sz="900" b="0" dirty="0">
              <a:latin typeface="微软雅黑" panose="020B0503020204020204" pitchFamily="34" charset="-122"/>
              <a:ea typeface="微软雅黑" panose="020B0503020204020204" pitchFamily="34" charset="-122"/>
            </a:endParaRPr>
          </a:p>
          <a:p>
            <a:pPr algn="just" eaLnBrk="1" hangingPunct="1">
              <a:lnSpc>
                <a:spcPct val="200000"/>
              </a:lnSpc>
            </a:pPr>
            <a:r>
              <a:rPr lang="en-US" altLang="zh-CN" b="0" dirty="0">
                <a:solidFill>
                  <a:schemeClr val="hlink"/>
                </a:solidFill>
                <a:latin typeface="微软雅黑" panose="020B0503020204020204" pitchFamily="34" charset="-122"/>
                <a:ea typeface="微软雅黑" panose="020B0503020204020204" pitchFamily="34" charset="-122"/>
              </a:rPr>
              <a:t>IPv4 </a:t>
            </a:r>
            <a:r>
              <a:rPr lang="zh-CN" altLang="en-US" b="0" dirty="0">
                <a:solidFill>
                  <a:schemeClr val="hlink"/>
                </a:solidFill>
                <a:latin typeface="微软雅黑" panose="020B0503020204020204" pitchFamily="34" charset="-122"/>
                <a:ea typeface="微软雅黑" panose="020B0503020204020204" pitchFamily="34" charset="-122"/>
              </a:rPr>
              <a:t>地址</a:t>
            </a:r>
            <a:r>
              <a:rPr lang="zh-CN" altLang="en-US" b="0" dirty="0">
                <a:latin typeface="微软雅黑" panose="020B0503020204020204" pitchFamily="34" charset="-122"/>
                <a:ea typeface="微软雅黑" panose="020B0503020204020204" pitchFamily="34" charset="-122"/>
              </a:rPr>
              <a:t> 是 </a:t>
            </a:r>
            <a:r>
              <a:rPr lang="en-US" altLang="zh-CN" b="0" dirty="0">
                <a:solidFill>
                  <a:schemeClr val="folHlink"/>
                </a:solidFill>
                <a:latin typeface="微软雅黑" panose="020B0503020204020204" pitchFamily="34" charset="-122"/>
                <a:ea typeface="微软雅黑" panose="020B0503020204020204" pitchFamily="34" charset="-122"/>
              </a:rPr>
              <a:t>32-bit </a:t>
            </a:r>
            <a:r>
              <a:rPr lang="zh-CN" altLang="en-US" b="0" dirty="0">
                <a:latin typeface="微软雅黑" panose="020B0503020204020204" pitchFamily="34" charset="-122"/>
                <a:ea typeface="微软雅黑" panose="020B0503020204020204" pitchFamily="34" charset="-122"/>
              </a:rPr>
              <a:t>的地址，它给每个连接在因特网上的设备（如主机或路由器）分配了一个在全世界范围唯一的标识符，由因特网名字与号码指派公司</a:t>
            </a:r>
            <a:r>
              <a:rPr lang="en-US" altLang="zh-CN" b="0" dirty="0">
                <a:latin typeface="微软雅黑" panose="020B0503020204020204" pitchFamily="34" charset="-122"/>
                <a:ea typeface="微软雅黑" panose="020B0503020204020204" pitchFamily="34" charset="-122"/>
              </a:rPr>
              <a:t>ICANN</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Internet Corporation for Assigned Names and Numbers</a:t>
            </a:r>
            <a:r>
              <a:rPr lang="zh-CN" altLang="en-US" b="0" dirty="0">
                <a:latin typeface="微软雅黑" panose="020B0503020204020204" pitchFamily="34" charset="-122"/>
                <a:ea typeface="微软雅黑" panose="020B0503020204020204" pitchFamily="34" charset="-122"/>
              </a:rPr>
              <a:t>）进行分配。 </a:t>
            </a:r>
            <a:endParaRPr lang="en-US" altLang="zh-CN" b="0" dirty="0">
              <a:latin typeface="微软雅黑" panose="020B0503020204020204" pitchFamily="34" charset="-122"/>
              <a:ea typeface="微软雅黑" panose="020B0503020204020204" pitchFamily="34" charset="-122"/>
            </a:endParaRPr>
          </a:p>
        </p:txBody>
      </p:sp>
      <p:sp>
        <p:nvSpPr>
          <p:cNvPr id="11" name="灯片编号占位符 1">
            <a:extLst>
              <a:ext uri="{FF2B5EF4-FFF2-40B4-BE49-F238E27FC236}">
                <a16:creationId xmlns:a16="http://schemas.microsoft.com/office/drawing/2014/main" id="{BB03D2A2-60A5-47D0-9F34-C9C5FED8C89C}"/>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2</a:t>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9">
            <a:extLst>
              <a:ext uri="{FF2B5EF4-FFF2-40B4-BE49-F238E27FC236}">
                <a16:creationId xmlns:a16="http://schemas.microsoft.com/office/drawing/2014/main" id="{7F6ACB2F-5EBC-4F3B-B613-77D025E5D0CF}"/>
              </a:ext>
            </a:extLst>
          </p:cNvPr>
          <p:cNvSpPr>
            <a:spLocks noChangeArrowheads="1"/>
          </p:cNvSpPr>
          <p:nvPr/>
        </p:nvSpPr>
        <p:spPr bwMode="auto">
          <a:xfrm>
            <a:off x="495300" y="1169988"/>
            <a:ext cx="8077200" cy="646112"/>
          </a:xfrm>
          <a:prstGeom prst="rect">
            <a:avLst/>
          </a:prstGeom>
          <a:noFill/>
          <a:ln>
            <a:noFill/>
          </a:ln>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6" name="组合 5">
            <a:extLst>
              <a:ext uri="{FF2B5EF4-FFF2-40B4-BE49-F238E27FC236}">
                <a16:creationId xmlns:a16="http://schemas.microsoft.com/office/drawing/2014/main" id="{571F5418-69B5-4E5E-927F-DCBAFA047019}"/>
              </a:ext>
            </a:extLst>
          </p:cNvPr>
          <p:cNvGrpSpPr/>
          <p:nvPr/>
        </p:nvGrpSpPr>
        <p:grpSpPr>
          <a:xfrm>
            <a:off x="620235" y="2199275"/>
            <a:ext cx="8004267" cy="2458559"/>
            <a:chOff x="620235" y="2199275"/>
            <a:chExt cx="8004267" cy="2458559"/>
          </a:xfrm>
        </p:grpSpPr>
        <p:cxnSp>
          <p:nvCxnSpPr>
            <p:cNvPr id="7" name="直接连接符 6">
              <a:extLst>
                <a:ext uri="{FF2B5EF4-FFF2-40B4-BE49-F238E27FC236}">
                  <a16:creationId xmlns:a16="http://schemas.microsoft.com/office/drawing/2014/main" id="{879B4572-0D00-44EA-A175-20C6B1410887}"/>
                </a:ext>
              </a:extLst>
            </p:cNvPr>
            <p:cNvCxnSpPr>
              <a:cxnSpLocks/>
            </p:cNvCxnSpPr>
            <p:nvPr/>
          </p:nvCxnSpPr>
          <p:spPr bwMode="auto">
            <a:xfrm flipH="1">
              <a:off x="1967740" y="3521663"/>
              <a:ext cx="54213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D0E61EC-7028-40F7-A67B-38CF7C18BC05}"/>
                </a:ext>
              </a:extLst>
            </p:cNvPr>
            <p:cNvCxnSpPr>
              <a:cxnSpLocks/>
            </p:cNvCxnSpPr>
            <p:nvPr/>
          </p:nvCxnSpPr>
          <p:spPr bwMode="auto">
            <a:xfrm>
              <a:off x="1499068" y="2753470"/>
              <a:ext cx="396098" cy="7443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411B13D-3792-42CC-8989-95CAD9D0B933}"/>
                </a:ext>
              </a:extLst>
            </p:cNvPr>
            <p:cNvCxnSpPr>
              <a:cxnSpLocks/>
            </p:cNvCxnSpPr>
            <p:nvPr/>
          </p:nvCxnSpPr>
          <p:spPr bwMode="auto">
            <a:xfrm flipH="1">
              <a:off x="2059644" y="2705793"/>
              <a:ext cx="409027" cy="8553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71">
              <a:extLst>
                <a:ext uri="{FF2B5EF4-FFF2-40B4-BE49-F238E27FC236}">
                  <a16:creationId xmlns:a16="http://schemas.microsoft.com/office/drawing/2014/main" id="{708C6A83-9B66-40BB-BDC8-CCE085B5FBBD}"/>
                </a:ext>
              </a:extLst>
            </p:cNvPr>
            <p:cNvSpPr txBox="1">
              <a:spLocks noChangeArrowheads="1"/>
            </p:cNvSpPr>
            <p:nvPr/>
          </p:nvSpPr>
          <p:spPr bwMode="auto">
            <a:xfrm>
              <a:off x="1624838" y="3693408"/>
              <a:ext cx="899359" cy="27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200" baseline="0" dirty="0">
                  <a:ea typeface="宋体" panose="02010600030101010101" pitchFamily="2" charset="-122"/>
                </a:rPr>
                <a:t>交换机</a:t>
              </a:r>
              <a:r>
                <a:rPr lang="en-US" altLang="zh-CN" sz="1200" baseline="0" dirty="0">
                  <a:ea typeface="宋体" panose="02010600030101010101" pitchFamily="2" charset="-122"/>
                </a:rPr>
                <a:t>1</a:t>
              </a:r>
              <a:endParaRPr lang="zh-CN" altLang="en-US" sz="1200" baseline="0" dirty="0">
                <a:ea typeface="宋体" panose="02010600030101010101" pitchFamily="2" charset="-122"/>
              </a:endParaRPr>
            </a:p>
          </p:txBody>
        </p:sp>
        <p:sp>
          <p:nvSpPr>
            <p:cNvPr id="11" name="TextBox 75">
              <a:extLst>
                <a:ext uri="{FF2B5EF4-FFF2-40B4-BE49-F238E27FC236}">
                  <a16:creationId xmlns:a16="http://schemas.microsoft.com/office/drawing/2014/main" id="{288EF083-575A-4B32-BE4E-0B9038B49A5E}"/>
                </a:ext>
              </a:extLst>
            </p:cNvPr>
            <p:cNvSpPr txBox="1">
              <a:spLocks noChangeArrowheads="1"/>
            </p:cNvSpPr>
            <p:nvPr/>
          </p:nvSpPr>
          <p:spPr bwMode="auto">
            <a:xfrm>
              <a:off x="2877827" y="3738039"/>
              <a:ext cx="899359" cy="27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200" baseline="0" dirty="0">
                  <a:ea typeface="宋体" panose="02010600030101010101" pitchFamily="2" charset="-122"/>
                </a:rPr>
                <a:t>路由器</a:t>
              </a:r>
              <a:r>
                <a:rPr lang="en-US" altLang="zh-CN" sz="1200" baseline="0" dirty="0">
                  <a:ea typeface="宋体" panose="02010600030101010101" pitchFamily="2" charset="-122"/>
                </a:rPr>
                <a:t>1</a:t>
              </a:r>
              <a:endParaRPr lang="zh-CN" altLang="en-US" sz="1200" baseline="0" dirty="0">
                <a:ea typeface="宋体" panose="02010600030101010101" pitchFamily="2" charset="-122"/>
              </a:endParaRPr>
            </a:p>
          </p:txBody>
        </p:sp>
        <p:sp>
          <p:nvSpPr>
            <p:cNvPr id="12" name="TextBox 77">
              <a:extLst>
                <a:ext uri="{FF2B5EF4-FFF2-40B4-BE49-F238E27FC236}">
                  <a16:creationId xmlns:a16="http://schemas.microsoft.com/office/drawing/2014/main" id="{C93A2352-3A61-47A9-AF68-2CF9E95DD157}"/>
                </a:ext>
              </a:extLst>
            </p:cNvPr>
            <p:cNvSpPr txBox="1">
              <a:spLocks noChangeArrowheads="1"/>
            </p:cNvSpPr>
            <p:nvPr/>
          </p:nvSpPr>
          <p:spPr bwMode="auto">
            <a:xfrm>
              <a:off x="5648397" y="3751079"/>
              <a:ext cx="899359" cy="27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200" baseline="0" dirty="0">
                  <a:ea typeface="宋体" panose="02010600030101010101" pitchFamily="2" charset="-122"/>
                </a:rPr>
                <a:t>路由器</a:t>
              </a:r>
              <a:r>
                <a:rPr lang="en-US" altLang="zh-CN" sz="1200" baseline="0" dirty="0">
                  <a:ea typeface="宋体" panose="02010600030101010101" pitchFamily="2" charset="-122"/>
                </a:rPr>
                <a:t>2</a:t>
              </a:r>
              <a:endParaRPr lang="zh-CN" altLang="en-US" sz="1200" baseline="0" dirty="0">
                <a:ea typeface="宋体" panose="02010600030101010101" pitchFamily="2" charset="-122"/>
              </a:endParaRPr>
            </a:p>
          </p:txBody>
        </p:sp>
        <p:sp>
          <p:nvSpPr>
            <p:cNvPr id="13" name="TextBox 86">
              <a:extLst>
                <a:ext uri="{FF2B5EF4-FFF2-40B4-BE49-F238E27FC236}">
                  <a16:creationId xmlns:a16="http://schemas.microsoft.com/office/drawing/2014/main" id="{AC365D65-FA50-419A-8B70-C1F7D5376227}"/>
                </a:ext>
              </a:extLst>
            </p:cNvPr>
            <p:cNvSpPr txBox="1">
              <a:spLocks noChangeArrowheads="1"/>
            </p:cNvSpPr>
            <p:nvPr/>
          </p:nvSpPr>
          <p:spPr bwMode="auto">
            <a:xfrm>
              <a:off x="1348533" y="2199275"/>
              <a:ext cx="337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A</a:t>
              </a:r>
              <a:endParaRPr lang="zh-CN" altLang="en-US" sz="1400" baseline="0" dirty="0">
                <a:ea typeface="宋体" panose="02010600030101010101" pitchFamily="2" charset="-122"/>
              </a:endParaRPr>
            </a:p>
          </p:txBody>
        </p:sp>
        <p:sp>
          <p:nvSpPr>
            <p:cNvPr id="14" name="TextBox 87">
              <a:extLst>
                <a:ext uri="{FF2B5EF4-FFF2-40B4-BE49-F238E27FC236}">
                  <a16:creationId xmlns:a16="http://schemas.microsoft.com/office/drawing/2014/main" id="{AFAEBA3B-D593-4768-9B06-2A5F0C3A95DA}"/>
                </a:ext>
              </a:extLst>
            </p:cNvPr>
            <p:cNvSpPr txBox="1">
              <a:spLocks noChangeArrowheads="1"/>
            </p:cNvSpPr>
            <p:nvPr/>
          </p:nvSpPr>
          <p:spPr bwMode="auto">
            <a:xfrm>
              <a:off x="6539947" y="2211305"/>
              <a:ext cx="337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E</a:t>
              </a:r>
              <a:endParaRPr lang="zh-CN" altLang="en-US" sz="1400" baseline="0" dirty="0">
                <a:ea typeface="宋体" panose="02010600030101010101" pitchFamily="2" charset="-122"/>
              </a:endParaRPr>
            </a:p>
          </p:txBody>
        </p:sp>
        <p:sp>
          <p:nvSpPr>
            <p:cNvPr id="15" name="TextBox 83">
              <a:extLst>
                <a:ext uri="{FF2B5EF4-FFF2-40B4-BE49-F238E27FC236}">
                  <a16:creationId xmlns:a16="http://schemas.microsoft.com/office/drawing/2014/main" id="{F7EEFB80-BDEA-40C7-99CF-975C8D463E11}"/>
                </a:ext>
              </a:extLst>
            </p:cNvPr>
            <p:cNvSpPr txBox="1">
              <a:spLocks noChangeArrowheads="1"/>
            </p:cNvSpPr>
            <p:nvPr/>
          </p:nvSpPr>
          <p:spPr bwMode="auto">
            <a:xfrm>
              <a:off x="5018123" y="2219461"/>
              <a:ext cx="337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D</a:t>
              </a:r>
              <a:endParaRPr lang="zh-CN" altLang="en-US" sz="1400" baseline="0" dirty="0">
                <a:ea typeface="宋体" panose="02010600030101010101" pitchFamily="2" charset="-122"/>
              </a:endParaRPr>
            </a:p>
          </p:txBody>
        </p:sp>
        <p:sp>
          <p:nvSpPr>
            <p:cNvPr id="16" name="TextBox 101">
              <a:extLst>
                <a:ext uri="{FF2B5EF4-FFF2-40B4-BE49-F238E27FC236}">
                  <a16:creationId xmlns:a16="http://schemas.microsoft.com/office/drawing/2014/main" id="{4BB48B0A-B528-4104-94B4-36C8A5BD1BA0}"/>
                </a:ext>
              </a:extLst>
            </p:cNvPr>
            <p:cNvSpPr txBox="1">
              <a:spLocks noChangeArrowheads="1"/>
            </p:cNvSpPr>
            <p:nvPr/>
          </p:nvSpPr>
          <p:spPr bwMode="auto">
            <a:xfrm>
              <a:off x="2295597" y="2211306"/>
              <a:ext cx="337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B</a:t>
              </a:r>
              <a:endParaRPr lang="zh-CN" altLang="en-US" sz="1400" baseline="0" dirty="0">
                <a:ea typeface="宋体" panose="02010600030101010101" pitchFamily="2" charset="-122"/>
              </a:endParaRPr>
            </a:p>
          </p:txBody>
        </p:sp>
        <p:sp>
          <p:nvSpPr>
            <p:cNvPr id="17" name="TextBox 102">
              <a:extLst>
                <a:ext uri="{FF2B5EF4-FFF2-40B4-BE49-F238E27FC236}">
                  <a16:creationId xmlns:a16="http://schemas.microsoft.com/office/drawing/2014/main" id="{9BA43ABD-3D7D-4884-957F-F4073137F0CA}"/>
                </a:ext>
              </a:extLst>
            </p:cNvPr>
            <p:cNvSpPr txBox="1">
              <a:spLocks noChangeArrowheads="1"/>
            </p:cNvSpPr>
            <p:nvPr/>
          </p:nvSpPr>
          <p:spPr bwMode="auto">
            <a:xfrm>
              <a:off x="3857088" y="2236052"/>
              <a:ext cx="337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C</a:t>
              </a:r>
              <a:endParaRPr lang="zh-CN" altLang="en-US" sz="1400" baseline="0" dirty="0">
                <a:ea typeface="宋体" panose="02010600030101010101" pitchFamily="2" charset="-122"/>
              </a:endParaRPr>
            </a:p>
          </p:txBody>
        </p:sp>
        <p:sp>
          <p:nvSpPr>
            <p:cNvPr id="18" name="TextBox 103">
              <a:extLst>
                <a:ext uri="{FF2B5EF4-FFF2-40B4-BE49-F238E27FC236}">
                  <a16:creationId xmlns:a16="http://schemas.microsoft.com/office/drawing/2014/main" id="{43518E9B-57FB-40E8-BA21-A0AA9DFE2189}"/>
                </a:ext>
              </a:extLst>
            </p:cNvPr>
            <p:cNvSpPr txBox="1">
              <a:spLocks noChangeArrowheads="1"/>
            </p:cNvSpPr>
            <p:nvPr/>
          </p:nvSpPr>
          <p:spPr bwMode="auto">
            <a:xfrm>
              <a:off x="7606747" y="2199275"/>
              <a:ext cx="337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F</a:t>
              </a:r>
              <a:endParaRPr lang="zh-CN" altLang="en-US" sz="1400" baseline="0" dirty="0">
                <a:ea typeface="宋体" panose="02010600030101010101" pitchFamily="2" charset="-122"/>
              </a:endParaRPr>
            </a:p>
          </p:txBody>
        </p:sp>
        <p:cxnSp>
          <p:nvCxnSpPr>
            <p:cNvPr id="19" name="直接连接符 18">
              <a:extLst>
                <a:ext uri="{FF2B5EF4-FFF2-40B4-BE49-F238E27FC236}">
                  <a16:creationId xmlns:a16="http://schemas.microsoft.com/office/drawing/2014/main" id="{68FABA4A-AD63-474A-9552-B2AA2A978D4B}"/>
                </a:ext>
              </a:extLst>
            </p:cNvPr>
            <p:cNvCxnSpPr>
              <a:cxnSpLocks/>
              <a:stCxn id="56" idx="2"/>
            </p:cNvCxnSpPr>
            <p:nvPr/>
          </p:nvCxnSpPr>
          <p:spPr bwMode="auto">
            <a:xfrm>
              <a:off x="4080702" y="2927937"/>
              <a:ext cx="396875" cy="557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1F730F0-02AF-4FB2-B987-BF2DFEB0F464}"/>
                </a:ext>
              </a:extLst>
            </p:cNvPr>
            <p:cNvCxnSpPr>
              <a:cxnSpLocks/>
            </p:cNvCxnSpPr>
            <p:nvPr/>
          </p:nvCxnSpPr>
          <p:spPr bwMode="auto">
            <a:xfrm flipH="1">
              <a:off x="4741102" y="2916825"/>
              <a:ext cx="461963" cy="5461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106">
              <a:extLst>
                <a:ext uri="{FF2B5EF4-FFF2-40B4-BE49-F238E27FC236}">
                  <a16:creationId xmlns:a16="http://schemas.microsoft.com/office/drawing/2014/main" id="{013DB6F2-C45A-4D23-BE38-5C94132BD6B6}"/>
                </a:ext>
              </a:extLst>
            </p:cNvPr>
            <p:cNvSpPr txBox="1">
              <a:spLocks noChangeArrowheads="1"/>
            </p:cNvSpPr>
            <p:nvPr/>
          </p:nvSpPr>
          <p:spPr bwMode="auto">
            <a:xfrm>
              <a:off x="4200597" y="3706736"/>
              <a:ext cx="899359" cy="27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200" baseline="0" dirty="0">
                  <a:ea typeface="宋体" panose="02010600030101010101" pitchFamily="2" charset="-122"/>
                </a:rPr>
                <a:t>交换机</a:t>
              </a:r>
              <a:r>
                <a:rPr lang="en-US" altLang="zh-CN" sz="1200" baseline="0" dirty="0">
                  <a:ea typeface="宋体" panose="02010600030101010101" pitchFamily="2" charset="-122"/>
                </a:rPr>
                <a:t>2</a:t>
              </a:r>
              <a:endParaRPr lang="zh-CN" altLang="en-US" sz="1200" baseline="0" dirty="0">
                <a:ea typeface="宋体" panose="02010600030101010101" pitchFamily="2" charset="-122"/>
              </a:endParaRPr>
            </a:p>
          </p:txBody>
        </p:sp>
        <p:cxnSp>
          <p:nvCxnSpPr>
            <p:cNvPr id="22" name="直接连接符 21">
              <a:extLst>
                <a:ext uri="{FF2B5EF4-FFF2-40B4-BE49-F238E27FC236}">
                  <a16:creationId xmlns:a16="http://schemas.microsoft.com/office/drawing/2014/main" id="{BA60645F-2635-440E-970C-65CFE8234A0A}"/>
                </a:ext>
              </a:extLst>
            </p:cNvPr>
            <p:cNvCxnSpPr>
              <a:cxnSpLocks/>
            </p:cNvCxnSpPr>
            <p:nvPr/>
          </p:nvCxnSpPr>
          <p:spPr bwMode="auto">
            <a:xfrm>
              <a:off x="6844747" y="2946988"/>
              <a:ext cx="392113" cy="5508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E784451-BDD6-4AA8-8AAC-2439B5653B09}"/>
                </a:ext>
              </a:extLst>
            </p:cNvPr>
            <p:cNvCxnSpPr>
              <a:cxnSpLocks/>
            </p:cNvCxnSpPr>
            <p:nvPr/>
          </p:nvCxnSpPr>
          <p:spPr bwMode="auto">
            <a:xfrm flipH="1">
              <a:off x="7285951" y="2738185"/>
              <a:ext cx="435568" cy="7751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123">
              <a:extLst>
                <a:ext uri="{FF2B5EF4-FFF2-40B4-BE49-F238E27FC236}">
                  <a16:creationId xmlns:a16="http://schemas.microsoft.com/office/drawing/2014/main" id="{961E25FA-630D-40ED-A1AE-DA918770FB07}"/>
                </a:ext>
              </a:extLst>
            </p:cNvPr>
            <p:cNvSpPr txBox="1">
              <a:spLocks noChangeArrowheads="1"/>
            </p:cNvSpPr>
            <p:nvPr/>
          </p:nvSpPr>
          <p:spPr bwMode="auto">
            <a:xfrm>
              <a:off x="6920947" y="3735298"/>
              <a:ext cx="899359" cy="27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200" baseline="0">
                  <a:ea typeface="宋体" panose="02010600030101010101" pitchFamily="2" charset="-122"/>
                </a:rPr>
                <a:t>交换机</a:t>
              </a:r>
              <a:r>
                <a:rPr lang="en-US" altLang="zh-CN" sz="1200" baseline="0">
                  <a:ea typeface="宋体" panose="02010600030101010101" pitchFamily="2" charset="-122"/>
                </a:rPr>
                <a:t>3</a:t>
              </a:r>
              <a:endParaRPr lang="zh-CN" altLang="en-US" sz="1200" baseline="0">
                <a:ea typeface="宋体" panose="02010600030101010101" pitchFamily="2" charset="-122"/>
              </a:endParaRPr>
            </a:p>
          </p:txBody>
        </p:sp>
        <p:sp>
          <p:nvSpPr>
            <p:cNvPr id="25" name="TextBox 138">
              <a:extLst>
                <a:ext uri="{FF2B5EF4-FFF2-40B4-BE49-F238E27FC236}">
                  <a16:creationId xmlns:a16="http://schemas.microsoft.com/office/drawing/2014/main" id="{755D6DAF-FA92-4F76-B7CB-E32D35BB6815}"/>
                </a:ext>
              </a:extLst>
            </p:cNvPr>
            <p:cNvSpPr txBox="1">
              <a:spLocks noChangeArrowheads="1"/>
            </p:cNvSpPr>
            <p:nvPr/>
          </p:nvSpPr>
          <p:spPr bwMode="auto">
            <a:xfrm>
              <a:off x="1600297" y="2870016"/>
              <a:ext cx="5333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MA</a:t>
              </a:r>
              <a:endParaRPr lang="zh-CN" altLang="en-US" sz="1400" baseline="0" dirty="0">
                <a:ea typeface="宋体" panose="02010600030101010101" pitchFamily="2" charset="-122"/>
              </a:endParaRPr>
            </a:p>
          </p:txBody>
        </p:sp>
        <p:sp>
          <p:nvSpPr>
            <p:cNvPr id="26" name="TextBox 139">
              <a:extLst>
                <a:ext uri="{FF2B5EF4-FFF2-40B4-BE49-F238E27FC236}">
                  <a16:creationId xmlns:a16="http://schemas.microsoft.com/office/drawing/2014/main" id="{663D0EF3-29BF-4578-88DA-44F83BB885DF}"/>
                </a:ext>
              </a:extLst>
            </p:cNvPr>
            <p:cNvSpPr txBox="1">
              <a:spLocks noChangeArrowheads="1"/>
            </p:cNvSpPr>
            <p:nvPr/>
          </p:nvSpPr>
          <p:spPr bwMode="auto">
            <a:xfrm>
              <a:off x="2304927" y="2887611"/>
              <a:ext cx="7870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MB</a:t>
              </a:r>
              <a:endParaRPr lang="zh-CN" altLang="en-US" sz="1400" baseline="0" dirty="0">
                <a:ea typeface="宋体" panose="02010600030101010101" pitchFamily="2" charset="-122"/>
              </a:endParaRPr>
            </a:p>
          </p:txBody>
        </p:sp>
        <p:sp>
          <p:nvSpPr>
            <p:cNvPr id="27" name="TextBox 140">
              <a:extLst>
                <a:ext uri="{FF2B5EF4-FFF2-40B4-BE49-F238E27FC236}">
                  <a16:creationId xmlns:a16="http://schemas.microsoft.com/office/drawing/2014/main" id="{5E039B8E-5C73-4D2E-A69C-0DA1A9475661}"/>
                </a:ext>
              </a:extLst>
            </p:cNvPr>
            <p:cNvSpPr txBox="1">
              <a:spLocks noChangeArrowheads="1"/>
            </p:cNvSpPr>
            <p:nvPr/>
          </p:nvSpPr>
          <p:spPr bwMode="auto">
            <a:xfrm>
              <a:off x="3698914" y="2903992"/>
              <a:ext cx="6538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MC</a:t>
              </a:r>
              <a:endParaRPr lang="zh-CN" altLang="en-US" sz="1400" baseline="0" dirty="0">
                <a:ea typeface="宋体" panose="02010600030101010101" pitchFamily="2" charset="-122"/>
              </a:endParaRPr>
            </a:p>
          </p:txBody>
        </p:sp>
        <p:sp>
          <p:nvSpPr>
            <p:cNvPr id="28" name="TextBox 141">
              <a:extLst>
                <a:ext uri="{FF2B5EF4-FFF2-40B4-BE49-F238E27FC236}">
                  <a16:creationId xmlns:a16="http://schemas.microsoft.com/office/drawing/2014/main" id="{66FC5144-83EC-4B73-8539-7849953D9493}"/>
                </a:ext>
              </a:extLst>
            </p:cNvPr>
            <p:cNvSpPr txBox="1">
              <a:spLocks noChangeArrowheads="1"/>
            </p:cNvSpPr>
            <p:nvPr/>
          </p:nvSpPr>
          <p:spPr bwMode="auto">
            <a:xfrm>
              <a:off x="5143262" y="2911452"/>
              <a:ext cx="50100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MD</a:t>
              </a:r>
              <a:endParaRPr lang="zh-CN" altLang="en-US" sz="1400" baseline="0" dirty="0">
                <a:ea typeface="宋体" panose="02010600030101010101" pitchFamily="2" charset="-122"/>
              </a:endParaRPr>
            </a:p>
          </p:txBody>
        </p:sp>
        <p:sp>
          <p:nvSpPr>
            <p:cNvPr id="29" name="TextBox 142">
              <a:extLst>
                <a:ext uri="{FF2B5EF4-FFF2-40B4-BE49-F238E27FC236}">
                  <a16:creationId xmlns:a16="http://schemas.microsoft.com/office/drawing/2014/main" id="{62F8FDAA-13D1-4AF1-BD58-C8405D3DFFED}"/>
                </a:ext>
              </a:extLst>
            </p:cNvPr>
            <p:cNvSpPr txBox="1">
              <a:spLocks noChangeArrowheads="1"/>
            </p:cNvSpPr>
            <p:nvPr/>
          </p:nvSpPr>
          <p:spPr bwMode="auto">
            <a:xfrm>
              <a:off x="6505497" y="2923257"/>
              <a:ext cx="8809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ME</a:t>
              </a:r>
              <a:endParaRPr lang="zh-CN" altLang="en-US" sz="1400" baseline="0" dirty="0">
                <a:ea typeface="宋体" panose="02010600030101010101" pitchFamily="2" charset="-122"/>
              </a:endParaRPr>
            </a:p>
          </p:txBody>
        </p:sp>
        <p:sp>
          <p:nvSpPr>
            <p:cNvPr id="30" name="TextBox 143">
              <a:extLst>
                <a:ext uri="{FF2B5EF4-FFF2-40B4-BE49-F238E27FC236}">
                  <a16:creationId xmlns:a16="http://schemas.microsoft.com/office/drawing/2014/main" id="{37665DB3-BEEB-4A6E-B2E8-F427E9B6A0F8}"/>
                </a:ext>
              </a:extLst>
            </p:cNvPr>
            <p:cNvSpPr txBox="1">
              <a:spLocks noChangeArrowheads="1"/>
            </p:cNvSpPr>
            <p:nvPr/>
          </p:nvSpPr>
          <p:spPr bwMode="auto">
            <a:xfrm>
              <a:off x="7142546" y="2801872"/>
              <a:ext cx="6236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MF</a:t>
              </a:r>
              <a:endParaRPr lang="zh-CN" altLang="en-US" sz="1400" baseline="0" dirty="0">
                <a:ea typeface="宋体" panose="02010600030101010101" pitchFamily="2" charset="-122"/>
              </a:endParaRPr>
            </a:p>
          </p:txBody>
        </p:sp>
        <p:sp>
          <p:nvSpPr>
            <p:cNvPr id="31" name="TextBox 144">
              <a:extLst>
                <a:ext uri="{FF2B5EF4-FFF2-40B4-BE49-F238E27FC236}">
                  <a16:creationId xmlns:a16="http://schemas.microsoft.com/office/drawing/2014/main" id="{87C15CDE-122A-4A5D-978E-623DD1F0755C}"/>
                </a:ext>
              </a:extLst>
            </p:cNvPr>
            <p:cNvSpPr txBox="1">
              <a:spLocks noChangeArrowheads="1"/>
            </p:cNvSpPr>
            <p:nvPr/>
          </p:nvSpPr>
          <p:spPr bwMode="auto">
            <a:xfrm>
              <a:off x="2521784" y="3498502"/>
              <a:ext cx="5752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M1</a:t>
              </a:r>
              <a:endParaRPr lang="zh-CN" altLang="en-US" sz="1400" baseline="0" dirty="0">
                <a:ea typeface="宋体" panose="02010600030101010101" pitchFamily="2" charset="-122"/>
              </a:endParaRPr>
            </a:p>
          </p:txBody>
        </p:sp>
        <p:sp>
          <p:nvSpPr>
            <p:cNvPr id="32" name="TextBox 145">
              <a:extLst>
                <a:ext uri="{FF2B5EF4-FFF2-40B4-BE49-F238E27FC236}">
                  <a16:creationId xmlns:a16="http://schemas.microsoft.com/office/drawing/2014/main" id="{F4EA8D61-1655-4427-B6D7-B5F26FFBFFF9}"/>
                </a:ext>
              </a:extLst>
            </p:cNvPr>
            <p:cNvSpPr txBox="1">
              <a:spLocks noChangeArrowheads="1"/>
            </p:cNvSpPr>
            <p:nvPr/>
          </p:nvSpPr>
          <p:spPr bwMode="auto">
            <a:xfrm>
              <a:off x="3438409" y="3501649"/>
              <a:ext cx="7525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M2</a:t>
              </a:r>
              <a:endParaRPr lang="zh-CN" altLang="en-US" sz="1400" baseline="0" dirty="0">
                <a:ea typeface="宋体" panose="02010600030101010101" pitchFamily="2" charset="-122"/>
              </a:endParaRPr>
            </a:p>
          </p:txBody>
        </p:sp>
        <p:sp>
          <p:nvSpPr>
            <p:cNvPr id="33" name="TextBox 146">
              <a:extLst>
                <a:ext uri="{FF2B5EF4-FFF2-40B4-BE49-F238E27FC236}">
                  <a16:creationId xmlns:a16="http://schemas.microsoft.com/office/drawing/2014/main" id="{7F34CC5E-3409-44FF-96E7-179329D615C1}"/>
                </a:ext>
              </a:extLst>
            </p:cNvPr>
            <p:cNvSpPr txBox="1">
              <a:spLocks noChangeArrowheads="1"/>
            </p:cNvSpPr>
            <p:nvPr/>
          </p:nvSpPr>
          <p:spPr bwMode="auto">
            <a:xfrm>
              <a:off x="5301977" y="3491198"/>
              <a:ext cx="5750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M3</a:t>
              </a:r>
              <a:endParaRPr lang="zh-CN" altLang="en-US" sz="1400" baseline="0" dirty="0">
                <a:ea typeface="宋体" panose="02010600030101010101" pitchFamily="2" charset="-122"/>
              </a:endParaRPr>
            </a:p>
          </p:txBody>
        </p:sp>
        <p:sp>
          <p:nvSpPr>
            <p:cNvPr id="34" name="TextBox 147">
              <a:extLst>
                <a:ext uri="{FF2B5EF4-FFF2-40B4-BE49-F238E27FC236}">
                  <a16:creationId xmlns:a16="http://schemas.microsoft.com/office/drawing/2014/main" id="{BB213677-C543-4226-9340-53C93F842681}"/>
                </a:ext>
              </a:extLst>
            </p:cNvPr>
            <p:cNvSpPr txBox="1">
              <a:spLocks noChangeArrowheads="1"/>
            </p:cNvSpPr>
            <p:nvPr/>
          </p:nvSpPr>
          <p:spPr bwMode="auto">
            <a:xfrm>
              <a:off x="6236418" y="3489852"/>
              <a:ext cx="6652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M4</a:t>
              </a:r>
              <a:endParaRPr lang="zh-CN" altLang="en-US" sz="1400" baseline="0" dirty="0">
                <a:ea typeface="宋体" panose="02010600030101010101" pitchFamily="2" charset="-122"/>
              </a:endParaRPr>
            </a:p>
          </p:txBody>
        </p:sp>
        <p:sp>
          <p:nvSpPr>
            <p:cNvPr id="35" name="TextBox 40">
              <a:extLst>
                <a:ext uri="{FF2B5EF4-FFF2-40B4-BE49-F238E27FC236}">
                  <a16:creationId xmlns:a16="http://schemas.microsoft.com/office/drawing/2014/main" id="{0B63C576-EDC3-4884-AB0C-B5C88ED54B6B}"/>
                </a:ext>
              </a:extLst>
            </p:cNvPr>
            <p:cNvSpPr txBox="1">
              <a:spLocks noChangeArrowheads="1"/>
            </p:cNvSpPr>
            <p:nvPr/>
          </p:nvSpPr>
          <p:spPr bwMode="auto">
            <a:xfrm>
              <a:off x="808020" y="2913333"/>
              <a:ext cx="83067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10.0.0.2</a:t>
              </a:r>
              <a:endParaRPr lang="zh-CN" altLang="en-US" sz="1400" baseline="0" dirty="0">
                <a:ea typeface="宋体" panose="02010600030101010101" pitchFamily="2" charset="-122"/>
              </a:endParaRPr>
            </a:p>
          </p:txBody>
        </p:sp>
        <p:sp>
          <p:nvSpPr>
            <p:cNvPr id="36" name="TextBox 148">
              <a:extLst>
                <a:ext uri="{FF2B5EF4-FFF2-40B4-BE49-F238E27FC236}">
                  <a16:creationId xmlns:a16="http://schemas.microsoft.com/office/drawing/2014/main" id="{43A2734B-C5DF-4BAD-BAF9-A61BAF69AF0E}"/>
                </a:ext>
              </a:extLst>
            </p:cNvPr>
            <p:cNvSpPr txBox="1">
              <a:spLocks noChangeArrowheads="1"/>
            </p:cNvSpPr>
            <p:nvPr/>
          </p:nvSpPr>
          <p:spPr bwMode="auto">
            <a:xfrm>
              <a:off x="7503735" y="2914231"/>
              <a:ext cx="83067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ea typeface="宋体" panose="02010600030101010101" pitchFamily="2" charset="-122"/>
                </a:rPr>
                <a:t>12.0.0.2</a:t>
              </a:r>
              <a:endParaRPr lang="zh-CN" altLang="en-US" sz="1400" baseline="0" dirty="0">
                <a:ea typeface="宋体" panose="02010600030101010101" pitchFamily="2" charset="-122"/>
              </a:endParaRPr>
            </a:p>
          </p:txBody>
        </p:sp>
        <p:sp>
          <p:nvSpPr>
            <p:cNvPr id="37" name="TextBox 76">
              <a:extLst>
                <a:ext uri="{FF2B5EF4-FFF2-40B4-BE49-F238E27FC236}">
                  <a16:creationId xmlns:a16="http://schemas.microsoft.com/office/drawing/2014/main" id="{9CCC58AA-7A78-4B9A-AB9C-9C4BB93CC422}"/>
                </a:ext>
              </a:extLst>
            </p:cNvPr>
            <p:cNvSpPr txBox="1">
              <a:spLocks noChangeArrowheads="1"/>
            </p:cNvSpPr>
            <p:nvPr/>
          </p:nvSpPr>
          <p:spPr bwMode="auto">
            <a:xfrm>
              <a:off x="1033507" y="4380684"/>
              <a:ext cx="7393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10.0.0.2</a:t>
              </a:r>
              <a:endParaRPr lang="zh-CN" altLang="en-US" sz="1200" baseline="0" dirty="0">
                <a:ea typeface="宋体" panose="02010600030101010101" pitchFamily="2" charset="-122"/>
              </a:endParaRPr>
            </a:p>
          </p:txBody>
        </p:sp>
        <p:sp>
          <p:nvSpPr>
            <p:cNvPr id="38" name="矩形 37">
              <a:extLst>
                <a:ext uri="{FF2B5EF4-FFF2-40B4-BE49-F238E27FC236}">
                  <a16:creationId xmlns:a16="http://schemas.microsoft.com/office/drawing/2014/main" id="{AC5FFE5E-33C9-4C56-B2DB-00AFAE5877FC}"/>
                </a:ext>
              </a:extLst>
            </p:cNvPr>
            <p:cNvSpPr/>
            <p:nvPr/>
          </p:nvSpPr>
          <p:spPr bwMode="auto">
            <a:xfrm>
              <a:off x="620235" y="4363833"/>
              <a:ext cx="439090" cy="283462"/>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39" name="矩形 38">
              <a:extLst>
                <a:ext uri="{FF2B5EF4-FFF2-40B4-BE49-F238E27FC236}">
                  <a16:creationId xmlns:a16="http://schemas.microsoft.com/office/drawing/2014/main" id="{2ECC015C-E878-4B0D-8959-46AF7D256050}"/>
                </a:ext>
              </a:extLst>
            </p:cNvPr>
            <p:cNvSpPr/>
            <p:nvPr/>
          </p:nvSpPr>
          <p:spPr bwMode="auto">
            <a:xfrm>
              <a:off x="1064087" y="4369391"/>
              <a:ext cx="681038" cy="28257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dirty="0">
                <a:solidFill>
                  <a:srgbClr val="FFFFFF"/>
                </a:solidFill>
                <a:latin typeface="Tahoma" panose="020B0604030504040204" pitchFamily="34" charset="0"/>
                <a:ea typeface="宋体" panose="02010600030101010101" pitchFamily="2" charset="-122"/>
              </a:endParaRPr>
            </a:p>
          </p:txBody>
        </p:sp>
        <p:sp>
          <p:nvSpPr>
            <p:cNvPr id="40" name="矩形 39">
              <a:extLst>
                <a:ext uri="{FF2B5EF4-FFF2-40B4-BE49-F238E27FC236}">
                  <a16:creationId xmlns:a16="http://schemas.microsoft.com/office/drawing/2014/main" id="{7DBF4A48-4177-44AA-A23C-848A926C4AFA}"/>
                </a:ext>
              </a:extLst>
            </p:cNvPr>
            <p:cNvSpPr/>
            <p:nvPr/>
          </p:nvSpPr>
          <p:spPr bwMode="auto">
            <a:xfrm>
              <a:off x="1749887" y="4369393"/>
              <a:ext cx="681038" cy="28257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dirty="0">
                <a:solidFill>
                  <a:srgbClr val="FFFFFF"/>
                </a:solidFill>
                <a:latin typeface="Tahoma" panose="020B0604030504040204" pitchFamily="34" charset="0"/>
                <a:ea typeface="宋体" panose="02010600030101010101" pitchFamily="2" charset="-122"/>
              </a:endParaRPr>
            </a:p>
          </p:txBody>
        </p:sp>
        <p:sp>
          <p:nvSpPr>
            <p:cNvPr id="41" name="矩形 40">
              <a:extLst>
                <a:ext uri="{FF2B5EF4-FFF2-40B4-BE49-F238E27FC236}">
                  <a16:creationId xmlns:a16="http://schemas.microsoft.com/office/drawing/2014/main" id="{F31E9614-C6FA-4976-B2BE-DAE74B7115C1}"/>
                </a:ext>
              </a:extLst>
            </p:cNvPr>
            <p:cNvSpPr/>
            <p:nvPr/>
          </p:nvSpPr>
          <p:spPr bwMode="auto">
            <a:xfrm>
              <a:off x="2430925" y="4369393"/>
              <a:ext cx="341312" cy="28257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dirty="0">
                <a:solidFill>
                  <a:srgbClr val="FFFFFF"/>
                </a:solidFill>
                <a:latin typeface="Tahoma" panose="020B0604030504040204" pitchFamily="34" charset="0"/>
                <a:ea typeface="宋体" panose="02010600030101010101" pitchFamily="2" charset="-122"/>
              </a:endParaRPr>
            </a:p>
          </p:txBody>
        </p:sp>
        <p:sp>
          <p:nvSpPr>
            <p:cNvPr id="42" name="TextBox 88">
              <a:extLst>
                <a:ext uri="{FF2B5EF4-FFF2-40B4-BE49-F238E27FC236}">
                  <a16:creationId xmlns:a16="http://schemas.microsoft.com/office/drawing/2014/main" id="{29297921-AB2E-43B5-8BEE-7CF8675C8A64}"/>
                </a:ext>
              </a:extLst>
            </p:cNvPr>
            <p:cNvSpPr txBox="1">
              <a:spLocks noChangeArrowheads="1"/>
            </p:cNvSpPr>
            <p:nvPr/>
          </p:nvSpPr>
          <p:spPr bwMode="auto">
            <a:xfrm>
              <a:off x="1730966" y="4372359"/>
              <a:ext cx="739263" cy="277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12.0.0.2</a:t>
              </a:r>
              <a:endParaRPr lang="zh-CN" altLang="en-US" sz="1200" baseline="0" dirty="0">
                <a:ea typeface="宋体" panose="02010600030101010101" pitchFamily="2" charset="-122"/>
              </a:endParaRPr>
            </a:p>
          </p:txBody>
        </p:sp>
        <p:sp>
          <p:nvSpPr>
            <p:cNvPr id="43" name="TextBox 149">
              <a:extLst>
                <a:ext uri="{FF2B5EF4-FFF2-40B4-BE49-F238E27FC236}">
                  <a16:creationId xmlns:a16="http://schemas.microsoft.com/office/drawing/2014/main" id="{27E4F714-8612-43E8-976E-866486AAA1AA}"/>
                </a:ext>
              </a:extLst>
            </p:cNvPr>
            <p:cNvSpPr txBox="1">
              <a:spLocks noChangeArrowheads="1"/>
            </p:cNvSpPr>
            <p:nvPr/>
          </p:nvSpPr>
          <p:spPr bwMode="auto">
            <a:xfrm>
              <a:off x="2467386" y="4377064"/>
              <a:ext cx="293020" cy="277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100" dirty="0">
                  <a:ea typeface="宋体" panose="02010600030101010101" pitchFamily="2" charset="-122"/>
                </a:rPr>
                <a:t> </a:t>
              </a:r>
              <a:r>
                <a:rPr lang="en-US" altLang="zh-CN" sz="1200" baseline="0" dirty="0">
                  <a:ea typeface="宋体" panose="02010600030101010101" pitchFamily="2" charset="-122"/>
                </a:rPr>
                <a:t>MA</a:t>
              </a:r>
              <a:endParaRPr lang="zh-CN" altLang="en-US" sz="1200" baseline="0" dirty="0">
                <a:ea typeface="宋体" panose="02010600030101010101" pitchFamily="2" charset="-122"/>
              </a:endParaRPr>
            </a:p>
          </p:txBody>
        </p:sp>
        <p:sp>
          <p:nvSpPr>
            <p:cNvPr id="44" name="矩形 43">
              <a:extLst>
                <a:ext uri="{FF2B5EF4-FFF2-40B4-BE49-F238E27FC236}">
                  <a16:creationId xmlns:a16="http://schemas.microsoft.com/office/drawing/2014/main" id="{F702136D-F6FE-48CF-9ADB-3FDDE79616EA}"/>
                </a:ext>
              </a:extLst>
            </p:cNvPr>
            <p:cNvSpPr/>
            <p:nvPr/>
          </p:nvSpPr>
          <p:spPr bwMode="auto">
            <a:xfrm>
              <a:off x="2773826" y="4369393"/>
              <a:ext cx="341312" cy="28257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45" name="TextBox 152">
              <a:extLst>
                <a:ext uri="{FF2B5EF4-FFF2-40B4-BE49-F238E27FC236}">
                  <a16:creationId xmlns:a16="http://schemas.microsoft.com/office/drawing/2014/main" id="{66578FAF-9FEE-4DDF-B920-137C515CBACB}"/>
                </a:ext>
              </a:extLst>
            </p:cNvPr>
            <p:cNvSpPr txBox="1">
              <a:spLocks noChangeArrowheads="1"/>
            </p:cNvSpPr>
            <p:nvPr/>
          </p:nvSpPr>
          <p:spPr bwMode="auto">
            <a:xfrm>
              <a:off x="2755670" y="4372848"/>
              <a:ext cx="519895" cy="277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M1</a:t>
              </a:r>
              <a:endParaRPr lang="zh-CN" altLang="en-US" sz="1200" baseline="0" dirty="0">
                <a:ea typeface="宋体" panose="02010600030101010101" pitchFamily="2" charset="-122"/>
              </a:endParaRPr>
            </a:p>
          </p:txBody>
        </p:sp>
        <p:grpSp>
          <p:nvGrpSpPr>
            <p:cNvPr id="46" name="组合 42">
              <a:extLst>
                <a:ext uri="{FF2B5EF4-FFF2-40B4-BE49-F238E27FC236}">
                  <a16:creationId xmlns:a16="http://schemas.microsoft.com/office/drawing/2014/main" id="{5060FF77-061F-494A-B2BC-44E4461AE909}"/>
                </a:ext>
              </a:extLst>
            </p:cNvPr>
            <p:cNvGrpSpPr>
              <a:grpSpLocks/>
            </p:cNvGrpSpPr>
            <p:nvPr/>
          </p:nvGrpSpPr>
          <p:grpSpPr bwMode="auto">
            <a:xfrm>
              <a:off x="6082747" y="4367783"/>
              <a:ext cx="2541755" cy="290051"/>
              <a:chOff x="453887" y="3934115"/>
              <a:chExt cx="2541900" cy="289985"/>
            </a:xfrm>
          </p:grpSpPr>
          <p:sp>
            <p:nvSpPr>
              <p:cNvPr id="71" name="TextBox 194">
                <a:extLst>
                  <a:ext uri="{FF2B5EF4-FFF2-40B4-BE49-F238E27FC236}">
                    <a16:creationId xmlns:a16="http://schemas.microsoft.com/office/drawing/2014/main" id="{28CB5828-436C-4CC7-B696-AED2C339B0A9}"/>
                  </a:ext>
                </a:extLst>
              </p:cNvPr>
              <p:cNvSpPr txBox="1">
                <a:spLocks noChangeArrowheads="1"/>
              </p:cNvSpPr>
              <p:nvPr/>
            </p:nvSpPr>
            <p:spPr bwMode="auto">
              <a:xfrm>
                <a:off x="856562" y="3947101"/>
                <a:ext cx="7393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10.0.0.2</a:t>
                </a:r>
                <a:endParaRPr lang="zh-CN" altLang="en-US" sz="1200" baseline="0" dirty="0">
                  <a:ea typeface="宋体" panose="02010600030101010101" pitchFamily="2" charset="-122"/>
                </a:endParaRPr>
              </a:p>
            </p:txBody>
          </p:sp>
          <p:sp>
            <p:nvSpPr>
              <p:cNvPr id="72" name="矩形 71">
                <a:extLst>
                  <a:ext uri="{FF2B5EF4-FFF2-40B4-BE49-F238E27FC236}">
                    <a16:creationId xmlns:a16="http://schemas.microsoft.com/office/drawing/2014/main" id="{CD4A18C7-DB96-4B6E-8B75-67990673D8A3}"/>
                  </a:ext>
                </a:extLst>
              </p:cNvPr>
              <p:cNvSpPr/>
              <p:nvPr/>
            </p:nvSpPr>
            <p:spPr>
              <a:xfrm>
                <a:off x="453887" y="3937959"/>
                <a:ext cx="441998" cy="285361"/>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73" name="矩形 72">
                <a:extLst>
                  <a:ext uri="{FF2B5EF4-FFF2-40B4-BE49-F238E27FC236}">
                    <a16:creationId xmlns:a16="http://schemas.microsoft.com/office/drawing/2014/main" id="{C8883418-A56A-4095-A67E-556DD2D4C2BB}"/>
                  </a:ext>
                </a:extLst>
              </p:cNvPr>
              <p:cNvSpPr/>
              <p:nvPr/>
            </p:nvSpPr>
            <p:spPr>
              <a:xfrm>
                <a:off x="900648" y="3934115"/>
                <a:ext cx="681076" cy="2840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74" name="矩形 73">
                <a:extLst>
                  <a:ext uri="{FF2B5EF4-FFF2-40B4-BE49-F238E27FC236}">
                    <a16:creationId xmlns:a16="http://schemas.microsoft.com/office/drawing/2014/main" id="{EA98E260-2883-4832-B67F-2AD6406B6E59}"/>
                  </a:ext>
                </a:extLst>
              </p:cNvPr>
              <p:cNvSpPr/>
              <p:nvPr/>
            </p:nvSpPr>
            <p:spPr>
              <a:xfrm>
                <a:off x="1584899" y="3934120"/>
                <a:ext cx="682664" cy="2840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75" name="矩形 74">
                <a:extLst>
                  <a:ext uri="{FF2B5EF4-FFF2-40B4-BE49-F238E27FC236}">
                    <a16:creationId xmlns:a16="http://schemas.microsoft.com/office/drawing/2014/main" id="{19DF4EDF-FA66-4ECB-A830-FB91AB42DA28}"/>
                  </a:ext>
                </a:extLst>
              </p:cNvPr>
              <p:cNvSpPr/>
              <p:nvPr/>
            </p:nvSpPr>
            <p:spPr>
              <a:xfrm>
                <a:off x="2267563" y="3934120"/>
                <a:ext cx="339744" cy="2840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76" name="TextBox 199">
                <a:extLst>
                  <a:ext uri="{FF2B5EF4-FFF2-40B4-BE49-F238E27FC236}">
                    <a16:creationId xmlns:a16="http://schemas.microsoft.com/office/drawing/2014/main" id="{A18879E9-C822-43EA-9B00-E83ADAE59AC5}"/>
                  </a:ext>
                </a:extLst>
              </p:cNvPr>
              <p:cNvSpPr txBox="1">
                <a:spLocks noChangeArrowheads="1"/>
              </p:cNvSpPr>
              <p:nvPr/>
            </p:nvSpPr>
            <p:spPr bwMode="auto">
              <a:xfrm>
                <a:off x="1546592" y="3942821"/>
                <a:ext cx="7393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12.0.0.2</a:t>
                </a:r>
                <a:endParaRPr lang="zh-CN" altLang="en-US" sz="1200" baseline="0" dirty="0">
                  <a:ea typeface="宋体" panose="02010600030101010101" pitchFamily="2" charset="-122"/>
                </a:endParaRPr>
              </a:p>
            </p:txBody>
          </p:sp>
          <p:sp>
            <p:nvSpPr>
              <p:cNvPr id="77" name="TextBox 200">
                <a:extLst>
                  <a:ext uri="{FF2B5EF4-FFF2-40B4-BE49-F238E27FC236}">
                    <a16:creationId xmlns:a16="http://schemas.microsoft.com/office/drawing/2014/main" id="{17DF4D1E-9EE2-44BF-98EC-DA9C248C919B}"/>
                  </a:ext>
                </a:extLst>
              </p:cNvPr>
              <p:cNvSpPr txBox="1">
                <a:spLocks noChangeArrowheads="1"/>
              </p:cNvSpPr>
              <p:nvPr/>
            </p:nvSpPr>
            <p:spPr bwMode="auto">
              <a:xfrm>
                <a:off x="2314610" y="3945866"/>
                <a:ext cx="2930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100" dirty="0">
                    <a:ea typeface="宋体" panose="02010600030101010101" pitchFamily="2" charset="-122"/>
                  </a:rPr>
                  <a:t> </a:t>
                </a:r>
                <a:r>
                  <a:rPr lang="en-US" altLang="zh-CN" sz="1200" baseline="0" dirty="0">
                    <a:ea typeface="宋体" panose="02010600030101010101" pitchFamily="2" charset="-122"/>
                  </a:rPr>
                  <a:t>M4</a:t>
                </a:r>
                <a:endParaRPr lang="zh-CN" altLang="en-US" sz="1200" baseline="0" dirty="0">
                  <a:ea typeface="宋体" panose="02010600030101010101" pitchFamily="2" charset="-122"/>
                </a:endParaRPr>
              </a:p>
            </p:txBody>
          </p:sp>
          <p:sp>
            <p:nvSpPr>
              <p:cNvPr id="78" name="矩形 77">
                <a:extLst>
                  <a:ext uri="{FF2B5EF4-FFF2-40B4-BE49-F238E27FC236}">
                    <a16:creationId xmlns:a16="http://schemas.microsoft.com/office/drawing/2014/main" id="{2901DA84-861B-4FF8-90A4-CA1D7014F29F}"/>
                  </a:ext>
                </a:extLst>
              </p:cNvPr>
              <p:cNvSpPr/>
              <p:nvPr/>
            </p:nvSpPr>
            <p:spPr>
              <a:xfrm>
                <a:off x="2608896" y="3934120"/>
                <a:ext cx="341331" cy="2840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79" name="TextBox 202">
                <a:extLst>
                  <a:ext uri="{FF2B5EF4-FFF2-40B4-BE49-F238E27FC236}">
                    <a16:creationId xmlns:a16="http://schemas.microsoft.com/office/drawing/2014/main" id="{1BFA6A61-8F8C-4793-96BD-D9762C316597}"/>
                  </a:ext>
                </a:extLst>
              </p:cNvPr>
              <p:cNvSpPr txBox="1">
                <a:spLocks noChangeArrowheads="1"/>
              </p:cNvSpPr>
              <p:nvPr/>
            </p:nvSpPr>
            <p:spPr bwMode="auto">
              <a:xfrm>
                <a:off x="2585399" y="3939163"/>
                <a:ext cx="4103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MF</a:t>
                </a:r>
                <a:endParaRPr lang="zh-CN" altLang="en-US" sz="1200" baseline="0" dirty="0">
                  <a:ea typeface="宋体" panose="02010600030101010101" pitchFamily="2" charset="-122"/>
                </a:endParaRPr>
              </a:p>
            </p:txBody>
          </p:sp>
        </p:grpSp>
        <p:grpSp>
          <p:nvGrpSpPr>
            <p:cNvPr id="47" name="组合 52">
              <a:extLst>
                <a:ext uri="{FF2B5EF4-FFF2-40B4-BE49-F238E27FC236}">
                  <a16:creationId xmlns:a16="http://schemas.microsoft.com/office/drawing/2014/main" id="{764A9832-C8A2-4593-AAE0-8ED94729B0CC}"/>
                </a:ext>
              </a:extLst>
            </p:cNvPr>
            <p:cNvGrpSpPr>
              <a:grpSpLocks/>
            </p:cNvGrpSpPr>
            <p:nvPr/>
          </p:nvGrpSpPr>
          <p:grpSpPr bwMode="auto">
            <a:xfrm>
              <a:off x="3351652" y="4373312"/>
              <a:ext cx="2511212" cy="284430"/>
              <a:chOff x="3448125" y="3914371"/>
              <a:chExt cx="2511354" cy="284364"/>
            </a:xfrm>
          </p:grpSpPr>
          <p:sp>
            <p:nvSpPr>
              <p:cNvPr id="62" name="TextBox 214">
                <a:extLst>
                  <a:ext uri="{FF2B5EF4-FFF2-40B4-BE49-F238E27FC236}">
                    <a16:creationId xmlns:a16="http://schemas.microsoft.com/office/drawing/2014/main" id="{36C90365-F6E3-4FAA-9FFB-5C5006E087A2}"/>
                  </a:ext>
                </a:extLst>
              </p:cNvPr>
              <p:cNvSpPr txBox="1">
                <a:spLocks noChangeArrowheads="1"/>
              </p:cNvSpPr>
              <p:nvPr/>
            </p:nvSpPr>
            <p:spPr bwMode="auto">
              <a:xfrm>
                <a:off x="3844937" y="3918264"/>
                <a:ext cx="7393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10.0.0.2</a:t>
                </a:r>
                <a:endParaRPr lang="zh-CN" altLang="en-US" sz="1200" baseline="0" dirty="0">
                  <a:ea typeface="宋体" panose="02010600030101010101" pitchFamily="2" charset="-122"/>
                </a:endParaRPr>
              </a:p>
            </p:txBody>
          </p:sp>
          <p:sp>
            <p:nvSpPr>
              <p:cNvPr id="63" name="矩形 62">
                <a:extLst>
                  <a:ext uri="{FF2B5EF4-FFF2-40B4-BE49-F238E27FC236}">
                    <a16:creationId xmlns:a16="http://schemas.microsoft.com/office/drawing/2014/main" id="{63839757-B52A-4595-B9C2-404076FD620F}"/>
                  </a:ext>
                </a:extLst>
              </p:cNvPr>
              <p:cNvSpPr/>
              <p:nvPr/>
            </p:nvSpPr>
            <p:spPr>
              <a:xfrm>
                <a:off x="3448125" y="3915207"/>
                <a:ext cx="424119" cy="283396"/>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64" name="矩形 63">
                <a:extLst>
                  <a:ext uri="{FF2B5EF4-FFF2-40B4-BE49-F238E27FC236}">
                    <a16:creationId xmlns:a16="http://schemas.microsoft.com/office/drawing/2014/main" id="{D6DFED96-FB04-4F62-88D9-738A2862FD33}"/>
                  </a:ext>
                </a:extLst>
              </p:cNvPr>
              <p:cNvSpPr/>
              <p:nvPr/>
            </p:nvSpPr>
            <p:spPr>
              <a:xfrm>
                <a:off x="3872245" y="3915207"/>
                <a:ext cx="682664" cy="2825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65" name="矩形 64">
                <a:extLst>
                  <a:ext uri="{FF2B5EF4-FFF2-40B4-BE49-F238E27FC236}">
                    <a16:creationId xmlns:a16="http://schemas.microsoft.com/office/drawing/2014/main" id="{6351146D-33FF-4C33-8BFC-BB6CC2D6DC1F}"/>
                  </a:ext>
                </a:extLst>
              </p:cNvPr>
              <p:cNvSpPr/>
              <p:nvPr/>
            </p:nvSpPr>
            <p:spPr>
              <a:xfrm>
                <a:off x="4551734" y="3915207"/>
                <a:ext cx="681077" cy="2825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66" name="矩形 65">
                <a:extLst>
                  <a:ext uri="{FF2B5EF4-FFF2-40B4-BE49-F238E27FC236}">
                    <a16:creationId xmlns:a16="http://schemas.microsoft.com/office/drawing/2014/main" id="{53E749F3-A01F-4CAF-82C4-323E62583061}"/>
                  </a:ext>
                </a:extLst>
              </p:cNvPr>
              <p:cNvSpPr/>
              <p:nvPr/>
            </p:nvSpPr>
            <p:spPr>
              <a:xfrm>
                <a:off x="5232810" y="3915207"/>
                <a:ext cx="341331" cy="2825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67" name="TextBox 219">
                <a:extLst>
                  <a:ext uri="{FF2B5EF4-FFF2-40B4-BE49-F238E27FC236}">
                    <a16:creationId xmlns:a16="http://schemas.microsoft.com/office/drawing/2014/main" id="{9F04901D-2D29-4928-9034-CE0E20602F63}"/>
                  </a:ext>
                </a:extLst>
              </p:cNvPr>
              <p:cNvSpPr txBox="1">
                <a:spLocks noChangeArrowheads="1"/>
              </p:cNvSpPr>
              <p:nvPr/>
            </p:nvSpPr>
            <p:spPr bwMode="auto">
              <a:xfrm>
                <a:off x="4523102" y="3918264"/>
                <a:ext cx="7393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12.0.0.2</a:t>
                </a:r>
                <a:endParaRPr lang="zh-CN" altLang="en-US" sz="1200" baseline="0" dirty="0">
                  <a:ea typeface="宋体" panose="02010600030101010101" pitchFamily="2" charset="-122"/>
                </a:endParaRPr>
              </a:p>
            </p:txBody>
          </p:sp>
          <p:sp>
            <p:nvSpPr>
              <p:cNvPr id="68" name="TextBox 220">
                <a:extLst>
                  <a:ext uri="{FF2B5EF4-FFF2-40B4-BE49-F238E27FC236}">
                    <a16:creationId xmlns:a16="http://schemas.microsoft.com/office/drawing/2014/main" id="{484C8CE5-9CDF-47A5-B431-99D66E2762E5}"/>
                  </a:ext>
                </a:extLst>
              </p:cNvPr>
              <p:cNvSpPr txBox="1">
                <a:spLocks noChangeArrowheads="1"/>
              </p:cNvSpPr>
              <p:nvPr/>
            </p:nvSpPr>
            <p:spPr bwMode="auto">
              <a:xfrm>
                <a:off x="5280268" y="3914371"/>
                <a:ext cx="2930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100" dirty="0">
                    <a:ea typeface="宋体" panose="02010600030101010101" pitchFamily="2" charset="-122"/>
                  </a:rPr>
                  <a:t> </a:t>
                </a:r>
                <a:r>
                  <a:rPr lang="en-US" altLang="zh-CN" sz="1200" baseline="0" dirty="0">
                    <a:ea typeface="宋体" panose="02010600030101010101" pitchFamily="2" charset="-122"/>
                  </a:rPr>
                  <a:t>M2</a:t>
                </a:r>
                <a:endParaRPr lang="zh-CN" altLang="en-US" sz="1200" baseline="0" dirty="0">
                  <a:ea typeface="宋体" panose="02010600030101010101" pitchFamily="2" charset="-122"/>
                </a:endParaRPr>
              </a:p>
            </p:txBody>
          </p:sp>
          <p:sp>
            <p:nvSpPr>
              <p:cNvPr id="69" name="矩形 68">
                <a:extLst>
                  <a:ext uri="{FF2B5EF4-FFF2-40B4-BE49-F238E27FC236}">
                    <a16:creationId xmlns:a16="http://schemas.microsoft.com/office/drawing/2014/main" id="{DD86BB74-BE75-4312-A48B-91D20D728B63}"/>
                  </a:ext>
                </a:extLst>
              </p:cNvPr>
              <p:cNvSpPr/>
              <p:nvPr/>
            </p:nvSpPr>
            <p:spPr>
              <a:xfrm>
                <a:off x="5575730" y="3915207"/>
                <a:ext cx="341331" cy="2825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endParaRPr lang="zh-CN" altLang="en-US">
                  <a:solidFill>
                    <a:srgbClr val="FFFFFF"/>
                  </a:solidFill>
                  <a:latin typeface="Tahoma" panose="020B0604030504040204" pitchFamily="34" charset="0"/>
                  <a:ea typeface="宋体" panose="02010600030101010101" pitchFamily="2" charset="-122"/>
                </a:endParaRPr>
              </a:p>
            </p:txBody>
          </p:sp>
          <p:sp>
            <p:nvSpPr>
              <p:cNvPr id="70" name="TextBox 222">
                <a:extLst>
                  <a:ext uri="{FF2B5EF4-FFF2-40B4-BE49-F238E27FC236}">
                    <a16:creationId xmlns:a16="http://schemas.microsoft.com/office/drawing/2014/main" id="{1E757215-BFDE-4627-BDD1-D09070F28648}"/>
                  </a:ext>
                </a:extLst>
              </p:cNvPr>
              <p:cNvSpPr txBox="1">
                <a:spLocks noChangeArrowheads="1"/>
              </p:cNvSpPr>
              <p:nvPr/>
            </p:nvSpPr>
            <p:spPr bwMode="auto">
              <a:xfrm>
                <a:off x="5549091" y="3921736"/>
                <a:ext cx="4103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ea typeface="宋体" panose="02010600030101010101" pitchFamily="2" charset="-122"/>
                  </a:rPr>
                  <a:t>M3</a:t>
                </a:r>
                <a:endParaRPr lang="zh-CN" altLang="en-US" sz="1200" baseline="0" dirty="0">
                  <a:ea typeface="宋体" panose="02010600030101010101" pitchFamily="2" charset="-122"/>
                </a:endParaRPr>
              </a:p>
            </p:txBody>
          </p:sp>
        </p:grpSp>
        <p:cxnSp>
          <p:nvCxnSpPr>
            <p:cNvPr id="48" name="直接箭头连接符 47">
              <a:extLst>
                <a:ext uri="{FF2B5EF4-FFF2-40B4-BE49-F238E27FC236}">
                  <a16:creationId xmlns:a16="http://schemas.microsoft.com/office/drawing/2014/main" id="{D096E912-2CD0-42F9-9391-67B7642752A6}"/>
                </a:ext>
              </a:extLst>
            </p:cNvPr>
            <p:cNvCxnSpPr>
              <a:cxnSpLocks/>
            </p:cNvCxnSpPr>
            <p:nvPr/>
          </p:nvCxnSpPr>
          <p:spPr bwMode="auto">
            <a:xfrm>
              <a:off x="1990797" y="3967749"/>
              <a:ext cx="0" cy="355600"/>
            </a:xfrm>
            <a:prstGeom prst="straightConnector1">
              <a:avLst/>
            </a:prstGeom>
            <a:ln w="19050">
              <a:solidFill>
                <a:schemeClr val="tx1"/>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7BDE5832-5F1F-44AD-8507-C52AD0FE65CC}"/>
                </a:ext>
              </a:extLst>
            </p:cNvPr>
            <p:cNvCxnSpPr>
              <a:cxnSpLocks/>
            </p:cNvCxnSpPr>
            <p:nvPr/>
          </p:nvCxnSpPr>
          <p:spPr bwMode="auto">
            <a:xfrm>
              <a:off x="4563302" y="3967749"/>
              <a:ext cx="0" cy="355600"/>
            </a:xfrm>
            <a:prstGeom prst="straightConnector1">
              <a:avLst/>
            </a:prstGeom>
            <a:ln w="19050">
              <a:solidFill>
                <a:schemeClr val="tx1"/>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63FFDB91-D596-4D99-A13E-26A72D47AEFC}"/>
                </a:ext>
              </a:extLst>
            </p:cNvPr>
            <p:cNvCxnSpPr>
              <a:cxnSpLocks/>
            </p:cNvCxnSpPr>
            <p:nvPr/>
          </p:nvCxnSpPr>
          <p:spPr bwMode="auto">
            <a:xfrm>
              <a:off x="7301947" y="3967749"/>
              <a:ext cx="0" cy="355600"/>
            </a:xfrm>
            <a:prstGeom prst="straightConnector1">
              <a:avLst/>
            </a:prstGeom>
            <a:ln w="19050">
              <a:solidFill>
                <a:schemeClr val="tx1"/>
              </a:solidFill>
              <a:headEnd type="none"/>
              <a:tailEnd type="stealth"/>
            </a:ln>
          </p:spPr>
          <p:style>
            <a:lnRef idx="1">
              <a:schemeClr val="accent1"/>
            </a:lnRef>
            <a:fillRef idx="0">
              <a:schemeClr val="accent1"/>
            </a:fillRef>
            <a:effectRef idx="0">
              <a:schemeClr val="accent1"/>
            </a:effectRef>
            <a:fontRef idx="minor">
              <a:schemeClr val="tx1"/>
            </a:fontRef>
          </p:style>
        </p:cxnSp>
        <p:pic>
          <p:nvPicPr>
            <p:cNvPr id="51" name="图片 65">
              <a:extLst>
                <a:ext uri="{FF2B5EF4-FFF2-40B4-BE49-F238E27FC236}">
                  <a16:creationId xmlns:a16="http://schemas.microsoft.com/office/drawing/2014/main" id="{008B8E62-EBBC-4F7D-879D-1B357F96444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1671" y="3334314"/>
              <a:ext cx="550504" cy="425315"/>
            </a:xfrm>
            <a:prstGeom prst="rect">
              <a:avLst/>
            </a:prstGeom>
            <a:noFill/>
            <a:ln>
              <a:noFill/>
            </a:ln>
            <a:effectLst>
              <a:outerShdw dist="50800" dir="5400000" algn="ctr" rotWithShape="0">
                <a:srgbClr val="000000">
                  <a:alpha val="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图片 66">
              <a:extLst>
                <a:ext uri="{FF2B5EF4-FFF2-40B4-BE49-F238E27FC236}">
                  <a16:creationId xmlns:a16="http://schemas.microsoft.com/office/drawing/2014/main" id="{2AC5E932-25C8-4AC2-97D2-923D3BB5580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4275" y="3334314"/>
              <a:ext cx="550504" cy="425315"/>
            </a:xfrm>
            <a:prstGeom prst="rect">
              <a:avLst/>
            </a:prstGeom>
            <a:noFill/>
            <a:ln>
              <a:noFill/>
            </a:ln>
            <a:effectLst>
              <a:outerShdw dist="50800" dir="5400000" algn="ctr" rotWithShape="0">
                <a:srgbClr val="000000">
                  <a:alpha val="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图片 67">
              <a:extLst>
                <a:ext uri="{FF2B5EF4-FFF2-40B4-BE49-F238E27FC236}">
                  <a16:creationId xmlns:a16="http://schemas.microsoft.com/office/drawing/2014/main" id="{E4A13741-A8C7-401D-A0F2-123A75C62B7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6009" y="3350421"/>
              <a:ext cx="533388" cy="393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图片 68" descr="PC.png">
              <a:extLst>
                <a:ext uri="{FF2B5EF4-FFF2-40B4-BE49-F238E27FC236}">
                  <a16:creationId xmlns:a16="http://schemas.microsoft.com/office/drawing/2014/main" id="{98663A66-F1C4-4540-A2E0-2BB7BD5398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3165" y="2514120"/>
              <a:ext cx="539032" cy="41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图片 69" descr="PC.png">
              <a:extLst>
                <a:ext uri="{FF2B5EF4-FFF2-40B4-BE49-F238E27FC236}">
                  <a16:creationId xmlns:a16="http://schemas.microsoft.com/office/drawing/2014/main" id="{922A4179-5F10-4439-A0D6-1957A28846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3765" y="2514120"/>
              <a:ext cx="539032" cy="41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图片 70" descr="PC.png">
              <a:extLst>
                <a:ext uri="{FF2B5EF4-FFF2-40B4-BE49-F238E27FC236}">
                  <a16:creationId xmlns:a16="http://schemas.microsoft.com/office/drawing/2014/main" id="{10D5FEEB-C1A3-4B55-B951-258F6A0F9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1857" y="2514120"/>
              <a:ext cx="539032" cy="41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图片 71" descr="PC.png">
              <a:extLst>
                <a:ext uri="{FF2B5EF4-FFF2-40B4-BE49-F238E27FC236}">
                  <a16:creationId xmlns:a16="http://schemas.microsoft.com/office/drawing/2014/main" id="{120994CD-E1B6-4BC7-B2E1-8ED1C9BB69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2019" y="2514120"/>
              <a:ext cx="539032" cy="41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72" descr="PC.png">
              <a:extLst>
                <a:ext uri="{FF2B5EF4-FFF2-40B4-BE49-F238E27FC236}">
                  <a16:creationId xmlns:a16="http://schemas.microsoft.com/office/drawing/2014/main" id="{F11D9D7A-3EF7-4D77-B2F3-45C59A5C66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3747" y="2514120"/>
              <a:ext cx="539032" cy="41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图片 73" descr="PC.png">
              <a:extLst>
                <a:ext uri="{FF2B5EF4-FFF2-40B4-BE49-F238E27FC236}">
                  <a16:creationId xmlns:a16="http://schemas.microsoft.com/office/drawing/2014/main" id="{54C84B04-86B8-4C81-A1F7-00BA6AA00A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4347" y="2514120"/>
              <a:ext cx="539032" cy="41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74">
              <a:extLst>
                <a:ext uri="{FF2B5EF4-FFF2-40B4-BE49-F238E27FC236}">
                  <a16:creationId xmlns:a16="http://schemas.microsoft.com/office/drawing/2014/main" id="{CA19D575-745F-42CD-8374-72958548309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6797" y="3350421"/>
              <a:ext cx="533388" cy="393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图片 75">
              <a:extLst>
                <a:ext uri="{FF2B5EF4-FFF2-40B4-BE49-F238E27FC236}">
                  <a16:creationId xmlns:a16="http://schemas.microsoft.com/office/drawing/2014/main" id="{5E20EDB8-4592-4ACD-97F7-D73BADE5B11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147" y="3350421"/>
              <a:ext cx="533388" cy="393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1" name="组合 8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7D98BEA7-7AA8-46E0-92E3-AE3D1265F75D}"/>
              </a:ext>
            </a:extLst>
          </p:cNvPr>
          <p:cNvGrpSpPr>
            <a:grpSpLocks noChangeAspect="1"/>
          </p:cNvGrpSpPr>
          <p:nvPr/>
        </p:nvGrpSpPr>
        <p:grpSpPr>
          <a:xfrm>
            <a:off x="1012603" y="1129376"/>
            <a:ext cx="887657" cy="782569"/>
            <a:chOff x="3597956" y="1226694"/>
            <a:chExt cx="4996089" cy="4404613"/>
          </a:xfrm>
        </p:grpSpPr>
        <p:sp>
          <p:nvSpPr>
            <p:cNvPr id="82" name="ïslíďe">
              <a:extLst>
                <a:ext uri="{FF2B5EF4-FFF2-40B4-BE49-F238E27FC236}">
                  <a16:creationId xmlns:a16="http://schemas.microsoft.com/office/drawing/2014/main" id="{EE59F0D3-B9AD-4C8F-9631-01BCDF48E633}"/>
                </a:ext>
              </a:extLst>
            </p:cNvPr>
            <p:cNvSpPr/>
            <p:nvPr/>
          </p:nvSpPr>
          <p:spPr bwMode="auto">
            <a:xfrm>
              <a:off x="7013418" y="2191934"/>
              <a:ext cx="1580627" cy="1668719"/>
            </a:xfrm>
            <a:custGeom>
              <a:avLst/>
              <a:gdLst>
                <a:gd name="T0" fmla="*/ 60 w 604"/>
                <a:gd name="T1" fmla="*/ 61 h 639"/>
                <a:gd name="T2" fmla="*/ 9 w 604"/>
                <a:gd name="T3" fmla="*/ 127 h 639"/>
                <a:gd name="T4" fmla="*/ 26 w 604"/>
                <a:gd name="T5" fmla="*/ 191 h 639"/>
                <a:gd name="T6" fmla="*/ 68 w 604"/>
                <a:gd name="T7" fmla="*/ 207 h 639"/>
                <a:gd name="T8" fmla="*/ 207 w 604"/>
                <a:gd name="T9" fmla="*/ 325 h 639"/>
                <a:gd name="T10" fmla="*/ 200 w 604"/>
                <a:gd name="T11" fmla="*/ 542 h 639"/>
                <a:gd name="T12" fmla="*/ 221 w 604"/>
                <a:gd name="T13" fmla="*/ 590 h 639"/>
                <a:gd name="T14" fmla="*/ 439 w 604"/>
                <a:gd name="T15" fmla="*/ 556 h 639"/>
                <a:gd name="T16" fmla="*/ 365 w 604"/>
                <a:gd name="T17" fmla="*/ 48 h 639"/>
                <a:gd name="T18" fmla="*/ 60 w 604"/>
                <a:gd name="T19" fmla="*/ 61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4" h="639">
                  <a:moveTo>
                    <a:pt x="60" y="61"/>
                  </a:moveTo>
                  <a:cubicBezTo>
                    <a:pt x="38" y="77"/>
                    <a:pt x="20" y="99"/>
                    <a:pt x="9" y="127"/>
                  </a:cubicBezTo>
                  <a:cubicBezTo>
                    <a:pt x="0" y="150"/>
                    <a:pt x="4" y="176"/>
                    <a:pt x="26" y="191"/>
                  </a:cubicBezTo>
                  <a:cubicBezTo>
                    <a:pt x="39" y="199"/>
                    <a:pt x="54" y="202"/>
                    <a:pt x="68" y="207"/>
                  </a:cubicBezTo>
                  <a:cubicBezTo>
                    <a:pt x="128" y="227"/>
                    <a:pt x="182" y="266"/>
                    <a:pt x="207" y="325"/>
                  </a:cubicBezTo>
                  <a:cubicBezTo>
                    <a:pt x="237" y="399"/>
                    <a:pt x="191" y="467"/>
                    <a:pt x="200" y="542"/>
                  </a:cubicBezTo>
                  <a:cubicBezTo>
                    <a:pt x="202" y="559"/>
                    <a:pt x="208" y="578"/>
                    <a:pt x="221" y="590"/>
                  </a:cubicBezTo>
                  <a:cubicBezTo>
                    <a:pt x="275" y="639"/>
                    <a:pt x="392" y="594"/>
                    <a:pt x="439" y="556"/>
                  </a:cubicBezTo>
                  <a:cubicBezTo>
                    <a:pt x="604" y="421"/>
                    <a:pt x="546" y="137"/>
                    <a:pt x="365" y="48"/>
                  </a:cubicBezTo>
                  <a:cubicBezTo>
                    <a:pt x="285" y="9"/>
                    <a:pt x="142" y="0"/>
                    <a:pt x="60" y="61"/>
                  </a:cubicBezTo>
                  <a:close/>
                </a:path>
              </a:pathLst>
            </a:cu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iṥ1îḓé">
              <a:extLst>
                <a:ext uri="{FF2B5EF4-FFF2-40B4-BE49-F238E27FC236}">
                  <a16:creationId xmlns:a16="http://schemas.microsoft.com/office/drawing/2014/main" id="{08E75A2D-A8FD-4E45-AC17-36B7C0DA21B3}"/>
                </a:ext>
              </a:extLst>
            </p:cNvPr>
            <p:cNvSpPr/>
            <p:nvPr/>
          </p:nvSpPr>
          <p:spPr bwMode="auto">
            <a:xfrm>
              <a:off x="6093484" y="3134521"/>
              <a:ext cx="1247135" cy="885956"/>
            </a:xfrm>
            <a:custGeom>
              <a:avLst/>
              <a:gdLst>
                <a:gd name="T0" fmla="*/ 25 w 477"/>
                <a:gd name="T1" fmla="*/ 121 h 339"/>
                <a:gd name="T2" fmla="*/ 8 w 477"/>
                <a:gd name="T3" fmla="*/ 50 h 339"/>
                <a:gd name="T4" fmla="*/ 70 w 477"/>
                <a:gd name="T5" fmla="*/ 8 h 339"/>
                <a:gd name="T6" fmla="*/ 111 w 477"/>
                <a:gd name="T7" fmla="*/ 41 h 339"/>
                <a:gd name="T8" fmla="*/ 140 w 477"/>
                <a:gd name="T9" fmla="*/ 85 h 339"/>
                <a:gd name="T10" fmla="*/ 400 w 477"/>
                <a:gd name="T11" fmla="*/ 123 h 339"/>
                <a:gd name="T12" fmla="*/ 442 w 477"/>
                <a:gd name="T13" fmla="*/ 146 h 339"/>
                <a:gd name="T14" fmla="*/ 399 w 477"/>
                <a:gd name="T15" fmla="*/ 298 h 339"/>
                <a:gd name="T16" fmla="*/ 245 w 477"/>
                <a:gd name="T17" fmla="*/ 319 h 339"/>
                <a:gd name="T18" fmla="*/ 25 w 477"/>
                <a:gd name="T19" fmla="*/ 121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339">
                  <a:moveTo>
                    <a:pt x="25" y="121"/>
                  </a:moveTo>
                  <a:cubicBezTo>
                    <a:pt x="10" y="101"/>
                    <a:pt x="0" y="78"/>
                    <a:pt x="8" y="50"/>
                  </a:cubicBezTo>
                  <a:cubicBezTo>
                    <a:pt x="14" y="24"/>
                    <a:pt x="42" y="0"/>
                    <a:pt x="70" y="8"/>
                  </a:cubicBezTo>
                  <a:cubicBezTo>
                    <a:pt x="87" y="13"/>
                    <a:pt x="100" y="26"/>
                    <a:pt x="111" y="41"/>
                  </a:cubicBezTo>
                  <a:cubicBezTo>
                    <a:pt x="121" y="55"/>
                    <a:pt x="129" y="71"/>
                    <a:pt x="140" y="85"/>
                  </a:cubicBezTo>
                  <a:cubicBezTo>
                    <a:pt x="209" y="170"/>
                    <a:pt x="311" y="108"/>
                    <a:pt x="400" y="123"/>
                  </a:cubicBezTo>
                  <a:cubicBezTo>
                    <a:pt x="416" y="126"/>
                    <a:pt x="432" y="133"/>
                    <a:pt x="442" y="146"/>
                  </a:cubicBezTo>
                  <a:cubicBezTo>
                    <a:pt x="477" y="192"/>
                    <a:pt x="437" y="268"/>
                    <a:pt x="399" y="298"/>
                  </a:cubicBezTo>
                  <a:cubicBezTo>
                    <a:pt x="355" y="332"/>
                    <a:pt x="295" y="339"/>
                    <a:pt x="245" y="319"/>
                  </a:cubicBezTo>
                  <a:cubicBezTo>
                    <a:pt x="153" y="284"/>
                    <a:pt x="80" y="199"/>
                    <a:pt x="25" y="121"/>
                  </a:cubicBezTo>
                  <a:close/>
                </a:path>
              </a:pathLst>
            </a:cu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iṩ1íḍe">
              <a:extLst>
                <a:ext uri="{FF2B5EF4-FFF2-40B4-BE49-F238E27FC236}">
                  <a16:creationId xmlns:a16="http://schemas.microsoft.com/office/drawing/2014/main" id="{59BAA3B3-D467-464E-8DDF-43F385D6DA2B}"/>
                </a:ext>
              </a:extLst>
            </p:cNvPr>
            <p:cNvSpPr/>
            <p:nvPr/>
          </p:nvSpPr>
          <p:spPr bwMode="auto">
            <a:xfrm>
              <a:off x="3597956" y="2529201"/>
              <a:ext cx="1182953" cy="789055"/>
            </a:xfrm>
            <a:custGeom>
              <a:avLst/>
              <a:gdLst>
                <a:gd name="T0" fmla="*/ 237 w 452"/>
                <a:gd name="T1" fmla="*/ 301 h 302"/>
                <a:gd name="T2" fmla="*/ 136 w 452"/>
                <a:gd name="T3" fmla="*/ 278 h 302"/>
                <a:gd name="T4" fmla="*/ 54 w 452"/>
                <a:gd name="T5" fmla="*/ 181 h 302"/>
                <a:gd name="T6" fmla="*/ 96 w 452"/>
                <a:gd name="T7" fmla="*/ 2 h 302"/>
                <a:gd name="T8" fmla="*/ 199 w 452"/>
                <a:gd name="T9" fmla="*/ 49 h 302"/>
                <a:gd name="T10" fmla="*/ 319 w 452"/>
                <a:gd name="T11" fmla="*/ 177 h 302"/>
                <a:gd name="T12" fmla="*/ 447 w 452"/>
                <a:gd name="T13" fmla="*/ 212 h 302"/>
                <a:gd name="T14" fmla="*/ 429 w 452"/>
                <a:gd name="T15" fmla="*/ 260 h 302"/>
                <a:gd name="T16" fmla="*/ 380 w 452"/>
                <a:gd name="T17" fmla="*/ 280 h 302"/>
                <a:gd name="T18" fmla="*/ 237 w 452"/>
                <a:gd name="T19" fmla="*/ 30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2" h="302">
                  <a:moveTo>
                    <a:pt x="237" y="301"/>
                  </a:moveTo>
                  <a:cubicBezTo>
                    <a:pt x="201" y="301"/>
                    <a:pt x="167" y="295"/>
                    <a:pt x="136" y="278"/>
                  </a:cubicBezTo>
                  <a:cubicBezTo>
                    <a:pt x="98" y="257"/>
                    <a:pt x="70" y="221"/>
                    <a:pt x="54" y="181"/>
                  </a:cubicBezTo>
                  <a:cubicBezTo>
                    <a:pt x="32" y="128"/>
                    <a:pt x="0" y="0"/>
                    <a:pt x="96" y="2"/>
                  </a:cubicBezTo>
                  <a:cubicBezTo>
                    <a:pt x="132" y="2"/>
                    <a:pt x="175" y="23"/>
                    <a:pt x="199" y="49"/>
                  </a:cubicBezTo>
                  <a:cubicBezTo>
                    <a:pt x="247" y="100"/>
                    <a:pt x="233" y="168"/>
                    <a:pt x="319" y="177"/>
                  </a:cubicBezTo>
                  <a:cubicBezTo>
                    <a:pt x="355" y="181"/>
                    <a:pt x="431" y="164"/>
                    <a:pt x="447" y="212"/>
                  </a:cubicBezTo>
                  <a:cubicBezTo>
                    <a:pt x="452" y="229"/>
                    <a:pt x="443" y="248"/>
                    <a:pt x="429" y="260"/>
                  </a:cubicBezTo>
                  <a:cubicBezTo>
                    <a:pt x="415" y="271"/>
                    <a:pt x="397" y="276"/>
                    <a:pt x="380" y="280"/>
                  </a:cubicBezTo>
                  <a:cubicBezTo>
                    <a:pt x="336" y="291"/>
                    <a:pt x="286" y="302"/>
                    <a:pt x="237" y="301"/>
                  </a:cubicBezTo>
                  <a:close/>
                </a:path>
              </a:pathLst>
            </a:cu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i$ḷiḍê">
              <a:extLst>
                <a:ext uri="{FF2B5EF4-FFF2-40B4-BE49-F238E27FC236}">
                  <a16:creationId xmlns:a16="http://schemas.microsoft.com/office/drawing/2014/main" id="{0C52DD6F-ED8F-473A-B9CF-B7589B9339E0}"/>
                </a:ext>
              </a:extLst>
            </p:cNvPr>
            <p:cNvSpPr/>
            <p:nvPr/>
          </p:nvSpPr>
          <p:spPr bwMode="auto">
            <a:xfrm>
              <a:off x="3886144" y="3140813"/>
              <a:ext cx="2066392" cy="1030680"/>
            </a:xfrm>
            <a:custGeom>
              <a:avLst/>
              <a:gdLst>
                <a:gd name="T0" fmla="*/ 426 w 790"/>
                <a:gd name="T1" fmla="*/ 364 h 395"/>
                <a:gd name="T2" fmla="*/ 118 w 790"/>
                <a:gd name="T3" fmla="*/ 370 h 395"/>
                <a:gd name="T4" fmla="*/ 20 w 790"/>
                <a:gd name="T5" fmla="*/ 318 h 395"/>
                <a:gd name="T6" fmla="*/ 18 w 790"/>
                <a:gd name="T7" fmla="*/ 218 h 395"/>
                <a:gd name="T8" fmla="*/ 104 w 790"/>
                <a:gd name="T9" fmla="*/ 163 h 395"/>
                <a:gd name="T10" fmla="*/ 187 w 790"/>
                <a:gd name="T11" fmla="*/ 165 h 395"/>
                <a:gd name="T12" fmla="*/ 346 w 790"/>
                <a:gd name="T13" fmla="*/ 133 h 395"/>
                <a:gd name="T14" fmla="*/ 489 w 790"/>
                <a:gd name="T15" fmla="*/ 46 h 395"/>
                <a:gd name="T16" fmla="*/ 648 w 790"/>
                <a:gd name="T17" fmla="*/ 15 h 395"/>
                <a:gd name="T18" fmla="*/ 750 w 790"/>
                <a:gd name="T19" fmla="*/ 90 h 395"/>
                <a:gd name="T20" fmla="*/ 775 w 790"/>
                <a:gd name="T21" fmla="*/ 133 h 395"/>
                <a:gd name="T22" fmla="*/ 652 w 790"/>
                <a:gd name="T23" fmla="*/ 263 h 395"/>
                <a:gd name="T24" fmla="*/ 426 w 790"/>
                <a:gd name="T25" fmla="*/ 364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0" h="395">
                  <a:moveTo>
                    <a:pt x="426" y="364"/>
                  </a:moveTo>
                  <a:cubicBezTo>
                    <a:pt x="327" y="395"/>
                    <a:pt x="219" y="393"/>
                    <a:pt x="118" y="370"/>
                  </a:cubicBezTo>
                  <a:cubicBezTo>
                    <a:pt x="81" y="362"/>
                    <a:pt x="41" y="349"/>
                    <a:pt x="20" y="318"/>
                  </a:cubicBezTo>
                  <a:cubicBezTo>
                    <a:pt x="0" y="289"/>
                    <a:pt x="0" y="248"/>
                    <a:pt x="18" y="218"/>
                  </a:cubicBezTo>
                  <a:cubicBezTo>
                    <a:pt x="36" y="188"/>
                    <a:pt x="69" y="168"/>
                    <a:pt x="104" y="163"/>
                  </a:cubicBezTo>
                  <a:cubicBezTo>
                    <a:pt x="131" y="159"/>
                    <a:pt x="159" y="164"/>
                    <a:pt x="187" y="165"/>
                  </a:cubicBezTo>
                  <a:cubicBezTo>
                    <a:pt x="242" y="168"/>
                    <a:pt x="297" y="157"/>
                    <a:pt x="346" y="133"/>
                  </a:cubicBezTo>
                  <a:cubicBezTo>
                    <a:pt x="397" y="109"/>
                    <a:pt x="440" y="73"/>
                    <a:pt x="489" y="46"/>
                  </a:cubicBezTo>
                  <a:cubicBezTo>
                    <a:pt x="537" y="18"/>
                    <a:pt x="595" y="0"/>
                    <a:pt x="648" y="15"/>
                  </a:cubicBezTo>
                  <a:cubicBezTo>
                    <a:pt x="689" y="27"/>
                    <a:pt x="722" y="58"/>
                    <a:pt x="750" y="90"/>
                  </a:cubicBezTo>
                  <a:cubicBezTo>
                    <a:pt x="761" y="103"/>
                    <a:pt x="772" y="117"/>
                    <a:pt x="775" y="133"/>
                  </a:cubicBezTo>
                  <a:cubicBezTo>
                    <a:pt x="790" y="199"/>
                    <a:pt x="702" y="245"/>
                    <a:pt x="652" y="263"/>
                  </a:cubicBezTo>
                  <a:cubicBezTo>
                    <a:pt x="574" y="290"/>
                    <a:pt x="506" y="339"/>
                    <a:pt x="426" y="364"/>
                  </a:cubicBezTo>
                  <a:close/>
                </a:path>
              </a:pathLst>
            </a:cu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î$1íḋê">
              <a:extLst>
                <a:ext uri="{FF2B5EF4-FFF2-40B4-BE49-F238E27FC236}">
                  <a16:creationId xmlns:a16="http://schemas.microsoft.com/office/drawing/2014/main" id="{F45C5050-D813-4303-BA50-65AB18BBE5D6}"/>
                </a:ext>
              </a:extLst>
            </p:cNvPr>
            <p:cNvSpPr/>
            <p:nvPr/>
          </p:nvSpPr>
          <p:spPr bwMode="auto">
            <a:xfrm>
              <a:off x="5496974" y="4464714"/>
              <a:ext cx="395157" cy="85575"/>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iS1íḋe">
              <a:extLst>
                <a:ext uri="{FF2B5EF4-FFF2-40B4-BE49-F238E27FC236}">
                  <a16:creationId xmlns:a16="http://schemas.microsoft.com/office/drawing/2014/main" id="{46EBE9CB-AD2B-49A2-BBCB-5815E485FB17}"/>
                </a:ext>
              </a:extLst>
            </p:cNvPr>
            <p:cNvSpPr/>
            <p:nvPr/>
          </p:nvSpPr>
          <p:spPr bwMode="auto">
            <a:xfrm>
              <a:off x="4097565" y="4639640"/>
              <a:ext cx="763886" cy="127105"/>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íśḻiďè">
              <a:extLst>
                <a:ext uri="{FF2B5EF4-FFF2-40B4-BE49-F238E27FC236}">
                  <a16:creationId xmlns:a16="http://schemas.microsoft.com/office/drawing/2014/main" id="{3CA31A3F-29EC-4EAF-806C-642A5AA50CA4}"/>
                </a:ext>
              </a:extLst>
            </p:cNvPr>
            <p:cNvSpPr/>
            <p:nvPr/>
          </p:nvSpPr>
          <p:spPr bwMode="auto">
            <a:xfrm>
              <a:off x="4482654" y="4085917"/>
              <a:ext cx="347335" cy="586443"/>
            </a:xfrm>
            <a:custGeom>
              <a:avLst/>
              <a:gdLst>
                <a:gd name="T0" fmla="*/ 9 w 133"/>
                <a:gd name="T1" fmla="*/ 175 h 225"/>
                <a:gd name="T2" fmla="*/ 4 w 133"/>
                <a:gd name="T3" fmla="*/ 98 h 225"/>
                <a:gd name="T4" fmla="*/ 93 w 133"/>
                <a:gd name="T5" fmla="*/ 99 h 225"/>
                <a:gd name="T6" fmla="*/ 64 w 133"/>
                <a:gd name="T7" fmla="*/ 168 h 225"/>
                <a:gd name="T8" fmla="*/ 41 w 133"/>
                <a:gd name="T9" fmla="*/ 225 h 225"/>
                <a:gd name="T10" fmla="*/ 9 w 133"/>
                <a:gd name="T11" fmla="*/ 175 h 225"/>
              </a:gdLst>
              <a:ahLst/>
              <a:cxnLst>
                <a:cxn ang="0">
                  <a:pos x="T0" y="T1"/>
                </a:cxn>
                <a:cxn ang="0">
                  <a:pos x="T2" y="T3"/>
                </a:cxn>
                <a:cxn ang="0">
                  <a:pos x="T4" y="T5"/>
                </a:cxn>
                <a:cxn ang="0">
                  <a:pos x="T6" y="T7"/>
                </a:cxn>
                <a:cxn ang="0">
                  <a:pos x="T8" y="T9"/>
                </a:cxn>
                <a:cxn ang="0">
                  <a:pos x="T10" y="T11"/>
                </a:cxn>
              </a:cxnLst>
              <a:rect l="0" t="0" r="r" b="b"/>
              <a:pathLst>
                <a:path w="133" h="225">
                  <a:moveTo>
                    <a:pt x="9" y="175"/>
                  </a:moveTo>
                  <a:cubicBezTo>
                    <a:pt x="1" y="150"/>
                    <a:pt x="0" y="124"/>
                    <a:pt x="4" y="98"/>
                  </a:cubicBezTo>
                  <a:cubicBezTo>
                    <a:pt x="13" y="26"/>
                    <a:pt x="133" y="0"/>
                    <a:pt x="93" y="99"/>
                  </a:cubicBezTo>
                  <a:cubicBezTo>
                    <a:pt x="83" y="122"/>
                    <a:pt x="74" y="145"/>
                    <a:pt x="64" y="168"/>
                  </a:cubicBezTo>
                  <a:cubicBezTo>
                    <a:pt x="60" y="180"/>
                    <a:pt x="53" y="225"/>
                    <a:pt x="41" y="225"/>
                  </a:cubicBezTo>
                  <a:cubicBezTo>
                    <a:pt x="26" y="225"/>
                    <a:pt x="12" y="186"/>
                    <a:pt x="9" y="175"/>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íṩļïḋé">
              <a:extLst>
                <a:ext uri="{FF2B5EF4-FFF2-40B4-BE49-F238E27FC236}">
                  <a16:creationId xmlns:a16="http://schemas.microsoft.com/office/drawing/2014/main" id="{57E1405D-EA6B-4833-8BA2-878460DBE0B4}"/>
                </a:ext>
              </a:extLst>
            </p:cNvPr>
            <p:cNvSpPr/>
            <p:nvPr/>
          </p:nvSpPr>
          <p:spPr bwMode="auto">
            <a:xfrm>
              <a:off x="4359325" y="4190370"/>
              <a:ext cx="251692" cy="493317"/>
            </a:xfrm>
            <a:custGeom>
              <a:avLst/>
              <a:gdLst>
                <a:gd name="T0" fmla="*/ 50 w 96"/>
                <a:gd name="T1" fmla="*/ 161 h 189"/>
                <a:gd name="T2" fmla="*/ 19 w 96"/>
                <a:gd name="T3" fmla="*/ 111 h 189"/>
                <a:gd name="T4" fmla="*/ 79 w 96"/>
                <a:gd name="T5" fmla="*/ 81 h 189"/>
                <a:gd name="T6" fmla="*/ 84 w 96"/>
                <a:gd name="T7" fmla="*/ 137 h 189"/>
                <a:gd name="T8" fmla="*/ 88 w 96"/>
                <a:gd name="T9" fmla="*/ 183 h 189"/>
                <a:gd name="T10" fmla="*/ 50 w 96"/>
                <a:gd name="T11" fmla="*/ 161 h 189"/>
              </a:gdLst>
              <a:ahLst/>
              <a:cxnLst>
                <a:cxn ang="0">
                  <a:pos x="T0" y="T1"/>
                </a:cxn>
                <a:cxn ang="0">
                  <a:pos x="T2" y="T3"/>
                </a:cxn>
                <a:cxn ang="0">
                  <a:pos x="T4" y="T5"/>
                </a:cxn>
                <a:cxn ang="0">
                  <a:pos x="T6" y="T7"/>
                </a:cxn>
                <a:cxn ang="0">
                  <a:pos x="T8" y="T9"/>
                </a:cxn>
                <a:cxn ang="0">
                  <a:pos x="T10" y="T11"/>
                </a:cxn>
              </a:cxnLst>
              <a:rect l="0" t="0" r="r" b="b"/>
              <a:pathLst>
                <a:path w="96" h="189">
                  <a:moveTo>
                    <a:pt x="50" y="161"/>
                  </a:moveTo>
                  <a:cubicBezTo>
                    <a:pt x="36" y="147"/>
                    <a:pt x="26" y="130"/>
                    <a:pt x="19" y="111"/>
                  </a:cubicBezTo>
                  <a:cubicBezTo>
                    <a:pt x="0" y="60"/>
                    <a:pt x="72" y="0"/>
                    <a:pt x="79" y="81"/>
                  </a:cubicBezTo>
                  <a:cubicBezTo>
                    <a:pt x="81" y="100"/>
                    <a:pt x="83" y="119"/>
                    <a:pt x="84" y="137"/>
                  </a:cubicBezTo>
                  <a:cubicBezTo>
                    <a:pt x="85" y="147"/>
                    <a:pt x="96" y="179"/>
                    <a:pt x="88" y="183"/>
                  </a:cubicBezTo>
                  <a:cubicBezTo>
                    <a:pt x="78" y="189"/>
                    <a:pt x="55" y="167"/>
                    <a:pt x="50" y="161"/>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işļiďê">
              <a:extLst>
                <a:ext uri="{FF2B5EF4-FFF2-40B4-BE49-F238E27FC236}">
                  <a16:creationId xmlns:a16="http://schemas.microsoft.com/office/drawing/2014/main" id="{6A7972CA-52D8-49EA-BD52-A4611D7C0F99}"/>
                </a:ext>
              </a:extLst>
            </p:cNvPr>
            <p:cNvSpPr/>
            <p:nvPr/>
          </p:nvSpPr>
          <p:spPr bwMode="auto">
            <a:xfrm>
              <a:off x="4560679" y="4302372"/>
              <a:ext cx="400191" cy="381314"/>
            </a:xfrm>
            <a:custGeom>
              <a:avLst/>
              <a:gdLst>
                <a:gd name="T0" fmla="*/ 7 w 153"/>
                <a:gd name="T1" fmla="*/ 97 h 146"/>
                <a:gd name="T2" fmla="*/ 32 w 153"/>
                <a:gd name="T3" fmla="*/ 44 h 146"/>
                <a:gd name="T4" fmla="*/ 90 w 153"/>
                <a:gd name="T5" fmla="*/ 77 h 146"/>
                <a:gd name="T6" fmla="*/ 46 w 153"/>
                <a:gd name="T7" fmla="*/ 113 h 146"/>
                <a:gd name="T8" fmla="*/ 10 w 153"/>
                <a:gd name="T9" fmla="*/ 142 h 146"/>
                <a:gd name="T10" fmla="*/ 7 w 153"/>
                <a:gd name="T11" fmla="*/ 97 h 146"/>
              </a:gdLst>
              <a:ahLst/>
              <a:cxnLst>
                <a:cxn ang="0">
                  <a:pos x="T0" y="T1"/>
                </a:cxn>
                <a:cxn ang="0">
                  <a:pos x="T2" y="T3"/>
                </a:cxn>
                <a:cxn ang="0">
                  <a:pos x="T4" y="T5"/>
                </a:cxn>
                <a:cxn ang="0">
                  <a:pos x="T6" y="T7"/>
                </a:cxn>
                <a:cxn ang="0">
                  <a:pos x="T8" y="T9"/>
                </a:cxn>
                <a:cxn ang="0">
                  <a:pos x="T10" y="T11"/>
                </a:cxn>
              </a:cxnLst>
              <a:rect l="0" t="0" r="r" b="b"/>
              <a:pathLst>
                <a:path w="153" h="146">
                  <a:moveTo>
                    <a:pt x="7" y="97"/>
                  </a:moveTo>
                  <a:cubicBezTo>
                    <a:pt x="11" y="78"/>
                    <a:pt x="20" y="60"/>
                    <a:pt x="32" y="44"/>
                  </a:cubicBezTo>
                  <a:cubicBezTo>
                    <a:pt x="64" y="0"/>
                    <a:pt x="153" y="26"/>
                    <a:pt x="90" y="77"/>
                  </a:cubicBezTo>
                  <a:cubicBezTo>
                    <a:pt x="75" y="89"/>
                    <a:pt x="61" y="101"/>
                    <a:pt x="46" y="113"/>
                  </a:cubicBezTo>
                  <a:cubicBezTo>
                    <a:pt x="39" y="119"/>
                    <a:pt x="18" y="146"/>
                    <a:pt x="10" y="142"/>
                  </a:cubicBezTo>
                  <a:cubicBezTo>
                    <a:pt x="0" y="136"/>
                    <a:pt x="5" y="105"/>
                    <a:pt x="7" y="97"/>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ïŝļíďé">
              <a:extLst>
                <a:ext uri="{FF2B5EF4-FFF2-40B4-BE49-F238E27FC236}">
                  <a16:creationId xmlns:a16="http://schemas.microsoft.com/office/drawing/2014/main" id="{FE728BE3-162A-43FB-94AA-3F6A3E966DDE}"/>
                </a:ext>
              </a:extLst>
            </p:cNvPr>
            <p:cNvSpPr/>
            <p:nvPr/>
          </p:nvSpPr>
          <p:spPr bwMode="auto">
            <a:xfrm>
              <a:off x="7083892" y="4012926"/>
              <a:ext cx="254209" cy="357403"/>
            </a:xfrm>
            <a:custGeom>
              <a:avLst/>
              <a:gdLst>
                <a:gd name="T0" fmla="*/ 58 w 97"/>
                <a:gd name="T1" fmla="*/ 130 h 137"/>
                <a:gd name="T2" fmla="*/ 41 w 97"/>
                <a:gd name="T3" fmla="*/ 114 h 137"/>
                <a:gd name="T4" fmla="*/ 8 w 97"/>
                <a:gd name="T5" fmla="*/ 57 h 137"/>
                <a:gd name="T6" fmla="*/ 1 w 97"/>
                <a:gd name="T7" fmla="*/ 30 h 137"/>
                <a:gd name="T8" fmla="*/ 11 w 97"/>
                <a:gd name="T9" fmla="*/ 6 h 137"/>
                <a:gd name="T10" fmla="*/ 40 w 97"/>
                <a:gd name="T11" fmla="*/ 6 h 137"/>
                <a:gd name="T12" fmla="*/ 62 w 97"/>
                <a:gd name="T13" fmla="*/ 28 h 137"/>
                <a:gd name="T14" fmla="*/ 81 w 97"/>
                <a:gd name="T15" fmla="*/ 74 h 137"/>
                <a:gd name="T16" fmla="*/ 88 w 97"/>
                <a:gd name="T17" fmla="*/ 98 h 137"/>
                <a:gd name="T18" fmla="*/ 95 w 97"/>
                <a:gd name="T19" fmla="*/ 122 h 137"/>
                <a:gd name="T20" fmla="*/ 58 w 97"/>
                <a:gd name="T21" fmla="*/ 13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137">
                  <a:moveTo>
                    <a:pt x="58" y="130"/>
                  </a:moveTo>
                  <a:cubicBezTo>
                    <a:pt x="51" y="126"/>
                    <a:pt x="46" y="120"/>
                    <a:pt x="41" y="114"/>
                  </a:cubicBezTo>
                  <a:cubicBezTo>
                    <a:pt x="28" y="96"/>
                    <a:pt x="17" y="77"/>
                    <a:pt x="8" y="57"/>
                  </a:cubicBezTo>
                  <a:cubicBezTo>
                    <a:pt x="5" y="49"/>
                    <a:pt x="1" y="40"/>
                    <a:pt x="1" y="30"/>
                  </a:cubicBezTo>
                  <a:cubicBezTo>
                    <a:pt x="0" y="21"/>
                    <a:pt x="4" y="11"/>
                    <a:pt x="11" y="6"/>
                  </a:cubicBezTo>
                  <a:cubicBezTo>
                    <a:pt x="20" y="0"/>
                    <a:pt x="31" y="1"/>
                    <a:pt x="40" y="6"/>
                  </a:cubicBezTo>
                  <a:cubicBezTo>
                    <a:pt x="49" y="11"/>
                    <a:pt x="56" y="19"/>
                    <a:pt x="62" y="28"/>
                  </a:cubicBezTo>
                  <a:cubicBezTo>
                    <a:pt x="71" y="42"/>
                    <a:pt x="76" y="58"/>
                    <a:pt x="81" y="74"/>
                  </a:cubicBezTo>
                  <a:cubicBezTo>
                    <a:pt x="83" y="82"/>
                    <a:pt x="85" y="90"/>
                    <a:pt x="88" y="98"/>
                  </a:cubicBezTo>
                  <a:cubicBezTo>
                    <a:pt x="91" y="105"/>
                    <a:pt x="97" y="115"/>
                    <a:pt x="95" y="122"/>
                  </a:cubicBezTo>
                  <a:cubicBezTo>
                    <a:pt x="92" y="137"/>
                    <a:pt x="68" y="136"/>
                    <a:pt x="58" y="130"/>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iŝliḍê">
              <a:extLst>
                <a:ext uri="{FF2B5EF4-FFF2-40B4-BE49-F238E27FC236}">
                  <a16:creationId xmlns:a16="http://schemas.microsoft.com/office/drawing/2014/main" id="{764AB410-3F4D-4D4F-9D3D-A8759D8BDEAE}"/>
                </a:ext>
              </a:extLst>
            </p:cNvPr>
            <p:cNvSpPr/>
            <p:nvPr/>
          </p:nvSpPr>
          <p:spPr bwMode="auto">
            <a:xfrm>
              <a:off x="7277695" y="4046905"/>
              <a:ext cx="280637" cy="323425"/>
            </a:xfrm>
            <a:custGeom>
              <a:avLst/>
              <a:gdLst>
                <a:gd name="T0" fmla="*/ 67 w 107"/>
                <a:gd name="T1" fmla="*/ 3 h 124"/>
                <a:gd name="T2" fmla="*/ 89 w 107"/>
                <a:gd name="T3" fmla="*/ 2 h 124"/>
                <a:gd name="T4" fmla="*/ 105 w 107"/>
                <a:gd name="T5" fmla="*/ 17 h 124"/>
                <a:gd name="T6" fmla="*/ 92 w 107"/>
                <a:gd name="T7" fmla="*/ 45 h 124"/>
                <a:gd name="T8" fmla="*/ 61 w 107"/>
                <a:gd name="T9" fmla="*/ 76 h 124"/>
                <a:gd name="T10" fmla="*/ 23 w 107"/>
                <a:gd name="T11" fmla="*/ 120 h 124"/>
                <a:gd name="T12" fmla="*/ 2 w 107"/>
                <a:gd name="T13" fmla="*/ 92 h 124"/>
                <a:gd name="T14" fmla="*/ 67 w 107"/>
                <a:gd name="T15" fmla="*/ 3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124">
                  <a:moveTo>
                    <a:pt x="67" y="3"/>
                  </a:moveTo>
                  <a:cubicBezTo>
                    <a:pt x="74" y="1"/>
                    <a:pt x="82" y="0"/>
                    <a:pt x="89" y="2"/>
                  </a:cubicBezTo>
                  <a:cubicBezTo>
                    <a:pt x="96" y="4"/>
                    <a:pt x="103" y="10"/>
                    <a:pt x="105" y="17"/>
                  </a:cubicBezTo>
                  <a:cubicBezTo>
                    <a:pt x="107" y="27"/>
                    <a:pt x="99" y="38"/>
                    <a:pt x="92" y="45"/>
                  </a:cubicBezTo>
                  <a:cubicBezTo>
                    <a:pt x="81" y="55"/>
                    <a:pt x="70" y="64"/>
                    <a:pt x="61" y="76"/>
                  </a:cubicBezTo>
                  <a:cubicBezTo>
                    <a:pt x="51" y="89"/>
                    <a:pt x="42" y="116"/>
                    <a:pt x="23" y="120"/>
                  </a:cubicBezTo>
                  <a:cubicBezTo>
                    <a:pt x="0" y="124"/>
                    <a:pt x="0" y="109"/>
                    <a:pt x="2" y="92"/>
                  </a:cubicBezTo>
                  <a:cubicBezTo>
                    <a:pt x="5" y="53"/>
                    <a:pt x="26" y="13"/>
                    <a:pt x="67" y="3"/>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îŝliďe">
              <a:extLst>
                <a:ext uri="{FF2B5EF4-FFF2-40B4-BE49-F238E27FC236}">
                  <a16:creationId xmlns:a16="http://schemas.microsoft.com/office/drawing/2014/main" id="{A8E4279D-A3B6-4AAA-9E2E-7341A5D3F392}"/>
                </a:ext>
              </a:extLst>
            </p:cNvPr>
            <p:cNvSpPr/>
            <p:nvPr/>
          </p:nvSpPr>
          <p:spPr bwMode="auto">
            <a:xfrm>
              <a:off x="7202187" y="3814090"/>
              <a:ext cx="310840" cy="542397"/>
            </a:xfrm>
            <a:custGeom>
              <a:avLst/>
              <a:gdLst>
                <a:gd name="T0" fmla="*/ 9 w 119"/>
                <a:gd name="T1" fmla="*/ 163 h 208"/>
                <a:gd name="T2" fmla="*/ 3 w 119"/>
                <a:gd name="T3" fmla="*/ 93 h 208"/>
                <a:gd name="T4" fmla="*/ 84 w 119"/>
                <a:gd name="T5" fmla="*/ 92 h 208"/>
                <a:gd name="T6" fmla="*/ 60 w 119"/>
                <a:gd name="T7" fmla="*/ 156 h 208"/>
                <a:gd name="T8" fmla="*/ 40 w 119"/>
                <a:gd name="T9" fmla="*/ 208 h 208"/>
                <a:gd name="T10" fmla="*/ 9 w 119"/>
                <a:gd name="T11" fmla="*/ 163 h 208"/>
              </a:gdLst>
              <a:ahLst/>
              <a:cxnLst>
                <a:cxn ang="0">
                  <a:pos x="T0" y="T1"/>
                </a:cxn>
                <a:cxn ang="0">
                  <a:pos x="T2" y="T3"/>
                </a:cxn>
                <a:cxn ang="0">
                  <a:pos x="T4" y="T5"/>
                </a:cxn>
                <a:cxn ang="0">
                  <a:pos x="T6" y="T7"/>
                </a:cxn>
                <a:cxn ang="0">
                  <a:pos x="T8" y="T9"/>
                </a:cxn>
                <a:cxn ang="0">
                  <a:pos x="T10" y="T11"/>
                </a:cxn>
              </a:cxnLst>
              <a:rect l="0" t="0" r="r" b="b"/>
              <a:pathLst>
                <a:path w="119" h="208">
                  <a:moveTo>
                    <a:pt x="9" y="163"/>
                  </a:moveTo>
                  <a:cubicBezTo>
                    <a:pt x="2" y="141"/>
                    <a:pt x="0" y="116"/>
                    <a:pt x="3" y="93"/>
                  </a:cubicBezTo>
                  <a:cubicBezTo>
                    <a:pt x="10" y="27"/>
                    <a:pt x="119" y="0"/>
                    <a:pt x="84" y="92"/>
                  </a:cubicBezTo>
                  <a:cubicBezTo>
                    <a:pt x="76" y="113"/>
                    <a:pt x="68" y="135"/>
                    <a:pt x="60" y="156"/>
                  </a:cubicBezTo>
                  <a:cubicBezTo>
                    <a:pt x="56" y="167"/>
                    <a:pt x="51" y="207"/>
                    <a:pt x="40" y="208"/>
                  </a:cubicBezTo>
                  <a:cubicBezTo>
                    <a:pt x="26" y="208"/>
                    <a:pt x="12" y="173"/>
                    <a:pt x="9" y="163"/>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isľíḑe">
              <a:extLst>
                <a:ext uri="{FF2B5EF4-FFF2-40B4-BE49-F238E27FC236}">
                  <a16:creationId xmlns:a16="http://schemas.microsoft.com/office/drawing/2014/main" id="{55F31534-41D8-4753-920B-104244F9B5AB}"/>
                </a:ext>
              </a:extLst>
            </p:cNvPr>
            <p:cNvSpPr/>
            <p:nvPr/>
          </p:nvSpPr>
          <p:spPr bwMode="auto">
            <a:xfrm>
              <a:off x="5470546" y="4161425"/>
              <a:ext cx="251692" cy="357403"/>
            </a:xfrm>
            <a:custGeom>
              <a:avLst/>
              <a:gdLst>
                <a:gd name="T0" fmla="*/ 57 w 96"/>
                <a:gd name="T1" fmla="*/ 131 h 137"/>
                <a:gd name="T2" fmla="*/ 40 w 96"/>
                <a:gd name="T3" fmla="*/ 114 h 137"/>
                <a:gd name="T4" fmla="*/ 7 w 96"/>
                <a:gd name="T5" fmla="*/ 57 h 137"/>
                <a:gd name="T6" fmla="*/ 0 w 96"/>
                <a:gd name="T7" fmla="*/ 31 h 137"/>
                <a:gd name="T8" fmla="*/ 10 w 96"/>
                <a:gd name="T9" fmla="*/ 6 h 137"/>
                <a:gd name="T10" fmla="*/ 40 w 96"/>
                <a:gd name="T11" fmla="*/ 6 h 137"/>
                <a:gd name="T12" fmla="*/ 61 w 96"/>
                <a:gd name="T13" fmla="*/ 28 h 137"/>
                <a:gd name="T14" fmla="*/ 80 w 96"/>
                <a:gd name="T15" fmla="*/ 74 h 137"/>
                <a:gd name="T16" fmla="*/ 87 w 96"/>
                <a:gd name="T17" fmla="*/ 99 h 137"/>
                <a:gd name="T18" fmla="*/ 94 w 96"/>
                <a:gd name="T19" fmla="*/ 122 h 137"/>
                <a:gd name="T20" fmla="*/ 57 w 96"/>
                <a:gd name="T21" fmla="*/ 13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37">
                  <a:moveTo>
                    <a:pt x="57" y="131"/>
                  </a:moveTo>
                  <a:cubicBezTo>
                    <a:pt x="50" y="127"/>
                    <a:pt x="45" y="120"/>
                    <a:pt x="40" y="114"/>
                  </a:cubicBezTo>
                  <a:cubicBezTo>
                    <a:pt x="27" y="96"/>
                    <a:pt x="16" y="77"/>
                    <a:pt x="7" y="57"/>
                  </a:cubicBezTo>
                  <a:cubicBezTo>
                    <a:pt x="4" y="49"/>
                    <a:pt x="0" y="40"/>
                    <a:pt x="0" y="31"/>
                  </a:cubicBezTo>
                  <a:cubicBezTo>
                    <a:pt x="0" y="22"/>
                    <a:pt x="3" y="12"/>
                    <a:pt x="10" y="6"/>
                  </a:cubicBezTo>
                  <a:cubicBezTo>
                    <a:pt x="19" y="0"/>
                    <a:pt x="31" y="1"/>
                    <a:pt x="40" y="6"/>
                  </a:cubicBezTo>
                  <a:cubicBezTo>
                    <a:pt x="49" y="11"/>
                    <a:pt x="55" y="19"/>
                    <a:pt x="61" y="28"/>
                  </a:cubicBezTo>
                  <a:cubicBezTo>
                    <a:pt x="70" y="42"/>
                    <a:pt x="75" y="58"/>
                    <a:pt x="80" y="74"/>
                  </a:cubicBezTo>
                  <a:cubicBezTo>
                    <a:pt x="82" y="83"/>
                    <a:pt x="84" y="91"/>
                    <a:pt x="87" y="99"/>
                  </a:cubicBezTo>
                  <a:cubicBezTo>
                    <a:pt x="90" y="106"/>
                    <a:pt x="96" y="115"/>
                    <a:pt x="94" y="122"/>
                  </a:cubicBezTo>
                  <a:cubicBezTo>
                    <a:pt x="91" y="137"/>
                    <a:pt x="67" y="136"/>
                    <a:pt x="57" y="131"/>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íṣ1îdè">
              <a:extLst>
                <a:ext uri="{FF2B5EF4-FFF2-40B4-BE49-F238E27FC236}">
                  <a16:creationId xmlns:a16="http://schemas.microsoft.com/office/drawing/2014/main" id="{489090FE-C48A-4800-8E5E-8943CE86ECDA}"/>
                </a:ext>
              </a:extLst>
            </p:cNvPr>
            <p:cNvSpPr/>
            <p:nvPr/>
          </p:nvSpPr>
          <p:spPr bwMode="auto">
            <a:xfrm>
              <a:off x="5661832" y="4195404"/>
              <a:ext cx="279378" cy="325942"/>
            </a:xfrm>
            <a:custGeom>
              <a:avLst/>
              <a:gdLst>
                <a:gd name="T0" fmla="*/ 67 w 107"/>
                <a:gd name="T1" fmla="*/ 3 h 125"/>
                <a:gd name="T2" fmla="*/ 89 w 107"/>
                <a:gd name="T3" fmla="*/ 2 h 125"/>
                <a:gd name="T4" fmla="*/ 105 w 107"/>
                <a:gd name="T5" fmla="*/ 17 h 125"/>
                <a:gd name="T6" fmla="*/ 92 w 107"/>
                <a:gd name="T7" fmla="*/ 46 h 125"/>
                <a:gd name="T8" fmla="*/ 61 w 107"/>
                <a:gd name="T9" fmla="*/ 76 h 125"/>
                <a:gd name="T10" fmla="*/ 23 w 107"/>
                <a:gd name="T11" fmla="*/ 120 h 125"/>
                <a:gd name="T12" fmla="*/ 2 w 107"/>
                <a:gd name="T13" fmla="*/ 93 h 125"/>
                <a:gd name="T14" fmla="*/ 67 w 107"/>
                <a:gd name="T15" fmla="*/ 3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125">
                  <a:moveTo>
                    <a:pt x="67" y="3"/>
                  </a:moveTo>
                  <a:cubicBezTo>
                    <a:pt x="74" y="1"/>
                    <a:pt x="82" y="0"/>
                    <a:pt x="89" y="2"/>
                  </a:cubicBezTo>
                  <a:cubicBezTo>
                    <a:pt x="96" y="5"/>
                    <a:pt x="103" y="10"/>
                    <a:pt x="105" y="17"/>
                  </a:cubicBezTo>
                  <a:cubicBezTo>
                    <a:pt x="107" y="28"/>
                    <a:pt x="100" y="38"/>
                    <a:pt x="92" y="46"/>
                  </a:cubicBezTo>
                  <a:cubicBezTo>
                    <a:pt x="81" y="56"/>
                    <a:pt x="70" y="65"/>
                    <a:pt x="61" y="76"/>
                  </a:cubicBezTo>
                  <a:cubicBezTo>
                    <a:pt x="51" y="90"/>
                    <a:pt x="42" y="116"/>
                    <a:pt x="23" y="120"/>
                  </a:cubicBezTo>
                  <a:cubicBezTo>
                    <a:pt x="0" y="125"/>
                    <a:pt x="0" y="109"/>
                    <a:pt x="2" y="93"/>
                  </a:cubicBezTo>
                  <a:cubicBezTo>
                    <a:pt x="6" y="54"/>
                    <a:pt x="26" y="13"/>
                    <a:pt x="67" y="3"/>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ís1iḑé">
              <a:extLst>
                <a:ext uri="{FF2B5EF4-FFF2-40B4-BE49-F238E27FC236}">
                  <a16:creationId xmlns:a16="http://schemas.microsoft.com/office/drawing/2014/main" id="{705FDB46-D0F4-413D-9E2D-41BB8A45A46C}"/>
                </a:ext>
              </a:extLst>
            </p:cNvPr>
            <p:cNvSpPr/>
            <p:nvPr/>
          </p:nvSpPr>
          <p:spPr bwMode="auto">
            <a:xfrm>
              <a:off x="5586324" y="3965105"/>
              <a:ext cx="310840" cy="543655"/>
            </a:xfrm>
            <a:custGeom>
              <a:avLst/>
              <a:gdLst>
                <a:gd name="T0" fmla="*/ 9 w 119"/>
                <a:gd name="T1" fmla="*/ 163 h 208"/>
                <a:gd name="T2" fmla="*/ 3 w 119"/>
                <a:gd name="T3" fmla="*/ 92 h 208"/>
                <a:gd name="T4" fmla="*/ 84 w 119"/>
                <a:gd name="T5" fmla="*/ 92 h 208"/>
                <a:gd name="T6" fmla="*/ 60 w 119"/>
                <a:gd name="T7" fmla="*/ 155 h 208"/>
                <a:gd name="T8" fmla="*/ 40 w 119"/>
                <a:gd name="T9" fmla="*/ 207 h 208"/>
                <a:gd name="T10" fmla="*/ 9 w 119"/>
                <a:gd name="T11" fmla="*/ 163 h 208"/>
              </a:gdLst>
              <a:ahLst/>
              <a:cxnLst>
                <a:cxn ang="0">
                  <a:pos x="T0" y="T1"/>
                </a:cxn>
                <a:cxn ang="0">
                  <a:pos x="T2" y="T3"/>
                </a:cxn>
                <a:cxn ang="0">
                  <a:pos x="T4" y="T5"/>
                </a:cxn>
                <a:cxn ang="0">
                  <a:pos x="T6" y="T7"/>
                </a:cxn>
                <a:cxn ang="0">
                  <a:pos x="T8" y="T9"/>
                </a:cxn>
                <a:cxn ang="0">
                  <a:pos x="T10" y="T11"/>
                </a:cxn>
              </a:cxnLst>
              <a:rect l="0" t="0" r="r" b="b"/>
              <a:pathLst>
                <a:path w="119" h="208">
                  <a:moveTo>
                    <a:pt x="9" y="163"/>
                  </a:moveTo>
                  <a:cubicBezTo>
                    <a:pt x="2" y="140"/>
                    <a:pt x="0" y="116"/>
                    <a:pt x="3" y="92"/>
                  </a:cubicBezTo>
                  <a:cubicBezTo>
                    <a:pt x="10" y="26"/>
                    <a:pt x="119" y="0"/>
                    <a:pt x="84" y="92"/>
                  </a:cubicBezTo>
                  <a:cubicBezTo>
                    <a:pt x="76" y="113"/>
                    <a:pt x="68" y="134"/>
                    <a:pt x="60" y="155"/>
                  </a:cubicBezTo>
                  <a:cubicBezTo>
                    <a:pt x="56" y="166"/>
                    <a:pt x="51" y="207"/>
                    <a:pt x="40" y="207"/>
                  </a:cubicBezTo>
                  <a:cubicBezTo>
                    <a:pt x="26" y="208"/>
                    <a:pt x="13" y="172"/>
                    <a:pt x="9" y="163"/>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ísľíďe">
              <a:extLst>
                <a:ext uri="{FF2B5EF4-FFF2-40B4-BE49-F238E27FC236}">
                  <a16:creationId xmlns:a16="http://schemas.microsoft.com/office/drawing/2014/main" id="{57563FC9-5A8C-44A5-9B5A-4ACC26EBF639}"/>
                </a:ext>
              </a:extLst>
            </p:cNvPr>
            <p:cNvSpPr/>
            <p:nvPr/>
          </p:nvSpPr>
          <p:spPr bwMode="auto">
            <a:xfrm>
              <a:off x="8198888" y="4788138"/>
              <a:ext cx="264277" cy="46563"/>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iś1îḍè">
              <a:extLst>
                <a:ext uri="{FF2B5EF4-FFF2-40B4-BE49-F238E27FC236}">
                  <a16:creationId xmlns:a16="http://schemas.microsoft.com/office/drawing/2014/main" id="{66692D5C-7CD6-477E-A3DF-03D4CC1B5BF4}"/>
                </a:ext>
              </a:extLst>
            </p:cNvPr>
            <p:cNvSpPr/>
            <p:nvPr/>
          </p:nvSpPr>
          <p:spPr bwMode="auto">
            <a:xfrm>
              <a:off x="6629588" y="5367030"/>
              <a:ext cx="342301" cy="62923"/>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íS1îďê">
              <a:extLst>
                <a:ext uri="{FF2B5EF4-FFF2-40B4-BE49-F238E27FC236}">
                  <a16:creationId xmlns:a16="http://schemas.microsoft.com/office/drawing/2014/main" id="{E3A12F3F-2C2A-4A53-A8F8-F96C8F3789D8}"/>
                </a:ext>
              </a:extLst>
            </p:cNvPr>
            <p:cNvSpPr/>
            <p:nvPr/>
          </p:nvSpPr>
          <p:spPr bwMode="auto">
            <a:xfrm>
              <a:off x="4911789" y="5548249"/>
              <a:ext cx="412775" cy="83058"/>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îś1îďè">
              <a:extLst>
                <a:ext uri="{FF2B5EF4-FFF2-40B4-BE49-F238E27FC236}">
                  <a16:creationId xmlns:a16="http://schemas.microsoft.com/office/drawing/2014/main" id="{82B0C3DF-ECFF-403D-8C7D-29F9A6E2F816}"/>
                </a:ext>
              </a:extLst>
            </p:cNvPr>
            <p:cNvSpPr/>
            <p:nvPr/>
          </p:nvSpPr>
          <p:spPr bwMode="auto">
            <a:xfrm>
              <a:off x="3650811" y="4814566"/>
              <a:ext cx="279378" cy="54114"/>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îṥļiďe">
              <a:extLst>
                <a:ext uri="{FF2B5EF4-FFF2-40B4-BE49-F238E27FC236}">
                  <a16:creationId xmlns:a16="http://schemas.microsoft.com/office/drawing/2014/main" id="{678FE593-8075-4F34-ACE7-B83AC4E43AE6}"/>
                </a:ext>
              </a:extLst>
            </p:cNvPr>
            <p:cNvSpPr/>
            <p:nvPr/>
          </p:nvSpPr>
          <p:spPr bwMode="auto">
            <a:xfrm>
              <a:off x="4071137" y="5320468"/>
              <a:ext cx="591477" cy="130880"/>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îślîḓê">
              <a:extLst>
                <a:ext uri="{FF2B5EF4-FFF2-40B4-BE49-F238E27FC236}">
                  <a16:creationId xmlns:a16="http://schemas.microsoft.com/office/drawing/2014/main" id="{21107194-24DE-4BA4-A805-8F543C69BCA6}"/>
                </a:ext>
              </a:extLst>
            </p:cNvPr>
            <p:cNvSpPr/>
            <p:nvPr/>
          </p:nvSpPr>
          <p:spPr bwMode="auto">
            <a:xfrm>
              <a:off x="5782644" y="5333052"/>
              <a:ext cx="502126" cy="110745"/>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îšliḍè">
              <a:extLst>
                <a:ext uri="{FF2B5EF4-FFF2-40B4-BE49-F238E27FC236}">
                  <a16:creationId xmlns:a16="http://schemas.microsoft.com/office/drawing/2014/main" id="{B52C39B6-F6EC-43BD-AD62-BE4D74FAF1D4}"/>
                </a:ext>
              </a:extLst>
            </p:cNvPr>
            <p:cNvSpPr/>
            <p:nvPr/>
          </p:nvSpPr>
          <p:spPr bwMode="auto">
            <a:xfrm>
              <a:off x="7672852" y="5090169"/>
              <a:ext cx="512194" cy="91868"/>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ïŝlîḋe">
              <a:extLst>
                <a:ext uri="{FF2B5EF4-FFF2-40B4-BE49-F238E27FC236}">
                  <a16:creationId xmlns:a16="http://schemas.microsoft.com/office/drawing/2014/main" id="{0ADD683D-2C3F-4AEA-BD1C-019143284CBA}"/>
                </a:ext>
              </a:extLst>
            </p:cNvPr>
            <p:cNvSpPr/>
            <p:nvPr/>
          </p:nvSpPr>
          <p:spPr bwMode="auto">
            <a:xfrm>
              <a:off x="6598126" y="4639640"/>
              <a:ext cx="1190504" cy="202613"/>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íṧliḓe">
              <a:extLst>
                <a:ext uri="{FF2B5EF4-FFF2-40B4-BE49-F238E27FC236}">
                  <a16:creationId xmlns:a16="http://schemas.microsoft.com/office/drawing/2014/main" id="{DEFB337F-F1A0-489C-B0C6-14F7683EE118}"/>
                </a:ext>
              </a:extLst>
            </p:cNvPr>
            <p:cNvSpPr/>
            <p:nvPr/>
          </p:nvSpPr>
          <p:spPr bwMode="auto">
            <a:xfrm>
              <a:off x="4936958" y="4586784"/>
              <a:ext cx="1634741" cy="224006"/>
            </a:xfrm>
            <a:prstGeom prst="ellipse">
              <a:avLst/>
            </a:prstGeom>
            <a:solidFill>
              <a:srgbClr val="E9EF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6" name="îṧ1iḓè">
              <a:extLst>
                <a:ext uri="{FF2B5EF4-FFF2-40B4-BE49-F238E27FC236}">
                  <a16:creationId xmlns:a16="http://schemas.microsoft.com/office/drawing/2014/main" id="{B084837D-AFE8-457A-83B2-E204A4E06169}"/>
                </a:ext>
              </a:extLst>
            </p:cNvPr>
            <p:cNvSpPr/>
            <p:nvPr/>
          </p:nvSpPr>
          <p:spPr bwMode="auto">
            <a:xfrm>
              <a:off x="6540237" y="2891638"/>
              <a:ext cx="918676" cy="358662"/>
            </a:xfrm>
            <a:custGeom>
              <a:avLst/>
              <a:gdLst>
                <a:gd name="T0" fmla="*/ 287 w 351"/>
                <a:gd name="T1" fmla="*/ 129 h 137"/>
                <a:gd name="T2" fmla="*/ 276 w 351"/>
                <a:gd name="T3" fmla="*/ 101 h 137"/>
                <a:gd name="T4" fmla="*/ 261 w 351"/>
                <a:gd name="T5" fmla="*/ 58 h 137"/>
                <a:gd name="T6" fmla="*/ 215 w 351"/>
                <a:gd name="T7" fmla="*/ 61 h 137"/>
                <a:gd name="T8" fmla="*/ 170 w 351"/>
                <a:gd name="T9" fmla="*/ 5 h 137"/>
                <a:gd name="T10" fmla="*/ 117 w 351"/>
                <a:gd name="T11" fmla="*/ 36 h 137"/>
                <a:gd name="T12" fmla="*/ 107 w 351"/>
                <a:gd name="T13" fmla="*/ 100 h 137"/>
                <a:gd name="T14" fmla="*/ 80 w 351"/>
                <a:gd name="T15" fmla="*/ 79 h 137"/>
                <a:gd name="T16" fmla="*/ 54 w 351"/>
                <a:gd name="T17" fmla="*/ 102 h 137"/>
                <a:gd name="T18" fmla="*/ 25 w 351"/>
                <a:gd name="T19" fmla="*/ 105 h 137"/>
                <a:gd name="T20" fmla="*/ 94 w 351"/>
                <a:gd name="T21" fmla="*/ 134 h 137"/>
                <a:gd name="T22" fmla="*/ 286 w 351"/>
                <a:gd name="T23" fmla="*/ 129 h 137"/>
                <a:gd name="T24" fmla="*/ 287 w 351"/>
                <a:gd name="T25" fmla="*/ 12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1" h="137">
                  <a:moveTo>
                    <a:pt x="287" y="129"/>
                  </a:moveTo>
                  <a:cubicBezTo>
                    <a:pt x="351" y="126"/>
                    <a:pt x="279" y="93"/>
                    <a:pt x="276" y="101"/>
                  </a:cubicBezTo>
                  <a:cubicBezTo>
                    <a:pt x="282" y="86"/>
                    <a:pt x="275" y="67"/>
                    <a:pt x="261" y="58"/>
                  </a:cubicBezTo>
                  <a:cubicBezTo>
                    <a:pt x="248" y="48"/>
                    <a:pt x="228" y="50"/>
                    <a:pt x="215" y="61"/>
                  </a:cubicBezTo>
                  <a:cubicBezTo>
                    <a:pt x="207" y="37"/>
                    <a:pt x="194" y="10"/>
                    <a:pt x="170" y="5"/>
                  </a:cubicBezTo>
                  <a:cubicBezTo>
                    <a:pt x="148" y="0"/>
                    <a:pt x="127" y="16"/>
                    <a:pt x="117" y="36"/>
                  </a:cubicBezTo>
                  <a:cubicBezTo>
                    <a:pt x="108" y="55"/>
                    <a:pt x="107" y="78"/>
                    <a:pt x="107" y="100"/>
                  </a:cubicBezTo>
                  <a:cubicBezTo>
                    <a:pt x="105" y="88"/>
                    <a:pt x="92" y="78"/>
                    <a:pt x="80" y="79"/>
                  </a:cubicBezTo>
                  <a:cubicBezTo>
                    <a:pt x="67" y="79"/>
                    <a:pt x="56" y="89"/>
                    <a:pt x="54" y="102"/>
                  </a:cubicBezTo>
                  <a:cubicBezTo>
                    <a:pt x="53" y="96"/>
                    <a:pt x="28" y="102"/>
                    <a:pt x="25" y="105"/>
                  </a:cubicBezTo>
                  <a:cubicBezTo>
                    <a:pt x="0" y="137"/>
                    <a:pt x="84" y="134"/>
                    <a:pt x="94" y="134"/>
                  </a:cubicBezTo>
                  <a:cubicBezTo>
                    <a:pt x="159" y="134"/>
                    <a:pt x="222" y="132"/>
                    <a:pt x="286" y="129"/>
                  </a:cubicBezTo>
                  <a:cubicBezTo>
                    <a:pt x="286" y="129"/>
                    <a:pt x="287" y="129"/>
                    <a:pt x="287" y="129"/>
                  </a:cubicBezTo>
                  <a:close/>
                </a:path>
              </a:pathLst>
            </a:custGeom>
            <a:solidFill>
              <a:srgbClr val="CBEB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7" name="îSľïďe">
              <a:extLst>
                <a:ext uri="{FF2B5EF4-FFF2-40B4-BE49-F238E27FC236}">
                  <a16:creationId xmlns:a16="http://schemas.microsoft.com/office/drawing/2014/main" id="{E3ABF6A5-BBA4-4AD6-8810-4CAAFEB7B479}"/>
                </a:ext>
              </a:extLst>
            </p:cNvPr>
            <p:cNvSpPr/>
            <p:nvPr/>
          </p:nvSpPr>
          <p:spPr bwMode="auto">
            <a:xfrm>
              <a:off x="4699110" y="2563179"/>
              <a:ext cx="889732" cy="391382"/>
            </a:xfrm>
            <a:custGeom>
              <a:avLst/>
              <a:gdLst>
                <a:gd name="T0" fmla="*/ 309 w 340"/>
                <a:gd name="T1" fmla="*/ 143 h 150"/>
                <a:gd name="T2" fmla="*/ 329 w 340"/>
                <a:gd name="T3" fmla="*/ 140 h 150"/>
                <a:gd name="T4" fmla="*/ 338 w 340"/>
                <a:gd name="T5" fmla="*/ 124 h 150"/>
                <a:gd name="T6" fmla="*/ 330 w 340"/>
                <a:gd name="T7" fmla="*/ 114 h 150"/>
                <a:gd name="T8" fmla="*/ 281 w 340"/>
                <a:gd name="T9" fmla="*/ 97 h 150"/>
                <a:gd name="T10" fmla="*/ 285 w 340"/>
                <a:gd name="T11" fmla="*/ 48 h 150"/>
                <a:gd name="T12" fmla="*/ 207 w 340"/>
                <a:gd name="T13" fmla="*/ 6 h 150"/>
                <a:gd name="T14" fmla="*/ 142 w 340"/>
                <a:gd name="T15" fmla="*/ 71 h 150"/>
                <a:gd name="T16" fmla="*/ 94 w 340"/>
                <a:gd name="T17" fmla="*/ 44 h 150"/>
                <a:gd name="T18" fmla="*/ 58 w 340"/>
                <a:gd name="T19" fmla="*/ 95 h 150"/>
                <a:gd name="T20" fmla="*/ 24 w 340"/>
                <a:gd name="T21" fmla="*/ 87 h 150"/>
                <a:gd name="T22" fmla="*/ 7 w 340"/>
                <a:gd name="T23" fmla="*/ 114 h 150"/>
                <a:gd name="T24" fmla="*/ 135 w 340"/>
                <a:gd name="T25" fmla="*/ 139 h 150"/>
                <a:gd name="T26" fmla="*/ 309 w 340"/>
                <a:gd name="T27" fmla="*/ 14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0" h="150">
                  <a:moveTo>
                    <a:pt x="309" y="143"/>
                  </a:moveTo>
                  <a:cubicBezTo>
                    <a:pt x="316" y="143"/>
                    <a:pt x="323" y="143"/>
                    <a:pt x="329" y="140"/>
                  </a:cubicBezTo>
                  <a:cubicBezTo>
                    <a:pt x="335" y="137"/>
                    <a:pt x="340" y="130"/>
                    <a:pt x="338" y="124"/>
                  </a:cubicBezTo>
                  <a:cubicBezTo>
                    <a:pt x="337" y="120"/>
                    <a:pt x="334" y="117"/>
                    <a:pt x="330" y="114"/>
                  </a:cubicBezTo>
                  <a:cubicBezTo>
                    <a:pt x="316" y="104"/>
                    <a:pt x="299" y="98"/>
                    <a:pt x="281" y="97"/>
                  </a:cubicBezTo>
                  <a:cubicBezTo>
                    <a:pt x="289" y="82"/>
                    <a:pt x="291" y="64"/>
                    <a:pt x="285" y="48"/>
                  </a:cubicBezTo>
                  <a:cubicBezTo>
                    <a:pt x="274" y="17"/>
                    <a:pt x="238" y="0"/>
                    <a:pt x="207" y="6"/>
                  </a:cubicBezTo>
                  <a:cubicBezTo>
                    <a:pt x="175" y="13"/>
                    <a:pt x="150" y="40"/>
                    <a:pt x="142" y="71"/>
                  </a:cubicBezTo>
                  <a:cubicBezTo>
                    <a:pt x="142" y="49"/>
                    <a:pt x="114" y="36"/>
                    <a:pt x="94" y="44"/>
                  </a:cubicBezTo>
                  <a:cubicBezTo>
                    <a:pt x="74" y="52"/>
                    <a:pt x="62" y="74"/>
                    <a:pt x="58" y="95"/>
                  </a:cubicBezTo>
                  <a:cubicBezTo>
                    <a:pt x="47" y="90"/>
                    <a:pt x="36" y="86"/>
                    <a:pt x="24" y="87"/>
                  </a:cubicBezTo>
                  <a:cubicBezTo>
                    <a:pt x="8" y="90"/>
                    <a:pt x="0" y="98"/>
                    <a:pt x="7" y="114"/>
                  </a:cubicBezTo>
                  <a:cubicBezTo>
                    <a:pt x="25" y="150"/>
                    <a:pt x="104" y="141"/>
                    <a:pt x="135" y="139"/>
                  </a:cubicBezTo>
                  <a:cubicBezTo>
                    <a:pt x="194" y="137"/>
                    <a:pt x="250" y="142"/>
                    <a:pt x="309" y="143"/>
                  </a:cubicBezTo>
                  <a:close/>
                </a:path>
              </a:pathLst>
            </a:custGeom>
            <a:solidFill>
              <a:srgbClr val="CBEB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8" name="íṥľiďê">
              <a:extLst>
                <a:ext uri="{FF2B5EF4-FFF2-40B4-BE49-F238E27FC236}">
                  <a16:creationId xmlns:a16="http://schemas.microsoft.com/office/drawing/2014/main" id="{97D06E4E-DF05-4288-9001-7F0EC8B88F42}"/>
                </a:ext>
              </a:extLst>
            </p:cNvPr>
            <p:cNvSpPr/>
            <p:nvPr/>
          </p:nvSpPr>
          <p:spPr bwMode="auto">
            <a:xfrm>
              <a:off x="6503742" y="1955343"/>
              <a:ext cx="1378015" cy="2920888"/>
            </a:xfrm>
            <a:custGeom>
              <a:avLst/>
              <a:gdLst>
                <a:gd name="T0" fmla="*/ 0 w 527"/>
                <a:gd name="T1" fmla="*/ 262 h 1119"/>
                <a:gd name="T2" fmla="*/ 249 w 527"/>
                <a:gd name="T3" fmla="*/ 0 h 1119"/>
                <a:gd name="T4" fmla="*/ 497 w 527"/>
                <a:gd name="T5" fmla="*/ 262 h 1119"/>
                <a:gd name="T6" fmla="*/ 497 w 527"/>
                <a:gd name="T7" fmla="*/ 804 h 1119"/>
                <a:gd name="T8" fmla="*/ 470 w 527"/>
                <a:gd name="T9" fmla="*/ 944 h 1119"/>
                <a:gd name="T10" fmla="*/ 470 w 527"/>
                <a:gd name="T11" fmla="*/ 958 h 1119"/>
                <a:gd name="T12" fmla="*/ 512 w 527"/>
                <a:gd name="T13" fmla="*/ 973 h 1119"/>
                <a:gd name="T14" fmla="*/ 512 w 527"/>
                <a:gd name="T15" fmla="*/ 973 h 1119"/>
                <a:gd name="T16" fmla="*/ 527 w 527"/>
                <a:gd name="T17" fmla="*/ 988 h 1119"/>
                <a:gd name="T18" fmla="*/ 527 w 527"/>
                <a:gd name="T19" fmla="*/ 1104 h 1119"/>
                <a:gd name="T20" fmla="*/ 512 w 527"/>
                <a:gd name="T21" fmla="*/ 1119 h 1119"/>
                <a:gd name="T22" fmla="*/ 505 w 527"/>
                <a:gd name="T23" fmla="*/ 1119 h 1119"/>
                <a:gd name="T24" fmla="*/ 369 w 527"/>
                <a:gd name="T25" fmla="*/ 1058 h 1119"/>
                <a:gd name="T26" fmla="*/ 352 w 527"/>
                <a:gd name="T27" fmla="*/ 1051 h 1119"/>
                <a:gd name="T28" fmla="*/ 249 w 527"/>
                <a:gd name="T29" fmla="*/ 1067 h 1119"/>
                <a:gd name="T30" fmla="*/ 0 w 527"/>
                <a:gd name="T31" fmla="*/ 804 h 1119"/>
                <a:gd name="T32" fmla="*/ 0 w 527"/>
                <a:gd name="T33" fmla="*/ 262 h 1119"/>
                <a:gd name="T34" fmla="*/ 164 w 527"/>
                <a:gd name="T35" fmla="*/ 815 h 1119"/>
                <a:gd name="T36" fmla="*/ 249 w 527"/>
                <a:gd name="T37" fmla="*/ 918 h 1119"/>
                <a:gd name="T38" fmla="*/ 334 w 527"/>
                <a:gd name="T39" fmla="*/ 815 h 1119"/>
                <a:gd name="T40" fmla="*/ 334 w 527"/>
                <a:gd name="T41" fmla="*/ 252 h 1119"/>
                <a:gd name="T42" fmla="*/ 249 w 527"/>
                <a:gd name="T43" fmla="*/ 149 h 1119"/>
                <a:gd name="T44" fmla="*/ 164 w 527"/>
                <a:gd name="T45" fmla="*/ 252 h 1119"/>
                <a:gd name="T46" fmla="*/ 164 w 527"/>
                <a:gd name="T47" fmla="*/ 815 h 1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7" h="1119">
                  <a:moveTo>
                    <a:pt x="0" y="262"/>
                  </a:moveTo>
                  <a:cubicBezTo>
                    <a:pt x="0" y="96"/>
                    <a:pt x="88" y="0"/>
                    <a:pt x="249" y="0"/>
                  </a:cubicBezTo>
                  <a:cubicBezTo>
                    <a:pt x="410" y="0"/>
                    <a:pt x="497" y="96"/>
                    <a:pt x="497" y="262"/>
                  </a:cubicBezTo>
                  <a:cubicBezTo>
                    <a:pt x="497" y="804"/>
                    <a:pt x="497" y="804"/>
                    <a:pt x="497" y="804"/>
                  </a:cubicBezTo>
                  <a:cubicBezTo>
                    <a:pt x="497" y="859"/>
                    <a:pt x="488" y="906"/>
                    <a:pt x="470" y="944"/>
                  </a:cubicBezTo>
                  <a:cubicBezTo>
                    <a:pt x="467" y="948"/>
                    <a:pt x="467" y="954"/>
                    <a:pt x="470" y="958"/>
                  </a:cubicBezTo>
                  <a:cubicBezTo>
                    <a:pt x="478" y="971"/>
                    <a:pt x="490" y="973"/>
                    <a:pt x="512" y="973"/>
                  </a:cubicBezTo>
                  <a:cubicBezTo>
                    <a:pt x="512" y="973"/>
                    <a:pt x="512" y="973"/>
                    <a:pt x="512" y="973"/>
                  </a:cubicBezTo>
                  <a:cubicBezTo>
                    <a:pt x="521" y="973"/>
                    <a:pt x="527" y="979"/>
                    <a:pt x="527" y="988"/>
                  </a:cubicBezTo>
                  <a:cubicBezTo>
                    <a:pt x="527" y="1104"/>
                    <a:pt x="527" y="1104"/>
                    <a:pt x="527" y="1104"/>
                  </a:cubicBezTo>
                  <a:cubicBezTo>
                    <a:pt x="527" y="1112"/>
                    <a:pt x="521" y="1119"/>
                    <a:pt x="512" y="1119"/>
                  </a:cubicBezTo>
                  <a:cubicBezTo>
                    <a:pt x="505" y="1119"/>
                    <a:pt x="505" y="1119"/>
                    <a:pt x="505" y="1119"/>
                  </a:cubicBezTo>
                  <a:cubicBezTo>
                    <a:pt x="438" y="1119"/>
                    <a:pt x="393" y="1096"/>
                    <a:pt x="369" y="1058"/>
                  </a:cubicBezTo>
                  <a:cubicBezTo>
                    <a:pt x="366" y="1052"/>
                    <a:pt x="359" y="1049"/>
                    <a:pt x="352" y="1051"/>
                  </a:cubicBezTo>
                  <a:cubicBezTo>
                    <a:pt x="322" y="1061"/>
                    <a:pt x="287" y="1067"/>
                    <a:pt x="249" y="1067"/>
                  </a:cubicBezTo>
                  <a:cubicBezTo>
                    <a:pt x="88" y="1067"/>
                    <a:pt x="0" y="971"/>
                    <a:pt x="0" y="804"/>
                  </a:cubicBezTo>
                  <a:lnTo>
                    <a:pt x="0" y="262"/>
                  </a:lnTo>
                  <a:close/>
                  <a:moveTo>
                    <a:pt x="164" y="815"/>
                  </a:moveTo>
                  <a:cubicBezTo>
                    <a:pt x="164" y="889"/>
                    <a:pt x="197" y="918"/>
                    <a:pt x="249" y="918"/>
                  </a:cubicBezTo>
                  <a:cubicBezTo>
                    <a:pt x="301" y="918"/>
                    <a:pt x="334" y="889"/>
                    <a:pt x="334" y="815"/>
                  </a:cubicBezTo>
                  <a:cubicBezTo>
                    <a:pt x="334" y="252"/>
                    <a:pt x="334" y="252"/>
                    <a:pt x="334" y="252"/>
                  </a:cubicBezTo>
                  <a:cubicBezTo>
                    <a:pt x="334" y="178"/>
                    <a:pt x="301" y="149"/>
                    <a:pt x="249" y="149"/>
                  </a:cubicBezTo>
                  <a:cubicBezTo>
                    <a:pt x="197" y="149"/>
                    <a:pt x="164" y="178"/>
                    <a:pt x="164" y="252"/>
                  </a:cubicBezTo>
                  <a:lnTo>
                    <a:pt x="164" y="815"/>
                  </a:lnTo>
                  <a:close/>
                </a:path>
              </a:pathLst>
            </a:custGeom>
            <a:solidFill>
              <a:srgbClr val="4E71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9" name="îśḻîḓè">
              <a:extLst>
                <a:ext uri="{FF2B5EF4-FFF2-40B4-BE49-F238E27FC236}">
                  <a16:creationId xmlns:a16="http://schemas.microsoft.com/office/drawing/2014/main" id="{FDBD2769-C917-4777-9C72-0AFBEA18007E}"/>
                </a:ext>
              </a:extLst>
            </p:cNvPr>
            <p:cNvSpPr/>
            <p:nvPr/>
          </p:nvSpPr>
          <p:spPr bwMode="auto">
            <a:xfrm>
              <a:off x="6503742" y="2025817"/>
              <a:ext cx="1378015" cy="2850414"/>
            </a:xfrm>
            <a:custGeom>
              <a:avLst/>
              <a:gdLst>
                <a:gd name="T0" fmla="*/ 518 w 527"/>
                <a:gd name="T1" fmla="*/ 1035 h 1092"/>
                <a:gd name="T2" fmla="*/ 400 w 527"/>
                <a:gd name="T3" fmla="*/ 967 h 1092"/>
                <a:gd name="T4" fmla="*/ 385 w 527"/>
                <a:gd name="T5" fmla="*/ 953 h 1092"/>
                <a:gd name="T6" fmla="*/ 359 w 527"/>
                <a:gd name="T7" fmla="*/ 959 h 1092"/>
                <a:gd name="T8" fmla="*/ 238 w 527"/>
                <a:gd name="T9" fmla="*/ 985 h 1092"/>
                <a:gd name="T10" fmla="*/ 95 w 527"/>
                <a:gd name="T11" fmla="*/ 874 h 1092"/>
                <a:gd name="T12" fmla="*/ 52 w 527"/>
                <a:gd name="T13" fmla="*/ 692 h 1092"/>
                <a:gd name="T14" fmla="*/ 122 w 527"/>
                <a:gd name="T15" fmla="*/ 0 h 1092"/>
                <a:gd name="T16" fmla="*/ 0 w 527"/>
                <a:gd name="T17" fmla="*/ 235 h 1092"/>
                <a:gd name="T18" fmla="*/ 0 w 527"/>
                <a:gd name="T19" fmla="*/ 777 h 1092"/>
                <a:gd name="T20" fmla="*/ 249 w 527"/>
                <a:gd name="T21" fmla="*/ 1040 h 1092"/>
                <a:gd name="T22" fmla="*/ 352 w 527"/>
                <a:gd name="T23" fmla="*/ 1024 h 1092"/>
                <a:gd name="T24" fmla="*/ 369 w 527"/>
                <a:gd name="T25" fmla="*/ 1031 h 1092"/>
                <a:gd name="T26" fmla="*/ 505 w 527"/>
                <a:gd name="T27" fmla="*/ 1092 h 1092"/>
                <a:gd name="T28" fmla="*/ 512 w 527"/>
                <a:gd name="T29" fmla="*/ 1092 h 1092"/>
                <a:gd name="T30" fmla="*/ 527 w 527"/>
                <a:gd name="T31" fmla="*/ 1077 h 1092"/>
                <a:gd name="T32" fmla="*/ 527 w 527"/>
                <a:gd name="T33" fmla="*/ 1036 h 1092"/>
                <a:gd name="T34" fmla="*/ 518 w 527"/>
                <a:gd name="T35" fmla="*/ 1035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27" h="1092">
                  <a:moveTo>
                    <a:pt x="518" y="1035"/>
                  </a:moveTo>
                  <a:cubicBezTo>
                    <a:pt x="472" y="1030"/>
                    <a:pt x="428" y="1005"/>
                    <a:pt x="400" y="967"/>
                  </a:cubicBezTo>
                  <a:cubicBezTo>
                    <a:pt x="396" y="962"/>
                    <a:pt x="392" y="956"/>
                    <a:pt x="385" y="953"/>
                  </a:cubicBezTo>
                  <a:cubicBezTo>
                    <a:pt x="376" y="950"/>
                    <a:pt x="367" y="955"/>
                    <a:pt x="359" y="959"/>
                  </a:cubicBezTo>
                  <a:cubicBezTo>
                    <a:pt x="321" y="978"/>
                    <a:pt x="279" y="991"/>
                    <a:pt x="238" y="985"/>
                  </a:cubicBezTo>
                  <a:cubicBezTo>
                    <a:pt x="175" y="977"/>
                    <a:pt x="123" y="930"/>
                    <a:pt x="95" y="874"/>
                  </a:cubicBezTo>
                  <a:cubicBezTo>
                    <a:pt x="66" y="818"/>
                    <a:pt x="57" y="755"/>
                    <a:pt x="52" y="692"/>
                  </a:cubicBezTo>
                  <a:cubicBezTo>
                    <a:pt x="32" y="460"/>
                    <a:pt x="56" y="224"/>
                    <a:pt x="122" y="0"/>
                  </a:cubicBezTo>
                  <a:cubicBezTo>
                    <a:pt x="42" y="39"/>
                    <a:pt x="0" y="120"/>
                    <a:pt x="0" y="235"/>
                  </a:cubicBezTo>
                  <a:cubicBezTo>
                    <a:pt x="0" y="777"/>
                    <a:pt x="0" y="777"/>
                    <a:pt x="0" y="777"/>
                  </a:cubicBezTo>
                  <a:cubicBezTo>
                    <a:pt x="0" y="944"/>
                    <a:pt x="88" y="1040"/>
                    <a:pt x="249" y="1040"/>
                  </a:cubicBezTo>
                  <a:cubicBezTo>
                    <a:pt x="287" y="1040"/>
                    <a:pt x="322" y="1034"/>
                    <a:pt x="352" y="1024"/>
                  </a:cubicBezTo>
                  <a:cubicBezTo>
                    <a:pt x="359" y="1022"/>
                    <a:pt x="366" y="1025"/>
                    <a:pt x="369" y="1031"/>
                  </a:cubicBezTo>
                  <a:cubicBezTo>
                    <a:pt x="393" y="1069"/>
                    <a:pt x="438" y="1092"/>
                    <a:pt x="505" y="1092"/>
                  </a:cubicBezTo>
                  <a:cubicBezTo>
                    <a:pt x="512" y="1092"/>
                    <a:pt x="512" y="1092"/>
                    <a:pt x="512" y="1092"/>
                  </a:cubicBezTo>
                  <a:cubicBezTo>
                    <a:pt x="521" y="1092"/>
                    <a:pt x="527" y="1085"/>
                    <a:pt x="527" y="1077"/>
                  </a:cubicBezTo>
                  <a:cubicBezTo>
                    <a:pt x="527" y="1036"/>
                    <a:pt x="527" y="1036"/>
                    <a:pt x="527" y="1036"/>
                  </a:cubicBezTo>
                  <a:cubicBezTo>
                    <a:pt x="524" y="1036"/>
                    <a:pt x="521" y="1036"/>
                    <a:pt x="518" y="1035"/>
                  </a:cubicBezTo>
                  <a:close/>
                </a:path>
              </a:pathLst>
            </a:custGeom>
            <a:solidFill>
              <a:srgbClr val="3F5C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0" name="islíḓe">
              <a:extLst>
                <a:ext uri="{FF2B5EF4-FFF2-40B4-BE49-F238E27FC236}">
                  <a16:creationId xmlns:a16="http://schemas.microsoft.com/office/drawing/2014/main" id="{5C42449C-E4AA-4907-9A52-B50D1D9B059F}"/>
                </a:ext>
              </a:extLst>
            </p:cNvPr>
            <p:cNvSpPr/>
            <p:nvPr/>
          </p:nvSpPr>
          <p:spPr bwMode="auto">
            <a:xfrm>
              <a:off x="7000834" y="2271217"/>
              <a:ext cx="570083" cy="2046257"/>
            </a:xfrm>
            <a:custGeom>
              <a:avLst/>
              <a:gdLst>
                <a:gd name="T0" fmla="*/ 189 w 218"/>
                <a:gd name="T1" fmla="*/ 540 h 784"/>
                <a:gd name="T2" fmla="*/ 208 w 218"/>
                <a:gd name="T3" fmla="*/ 131 h 784"/>
                <a:gd name="T4" fmla="*/ 155 w 218"/>
                <a:gd name="T5" fmla="*/ 12 h 784"/>
                <a:gd name="T6" fmla="*/ 87 w 218"/>
                <a:gd name="T7" fmla="*/ 2 h 784"/>
                <a:gd name="T8" fmla="*/ 0 w 218"/>
                <a:gd name="T9" fmla="*/ 49 h 784"/>
                <a:gd name="T10" fmla="*/ 59 w 218"/>
                <a:gd name="T11" fmla="*/ 28 h 784"/>
                <a:gd name="T12" fmla="*/ 144 w 218"/>
                <a:gd name="T13" fmla="*/ 131 h 784"/>
                <a:gd name="T14" fmla="*/ 144 w 218"/>
                <a:gd name="T15" fmla="*/ 694 h 784"/>
                <a:gd name="T16" fmla="*/ 108 w 218"/>
                <a:gd name="T17" fmla="*/ 784 h 784"/>
                <a:gd name="T18" fmla="*/ 156 w 218"/>
                <a:gd name="T19" fmla="*/ 742 h 784"/>
                <a:gd name="T20" fmla="*/ 177 w 218"/>
                <a:gd name="T21" fmla="*/ 651 h 784"/>
                <a:gd name="T22" fmla="*/ 189 w 218"/>
                <a:gd name="T23" fmla="*/ 540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8" h="784">
                  <a:moveTo>
                    <a:pt x="189" y="540"/>
                  </a:moveTo>
                  <a:cubicBezTo>
                    <a:pt x="203" y="404"/>
                    <a:pt x="218" y="267"/>
                    <a:pt x="208" y="131"/>
                  </a:cubicBezTo>
                  <a:cubicBezTo>
                    <a:pt x="204" y="86"/>
                    <a:pt x="194" y="34"/>
                    <a:pt x="155" y="12"/>
                  </a:cubicBezTo>
                  <a:cubicBezTo>
                    <a:pt x="134" y="1"/>
                    <a:pt x="110" y="0"/>
                    <a:pt x="87" y="2"/>
                  </a:cubicBezTo>
                  <a:cubicBezTo>
                    <a:pt x="53" y="5"/>
                    <a:pt x="15" y="19"/>
                    <a:pt x="0" y="49"/>
                  </a:cubicBezTo>
                  <a:cubicBezTo>
                    <a:pt x="14" y="34"/>
                    <a:pt x="34" y="28"/>
                    <a:pt x="59" y="28"/>
                  </a:cubicBezTo>
                  <a:cubicBezTo>
                    <a:pt x="111" y="28"/>
                    <a:pt x="144" y="57"/>
                    <a:pt x="144" y="131"/>
                  </a:cubicBezTo>
                  <a:cubicBezTo>
                    <a:pt x="144" y="694"/>
                    <a:pt x="144" y="694"/>
                    <a:pt x="144" y="694"/>
                  </a:cubicBezTo>
                  <a:cubicBezTo>
                    <a:pt x="144" y="741"/>
                    <a:pt x="131" y="769"/>
                    <a:pt x="108" y="784"/>
                  </a:cubicBezTo>
                  <a:cubicBezTo>
                    <a:pt x="128" y="777"/>
                    <a:pt x="145" y="761"/>
                    <a:pt x="156" y="742"/>
                  </a:cubicBezTo>
                  <a:cubicBezTo>
                    <a:pt x="171" y="714"/>
                    <a:pt x="174" y="682"/>
                    <a:pt x="177" y="651"/>
                  </a:cubicBezTo>
                  <a:cubicBezTo>
                    <a:pt x="181" y="614"/>
                    <a:pt x="185" y="577"/>
                    <a:pt x="189" y="540"/>
                  </a:cubicBezTo>
                  <a:close/>
                </a:path>
              </a:pathLst>
            </a:custGeom>
            <a:solidFill>
              <a:srgbClr val="3F5C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ïṩļïḋê">
              <a:extLst>
                <a:ext uri="{FF2B5EF4-FFF2-40B4-BE49-F238E27FC236}">
                  <a16:creationId xmlns:a16="http://schemas.microsoft.com/office/drawing/2014/main" id="{C4D8140B-F220-4647-BA14-360417AFA487}"/>
                </a:ext>
              </a:extLst>
            </p:cNvPr>
            <p:cNvSpPr/>
            <p:nvPr/>
          </p:nvSpPr>
          <p:spPr bwMode="auto">
            <a:xfrm>
              <a:off x="4165522" y="1985546"/>
              <a:ext cx="1135132" cy="2724568"/>
            </a:xfrm>
            <a:custGeom>
              <a:avLst/>
              <a:gdLst>
                <a:gd name="T0" fmla="*/ 206 w 434"/>
                <a:gd name="T1" fmla="*/ 463 h 1043"/>
                <a:gd name="T2" fmla="*/ 334 w 434"/>
                <a:gd name="T3" fmla="*/ 463 h 1043"/>
                <a:gd name="T4" fmla="*/ 376 w 434"/>
                <a:gd name="T5" fmla="*/ 505 h 1043"/>
                <a:gd name="T6" fmla="*/ 376 w 434"/>
                <a:gd name="T7" fmla="*/ 570 h 1043"/>
                <a:gd name="T8" fmla="*/ 334 w 434"/>
                <a:gd name="T9" fmla="*/ 612 h 1043"/>
                <a:gd name="T10" fmla="*/ 206 w 434"/>
                <a:gd name="T11" fmla="*/ 612 h 1043"/>
                <a:gd name="T12" fmla="*/ 164 w 434"/>
                <a:gd name="T13" fmla="*/ 654 h 1043"/>
                <a:gd name="T14" fmla="*/ 164 w 434"/>
                <a:gd name="T15" fmla="*/ 1001 h 1043"/>
                <a:gd name="T16" fmla="*/ 122 w 434"/>
                <a:gd name="T17" fmla="*/ 1043 h 1043"/>
                <a:gd name="T18" fmla="*/ 42 w 434"/>
                <a:gd name="T19" fmla="*/ 1043 h 1043"/>
                <a:gd name="T20" fmla="*/ 0 w 434"/>
                <a:gd name="T21" fmla="*/ 1001 h 1043"/>
                <a:gd name="T22" fmla="*/ 0 w 434"/>
                <a:gd name="T23" fmla="*/ 42 h 1043"/>
                <a:gd name="T24" fmla="*/ 42 w 434"/>
                <a:gd name="T25" fmla="*/ 0 h 1043"/>
                <a:gd name="T26" fmla="*/ 392 w 434"/>
                <a:gd name="T27" fmla="*/ 0 h 1043"/>
                <a:gd name="T28" fmla="*/ 434 w 434"/>
                <a:gd name="T29" fmla="*/ 42 h 1043"/>
                <a:gd name="T30" fmla="*/ 434 w 434"/>
                <a:gd name="T31" fmla="*/ 107 h 1043"/>
                <a:gd name="T32" fmla="*/ 392 w 434"/>
                <a:gd name="T33" fmla="*/ 149 h 1043"/>
                <a:gd name="T34" fmla="*/ 206 w 434"/>
                <a:gd name="T35" fmla="*/ 149 h 1043"/>
                <a:gd name="T36" fmla="*/ 164 w 434"/>
                <a:gd name="T37" fmla="*/ 191 h 1043"/>
                <a:gd name="T38" fmla="*/ 164 w 434"/>
                <a:gd name="T39" fmla="*/ 421 h 1043"/>
                <a:gd name="T40" fmla="*/ 206 w 434"/>
                <a:gd name="T41" fmla="*/ 463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4" h="1043">
                  <a:moveTo>
                    <a:pt x="206" y="463"/>
                  </a:moveTo>
                  <a:cubicBezTo>
                    <a:pt x="334" y="463"/>
                    <a:pt x="334" y="463"/>
                    <a:pt x="334" y="463"/>
                  </a:cubicBezTo>
                  <a:cubicBezTo>
                    <a:pt x="357" y="463"/>
                    <a:pt x="376" y="482"/>
                    <a:pt x="376" y="505"/>
                  </a:cubicBezTo>
                  <a:cubicBezTo>
                    <a:pt x="376" y="570"/>
                    <a:pt x="376" y="570"/>
                    <a:pt x="376" y="570"/>
                  </a:cubicBezTo>
                  <a:cubicBezTo>
                    <a:pt x="376" y="594"/>
                    <a:pt x="357" y="612"/>
                    <a:pt x="334" y="612"/>
                  </a:cubicBezTo>
                  <a:cubicBezTo>
                    <a:pt x="206" y="612"/>
                    <a:pt x="206" y="612"/>
                    <a:pt x="206" y="612"/>
                  </a:cubicBezTo>
                  <a:cubicBezTo>
                    <a:pt x="183" y="612"/>
                    <a:pt x="164" y="631"/>
                    <a:pt x="164" y="654"/>
                  </a:cubicBezTo>
                  <a:cubicBezTo>
                    <a:pt x="164" y="1001"/>
                    <a:pt x="164" y="1001"/>
                    <a:pt x="164" y="1001"/>
                  </a:cubicBezTo>
                  <a:cubicBezTo>
                    <a:pt x="164" y="1024"/>
                    <a:pt x="145" y="1043"/>
                    <a:pt x="122" y="1043"/>
                  </a:cubicBezTo>
                  <a:cubicBezTo>
                    <a:pt x="42" y="1043"/>
                    <a:pt x="42" y="1043"/>
                    <a:pt x="42" y="1043"/>
                  </a:cubicBezTo>
                  <a:cubicBezTo>
                    <a:pt x="19" y="1043"/>
                    <a:pt x="0" y="1024"/>
                    <a:pt x="0" y="1001"/>
                  </a:cubicBezTo>
                  <a:cubicBezTo>
                    <a:pt x="0" y="42"/>
                    <a:pt x="0" y="42"/>
                    <a:pt x="0" y="42"/>
                  </a:cubicBezTo>
                  <a:cubicBezTo>
                    <a:pt x="0" y="19"/>
                    <a:pt x="19" y="0"/>
                    <a:pt x="42" y="0"/>
                  </a:cubicBezTo>
                  <a:cubicBezTo>
                    <a:pt x="392" y="0"/>
                    <a:pt x="392" y="0"/>
                    <a:pt x="392" y="0"/>
                  </a:cubicBezTo>
                  <a:cubicBezTo>
                    <a:pt x="415" y="0"/>
                    <a:pt x="434" y="19"/>
                    <a:pt x="434" y="42"/>
                  </a:cubicBezTo>
                  <a:cubicBezTo>
                    <a:pt x="434" y="107"/>
                    <a:pt x="434" y="107"/>
                    <a:pt x="434" y="107"/>
                  </a:cubicBezTo>
                  <a:cubicBezTo>
                    <a:pt x="434" y="130"/>
                    <a:pt x="415" y="149"/>
                    <a:pt x="392" y="149"/>
                  </a:cubicBezTo>
                  <a:cubicBezTo>
                    <a:pt x="206" y="149"/>
                    <a:pt x="206" y="149"/>
                    <a:pt x="206" y="149"/>
                  </a:cubicBezTo>
                  <a:cubicBezTo>
                    <a:pt x="183" y="149"/>
                    <a:pt x="164" y="168"/>
                    <a:pt x="164" y="191"/>
                  </a:cubicBezTo>
                  <a:cubicBezTo>
                    <a:pt x="164" y="421"/>
                    <a:pt x="164" y="421"/>
                    <a:pt x="164" y="421"/>
                  </a:cubicBezTo>
                  <a:cubicBezTo>
                    <a:pt x="164" y="445"/>
                    <a:pt x="183" y="463"/>
                    <a:pt x="206" y="463"/>
                  </a:cubicBezTo>
                  <a:close/>
                </a:path>
              </a:pathLst>
            </a:custGeom>
            <a:solidFill>
              <a:srgbClr val="4E71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îṩ1îḑè">
              <a:extLst>
                <a:ext uri="{FF2B5EF4-FFF2-40B4-BE49-F238E27FC236}">
                  <a16:creationId xmlns:a16="http://schemas.microsoft.com/office/drawing/2014/main" id="{89B533D4-6E3D-4970-9962-8AD8F674A9FC}"/>
                </a:ext>
              </a:extLst>
            </p:cNvPr>
            <p:cNvSpPr/>
            <p:nvPr/>
          </p:nvSpPr>
          <p:spPr bwMode="auto">
            <a:xfrm>
              <a:off x="4165522" y="1985546"/>
              <a:ext cx="426619" cy="2724568"/>
            </a:xfrm>
            <a:custGeom>
              <a:avLst/>
              <a:gdLst>
                <a:gd name="T0" fmla="*/ 42 w 163"/>
                <a:gd name="T1" fmla="*/ 0 h 1043"/>
                <a:gd name="T2" fmla="*/ 0 w 163"/>
                <a:gd name="T3" fmla="*/ 42 h 1043"/>
                <a:gd name="T4" fmla="*/ 0 w 163"/>
                <a:gd name="T5" fmla="*/ 1001 h 1043"/>
                <a:gd name="T6" fmla="*/ 42 w 163"/>
                <a:gd name="T7" fmla="*/ 1043 h 1043"/>
                <a:gd name="T8" fmla="*/ 122 w 163"/>
                <a:gd name="T9" fmla="*/ 1043 h 1043"/>
                <a:gd name="T10" fmla="*/ 163 w 163"/>
                <a:gd name="T11" fmla="*/ 1012 h 1043"/>
                <a:gd name="T12" fmla="*/ 61 w 163"/>
                <a:gd name="T13" fmla="*/ 718 h 1043"/>
                <a:gd name="T14" fmla="*/ 54 w 163"/>
                <a:gd name="T15" fmla="*/ 272 h 1043"/>
                <a:gd name="T16" fmla="*/ 65 w 163"/>
                <a:gd name="T17" fmla="*/ 0 h 1043"/>
                <a:gd name="T18" fmla="*/ 42 w 163"/>
                <a:gd name="T19" fmla="*/ 0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1043">
                  <a:moveTo>
                    <a:pt x="42" y="0"/>
                  </a:moveTo>
                  <a:cubicBezTo>
                    <a:pt x="19" y="0"/>
                    <a:pt x="0" y="19"/>
                    <a:pt x="0" y="42"/>
                  </a:cubicBezTo>
                  <a:cubicBezTo>
                    <a:pt x="0" y="1001"/>
                    <a:pt x="0" y="1001"/>
                    <a:pt x="0" y="1001"/>
                  </a:cubicBezTo>
                  <a:cubicBezTo>
                    <a:pt x="0" y="1024"/>
                    <a:pt x="19" y="1043"/>
                    <a:pt x="42" y="1043"/>
                  </a:cubicBezTo>
                  <a:cubicBezTo>
                    <a:pt x="122" y="1043"/>
                    <a:pt x="122" y="1043"/>
                    <a:pt x="122" y="1043"/>
                  </a:cubicBezTo>
                  <a:cubicBezTo>
                    <a:pt x="142" y="1043"/>
                    <a:pt x="158" y="1029"/>
                    <a:pt x="163" y="1012"/>
                  </a:cubicBezTo>
                  <a:cubicBezTo>
                    <a:pt x="86" y="939"/>
                    <a:pt x="67" y="824"/>
                    <a:pt x="61" y="718"/>
                  </a:cubicBezTo>
                  <a:cubicBezTo>
                    <a:pt x="53" y="570"/>
                    <a:pt x="64" y="420"/>
                    <a:pt x="54" y="272"/>
                  </a:cubicBezTo>
                  <a:cubicBezTo>
                    <a:pt x="47" y="181"/>
                    <a:pt x="34" y="84"/>
                    <a:pt x="65" y="0"/>
                  </a:cubicBezTo>
                  <a:lnTo>
                    <a:pt x="42" y="0"/>
                  </a:lnTo>
                  <a:close/>
                </a:path>
              </a:pathLst>
            </a:custGeom>
            <a:solidFill>
              <a:srgbClr val="3F5C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ïşḷiḋé">
              <a:extLst>
                <a:ext uri="{FF2B5EF4-FFF2-40B4-BE49-F238E27FC236}">
                  <a16:creationId xmlns:a16="http://schemas.microsoft.com/office/drawing/2014/main" id="{2E730CF1-DB61-4264-A1AC-5C20648FA2C9}"/>
                </a:ext>
              </a:extLst>
            </p:cNvPr>
            <p:cNvSpPr/>
            <p:nvPr/>
          </p:nvSpPr>
          <p:spPr bwMode="auto">
            <a:xfrm>
              <a:off x="4592140" y="3403831"/>
              <a:ext cx="557498" cy="303289"/>
            </a:xfrm>
            <a:custGeom>
              <a:avLst/>
              <a:gdLst>
                <a:gd name="T0" fmla="*/ 171 w 213"/>
                <a:gd name="T1" fmla="*/ 69 h 116"/>
                <a:gd name="T2" fmla="*/ 213 w 213"/>
                <a:gd name="T3" fmla="*/ 27 h 116"/>
                <a:gd name="T4" fmla="*/ 213 w 213"/>
                <a:gd name="T5" fmla="*/ 0 h 116"/>
                <a:gd name="T6" fmla="*/ 130 w 213"/>
                <a:gd name="T7" fmla="*/ 26 h 116"/>
                <a:gd name="T8" fmla="*/ 61 w 213"/>
                <a:gd name="T9" fmla="*/ 36 h 116"/>
                <a:gd name="T10" fmla="*/ 31 w 213"/>
                <a:gd name="T11" fmla="*/ 44 h 116"/>
                <a:gd name="T12" fmla="*/ 2 w 213"/>
                <a:gd name="T13" fmla="*/ 92 h 116"/>
                <a:gd name="T14" fmla="*/ 1 w 213"/>
                <a:gd name="T15" fmla="*/ 116 h 116"/>
                <a:gd name="T16" fmla="*/ 1 w 213"/>
                <a:gd name="T17" fmla="*/ 111 h 116"/>
                <a:gd name="T18" fmla="*/ 43 w 213"/>
                <a:gd name="T19" fmla="*/ 69 h 116"/>
                <a:gd name="T20" fmla="*/ 171 w 213"/>
                <a:gd name="T21" fmla="*/ 69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116">
                  <a:moveTo>
                    <a:pt x="171" y="69"/>
                  </a:moveTo>
                  <a:cubicBezTo>
                    <a:pt x="194" y="69"/>
                    <a:pt x="213" y="51"/>
                    <a:pt x="213" y="27"/>
                  </a:cubicBezTo>
                  <a:cubicBezTo>
                    <a:pt x="213" y="0"/>
                    <a:pt x="213" y="0"/>
                    <a:pt x="213" y="0"/>
                  </a:cubicBezTo>
                  <a:cubicBezTo>
                    <a:pt x="190" y="16"/>
                    <a:pt x="159" y="22"/>
                    <a:pt x="130" y="26"/>
                  </a:cubicBezTo>
                  <a:cubicBezTo>
                    <a:pt x="107" y="29"/>
                    <a:pt x="84" y="33"/>
                    <a:pt x="61" y="36"/>
                  </a:cubicBezTo>
                  <a:cubicBezTo>
                    <a:pt x="51" y="37"/>
                    <a:pt x="41" y="39"/>
                    <a:pt x="31" y="44"/>
                  </a:cubicBezTo>
                  <a:cubicBezTo>
                    <a:pt x="14" y="53"/>
                    <a:pt x="4" y="72"/>
                    <a:pt x="2" y="92"/>
                  </a:cubicBezTo>
                  <a:cubicBezTo>
                    <a:pt x="0" y="100"/>
                    <a:pt x="0" y="108"/>
                    <a:pt x="1" y="116"/>
                  </a:cubicBezTo>
                  <a:cubicBezTo>
                    <a:pt x="1" y="111"/>
                    <a:pt x="1" y="111"/>
                    <a:pt x="1" y="111"/>
                  </a:cubicBezTo>
                  <a:cubicBezTo>
                    <a:pt x="1" y="88"/>
                    <a:pt x="20" y="69"/>
                    <a:pt x="43" y="69"/>
                  </a:cubicBezTo>
                  <a:lnTo>
                    <a:pt x="171" y="69"/>
                  </a:lnTo>
                  <a:close/>
                </a:path>
              </a:pathLst>
            </a:custGeom>
            <a:solidFill>
              <a:srgbClr val="3F5C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îsḻíḑè">
              <a:extLst>
                <a:ext uri="{FF2B5EF4-FFF2-40B4-BE49-F238E27FC236}">
                  <a16:creationId xmlns:a16="http://schemas.microsoft.com/office/drawing/2014/main" id="{96501804-1437-4F78-A951-BE68233547E6}"/>
                </a:ext>
              </a:extLst>
            </p:cNvPr>
            <p:cNvSpPr/>
            <p:nvPr/>
          </p:nvSpPr>
          <p:spPr bwMode="auto">
            <a:xfrm>
              <a:off x="4592140" y="2087481"/>
              <a:ext cx="708514" cy="383831"/>
            </a:xfrm>
            <a:custGeom>
              <a:avLst/>
              <a:gdLst>
                <a:gd name="T0" fmla="*/ 271 w 271"/>
                <a:gd name="T1" fmla="*/ 68 h 147"/>
                <a:gd name="T2" fmla="*/ 271 w 271"/>
                <a:gd name="T3" fmla="*/ 3 h 147"/>
                <a:gd name="T4" fmla="*/ 270 w 271"/>
                <a:gd name="T5" fmla="*/ 0 h 147"/>
                <a:gd name="T6" fmla="*/ 213 w 271"/>
                <a:gd name="T7" fmla="*/ 56 h 147"/>
                <a:gd name="T8" fmla="*/ 110 w 271"/>
                <a:gd name="T9" fmla="*/ 79 h 147"/>
                <a:gd name="T10" fmla="*/ 13 w 271"/>
                <a:gd name="T11" fmla="*/ 105 h 147"/>
                <a:gd name="T12" fmla="*/ 1 w 271"/>
                <a:gd name="T13" fmla="*/ 147 h 147"/>
                <a:gd name="T14" fmla="*/ 43 w 271"/>
                <a:gd name="T15" fmla="*/ 110 h 147"/>
                <a:gd name="T16" fmla="*/ 229 w 271"/>
                <a:gd name="T17" fmla="*/ 110 h 147"/>
                <a:gd name="T18" fmla="*/ 271 w 271"/>
                <a:gd name="T19" fmla="*/ 6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1" h="147">
                  <a:moveTo>
                    <a:pt x="271" y="68"/>
                  </a:moveTo>
                  <a:cubicBezTo>
                    <a:pt x="271" y="3"/>
                    <a:pt x="271" y="3"/>
                    <a:pt x="271" y="3"/>
                  </a:cubicBezTo>
                  <a:cubicBezTo>
                    <a:pt x="271" y="2"/>
                    <a:pt x="271" y="1"/>
                    <a:pt x="270" y="0"/>
                  </a:cubicBezTo>
                  <a:cubicBezTo>
                    <a:pt x="258" y="24"/>
                    <a:pt x="237" y="43"/>
                    <a:pt x="213" y="56"/>
                  </a:cubicBezTo>
                  <a:cubicBezTo>
                    <a:pt x="182" y="73"/>
                    <a:pt x="145" y="79"/>
                    <a:pt x="110" y="79"/>
                  </a:cubicBezTo>
                  <a:cubicBezTo>
                    <a:pt x="75" y="80"/>
                    <a:pt x="34" y="78"/>
                    <a:pt x="13" y="105"/>
                  </a:cubicBezTo>
                  <a:cubicBezTo>
                    <a:pt x="3" y="117"/>
                    <a:pt x="0" y="132"/>
                    <a:pt x="1" y="147"/>
                  </a:cubicBezTo>
                  <a:cubicBezTo>
                    <a:pt x="4" y="126"/>
                    <a:pt x="21" y="110"/>
                    <a:pt x="43" y="110"/>
                  </a:cubicBezTo>
                  <a:cubicBezTo>
                    <a:pt x="229" y="110"/>
                    <a:pt x="229" y="110"/>
                    <a:pt x="229" y="110"/>
                  </a:cubicBezTo>
                  <a:cubicBezTo>
                    <a:pt x="252" y="110"/>
                    <a:pt x="271" y="91"/>
                    <a:pt x="271" y="68"/>
                  </a:cubicBezTo>
                  <a:close/>
                </a:path>
              </a:pathLst>
            </a:custGeom>
            <a:solidFill>
              <a:srgbClr val="3F5C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íš1ïdé">
              <a:extLst>
                <a:ext uri="{FF2B5EF4-FFF2-40B4-BE49-F238E27FC236}">
                  <a16:creationId xmlns:a16="http://schemas.microsoft.com/office/drawing/2014/main" id="{15882682-0E3B-4190-A39C-0D36203954FA}"/>
                </a:ext>
              </a:extLst>
            </p:cNvPr>
            <p:cNvSpPr/>
            <p:nvPr/>
          </p:nvSpPr>
          <p:spPr bwMode="auto">
            <a:xfrm>
              <a:off x="5026309" y="1985546"/>
              <a:ext cx="1484984" cy="2724568"/>
            </a:xfrm>
            <a:custGeom>
              <a:avLst/>
              <a:gdLst>
                <a:gd name="T0" fmla="*/ 533 w 568"/>
                <a:gd name="T1" fmla="*/ 1043 h 1043"/>
                <a:gd name="T2" fmla="*/ 433 w 568"/>
                <a:gd name="T3" fmla="*/ 1043 h 1043"/>
                <a:gd name="T4" fmla="*/ 401 w 568"/>
                <a:gd name="T5" fmla="*/ 1015 h 1043"/>
                <a:gd name="T6" fmla="*/ 381 w 568"/>
                <a:gd name="T7" fmla="*/ 881 h 1043"/>
                <a:gd name="T8" fmla="*/ 349 w 568"/>
                <a:gd name="T9" fmla="*/ 854 h 1043"/>
                <a:gd name="T10" fmla="*/ 204 w 568"/>
                <a:gd name="T11" fmla="*/ 854 h 1043"/>
                <a:gd name="T12" fmla="*/ 172 w 568"/>
                <a:gd name="T13" fmla="*/ 881 h 1043"/>
                <a:gd name="T14" fmla="*/ 152 w 568"/>
                <a:gd name="T15" fmla="*/ 1015 h 1043"/>
                <a:gd name="T16" fmla="*/ 120 w 568"/>
                <a:gd name="T17" fmla="*/ 1043 h 1043"/>
                <a:gd name="T18" fmla="*/ 35 w 568"/>
                <a:gd name="T19" fmla="*/ 1043 h 1043"/>
                <a:gd name="T20" fmla="*/ 3 w 568"/>
                <a:gd name="T21" fmla="*/ 1006 h 1043"/>
                <a:gd name="T22" fmla="*/ 160 w 568"/>
                <a:gd name="T23" fmla="*/ 27 h 1043"/>
                <a:gd name="T24" fmla="*/ 191 w 568"/>
                <a:gd name="T25" fmla="*/ 0 h 1043"/>
                <a:gd name="T26" fmla="*/ 377 w 568"/>
                <a:gd name="T27" fmla="*/ 0 h 1043"/>
                <a:gd name="T28" fmla="*/ 408 w 568"/>
                <a:gd name="T29" fmla="*/ 27 h 1043"/>
                <a:gd name="T30" fmla="*/ 565 w 568"/>
                <a:gd name="T31" fmla="*/ 1006 h 1043"/>
                <a:gd name="T32" fmla="*/ 533 w 568"/>
                <a:gd name="T33" fmla="*/ 1043 h 1043"/>
                <a:gd name="T34" fmla="*/ 234 w 568"/>
                <a:gd name="T35" fmla="*/ 712 h 1043"/>
                <a:gd name="T36" fmla="*/ 318 w 568"/>
                <a:gd name="T37" fmla="*/ 712 h 1043"/>
                <a:gd name="T38" fmla="*/ 349 w 568"/>
                <a:gd name="T39" fmla="*/ 675 h 1043"/>
                <a:gd name="T40" fmla="*/ 307 w 568"/>
                <a:gd name="T41" fmla="*/ 396 h 1043"/>
                <a:gd name="T42" fmla="*/ 244 w 568"/>
                <a:gd name="T43" fmla="*/ 396 h 1043"/>
                <a:gd name="T44" fmla="*/ 202 w 568"/>
                <a:gd name="T45" fmla="*/ 675 h 1043"/>
                <a:gd name="T46" fmla="*/ 234 w 568"/>
                <a:gd name="T47" fmla="*/ 712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8" h="1043">
                  <a:moveTo>
                    <a:pt x="533" y="1043"/>
                  </a:moveTo>
                  <a:cubicBezTo>
                    <a:pt x="433" y="1043"/>
                    <a:pt x="433" y="1043"/>
                    <a:pt x="433" y="1043"/>
                  </a:cubicBezTo>
                  <a:cubicBezTo>
                    <a:pt x="417" y="1043"/>
                    <a:pt x="404" y="1031"/>
                    <a:pt x="401" y="1015"/>
                  </a:cubicBezTo>
                  <a:cubicBezTo>
                    <a:pt x="381" y="881"/>
                    <a:pt x="381" y="881"/>
                    <a:pt x="381" y="881"/>
                  </a:cubicBezTo>
                  <a:cubicBezTo>
                    <a:pt x="379" y="865"/>
                    <a:pt x="365" y="854"/>
                    <a:pt x="349" y="854"/>
                  </a:cubicBezTo>
                  <a:cubicBezTo>
                    <a:pt x="204" y="854"/>
                    <a:pt x="204" y="854"/>
                    <a:pt x="204" y="854"/>
                  </a:cubicBezTo>
                  <a:cubicBezTo>
                    <a:pt x="188" y="854"/>
                    <a:pt x="174" y="865"/>
                    <a:pt x="172" y="881"/>
                  </a:cubicBezTo>
                  <a:cubicBezTo>
                    <a:pt x="152" y="1015"/>
                    <a:pt x="152" y="1015"/>
                    <a:pt x="152" y="1015"/>
                  </a:cubicBezTo>
                  <a:cubicBezTo>
                    <a:pt x="149" y="1031"/>
                    <a:pt x="136" y="1043"/>
                    <a:pt x="120" y="1043"/>
                  </a:cubicBezTo>
                  <a:cubicBezTo>
                    <a:pt x="35" y="1043"/>
                    <a:pt x="35" y="1043"/>
                    <a:pt x="35" y="1043"/>
                  </a:cubicBezTo>
                  <a:cubicBezTo>
                    <a:pt x="15" y="1043"/>
                    <a:pt x="0" y="1025"/>
                    <a:pt x="3" y="1006"/>
                  </a:cubicBezTo>
                  <a:cubicBezTo>
                    <a:pt x="160" y="27"/>
                    <a:pt x="160" y="27"/>
                    <a:pt x="160" y="27"/>
                  </a:cubicBezTo>
                  <a:cubicBezTo>
                    <a:pt x="162" y="12"/>
                    <a:pt x="176" y="0"/>
                    <a:pt x="191" y="0"/>
                  </a:cubicBezTo>
                  <a:cubicBezTo>
                    <a:pt x="377" y="0"/>
                    <a:pt x="377" y="0"/>
                    <a:pt x="377" y="0"/>
                  </a:cubicBezTo>
                  <a:cubicBezTo>
                    <a:pt x="392" y="0"/>
                    <a:pt x="406" y="12"/>
                    <a:pt x="408" y="27"/>
                  </a:cubicBezTo>
                  <a:cubicBezTo>
                    <a:pt x="565" y="1006"/>
                    <a:pt x="565" y="1006"/>
                    <a:pt x="565" y="1006"/>
                  </a:cubicBezTo>
                  <a:cubicBezTo>
                    <a:pt x="568" y="1025"/>
                    <a:pt x="553" y="1043"/>
                    <a:pt x="533" y="1043"/>
                  </a:cubicBezTo>
                  <a:close/>
                  <a:moveTo>
                    <a:pt x="234" y="712"/>
                  </a:moveTo>
                  <a:cubicBezTo>
                    <a:pt x="318" y="712"/>
                    <a:pt x="318" y="712"/>
                    <a:pt x="318" y="712"/>
                  </a:cubicBezTo>
                  <a:cubicBezTo>
                    <a:pt x="337" y="712"/>
                    <a:pt x="352" y="695"/>
                    <a:pt x="349" y="675"/>
                  </a:cubicBezTo>
                  <a:cubicBezTo>
                    <a:pt x="307" y="396"/>
                    <a:pt x="307" y="396"/>
                    <a:pt x="307" y="396"/>
                  </a:cubicBezTo>
                  <a:cubicBezTo>
                    <a:pt x="302" y="360"/>
                    <a:pt x="250" y="360"/>
                    <a:pt x="244" y="396"/>
                  </a:cubicBezTo>
                  <a:cubicBezTo>
                    <a:pt x="202" y="675"/>
                    <a:pt x="202" y="675"/>
                    <a:pt x="202" y="675"/>
                  </a:cubicBezTo>
                  <a:cubicBezTo>
                    <a:pt x="199" y="695"/>
                    <a:pt x="214" y="712"/>
                    <a:pt x="234" y="712"/>
                  </a:cubicBez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islíďé">
              <a:extLst>
                <a:ext uri="{FF2B5EF4-FFF2-40B4-BE49-F238E27FC236}">
                  <a16:creationId xmlns:a16="http://schemas.microsoft.com/office/drawing/2014/main" id="{686C94F0-BF76-4ACB-8C9D-BA01B4CBD01D}"/>
                </a:ext>
              </a:extLst>
            </p:cNvPr>
            <p:cNvSpPr/>
            <p:nvPr/>
          </p:nvSpPr>
          <p:spPr bwMode="auto">
            <a:xfrm>
              <a:off x="5748666" y="2920582"/>
              <a:ext cx="289446" cy="935037"/>
            </a:xfrm>
            <a:custGeom>
              <a:avLst/>
              <a:gdLst>
                <a:gd name="T0" fmla="*/ 108 w 111"/>
                <a:gd name="T1" fmla="*/ 308 h 358"/>
                <a:gd name="T2" fmla="*/ 108 w 111"/>
                <a:gd name="T3" fmla="*/ 276 h 358"/>
                <a:gd name="T4" fmla="*/ 86 w 111"/>
                <a:gd name="T5" fmla="*/ 106 h 358"/>
                <a:gd name="T6" fmla="*/ 65 w 111"/>
                <a:gd name="T7" fmla="*/ 35 h 358"/>
                <a:gd name="T8" fmla="*/ 0 w 111"/>
                <a:gd name="T9" fmla="*/ 11 h 358"/>
                <a:gd name="T10" fmla="*/ 0 w 111"/>
                <a:gd name="T11" fmla="*/ 11 h 358"/>
                <a:gd name="T12" fmla="*/ 31 w 111"/>
                <a:gd name="T13" fmla="*/ 38 h 358"/>
                <a:gd name="T14" fmla="*/ 73 w 111"/>
                <a:gd name="T15" fmla="*/ 317 h 358"/>
                <a:gd name="T16" fmla="*/ 42 w 111"/>
                <a:gd name="T17" fmla="*/ 354 h 358"/>
                <a:gd name="T18" fmla="*/ 33 w 111"/>
                <a:gd name="T19" fmla="*/ 354 h 358"/>
                <a:gd name="T20" fmla="*/ 33 w 111"/>
                <a:gd name="T21" fmla="*/ 355 h 358"/>
                <a:gd name="T22" fmla="*/ 49 w 111"/>
                <a:gd name="T23" fmla="*/ 354 h 358"/>
                <a:gd name="T24" fmla="*/ 108 w 111"/>
                <a:gd name="T25" fmla="*/ 30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358">
                  <a:moveTo>
                    <a:pt x="108" y="308"/>
                  </a:moveTo>
                  <a:cubicBezTo>
                    <a:pt x="111" y="298"/>
                    <a:pt x="110" y="287"/>
                    <a:pt x="108" y="276"/>
                  </a:cubicBezTo>
                  <a:cubicBezTo>
                    <a:pt x="101" y="219"/>
                    <a:pt x="93" y="162"/>
                    <a:pt x="86" y="106"/>
                  </a:cubicBezTo>
                  <a:cubicBezTo>
                    <a:pt x="83" y="81"/>
                    <a:pt x="79" y="55"/>
                    <a:pt x="65" y="35"/>
                  </a:cubicBezTo>
                  <a:cubicBezTo>
                    <a:pt x="51" y="14"/>
                    <a:pt x="23" y="0"/>
                    <a:pt x="0" y="11"/>
                  </a:cubicBezTo>
                  <a:cubicBezTo>
                    <a:pt x="0" y="11"/>
                    <a:pt x="0" y="11"/>
                    <a:pt x="0" y="11"/>
                  </a:cubicBezTo>
                  <a:cubicBezTo>
                    <a:pt x="15" y="11"/>
                    <a:pt x="29" y="20"/>
                    <a:pt x="31" y="38"/>
                  </a:cubicBezTo>
                  <a:cubicBezTo>
                    <a:pt x="73" y="317"/>
                    <a:pt x="73" y="317"/>
                    <a:pt x="73" y="317"/>
                  </a:cubicBezTo>
                  <a:cubicBezTo>
                    <a:pt x="76" y="337"/>
                    <a:pt x="61" y="354"/>
                    <a:pt x="42" y="354"/>
                  </a:cubicBezTo>
                  <a:cubicBezTo>
                    <a:pt x="33" y="354"/>
                    <a:pt x="33" y="354"/>
                    <a:pt x="33" y="354"/>
                  </a:cubicBezTo>
                  <a:cubicBezTo>
                    <a:pt x="33" y="354"/>
                    <a:pt x="33" y="355"/>
                    <a:pt x="33" y="355"/>
                  </a:cubicBezTo>
                  <a:cubicBezTo>
                    <a:pt x="38" y="358"/>
                    <a:pt x="44" y="356"/>
                    <a:pt x="49" y="354"/>
                  </a:cubicBezTo>
                  <a:cubicBezTo>
                    <a:pt x="74" y="346"/>
                    <a:pt x="101" y="333"/>
                    <a:pt x="108" y="308"/>
                  </a:cubicBezTo>
                  <a:close/>
                </a:path>
              </a:pathLst>
            </a:custGeom>
            <a:solidFill>
              <a:srgbClr val="CA407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îśľîḑè">
              <a:extLst>
                <a:ext uri="{FF2B5EF4-FFF2-40B4-BE49-F238E27FC236}">
                  <a16:creationId xmlns:a16="http://schemas.microsoft.com/office/drawing/2014/main" id="{2140876B-FF7A-4EE2-A3CE-D1D11A56EE53}"/>
                </a:ext>
              </a:extLst>
            </p:cNvPr>
            <p:cNvSpPr/>
            <p:nvPr/>
          </p:nvSpPr>
          <p:spPr bwMode="auto">
            <a:xfrm>
              <a:off x="5026309" y="1985546"/>
              <a:ext cx="622938" cy="2724568"/>
            </a:xfrm>
            <a:custGeom>
              <a:avLst/>
              <a:gdLst>
                <a:gd name="T0" fmla="*/ 160 w 238"/>
                <a:gd name="T1" fmla="*/ 27 h 1043"/>
                <a:gd name="T2" fmla="*/ 3 w 238"/>
                <a:gd name="T3" fmla="*/ 1006 h 1043"/>
                <a:gd name="T4" fmla="*/ 35 w 238"/>
                <a:gd name="T5" fmla="*/ 1043 h 1043"/>
                <a:gd name="T6" fmla="*/ 120 w 238"/>
                <a:gd name="T7" fmla="*/ 1043 h 1043"/>
                <a:gd name="T8" fmla="*/ 131 w 238"/>
                <a:gd name="T9" fmla="*/ 1041 h 1043"/>
                <a:gd name="T10" fmla="*/ 95 w 238"/>
                <a:gd name="T11" fmla="*/ 1027 h 1043"/>
                <a:gd name="T12" fmla="*/ 79 w 238"/>
                <a:gd name="T13" fmla="*/ 977 h 1043"/>
                <a:gd name="T14" fmla="*/ 108 w 238"/>
                <a:gd name="T15" fmla="*/ 696 h 1043"/>
                <a:gd name="T16" fmla="*/ 200 w 238"/>
                <a:gd name="T17" fmla="*/ 87 h 1043"/>
                <a:gd name="T18" fmla="*/ 221 w 238"/>
                <a:gd name="T19" fmla="*/ 19 h 1043"/>
                <a:gd name="T20" fmla="*/ 238 w 238"/>
                <a:gd name="T21" fmla="*/ 0 h 1043"/>
                <a:gd name="T22" fmla="*/ 191 w 238"/>
                <a:gd name="T23" fmla="*/ 0 h 1043"/>
                <a:gd name="T24" fmla="*/ 160 w 238"/>
                <a:gd name="T25" fmla="*/ 27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8" h="1043">
                  <a:moveTo>
                    <a:pt x="160" y="27"/>
                  </a:moveTo>
                  <a:cubicBezTo>
                    <a:pt x="3" y="1006"/>
                    <a:pt x="3" y="1006"/>
                    <a:pt x="3" y="1006"/>
                  </a:cubicBezTo>
                  <a:cubicBezTo>
                    <a:pt x="0" y="1025"/>
                    <a:pt x="15" y="1043"/>
                    <a:pt x="35" y="1043"/>
                  </a:cubicBezTo>
                  <a:cubicBezTo>
                    <a:pt x="120" y="1043"/>
                    <a:pt x="120" y="1043"/>
                    <a:pt x="120" y="1043"/>
                  </a:cubicBezTo>
                  <a:cubicBezTo>
                    <a:pt x="124" y="1043"/>
                    <a:pt x="128" y="1042"/>
                    <a:pt x="131" y="1041"/>
                  </a:cubicBezTo>
                  <a:cubicBezTo>
                    <a:pt x="120" y="1036"/>
                    <a:pt x="105" y="1035"/>
                    <a:pt x="95" y="1027"/>
                  </a:cubicBezTo>
                  <a:cubicBezTo>
                    <a:pt x="80" y="1016"/>
                    <a:pt x="78" y="995"/>
                    <a:pt x="79" y="977"/>
                  </a:cubicBezTo>
                  <a:cubicBezTo>
                    <a:pt x="79" y="883"/>
                    <a:pt x="94" y="789"/>
                    <a:pt x="108" y="696"/>
                  </a:cubicBezTo>
                  <a:cubicBezTo>
                    <a:pt x="139" y="493"/>
                    <a:pt x="169" y="290"/>
                    <a:pt x="200" y="87"/>
                  </a:cubicBezTo>
                  <a:cubicBezTo>
                    <a:pt x="204" y="64"/>
                    <a:pt x="208" y="39"/>
                    <a:pt x="221" y="19"/>
                  </a:cubicBezTo>
                  <a:cubicBezTo>
                    <a:pt x="225" y="12"/>
                    <a:pt x="231" y="5"/>
                    <a:pt x="238" y="0"/>
                  </a:cubicBezTo>
                  <a:cubicBezTo>
                    <a:pt x="191" y="0"/>
                    <a:pt x="191" y="0"/>
                    <a:pt x="191" y="0"/>
                  </a:cubicBezTo>
                  <a:cubicBezTo>
                    <a:pt x="176" y="0"/>
                    <a:pt x="162" y="12"/>
                    <a:pt x="160" y="27"/>
                  </a:cubicBezTo>
                  <a:close/>
                </a:path>
              </a:pathLst>
            </a:custGeom>
            <a:solidFill>
              <a:srgbClr val="CA407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ïšḷíḓé">
              <a:extLst>
                <a:ext uri="{FF2B5EF4-FFF2-40B4-BE49-F238E27FC236}">
                  <a16:creationId xmlns:a16="http://schemas.microsoft.com/office/drawing/2014/main" id="{AA8A9E1F-C64E-41FA-B349-BC773A1939BA}"/>
                </a:ext>
              </a:extLst>
            </p:cNvPr>
            <p:cNvSpPr/>
            <p:nvPr/>
          </p:nvSpPr>
          <p:spPr bwMode="auto">
            <a:xfrm>
              <a:off x="5475579" y="4103536"/>
              <a:ext cx="761369" cy="606578"/>
            </a:xfrm>
            <a:custGeom>
              <a:avLst/>
              <a:gdLst>
                <a:gd name="T0" fmla="*/ 274 w 291"/>
                <a:gd name="T1" fmla="*/ 123 h 232"/>
                <a:gd name="T2" fmla="*/ 268 w 291"/>
                <a:gd name="T3" fmla="*/ 61 h 232"/>
                <a:gd name="T4" fmla="*/ 230 w 291"/>
                <a:gd name="T5" fmla="*/ 13 h 232"/>
                <a:gd name="T6" fmla="*/ 200 w 291"/>
                <a:gd name="T7" fmla="*/ 8 h 232"/>
                <a:gd name="T8" fmla="*/ 90 w 291"/>
                <a:gd name="T9" fmla="*/ 2 h 232"/>
                <a:gd name="T10" fmla="*/ 30 w 291"/>
                <a:gd name="T11" fmla="*/ 10 h 232"/>
                <a:gd name="T12" fmla="*/ 6 w 291"/>
                <a:gd name="T13" fmla="*/ 56 h 232"/>
                <a:gd name="T14" fmla="*/ 32 w 291"/>
                <a:gd name="T15" fmla="*/ 43 h 232"/>
                <a:gd name="T16" fmla="*/ 177 w 291"/>
                <a:gd name="T17" fmla="*/ 43 h 232"/>
                <a:gd name="T18" fmla="*/ 209 w 291"/>
                <a:gd name="T19" fmla="*/ 70 h 232"/>
                <a:gd name="T20" fmla="*/ 229 w 291"/>
                <a:gd name="T21" fmla="*/ 204 h 232"/>
                <a:gd name="T22" fmla="*/ 261 w 291"/>
                <a:gd name="T23" fmla="*/ 232 h 232"/>
                <a:gd name="T24" fmla="*/ 291 w 291"/>
                <a:gd name="T25" fmla="*/ 232 h 232"/>
                <a:gd name="T26" fmla="*/ 274 w 291"/>
                <a:gd name="T27"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1" h="232">
                  <a:moveTo>
                    <a:pt x="274" y="123"/>
                  </a:moveTo>
                  <a:cubicBezTo>
                    <a:pt x="273" y="102"/>
                    <a:pt x="273" y="81"/>
                    <a:pt x="268" y="61"/>
                  </a:cubicBezTo>
                  <a:cubicBezTo>
                    <a:pt x="262" y="40"/>
                    <a:pt x="250" y="21"/>
                    <a:pt x="230" y="13"/>
                  </a:cubicBezTo>
                  <a:cubicBezTo>
                    <a:pt x="221" y="9"/>
                    <a:pt x="210" y="9"/>
                    <a:pt x="200" y="8"/>
                  </a:cubicBezTo>
                  <a:cubicBezTo>
                    <a:pt x="163" y="6"/>
                    <a:pt x="127" y="4"/>
                    <a:pt x="90" y="2"/>
                  </a:cubicBezTo>
                  <a:cubicBezTo>
                    <a:pt x="70" y="1"/>
                    <a:pt x="48" y="0"/>
                    <a:pt x="30" y="10"/>
                  </a:cubicBezTo>
                  <a:cubicBezTo>
                    <a:pt x="13" y="18"/>
                    <a:pt x="0" y="38"/>
                    <a:pt x="6" y="56"/>
                  </a:cubicBezTo>
                  <a:cubicBezTo>
                    <a:pt x="11" y="48"/>
                    <a:pt x="21" y="43"/>
                    <a:pt x="32" y="43"/>
                  </a:cubicBezTo>
                  <a:cubicBezTo>
                    <a:pt x="177" y="43"/>
                    <a:pt x="177" y="43"/>
                    <a:pt x="177" y="43"/>
                  </a:cubicBezTo>
                  <a:cubicBezTo>
                    <a:pt x="193" y="43"/>
                    <a:pt x="207" y="54"/>
                    <a:pt x="209" y="70"/>
                  </a:cubicBezTo>
                  <a:cubicBezTo>
                    <a:pt x="229" y="204"/>
                    <a:pt x="229" y="204"/>
                    <a:pt x="229" y="204"/>
                  </a:cubicBezTo>
                  <a:cubicBezTo>
                    <a:pt x="232" y="220"/>
                    <a:pt x="245" y="232"/>
                    <a:pt x="261" y="232"/>
                  </a:cubicBezTo>
                  <a:cubicBezTo>
                    <a:pt x="291" y="232"/>
                    <a:pt x="291" y="232"/>
                    <a:pt x="291" y="232"/>
                  </a:cubicBezTo>
                  <a:cubicBezTo>
                    <a:pt x="281" y="196"/>
                    <a:pt x="275" y="160"/>
                    <a:pt x="274" y="123"/>
                  </a:cubicBezTo>
                  <a:close/>
                </a:path>
              </a:pathLst>
            </a:custGeom>
            <a:solidFill>
              <a:srgbClr val="CA407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îSḻíḓé">
              <a:extLst>
                <a:ext uri="{FF2B5EF4-FFF2-40B4-BE49-F238E27FC236}">
                  <a16:creationId xmlns:a16="http://schemas.microsoft.com/office/drawing/2014/main" id="{390C79D9-7C88-4A08-88F7-4B9ECF0854D1}"/>
                </a:ext>
              </a:extLst>
            </p:cNvPr>
            <p:cNvSpPr/>
            <p:nvPr/>
          </p:nvSpPr>
          <p:spPr bwMode="auto">
            <a:xfrm>
              <a:off x="7570917" y="3053979"/>
              <a:ext cx="548689" cy="770178"/>
            </a:xfrm>
            <a:custGeom>
              <a:avLst/>
              <a:gdLst>
                <a:gd name="T0" fmla="*/ 33 w 210"/>
                <a:gd name="T1" fmla="*/ 70 h 295"/>
                <a:gd name="T2" fmla="*/ 0 w 210"/>
                <a:gd name="T3" fmla="*/ 250 h 295"/>
                <a:gd name="T4" fmla="*/ 210 w 210"/>
                <a:gd name="T5" fmla="*/ 235 h 295"/>
                <a:gd name="T6" fmla="*/ 163 w 210"/>
                <a:gd name="T7" fmla="*/ 90 h 295"/>
                <a:gd name="T8" fmla="*/ 125 w 210"/>
                <a:gd name="T9" fmla="*/ 7 h 295"/>
                <a:gd name="T10" fmla="*/ 81 w 210"/>
                <a:gd name="T11" fmla="*/ 0 h 295"/>
                <a:gd name="T12" fmla="*/ 56 w 210"/>
                <a:gd name="T13" fmla="*/ 22 h 295"/>
                <a:gd name="T14" fmla="*/ 42 w 210"/>
                <a:gd name="T15" fmla="*/ 38 h 295"/>
                <a:gd name="T16" fmla="*/ 33 w 210"/>
                <a:gd name="T17" fmla="*/ 7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295">
                  <a:moveTo>
                    <a:pt x="33" y="70"/>
                  </a:moveTo>
                  <a:cubicBezTo>
                    <a:pt x="39" y="118"/>
                    <a:pt x="18" y="213"/>
                    <a:pt x="0" y="250"/>
                  </a:cubicBezTo>
                  <a:cubicBezTo>
                    <a:pt x="0" y="250"/>
                    <a:pt x="108" y="295"/>
                    <a:pt x="210" y="235"/>
                  </a:cubicBezTo>
                  <a:cubicBezTo>
                    <a:pt x="210" y="235"/>
                    <a:pt x="157" y="153"/>
                    <a:pt x="163" y="90"/>
                  </a:cubicBezTo>
                  <a:cubicBezTo>
                    <a:pt x="169" y="28"/>
                    <a:pt x="125" y="7"/>
                    <a:pt x="125" y="7"/>
                  </a:cubicBezTo>
                  <a:cubicBezTo>
                    <a:pt x="81" y="0"/>
                    <a:pt x="81" y="0"/>
                    <a:pt x="81" y="0"/>
                  </a:cubicBezTo>
                  <a:cubicBezTo>
                    <a:pt x="56" y="22"/>
                    <a:pt x="56" y="22"/>
                    <a:pt x="56" y="22"/>
                  </a:cubicBezTo>
                  <a:cubicBezTo>
                    <a:pt x="42" y="38"/>
                    <a:pt x="42" y="38"/>
                    <a:pt x="42" y="38"/>
                  </a:cubicBezTo>
                  <a:lnTo>
                    <a:pt x="33" y="70"/>
                  </a:ln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iṣḻíḑè">
              <a:extLst>
                <a:ext uri="{FF2B5EF4-FFF2-40B4-BE49-F238E27FC236}">
                  <a16:creationId xmlns:a16="http://schemas.microsoft.com/office/drawing/2014/main" id="{6C3E36A8-ADBD-49F9-9AFD-324834C6F385}"/>
                </a:ext>
              </a:extLst>
            </p:cNvPr>
            <p:cNvSpPr/>
            <p:nvPr/>
          </p:nvSpPr>
          <p:spPr bwMode="auto">
            <a:xfrm>
              <a:off x="7484083" y="3413899"/>
              <a:ext cx="266794" cy="577634"/>
            </a:xfrm>
            <a:custGeom>
              <a:avLst/>
              <a:gdLst>
                <a:gd name="T0" fmla="*/ 87 w 102"/>
                <a:gd name="T1" fmla="*/ 0 h 221"/>
                <a:gd name="T2" fmla="*/ 18 w 102"/>
                <a:gd name="T3" fmla="*/ 94 h 221"/>
                <a:gd name="T4" fmla="*/ 64 w 102"/>
                <a:gd name="T5" fmla="*/ 217 h 221"/>
                <a:gd name="T6" fmla="*/ 72 w 102"/>
                <a:gd name="T7" fmla="*/ 198 h 221"/>
                <a:gd name="T8" fmla="*/ 44 w 102"/>
                <a:gd name="T9" fmla="*/ 115 h 221"/>
                <a:gd name="T10" fmla="*/ 94 w 102"/>
                <a:gd name="T11" fmla="*/ 39 h 221"/>
                <a:gd name="T12" fmla="*/ 87 w 102"/>
                <a:gd name="T13" fmla="*/ 0 h 221"/>
              </a:gdLst>
              <a:ahLst/>
              <a:cxnLst>
                <a:cxn ang="0">
                  <a:pos x="T0" y="T1"/>
                </a:cxn>
                <a:cxn ang="0">
                  <a:pos x="T2" y="T3"/>
                </a:cxn>
                <a:cxn ang="0">
                  <a:pos x="T4" y="T5"/>
                </a:cxn>
                <a:cxn ang="0">
                  <a:pos x="T6" y="T7"/>
                </a:cxn>
                <a:cxn ang="0">
                  <a:pos x="T8" y="T9"/>
                </a:cxn>
                <a:cxn ang="0">
                  <a:pos x="T10" y="T11"/>
                </a:cxn>
                <a:cxn ang="0">
                  <a:pos x="T12" y="T13"/>
                </a:cxn>
              </a:cxnLst>
              <a:rect l="0" t="0" r="r" b="b"/>
              <a:pathLst>
                <a:path w="102" h="221">
                  <a:moveTo>
                    <a:pt x="87" y="0"/>
                  </a:moveTo>
                  <a:cubicBezTo>
                    <a:pt x="60" y="21"/>
                    <a:pt x="35" y="64"/>
                    <a:pt x="18" y="94"/>
                  </a:cubicBezTo>
                  <a:cubicBezTo>
                    <a:pt x="0" y="124"/>
                    <a:pt x="48" y="212"/>
                    <a:pt x="64" y="217"/>
                  </a:cubicBezTo>
                  <a:cubicBezTo>
                    <a:pt x="79" y="221"/>
                    <a:pt x="72" y="198"/>
                    <a:pt x="72" y="198"/>
                  </a:cubicBezTo>
                  <a:cubicBezTo>
                    <a:pt x="72" y="198"/>
                    <a:pt x="46" y="174"/>
                    <a:pt x="44" y="115"/>
                  </a:cubicBezTo>
                  <a:cubicBezTo>
                    <a:pt x="43" y="96"/>
                    <a:pt x="86" y="43"/>
                    <a:pt x="94" y="39"/>
                  </a:cubicBezTo>
                  <a:cubicBezTo>
                    <a:pt x="102" y="36"/>
                    <a:pt x="87" y="0"/>
                    <a:pt x="87" y="0"/>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îṧľîḑé">
              <a:extLst>
                <a:ext uri="{FF2B5EF4-FFF2-40B4-BE49-F238E27FC236}">
                  <a16:creationId xmlns:a16="http://schemas.microsoft.com/office/drawing/2014/main" id="{0D684928-7ED7-4C27-8859-A947871C082B}"/>
                </a:ext>
              </a:extLst>
            </p:cNvPr>
            <p:cNvSpPr/>
            <p:nvPr/>
          </p:nvSpPr>
          <p:spPr bwMode="auto">
            <a:xfrm>
              <a:off x="7745842" y="3262884"/>
              <a:ext cx="176184" cy="310840"/>
            </a:xfrm>
            <a:custGeom>
              <a:avLst/>
              <a:gdLst>
                <a:gd name="T0" fmla="*/ 17 w 67"/>
                <a:gd name="T1" fmla="*/ 15 h 119"/>
                <a:gd name="T2" fmla="*/ 9 w 67"/>
                <a:gd name="T3" fmla="*/ 47 h 119"/>
                <a:gd name="T4" fmla="*/ 0 w 67"/>
                <a:gd name="T5" fmla="*/ 77 h 119"/>
                <a:gd name="T6" fmla="*/ 25 w 67"/>
                <a:gd name="T7" fmla="*/ 119 h 119"/>
                <a:gd name="T8" fmla="*/ 56 w 67"/>
                <a:gd name="T9" fmla="*/ 97 h 119"/>
                <a:gd name="T10" fmla="*/ 67 w 67"/>
                <a:gd name="T11" fmla="*/ 77 h 119"/>
                <a:gd name="T12" fmla="*/ 64 w 67"/>
                <a:gd name="T13" fmla="*/ 64 h 119"/>
                <a:gd name="T14" fmla="*/ 54 w 67"/>
                <a:gd name="T15" fmla="*/ 46 h 119"/>
                <a:gd name="T16" fmla="*/ 48 w 67"/>
                <a:gd name="T17" fmla="*/ 10 h 119"/>
                <a:gd name="T18" fmla="*/ 17 w 67"/>
                <a:gd name="T19" fmla="*/ 1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119">
                  <a:moveTo>
                    <a:pt x="17" y="15"/>
                  </a:moveTo>
                  <a:cubicBezTo>
                    <a:pt x="17" y="15"/>
                    <a:pt x="17" y="39"/>
                    <a:pt x="9" y="47"/>
                  </a:cubicBezTo>
                  <a:cubicBezTo>
                    <a:pt x="2" y="54"/>
                    <a:pt x="0" y="77"/>
                    <a:pt x="0" y="77"/>
                  </a:cubicBezTo>
                  <a:cubicBezTo>
                    <a:pt x="25" y="119"/>
                    <a:pt x="25" y="119"/>
                    <a:pt x="25" y="119"/>
                  </a:cubicBezTo>
                  <a:cubicBezTo>
                    <a:pt x="56" y="97"/>
                    <a:pt x="56" y="97"/>
                    <a:pt x="56" y="97"/>
                  </a:cubicBezTo>
                  <a:cubicBezTo>
                    <a:pt x="67" y="77"/>
                    <a:pt x="67" y="77"/>
                    <a:pt x="67" y="77"/>
                  </a:cubicBezTo>
                  <a:cubicBezTo>
                    <a:pt x="64" y="64"/>
                    <a:pt x="64" y="64"/>
                    <a:pt x="64" y="64"/>
                  </a:cubicBezTo>
                  <a:cubicBezTo>
                    <a:pt x="54" y="46"/>
                    <a:pt x="54" y="46"/>
                    <a:pt x="54" y="46"/>
                  </a:cubicBezTo>
                  <a:cubicBezTo>
                    <a:pt x="54" y="46"/>
                    <a:pt x="48" y="20"/>
                    <a:pt x="48" y="10"/>
                  </a:cubicBezTo>
                  <a:cubicBezTo>
                    <a:pt x="47" y="0"/>
                    <a:pt x="17" y="15"/>
                    <a:pt x="17" y="15"/>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iṣ1iḍê">
              <a:extLst>
                <a:ext uri="{FF2B5EF4-FFF2-40B4-BE49-F238E27FC236}">
                  <a16:creationId xmlns:a16="http://schemas.microsoft.com/office/drawing/2014/main" id="{5FE712FE-D0A3-407C-B547-C91AC0F46FB5}"/>
                </a:ext>
              </a:extLst>
            </p:cNvPr>
            <p:cNvSpPr/>
            <p:nvPr/>
          </p:nvSpPr>
          <p:spPr bwMode="auto">
            <a:xfrm>
              <a:off x="7922027" y="3396281"/>
              <a:ext cx="291963" cy="576375"/>
            </a:xfrm>
            <a:custGeom>
              <a:avLst/>
              <a:gdLst>
                <a:gd name="T0" fmla="*/ 15 w 112"/>
                <a:gd name="T1" fmla="*/ 0 h 221"/>
                <a:gd name="T2" fmla="*/ 95 w 112"/>
                <a:gd name="T3" fmla="*/ 91 h 221"/>
                <a:gd name="T4" fmla="*/ 38 w 112"/>
                <a:gd name="T5" fmla="*/ 217 h 221"/>
                <a:gd name="T6" fmla="*/ 29 w 112"/>
                <a:gd name="T7" fmla="*/ 198 h 221"/>
                <a:gd name="T8" fmla="*/ 69 w 112"/>
                <a:gd name="T9" fmla="*/ 113 h 221"/>
                <a:gd name="T10" fmla="*/ 8 w 112"/>
                <a:gd name="T11" fmla="*/ 40 h 221"/>
                <a:gd name="T12" fmla="*/ 15 w 112"/>
                <a:gd name="T13" fmla="*/ 0 h 221"/>
              </a:gdLst>
              <a:ahLst/>
              <a:cxnLst>
                <a:cxn ang="0">
                  <a:pos x="T0" y="T1"/>
                </a:cxn>
                <a:cxn ang="0">
                  <a:pos x="T2" y="T3"/>
                </a:cxn>
                <a:cxn ang="0">
                  <a:pos x="T4" y="T5"/>
                </a:cxn>
                <a:cxn ang="0">
                  <a:pos x="T6" y="T7"/>
                </a:cxn>
                <a:cxn ang="0">
                  <a:pos x="T8" y="T9"/>
                </a:cxn>
                <a:cxn ang="0">
                  <a:pos x="T10" y="T11"/>
                </a:cxn>
                <a:cxn ang="0">
                  <a:pos x="T12" y="T13"/>
                </a:cxn>
              </a:cxnLst>
              <a:rect l="0" t="0" r="r" b="b"/>
              <a:pathLst>
                <a:path w="112" h="221">
                  <a:moveTo>
                    <a:pt x="15" y="0"/>
                  </a:moveTo>
                  <a:cubicBezTo>
                    <a:pt x="42" y="22"/>
                    <a:pt x="78" y="61"/>
                    <a:pt x="95" y="91"/>
                  </a:cubicBezTo>
                  <a:cubicBezTo>
                    <a:pt x="112" y="121"/>
                    <a:pt x="53" y="213"/>
                    <a:pt x="38" y="217"/>
                  </a:cubicBezTo>
                  <a:cubicBezTo>
                    <a:pt x="22" y="221"/>
                    <a:pt x="29" y="198"/>
                    <a:pt x="29" y="198"/>
                  </a:cubicBezTo>
                  <a:cubicBezTo>
                    <a:pt x="29" y="198"/>
                    <a:pt x="57" y="172"/>
                    <a:pt x="69" y="113"/>
                  </a:cubicBezTo>
                  <a:cubicBezTo>
                    <a:pt x="72" y="96"/>
                    <a:pt x="15" y="43"/>
                    <a:pt x="8" y="40"/>
                  </a:cubicBezTo>
                  <a:cubicBezTo>
                    <a:pt x="0" y="36"/>
                    <a:pt x="15" y="0"/>
                    <a:pt x="15" y="0"/>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ísļîḍé">
              <a:extLst>
                <a:ext uri="{FF2B5EF4-FFF2-40B4-BE49-F238E27FC236}">
                  <a16:creationId xmlns:a16="http://schemas.microsoft.com/office/drawing/2014/main" id="{51DB31BD-DC7B-4BCD-9108-DE7F05233B97}"/>
                </a:ext>
              </a:extLst>
            </p:cNvPr>
            <p:cNvSpPr/>
            <p:nvPr/>
          </p:nvSpPr>
          <p:spPr bwMode="auto">
            <a:xfrm>
              <a:off x="8031513" y="5031022"/>
              <a:ext cx="119554" cy="122071"/>
            </a:xfrm>
            <a:custGeom>
              <a:avLst/>
              <a:gdLst>
                <a:gd name="T0" fmla="*/ 12 w 46"/>
                <a:gd name="T1" fmla="*/ 9 h 47"/>
                <a:gd name="T2" fmla="*/ 23 w 46"/>
                <a:gd name="T3" fmla="*/ 46 h 47"/>
                <a:gd name="T4" fmla="*/ 32 w 46"/>
                <a:gd name="T5" fmla="*/ 11 h 47"/>
                <a:gd name="T6" fmla="*/ 12 w 46"/>
                <a:gd name="T7" fmla="*/ 9 h 47"/>
              </a:gdLst>
              <a:ahLst/>
              <a:cxnLst>
                <a:cxn ang="0">
                  <a:pos x="T0" y="T1"/>
                </a:cxn>
                <a:cxn ang="0">
                  <a:pos x="T2" y="T3"/>
                </a:cxn>
                <a:cxn ang="0">
                  <a:pos x="T4" y="T5"/>
                </a:cxn>
                <a:cxn ang="0">
                  <a:pos x="T6" y="T7"/>
                </a:cxn>
              </a:cxnLst>
              <a:rect l="0" t="0" r="r" b="b"/>
              <a:pathLst>
                <a:path w="46" h="47">
                  <a:moveTo>
                    <a:pt x="12" y="9"/>
                  </a:moveTo>
                  <a:cubicBezTo>
                    <a:pt x="5" y="15"/>
                    <a:pt x="0" y="46"/>
                    <a:pt x="23" y="46"/>
                  </a:cubicBezTo>
                  <a:cubicBezTo>
                    <a:pt x="46" y="47"/>
                    <a:pt x="38" y="22"/>
                    <a:pt x="32" y="11"/>
                  </a:cubicBezTo>
                  <a:cubicBezTo>
                    <a:pt x="26" y="0"/>
                    <a:pt x="12" y="9"/>
                    <a:pt x="12" y="9"/>
                  </a:cubicBezTo>
                  <a:close/>
                </a:path>
              </a:pathLst>
            </a:custGeom>
            <a:solidFill>
              <a:srgbClr val="B87D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îşlíḋe">
              <a:extLst>
                <a:ext uri="{FF2B5EF4-FFF2-40B4-BE49-F238E27FC236}">
                  <a16:creationId xmlns:a16="http://schemas.microsoft.com/office/drawing/2014/main" id="{590B0FC0-FF8F-4A54-8CF7-CF55E2427D32}"/>
                </a:ext>
              </a:extLst>
            </p:cNvPr>
            <p:cNvSpPr/>
            <p:nvPr/>
          </p:nvSpPr>
          <p:spPr bwMode="auto">
            <a:xfrm>
              <a:off x="7694246" y="5065000"/>
              <a:ext cx="167376" cy="83058"/>
            </a:xfrm>
            <a:custGeom>
              <a:avLst/>
              <a:gdLst>
                <a:gd name="T0" fmla="*/ 33 w 64"/>
                <a:gd name="T1" fmla="*/ 2 h 32"/>
                <a:gd name="T2" fmla="*/ 0 w 64"/>
                <a:gd name="T3" fmla="*/ 24 h 32"/>
                <a:gd name="T4" fmla="*/ 53 w 64"/>
                <a:gd name="T5" fmla="*/ 26 h 32"/>
                <a:gd name="T6" fmla="*/ 50 w 64"/>
                <a:gd name="T7" fmla="*/ 0 h 32"/>
                <a:gd name="T8" fmla="*/ 33 w 64"/>
                <a:gd name="T9" fmla="*/ 2 h 32"/>
              </a:gdLst>
              <a:ahLst/>
              <a:cxnLst>
                <a:cxn ang="0">
                  <a:pos x="T0" y="T1"/>
                </a:cxn>
                <a:cxn ang="0">
                  <a:pos x="T2" y="T3"/>
                </a:cxn>
                <a:cxn ang="0">
                  <a:pos x="T4" y="T5"/>
                </a:cxn>
                <a:cxn ang="0">
                  <a:pos x="T6" y="T7"/>
                </a:cxn>
                <a:cxn ang="0">
                  <a:pos x="T8" y="T9"/>
                </a:cxn>
              </a:cxnLst>
              <a:rect l="0" t="0" r="r" b="b"/>
              <a:pathLst>
                <a:path w="64" h="32">
                  <a:moveTo>
                    <a:pt x="33" y="2"/>
                  </a:moveTo>
                  <a:cubicBezTo>
                    <a:pt x="33" y="2"/>
                    <a:pt x="0" y="13"/>
                    <a:pt x="0" y="24"/>
                  </a:cubicBezTo>
                  <a:cubicBezTo>
                    <a:pt x="0" y="32"/>
                    <a:pt x="41" y="29"/>
                    <a:pt x="53" y="26"/>
                  </a:cubicBezTo>
                  <a:cubicBezTo>
                    <a:pt x="64" y="23"/>
                    <a:pt x="50" y="0"/>
                    <a:pt x="50" y="0"/>
                  </a:cubicBezTo>
                  <a:lnTo>
                    <a:pt x="33" y="2"/>
                  </a:lnTo>
                  <a:close/>
                </a:path>
              </a:pathLst>
            </a:custGeom>
            <a:solidFill>
              <a:srgbClr val="B87D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îṧľîdè">
              <a:extLst>
                <a:ext uri="{FF2B5EF4-FFF2-40B4-BE49-F238E27FC236}">
                  <a16:creationId xmlns:a16="http://schemas.microsoft.com/office/drawing/2014/main" id="{EAAD3D61-1936-425C-8A79-251EEA0FB63E}"/>
                </a:ext>
              </a:extLst>
            </p:cNvPr>
            <p:cNvSpPr/>
            <p:nvPr/>
          </p:nvSpPr>
          <p:spPr bwMode="auto">
            <a:xfrm>
              <a:off x="7743326" y="4683686"/>
              <a:ext cx="94385" cy="410258"/>
            </a:xfrm>
            <a:custGeom>
              <a:avLst/>
              <a:gdLst>
                <a:gd name="T0" fmla="*/ 0 w 36"/>
                <a:gd name="T1" fmla="*/ 11 h 157"/>
                <a:gd name="T2" fmla="*/ 13 w 36"/>
                <a:gd name="T3" fmla="*/ 148 h 157"/>
                <a:gd name="T4" fmla="*/ 31 w 36"/>
                <a:gd name="T5" fmla="*/ 149 h 157"/>
                <a:gd name="T6" fmla="*/ 32 w 36"/>
                <a:gd name="T7" fmla="*/ 0 h 157"/>
                <a:gd name="T8" fmla="*/ 0 w 36"/>
                <a:gd name="T9" fmla="*/ 11 h 157"/>
              </a:gdLst>
              <a:ahLst/>
              <a:cxnLst>
                <a:cxn ang="0">
                  <a:pos x="T0" y="T1"/>
                </a:cxn>
                <a:cxn ang="0">
                  <a:pos x="T2" y="T3"/>
                </a:cxn>
                <a:cxn ang="0">
                  <a:pos x="T4" y="T5"/>
                </a:cxn>
                <a:cxn ang="0">
                  <a:pos x="T6" y="T7"/>
                </a:cxn>
                <a:cxn ang="0">
                  <a:pos x="T8" y="T9"/>
                </a:cxn>
              </a:cxnLst>
              <a:rect l="0" t="0" r="r" b="b"/>
              <a:pathLst>
                <a:path w="36" h="157">
                  <a:moveTo>
                    <a:pt x="0" y="11"/>
                  </a:moveTo>
                  <a:cubicBezTo>
                    <a:pt x="0" y="11"/>
                    <a:pt x="8" y="142"/>
                    <a:pt x="13" y="148"/>
                  </a:cubicBezTo>
                  <a:cubicBezTo>
                    <a:pt x="17" y="154"/>
                    <a:pt x="26" y="157"/>
                    <a:pt x="31" y="149"/>
                  </a:cubicBezTo>
                  <a:cubicBezTo>
                    <a:pt x="36" y="142"/>
                    <a:pt x="32" y="0"/>
                    <a:pt x="32" y="0"/>
                  </a:cubicBezTo>
                  <a:lnTo>
                    <a:pt x="0" y="11"/>
                  </a:ln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îśḷiḓé">
              <a:extLst>
                <a:ext uri="{FF2B5EF4-FFF2-40B4-BE49-F238E27FC236}">
                  <a16:creationId xmlns:a16="http://schemas.microsoft.com/office/drawing/2014/main" id="{7826FA69-1B77-4978-8437-78CECAA6004B}"/>
                </a:ext>
              </a:extLst>
            </p:cNvPr>
            <p:cNvSpPr/>
            <p:nvPr/>
          </p:nvSpPr>
          <p:spPr bwMode="auto">
            <a:xfrm>
              <a:off x="8015153" y="4681169"/>
              <a:ext cx="104453" cy="409000"/>
            </a:xfrm>
            <a:custGeom>
              <a:avLst/>
              <a:gdLst>
                <a:gd name="T0" fmla="*/ 0 w 40"/>
                <a:gd name="T1" fmla="*/ 13 h 157"/>
                <a:gd name="T2" fmla="*/ 17 w 40"/>
                <a:gd name="T3" fmla="*/ 149 h 157"/>
                <a:gd name="T4" fmla="*/ 35 w 40"/>
                <a:gd name="T5" fmla="*/ 149 h 157"/>
                <a:gd name="T6" fmla="*/ 31 w 40"/>
                <a:gd name="T7" fmla="*/ 0 h 157"/>
                <a:gd name="T8" fmla="*/ 0 w 40"/>
                <a:gd name="T9" fmla="*/ 13 h 157"/>
              </a:gdLst>
              <a:ahLst/>
              <a:cxnLst>
                <a:cxn ang="0">
                  <a:pos x="T0" y="T1"/>
                </a:cxn>
                <a:cxn ang="0">
                  <a:pos x="T2" y="T3"/>
                </a:cxn>
                <a:cxn ang="0">
                  <a:pos x="T4" y="T5"/>
                </a:cxn>
                <a:cxn ang="0">
                  <a:pos x="T6" y="T7"/>
                </a:cxn>
                <a:cxn ang="0">
                  <a:pos x="T8" y="T9"/>
                </a:cxn>
              </a:cxnLst>
              <a:rect l="0" t="0" r="r" b="b"/>
              <a:pathLst>
                <a:path w="40" h="157">
                  <a:moveTo>
                    <a:pt x="0" y="13"/>
                  </a:moveTo>
                  <a:cubicBezTo>
                    <a:pt x="0" y="13"/>
                    <a:pt x="12" y="143"/>
                    <a:pt x="17" y="149"/>
                  </a:cubicBezTo>
                  <a:cubicBezTo>
                    <a:pt x="21" y="155"/>
                    <a:pt x="30" y="157"/>
                    <a:pt x="35" y="149"/>
                  </a:cubicBezTo>
                  <a:cubicBezTo>
                    <a:pt x="40" y="142"/>
                    <a:pt x="31" y="0"/>
                    <a:pt x="31" y="0"/>
                  </a:cubicBezTo>
                  <a:lnTo>
                    <a:pt x="0" y="13"/>
                  </a:ln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ïśľiḋe">
              <a:extLst>
                <a:ext uri="{FF2B5EF4-FFF2-40B4-BE49-F238E27FC236}">
                  <a16:creationId xmlns:a16="http://schemas.microsoft.com/office/drawing/2014/main" id="{1311B775-9502-4C20-B8A4-A99D1D9FF420}"/>
                </a:ext>
              </a:extLst>
            </p:cNvPr>
            <p:cNvSpPr/>
            <p:nvPr/>
          </p:nvSpPr>
          <p:spPr bwMode="auto">
            <a:xfrm>
              <a:off x="7682919" y="3965105"/>
              <a:ext cx="450529" cy="778988"/>
            </a:xfrm>
            <a:custGeom>
              <a:avLst/>
              <a:gdLst>
                <a:gd name="T0" fmla="*/ 2 w 172"/>
                <a:gd name="T1" fmla="*/ 17 h 298"/>
                <a:gd name="T2" fmla="*/ 21 w 172"/>
                <a:gd name="T3" fmla="*/ 291 h 298"/>
                <a:gd name="T4" fmla="*/ 57 w 172"/>
                <a:gd name="T5" fmla="*/ 295 h 298"/>
                <a:gd name="T6" fmla="*/ 77 w 172"/>
                <a:gd name="T7" fmla="*/ 105 h 298"/>
                <a:gd name="T8" fmla="*/ 122 w 172"/>
                <a:gd name="T9" fmla="*/ 294 h 298"/>
                <a:gd name="T10" fmla="*/ 160 w 172"/>
                <a:gd name="T11" fmla="*/ 288 h 298"/>
                <a:gd name="T12" fmla="*/ 134 w 172"/>
                <a:gd name="T13" fmla="*/ 15 h 298"/>
                <a:gd name="T14" fmla="*/ 2 w 172"/>
                <a:gd name="T15" fmla="*/ 17 h 2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298">
                  <a:moveTo>
                    <a:pt x="2" y="17"/>
                  </a:moveTo>
                  <a:cubicBezTo>
                    <a:pt x="0" y="39"/>
                    <a:pt x="15" y="283"/>
                    <a:pt x="21" y="291"/>
                  </a:cubicBezTo>
                  <a:cubicBezTo>
                    <a:pt x="27" y="298"/>
                    <a:pt x="47" y="298"/>
                    <a:pt x="57" y="295"/>
                  </a:cubicBezTo>
                  <a:cubicBezTo>
                    <a:pt x="66" y="291"/>
                    <a:pt x="62" y="110"/>
                    <a:pt x="77" y="105"/>
                  </a:cubicBezTo>
                  <a:cubicBezTo>
                    <a:pt x="93" y="101"/>
                    <a:pt x="112" y="290"/>
                    <a:pt x="122" y="294"/>
                  </a:cubicBezTo>
                  <a:cubicBezTo>
                    <a:pt x="132" y="298"/>
                    <a:pt x="148" y="296"/>
                    <a:pt x="160" y="288"/>
                  </a:cubicBezTo>
                  <a:cubicBezTo>
                    <a:pt x="172" y="280"/>
                    <a:pt x="140" y="31"/>
                    <a:pt x="134" y="15"/>
                  </a:cubicBezTo>
                  <a:cubicBezTo>
                    <a:pt x="128" y="0"/>
                    <a:pt x="2" y="17"/>
                    <a:pt x="2" y="17"/>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îṡļïdé">
              <a:extLst>
                <a:ext uri="{FF2B5EF4-FFF2-40B4-BE49-F238E27FC236}">
                  <a16:creationId xmlns:a16="http://schemas.microsoft.com/office/drawing/2014/main" id="{57077C0D-DA78-4911-BF56-54AD54AF2F56}"/>
                </a:ext>
              </a:extLst>
            </p:cNvPr>
            <p:cNvSpPr/>
            <p:nvPr/>
          </p:nvSpPr>
          <p:spPr bwMode="auto">
            <a:xfrm>
              <a:off x="7633840" y="2996090"/>
              <a:ext cx="371246" cy="392640"/>
            </a:xfrm>
            <a:custGeom>
              <a:avLst/>
              <a:gdLst>
                <a:gd name="T0" fmla="*/ 66 w 142"/>
                <a:gd name="T1" fmla="*/ 14 h 150"/>
                <a:gd name="T2" fmla="*/ 83 w 142"/>
                <a:gd name="T3" fmla="*/ 137 h 150"/>
                <a:gd name="T4" fmla="*/ 66 w 142"/>
                <a:gd name="T5" fmla="*/ 14 h 150"/>
              </a:gdLst>
              <a:ahLst/>
              <a:cxnLst>
                <a:cxn ang="0">
                  <a:pos x="T0" y="T1"/>
                </a:cxn>
                <a:cxn ang="0">
                  <a:pos x="T2" y="T3"/>
                </a:cxn>
                <a:cxn ang="0">
                  <a:pos x="T4" y="T5"/>
                </a:cxn>
              </a:cxnLst>
              <a:rect l="0" t="0" r="r" b="b"/>
              <a:pathLst>
                <a:path w="142" h="150">
                  <a:moveTo>
                    <a:pt x="66" y="14"/>
                  </a:moveTo>
                  <a:cubicBezTo>
                    <a:pt x="0" y="29"/>
                    <a:pt x="24" y="150"/>
                    <a:pt x="83" y="137"/>
                  </a:cubicBezTo>
                  <a:cubicBezTo>
                    <a:pt x="142" y="124"/>
                    <a:pt x="134" y="0"/>
                    <a:pt x="66" y="14"/>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iŝliḑé">
              <a:extLst>
                <a:ext uri="{FF2B5EF4-FFF2-40B4-BE49-F238E27FC236}">
                  <a16:creationId xmlns:a16="http://schemas.microsoft.com/office/drawing/2014/main" id="{5C65776A-1077-41A7-8168-B65B19C884C4}"/>
                </a:ext>
              </a:extLst>
            </p:cNvPr>
            <p:cNvSpPr/>
            <p:nvPr/>
          </p:nvSpPr>
          <p:spPr bwMode="auto">
            <a:xfrm>
              <a:off x="7657750" y="3382438"/>
              <a:ext cx="412775" cy="718582"/>
            </a:xfrm>
            <a:custGeom>
              <a:avLst/>
              <a:gdLst>
                <a:gd name="T0" fmla="*/ 116 w 158"/>
                <a:gd name="T1" fmla="*/ 5 h 275"/>
                <a:gd name="T2" fmla="*/ 88 w 158"/>
                <a:gd name="T3" fmla="*/ 0 h 275"/>
                <a:gd name="T4" fmla="*/ 65 w 158"/>
                <a:gd name="T5" fmla="*/ 46 h 275"/>
                <a:gd name="T6" fmla="*/ 43 w 158"/>
                <a:gd name="T7" fmla="*/ 1 h 275"/>
                <a:gd name="T8" fmla="*/ 21 w 158"/>
                <a:gd name="T9" fmla="*/ 12 h 275"/>
                <a:gd name="T10" fmla="*/ 23 w 158"/>
                <a:gd name="T11" fmla="*/ 38 h 275"/>
                <a:gd name="T12" fmla="*/ 11 w 158"/>
                <a:gd name="T13" fmla="*/ 74 h 275"/>
                <a:gd name="T14" fmla="*/ 23 w 158"/>
                <a:gd name="T15" fmla="*/ 106 h 275"/>
                <a:gd name="T16" fmla="*/ 0 w 158"/>
                <a:gd name="T17" fmla="*/ 245 h 275"/>
                <a:gd name="T18" fmla="*/ 158 w 158"/>
                <a:gd name="T19" fmla="*/ 243 h 275"/>
                <a:gd name="T20" fmla="*/ 116 w 158"/>
                <a:gd name="T21" fmla="*/ 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 h="275">
                  <a:moveTo>
                    <a:pt x="116" y="5"/>
                  </a:moveTo>
                  <a:cubicBezTo>
                    <a:pt x="110" y="1"/>
                    <a:pt x="88" y="0"/>
                    <a:pt x="88" y="0"/>
                  </a:cubicBezTo>
                  <a:cubicBezTo>
                    <a:pt x="90" y="37"/>
                    <a:pt x="65" y="46"/>
                    <a:pt x="65" y="46"/>
                  </a:cubicBezTo>
                  <a:cubicBezTo>
                    <a:pt x="37" y="30"/>
                    <a:pt x="43" y="1"/>
                    <a:pt x="43" y="1"/>
                  </a:cubicBezTo>
                  <a:cubicBezTo>
                    <a:pt x="36" y="2"/>
                    <a:pt x="21" y="12"/>
                    <a:pt x="21" y="12"/>
                  </a:cubicBezTo>
                  <a:cubicBezTo>
                    <a:pt x="22" y="19"/>
                    <a:pt x="23" y="28"/>
                    <a:pt x="23" y="38"/>
                  </a:cubicBezTo>
                  <a:cubicBezTo>
                    <a:pt x="23" y="47"/>
                    <a:pt x="13" y="67"/>
                    <a:pt x="11" y="74"/>
                  </a:cubicBezTo>
                  <a:cubicBezTo>
                    <a:pt x="8" y="82"/>
                    <a:pt x="14" y="99"/>
                    <a:pt x="23" y="106"/>
                  </a:cubicBezTo>
                  <a:cubicBezTo>
                    <a:pt x="16" y="171"/>
                    <a:pt x="0" y="245"/>
                    <a:pt x="0" y="245"/>
                  </a:cubicBezTo>
                  <a:cubicBezTo>
                    <a:pt x="71" y="275"/>
                    <a:pt x="158" y="243"/>
                    <a:pt x="158" y="243"/>
                  </a:cubicBezTo>
                  <a:cubicBezTo>
                    <a:pt x="120" y="201"/>
                    <a:pt x="122" y="9"/>
                    <a:pt x="116" y="5"/>
                  </a:cubicBezTo>
                  <a:close/>
                </a:path>
              </a:pathLst>
            </a:custGeom>
            <a:solidFill>
              <a:srgbClr val="B87D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iṡľíďê">
              <a:extLst>
                <a:ext uri="{FF2B5EF4-FFF2-40B4-BE49-F238E27FC236}">
                  <a16:creationId xmlns:a16="http://schemas.microsoft.com/office/drawing/2014/main" id="{E3F777EF-609F-4C10-890A-E8B6A9275467}"/>
                </a:ext>
              </a:extLst>
            </p:cNvPr>
            <p:cNvSpPr/>
            <p:nvPr/>
          </p:nvSpPr>
          <p:spPr bwMode="auto">
            <a:xfrm>
              <a:off x="7939645" y="3892114"/>
              <a:ext cx="109486" cy="99419"/>
            </a:xfrm>
            <a:custGeom>
              <a:avLst/>
              <a:gdLst>
                <a:gd name="T0" fmla="*/ 35 w 42"/>
                <a:gd name="T1" fmla="*/ 0 h 38"/>
                <a:gd name="T2" fmla="*/ 3 w 42"/>
                <a:gd name="T3" fmla="*/ 7 h 38"/>
                <a:gd name="T4" fmla="*/ 26 w 42"/>
                <a:gd name="T5" fmla="*/ 11 h 38"/>
                <a:gd name="T6" fmla="*/ 3 w 42"/>
                <a:gd name="T7" fmla="*/ 22 h 38"/>
                <a:gd name="T8" fmla="*/ 26 w 42"/>
                <a:gd name="T9" fmla="*/ 20 h 38"/>
                <a:gd name="T10" fmla="*/ 15 w 42"/>
                <a:gd name="T11" fmla="*/ 35 h 38"/>
                <a:gd name="T12" fmla="*/ 37 w 42"/>
                <a:gd name="T13" fmla="*/ 23 h 38"/>
                <a:gd name="T14" fmla="*/ 42 w 42"/>
                <a:gd name="T15" fmla="*/ 1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35" y="0"/>
                  </a:moveTo>
                  <a:cubicBezTo>
                    <a:pt x="35" y="0"/>
                    <a:pt x="4" y="2"/>
                    <a:pt x="3" y="7"/>
                  </a:cubicBezTo>
                  <a:cubicBezTo>
                    <a:pt x="2" y="11"/>
                    <a:pt x="26" y="11"/>
                    <a:pt x="26" y="11"/>
                  </a:cubicBezTo>
                  <a:cubicBezTo>
                    <a:pt x="26" y="11"/>
                    <a:pt x="0" y="17"/>
                    <a:pt x="3" y="22"/>
                  </a:cubicBezTo>
                  <a:cubicBezTo>
                    <a:pt x="6" y="28"/>
                    <a:pt x="26" y="20"/>
                    <a:pt x="26" y="20"/>
                  </a:cubicBezTo>
                  <a:cubicBezTo>
                    <a:pt x="26" y="20"/>
                    <a:pt x="13" y="32"/>
                    <a:pt x="15" y="35"/>
                  </a:cubicBezTo>
                  <a:cubicBezTo>
                    <a:pt x="17" y="38"/>
                    <a:pt x="29" y="30"/>
                    <a:pt x="37" y="23"/>
                  </a:cubicBezTo>
                  <a:cubicBezTo>
                    <a:pt x="37" y="23"/>
                    <a:pt x="41" y="19"/>
                    <a:pt x="42" y="18"/>
                  </a:cubicBezTo>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iṩļîḑe">
              <a:extLst>
                <a:ext uri="{FF2B5EF4-FFF2-40B4-BE49-F238E27FC236}">
                  <a16:creationId xmlns:a16="http://schemas.microsoft.com/office/drawing/2014/main" id="{9F0E7807-EEE8-4947-AD27-BF0AB4F27DBC}"/>
                </a:ext>
              </a:extLst>
            </p:cNvPr>
            <p:cNvSpPr/>
            <p:nvPr/>
          </p:nvSpPr>
          <p:spPr bwMode="auto">
            <a:xfrm>
              <a:off x="7623772" y="3910991"/>
              <a:ext cx="106970" cy="95643"/>
            </a:xfrm>
            <a:custGeom>
              <a:avLst/>
              <a:gdLst>
                <a:gd name="T0" fmla="*/ 7 w 41"/>
                <a:gd name="T1" fmla="*/ 0 h 37"/>
                <a:gd name="T2" fmla="*/ 39 w 41"/>
                <a:gd name="T3" fmla="*/ 6 h 37"/>
                <a:gd name="T4" fmla="*/ 16 w 41"/>
                <a:gd name="T5" fmla="*/ 11 h 37"/>
                <a:gd name="T6" fmla="*/ 38 w 41"/>
                <a:gd name="T7" fmla="*/ 22 h 37"/>
                <a:gd name="T8" fmla="*/ 15 w 41"/>
                <a:gd name="T9" fmla="*/ 19 h 37"/>
                <a:gd name="T10" fmla="*/ 26 w 41"/>
                <a:gd name="T11" fmla="*/ 34 h 37"/>
                <a:gd name="T12" fmla="*/ 5 w 41"/>
                <a:gd name="T13" fmla="*/ 23 h 37"/>
                <a:gd name="T14" fmla="*/ 0 w 41"/>
                <a:gd name="T15" fmla="*/ 1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7">
                  <a:moveTo>
                    <a:pt x="7" y="0"/>
                  </a:moveTo>
                  <a:cubicBezTo>
                    <a:pt x="7" y="0"/>
                    <a:pt x="38" y="2"/>
                    <a:pt x="39" y="6"/>
                  </a:cubicBezTo>
                  <a:cubicBezTo>
                    <a:pt x="39" y="10"/>
                    <a:pt x="16" y="11"/>
                    <a:pt x="16" y="11"/>
                  </a:cubicBezTo>
                  <a:cubicBezTo>
                    <a:pt x="16" y="11"/>
                    <a:pt x="41" y="17"/>
                    <a:pt x="38" y="22"/>
                  </a:cubicBezTo>
                  <a:cubicBezTo>
                    <a:pt x="35" y="27"/>
                    <a:pt x="15" y="19"/>
                    <a:pt x="15" y="19"/>
                  </a:cubicBezTo>
                  <a:cubicBezTo>
                    <a:pt x="15" y="19"/>
                    <a:pt x="28" y="31"/>
                    <a:pt x="26" y="34"/>
                  </a:cubicBezTo>
                  <a:cubicBezTo>
                    <a:pt x="24" y="37"/>
                    <a:pt x="13" y="29"/>
                    <a:pt x="5" y="23"/>
                  </a:cubicBezTo>
                  <a:cubicBezTo>
                    <a:pt x="5" y="23"/>
                    <a:pt x="1" y="19"/>
                    <a:pt x="0" y="17"/>
                  </a:cubicBezTo>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i$ľïḑe">
              <a:extLst>
                <a:ext uri="{FF2B5EF4-FFF2-40B4-BE49-F238E27FC236}">
                  <a16:creationId xmlns:a16="http://schemas.microsoft.com/office/drawing/2014/main" id="{C12B0E68-2211-4805-924F-CA577BADE4EE}"/>
                </a:ext>
              </a:extLst>
            </p:cNvPr>
            <p:cNvSpPr/>
            <p:nvPr/>
          </p:nvSpPr>
          <p:spPr bwMode="auto">
            <a:xfrm>
              <a:off x="7628806" y="2931909"/>
              <a:ext cx="415292" cy="357403"/>
            </a:xfrm>
            <a:custGeom>
              <a:avLst/>
              <a:gdLst>
                <a:gd name="T0" fmla="*/ 58 w 159"/>
                <a:gd name="T1" fmla="*/ 69 h 137"/>
                <a:gd name="T2" fmla="*/ 105 w 159"/>
                <a:gd name="T3" fmla="*/ 102 h 137"/>
                <a:gd name="T4" fmla="*/ 141 w 159"/>
                <a:gd name="T5" fmla="*/ 137 h 137"/>
                <a:gd name="T6" fmla="*/ 114 w 159"/>
                <a:gd name="T7" fmla="*/ 27 h 137"/>
                <a:gd name="T8" fmla="*/ 11 w 159"/>
                <a:gd name="T9" fmla="*/ 117 h 137"/>
                <a:gd name="T10" fmla="*/ 58 w 159"/>
                <a:gd name="T11" fmla="*/ 69 h 137"/>
              </a:gdLst>
              <a:ahLst/>
              <a:cxnLst>
                <a:cxn ang="0">
                  <a:pos x="T0" y="T1"/>
                </a:cxn>
                <a:cxn ang="0">
                  <a:pos x="T2" y="T3"/>
                </a:cxn>
                <a:cxn ang="0">
                  <a:pos x="T4" y="T5"/>
                </a:cxn>
                <a:cxn ang="0">
                  <a:pos x="T6" y="T7"/>
                </a:cxn>
                <a:cxn ang="0">
                  <a:pos x="T8" y="T9"/>
                </a:cxn>
                <a:cxn ang="0">
                  <a:pos x="T10" y="T11"/>
                </a:cxn>
              </a:cxnLst>
              <a:rect l="0" t="0" r="r" b="b"/>
              <a:pathLst>
                <a:path w="159" h="137">
                  <a:moveTo>
                    <a:pt x="58" y="69"/>
                  </a:moveTo>
                  <a:cubicBezTo>
                    <a:pt x="58" y="69"/>
                    <a:pt x="76" y="97"/>
                    <a:pt x="105" y="102"/>
                  </a:cubicBezTo>
                  <a:cubicBezTo>
                    <a:pt x="134" y="106"/>
                    <a:pt x="140" y="126"/>
                    <a:pt x="141" y="137"/>
                  </a:cubicBezTo>
                  <a:cubicBezTo>
                    <a:pt x="141" y="137"/>
                    <a:pt x="159" y="54"/>
                    <a:pt x="114" y="27"/>
                  </a:cubicBezTo>
                  <a:cubicBezTo>
                    <a:pt x="70" y="0"/>
                    <a:pt x="0" y="21"/>
                    <a:pt x="11" y="117"/>
                  </a:cubicBezTo>
                  <a:cubicBezTo>
                    <a:pt x="11" y="117"/>
                    <a:pt x="35" y="72"/>
                    <a:pt x="58" y="69"/>
                  </a:cubicBez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íṥḷiḑê">
              <a:extLst>
                <a:ext uri="{FF2B5EF4-FFF2-40B4-BE49-F238E27FC236}">
                  <a16:creationId xmlns:a16="http://schemas.microsoft.com/office/drawing/2014/main" id="{31543E3F-8C0A-412E-BB8C-C97407400530}"/>
                </a:ext>
              </a:extLst>
            </p:cNvPr>
            <p:cNvSpPr/>
            <p:nvPr/>
          </p:nvSpPr>
          <p:spPr bwMode="auto">
            <a:xfrm>
              <a:off x="7774787" y="3197444"/>
              <a:ext cx="21394" cy="39013"/>
            </a:xfrm>
            <a:custGeom>
              <a:avLst/>
              <a:gdLst>
                <a:gd name="T0" fmla="*/ 0 w 8"/>
                <a:gd name="T1" fmla="*/ 5 h 15"/>
                <a:gd name="T2" fmla="*/ 0 w 8"/>
                <a:gd name="T3" fmla="*/ 11 h 15"/>
                <a:gd name="T4" fmla="*/ 4 w 8"/>
                <a:gd name="T5" fmla="*/ 15 h 15"/>
                <a:gd name="T6" fmla="*/ 8 w 8"/>
                <a:gd name="T7" fmla="*/ 11 h 15"/>
                <a:gd name="T8" fmla="*/ 8 w 8"/>
                <a:gd name="T9" fmla="*/ 5 h 15"/>
                <a:gd name="T10" fmla="*/ 0 w 8"/>
                <a:gd name="T11" fmla="*/ 5 h 15"/>
              </a:gdLst>
              <a:ahLst/>
              <a:cxnLst>
                <a:cxn ang="0">
                  <a:pos x="T0" y="T1"/>
                </a:cxn>
                <a:cxn ang="0">
                  <a:pos x="T2" y="T3"/>
                </a:cxn>
                <a:cxn ang="0">
                  <a:pos x="T4" y="T5"/>
                </a:cxn>
                <a:cxn ang="0">
                  <a:pos x="T6" y="T7"/>
                </a:cxn>
                <a:cxn ang="0">
                  <a:pos x="T8" y="T9"/>
                </a:cxn>
                <a:cxn ang="0">
                  <a:pos x="T10" y="T11"/>
                </a:cxn>
              </a:cxnLst>
              <a:rect l="0" t="0" r="r" b="b"/>
              <a:pathLst>
                <a:path w="8" h="15">
                  <a:moveTo>
                    <a:pt x="0" y="5"/>
                  </a:moveTo>
                  <a:cubicBezTo>
                    <a:pt x="0" y="7"/>
                    <a:pt x="0" y="9"/>
                    <a:pt x="0" y="11"/>
                  </a:cubicBezTo>
                  <a:cubicBezTo>
                    <a:pt x="0" y="14"/>
                    <a:pt x="2" y="15"/>
                    <a:pt x="4" y="15"/>
                  </a:cubicBezTo>
                  <a:cubicBezTo>
                    <a:pt x="6" y="15"/>
                    <a:pt x="8" y="14"/>
                    <a:pt x="8" y="11"/>
                  </a:cubicBezTo>
                  <a:cubicBezTo>
                    <a:pt x="8" y="9"/>
                    <a:pt x="8" y="7"/>
                    <a:pt x="8" y="5"/>
                  </a:cubicBezTo>
                  <a:cubicBezTo>
                    <a:pt x="8" y="0"/>
                    <a:pt x="0" y="0"/>
                    <a:pt x="0" y="5"/>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íŝļïḑè">
              <a:extLst>
                <a:ext uri="{FF2B5EF4-FFF2-40B4-BE49-F238E27FC236}">
                  <a16:creationId xmlns:a16="http://schemas.microsoft.com/office/drawing/2014/main" id="{C2738A0F-9E72-4CF6-82EA-48F7BD61F890}"/>
                </a:ext>
              </a:extLst>
            </p:cNvPr>
            <p:cNvSpPr/>
            <p:nvPr/>
          </p:nvSpPr>
          <p:spPr bwMode="auto">
            <a:xfrm>
              <a:off x="7869172" y="3197444"/>
              <a:ext cx="21394" cy="39013"/>
            </a:xfrm>
            <a:custGeom>
              <a:avLst/>
              <a:gdLst>
                <a:gd name="T0" fmla="*/ 0 w 8"/>
                <a:gd name="T1" fmla="*/ 5 h 15"/>
                <a:gd name="T2" fmla="*/ 0 w 8"/>
                <a:gd name="T3" fmla="*/ 11 h 15"/>
                <a:gd name="T4" fmla="*/ 4 w 8"/>
                <a:gd name="T5" fmla="*/ 15 h 15"/>
                <a:gd name="T6" fmla="*/ 8 w 8"/>
                <a:gd name="T7" fmla="*/ 11 h 15"/>
                <a:gd name="T8" fmla="*/ 8 w 8"/>
                <a:gd name="T9" fmla="*/ 5 h 15"/>
                <a:gd name="T10" fmla="*/ 0 w 8"/>
                <a:gd name="T11" fmla="*/ 5 h 15"/>
              </a:gdLst>
              <a:ahLst/>
              <a:cxnLst>
                <a:cxn ang="0">
                  <a:pos x="T0" y="T1"/>
                </a:cxn>
                <a:cxn ang="0">
                  <a:pos x="T2" y="T3"/>
                </a:cxn>
                <a:cxn ang="0">
                  <a:pos x="T4" y="T5"/>
                </a:cxn>
                <a:cxn ang="0">
                  <a:pos x="T6" y="T7"/>
                </a:cxn>
                <a:cxn ang="0">
                  <a:pos x="T8" y="T9"/>
                </a:cxn>
                <a:cxn ang="0">
                  <a:pos x="T10" y="T11"/>
                </a:cxn>
              </a:cxnLst>
              <a:rect l="0" t="0" r="r" b="b"/>
              <a:pathLst>
                <a:path w="8" h="15">
                  <a:moveTo>
                    <a:pt x="0" y="5"/>
                  </a:moveTo>
                  <a:cubicBezTo>
                    <a:pt x="0" y="7"/>
                    <a:pt x="0" y="9"/>
                    <a:pt x="0" y="11"/>
                  </a:cubicBezTo>
                  <a:cubicBezTo>
                    <a:pt x="0" y="14"/>
                    <a:pt x="2" y="15"/>
                    <a:pt x="4" y="15"/>
                  </a:cubicBezTo>
                  <a:cubicBezTo>
                    <a:pt x="6" y="15"/>
                    <a:pt x="8" y="14"/>
                    <a:pt x="8" y="11"/>
                  </a:cubicBezTo>
                  <a:cubicBezTo>
                    <a:pt x="8" y="9"/>
                    <a:pt x="8" y="7"/>
                    <a:pt x="8" y="5"/>
                  </a:cubicBezTo>
                  <a:cubicBezTo>
                    <a:pt x="8" y="0"/>
                    <a:pt x="0" y="0"/>
                    <a:pt x="0" y="5"/>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iṩļidè">
              <a:extLst>
                <a:ext uri="{FF2B5EF4-FFF2-40B4-BE49-F238E27FC236}">
                  <a16:creationId xmlns:a16="http://schemas.microsoft.com/office/drawing/2014/main" id="{31E7AB2A-2594-4A32-BC5E-FA02D3580C72}"/>
                </a:ext>
              </a:extLst>
            </p:cNvPr>
            <p:cNvSpPr/>
            <p:nvPr/>
          </p:nvSpPr>
          <p:spPr bwMode="auto">
            <a:xfrm>
              <a:off x="7774787" y="3204994"/>
              <a:ext cx="7551" cy="8810"/>
            </a:xfrm>
            <a:custGeom>
              <a:avLst/>
              <a:gdLst>
                <a:gd name="T0" fmla="*/ 1 w 3"/>
                <a:gd name="T1" fmla="*/ 0 h 3"/>
                <a:gd name="T2" fmla="*/ 1 w 3"/>
                <a:gd name="T3" fmla="*/ 3 h 3"/>
                <a:gd name="T4" fmla="*/ 1 w 3"/>
                <a:gd name="T5" fmla="*/ 0 h 3"/>
              </a:gdLst>
              <a:ahLst/>
              <a:cxnLst>
                <a:cxn ang="0">
                  <a:pos x="T0" y="T1"/>
                </a:cxn>
                <a:cxn ang="0">
                  <a:pos x="T2" y="T3"/>
                </a:cxn>
                <a:cxn ang="0">
                  <a:pos x="T4" y="T5"/>
                </a:cxn>
              </a:cxnLst>
              <a:rect l="0" t="0" r="r" b="b"/>
              <a:pathLst>
                <a:path w="3" h="3">
                  <a:moveTo>
                    <a:pt x="1" y="0"/>
                  </a:moveTo>
                  <a:cubicBezTo>
                    <a:pt x="0" y="0"/>
                    <a:pt x="0" y="3"/>
                    <a:pt x="1" y="3"/>
                  </a:cubicBezTo>
                  <a:cubicBezTo>
                    <a:pt x="3" y="3"/>
                    <a:pt x="3" y="0"/>
                    <a:pt x="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íṣľîďê">
              <a:extLst>
                <a:ext uri="{FF2B5EF4-FFF2-40B4-BE49-F238E27FC236}">
                  <a16:creationId xmlns:a16="http://schemas.microsoft.com/office/drawing/2014/main" id="{F697248A-3A49-48E4-88CD-D34544514E2B}"/>
                </a:ext>
              </a:extLst>
            </p:cNvPr>
            <p:cNvSpPr/>
            <p:nvPr/>
          </p:nvSpPr>
          <p:spPr bwMode="auto">
            <a:xfrm>
              <a:off x="7869172" y="3204994"/>
              <a:ext cx="7551" cy="8810"/>
            </a:xfrm>
            <a:custGeom>
              <a:avLst/>
              <a:gdLst>
                <a:gd name="T0" fmla="*/ 2 w 3"/>
                <a:gd name="T1" fmla="*/ 0 h 3"/>
                <a:gd name="T2" fmla="*/ 2 w 3"/>
                <a:gd name="T3" fmla="*/ 3 h 3"/>
                <a:gd name="T4" fmla="*/ 2 w 3"/>
                <a:gd name="T5" fmla="*/ 0 h 3"/>
              </a:gdLst>
              <a:ahLst/>
              <a:cxnLst>
                <a:cxn ang="0">
                  <a:pos x="T0" y="T1"/>
                </a:cxn>
                <a:cxn ang="0">
                  <a:pos x="T2" y="T3"/>
                </a:cxn>
                <a:cxn ang="0">
                  <a:pos x="T4" y="T5"/>
                </a:cxn>
              </a:cxnLst>
              <a:rect l="0" t="0" r="r" b="b"/>
              <a:pathLst>
                <a:path w="3" h="3">
                  <a:moveTo>
                    <a:pt x="2" y="0"/>
                  </a:moveTo>
                  <a:cubicBezTo>
                    <a:pt x="0" y="0"/>
                    <a:pt x="0" y="3"/>
                    <a:pt x="2" y="3"/>
                  </a:cubicBezTo>
                  <a:cubicBezTo>
                    <a:pt x="3" y="3"/>
                    <a:pt x="3"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íSḷíḓê">
              <a:extLst>
                <a:ext uri="{FF2B5EF4-FFF2-40B4-BE49-F238E27FC236}">
                  <a16:creationId xmlns:a16="http://schemas.microsoft.com/office/drawing/2014/main" id="{194B1813-C4C1-46AF-8460-260EDA08089F}"/>
                </a:ext>
              </a:extLst>
            </p:cNvPr>
            <p:cNvSpPr/>
            <p:nvPr/>
          </p:nvSpPr>
          <p:spPr bwMode="auto">
            <a:xfrm>
              <a:off x="7769754" y="3165983"/>
              <a:ext cx="31462" cy="21394"/>
            </a:xfrm>
            <a:custGeom>
              <a:avLst/>
              <a:gdLst>
                <a:gd name="T0" fmla="*/ 10 w 12"/>
                <a:gd name="T1" fmla="*/ 2 h 8"/>
                <a:gd name="T2" fmla="*/ 0 w 12"/>
                <a:gd name="T3" fmla="*/ 5 h 8"/>
                <a:gd name="T4" fmla="*/ 2 w 12"/>
                <a:gd name="T5" fmla="*/ 7 h 8"/>
                <a:gd name="T6" fmla="*/ 5 w 12"/>
                <a:gd name="T7" fmla="*/ 6 h 8"/>
                <a:gd name="T8" fmla="*/ 8 w 12"/>
                <a:gd name="T9" fmla="*/ 7 h 8"/>
                <a:gd name="T10" fmla="*/ 10 w 12"/>
                <a:gd name="T11" fmla="*/ 2 h 8"/>
              </a:gdLst>
              <a:ahLst/>
              <a:cxnLst>
                <a:cxn ang="0">
                  <a:pos x="T0" y="T1"/>
                </a:cxn>
                <a:cxn ang="0">
                  <a:pos x="T2" y="T3"/>
                </a:cxn>
                <a:cxn ang="0">
                  <a:pos x="T4" y="T5"/>
                </a:cxn>
                <a:cxn ang="0">
                  <a:pos x="T6" y="T7"/>
                </a:cxn>
                <a:cxn ang="0">
                  <a:pos x="T8" y="T9"/>
                </a:cxn>
                <a:cxn ang="0">
                  <a:pos x="T10" y="T11"/>
                </a:cxn>
              </a:cxnLst>
              <a:rect l="0" t="0" r="r" b="b"/>
              <a:pathLst>
                <a:path w="12" h="8">
                  <a:moveTo>
                    <a:pt x="10" y="2"/>
                  </a:moveTo>
                  <a:cubicBezTo>
                    <a:pt x="7" y="0"/>
                    <a:pt x="1" y="1"/>
                    <a:pt x="0" y="5"/>
                  </a:cubicBezTo>
                  <a:cubicBezTo>
                    <a:pt x="0" y="6"/>
                    <a:pt x="1" y="7"/>
                    <a:pt x="2" y="7"/>
                  </a:cubicBezTo>
                  <a:cubicBezTo>
                    <a:pt x="3" y="7"/>
                    <a:pt x="4" y="6"/>
                    <a:pt x="5" y="6"/>
                  </a:cubicBezTo>
                  <a:cubicBezTo>
                    <a:pt x="6" y="6"/>
                    <a:pt x="7" y="6"/>
                    <a:pt x="8" y="7"/>
                  </a:cubicBezTo>
                  <a:cubicBezTo>
                    <a:pt x="11" y="8"/>
                    <a:pt x="12" y="4"/>
                    <a:pt x="10" y="2"/>
                  </a:cubicBezTo>
                  <a:close/>
                </a:path>
              </a:pathLst>
            </a:custGeom>
            <a:solidFill>
              <a:srgbClr val="B3377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íś1ïďe">
              <a:extLst>
                <a:ext uri="{FF2B5EF4-FFF2-40B4-BE49-F238E27FC236}">
                  <a16:creationId xmlns:a16="http://schemas.microsoft.com/office/drawing/2014/main" id="{70DA23EE-7404-4079-BC00-A736625C8DF5}"/>
                </a:ext>
              </a:extLst>
            </p:cNvPr>
            <p:cNvSpPr/>
            <p:nvPr/>
          </p:nvSpPr>
          <p:spPr bwMode="auto">
            <a:xfrm>
              <a:off x="7861621" y="3165983"/>
              <a:ext cx="33979" cy="21394"/>
            </a:xfrm>
            <a:custGeom>
              <a:avLst/>
              <a:gdLst>
                <a:gd name="T0" fmla="*/ 2 w 13"/>
                <a:gd name="T1" fmla="*/ 2 h 8"/>
                <a:gd name="T2" fmla="*/ 12 w 13"/>
                <a:gd name="T3" fmla="*/ 5 h 8"/>
                <a:gd name="T4" fmla="*/ 10 w 13"/>
                <a:gd name="T5" fmla="*/ 7 h 8"/>
                <a:gd name="T6" fmla="*/ 7 w 13"/>
                <a:gd name="T7" fmla="*/ 6 h 8"/>
                <a:gd name="T8" fmla="*/ 4 w 13"/>
                <a:gd name="T9" fmla="*/ 7 h 8"/>
                <a:gd name="T10" fmla="*/ 2 w 13"/>
                <a:gd name="T11" fmla="*/ 2 h 8"/>
              </a:gdLst>
              <a:ahLst/>
              <a:cxnLst>
                <a:cxn ang="0">
                  <a:pos x="T0" y="T1"/>
                </a:cxn>
                <a:cxn ang="0">
                  <a:pos x="T2" y="T3"/>
                </a:cxn>
                <a:cxn ang="0">
                  <a:pos x="T4" y="T5"/>
                </a:cxn>
                <a:cxn ang="0">
                  <a:pos x="T6" y="T7"/>
                </a:cxn>
                <a:cxn ang="0">
                  <a:pos x="T8" y="T9"/>
                </a:cxn>
                <a:cxn ang="0">
                  <a:pos x="T10" y="T11"/>
                </a:cxn>
              </a:cxnLst>
              <a:rect l="0" t="0" r="r" b="b"/>
              <a:pathLst>
                <a:path w="13" h="8">
                  <a:moveTo>
                    <a:pt x="2" y="2"/>
                  </a:moveTo>
                  <a:cubicBezTo>
                    <a:pt x="5" y="0"/>
                    <a:pt x="11" y="1"/>
                    <a:pt x="12" y="5"/>
                  </a:cubicBezTo>
                  <a:cubicBezTo>
                    <a:pt x="13" y="6"/>
                    <a:pt x="11" y="7"/>
                    <a:pt x="10" y="7"/>
                  </a:cubicBezTo>
                  <a:cubicBezTo>
                    <a:pt x="9" y="7"/>
                    <a:pt x="8" y="6"/>
                    <a:pt x="7" y="6"/>
                  </a:cubicBezTo>
                  <a:cubicBezTo>
                    <a:pt x="6" y="6"/>
                    <a:pt x="5" y="6"/>
                    <a:pt x="4" y="7"/>
                  </a:cubicBezTo>
                  <a:cubicBezTo>
                    <a:pt x="1" y="8"/>
                    <a:pt x="0" y="4"/>
                    <a:pt x="2" y="2"/>
                  </a:cubicBezTo>
                  <a:close/>
                </a:path>
              </a:pathLst>
            </a:custGeom>
            <a:solidFill>
              <a:srgbClr val="B3377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ïšḷîďe">
              <a:extLst>
                <a:ext uri="{FF2B5EF4-FFF2-40B4-BE49-F238E27FC236}">
                  <a16:creationId xmlns:a16="http://schemas.microsoft.com/office/drawing/2014/main" id="{A1A35C78-13E6-4F2F-AD32-9D0E771CC8B7}"/>
                </a:ext>
              </a:extLst>
            </p:cNvPr>
            <p:cNvSpPr/>
            <p:nvPr/>
          </p:nvSpPr>
          <p:spPr bwMode="auto">
            <a:xfrm>
              <a:off x="7818833" y="3247782"/>
              <a:ext cx="21394" cy="12585"/>
            </a:xfrm>
            <a:custGeom>
              <a:avLst/>
              <a:gdLst>
                <a:gd name="T0" fmla="*/ 5 w 8"/>
                <a:gd name="T1" fmla="*/ 0 h 5"/>
                <a:gd name="T2" fmla="*/ 2 w 8"/>
                <a:gd name="T3" fmla="*/ 0 h 5"/>
                <a:gd name="T4" fmla="*/ 0 w 8"/>
                <a:gd name="T5" fmla="*/ 2 h 5"/>
                <a:gd name="T6" fmla="*/ 6 w 8"/>
                <a:gd name="T7" fmla="*/ 3 h 5"/>
                <a:gd name="T8" fmla="*/ 5 w 8"/>
                <a:gd name="T9" fmla="*/ 0 h 5"/>
              </a:gdLst>
              <a:ahLst/>
              <a:cxnLst>
                <a:cxn ang="0">
                  <a:pos x="T0" y="T1"/>
                </a:cxn>
                <a:cxn ang="0">
                  <a:pos x="T2" y="T3"/>
                </a:cxn>
                <a:cxn ang="0">
                  <a:pos x="T4" y="T5"/>
                </a:cxn>
                <a:cxn ang="0">
                  <a:pos x="T6" y="T7"/>
                </a:cxn>
                <a:cxn ang="0">
                  <a:pos x="T8" y="T9"/>
                </a:cxn>
              </a:cxnLst>
              <a:rect l="0" t="0" r="r" b="b"/>
              <a:pathLst>
                <a:path w="8" h="5">
                  <a:moveTo>
                    <a:pt x="5" y="0"/>
                  </a:moveTo>
                  <a:cubicBezTo>
                    <a:pt x="4" y="1"/>
                    <a:pt x="3" y="1"/>
                    <a:pt x="2" y="0"/>
                  </a:cubicBezTo>
                  <a:cubicBezTo>
                    <a:pt x="1" y="0"/>
                    <a:pt x="0" y="1"/>
                    <a:pt x="0" y="2"/>
                  </a:cubicBezTo>
                  <a:cubicBezTo>
                    <a:pt x="2" y="4"/>
                    <a:pt x="4" y="5"/>
                    <a:pt x="6" y="3"/>
                  </a:cubicBezTo>
                  <a:cubicBezTo>
                    <a:pt x="8" y="2"/>
                    <a:pt x="7" y="0"/>
                    <a:pt x="5" y="0"/>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iṩḻiḑe">
              <a:extLst>
                <a:ext uri="{FF2B5EF4-FFF2-40B4-BE49-F238E27FC236}">
                  <a16:creationId xmlns:a16="http://schemas.microsoft.com/office/drawing/2014/main" id="{78CBB5CD-B598-4B3A-8B12-708975752120}"/>
                </a:ext>
              </a:extLst>
            </p:cNvPr>
            <p:cNvSpPr/>
            <p:nvPr/>
          </p:nvSpPr>
          <p:spPr bwMode="auto">
            <a:xfrm>
              <a:off x="7801215" y="3281761"/>
              <a:ext cx="55372" cy="27686"/>
            </a:xfrm>
            <a:custGeom>
              <a:avLst/>
              <a:gdLst>
                <a:gd name="T0" fmla="*/ 20 w 21"/>
                <a:gd name="T1" fmla="*/ 0 h 11"/>
                <a:gd name="T2" fmla="*/ 1 w 21"/>
                <a:gd name="T3" fmla="*/ 0 h 11"/>
                <a:gd name="T4" fmla="*/ 0 w 21"/>
                <a:gd name="T5" fmla="*/ 1 h 11"/>
                <a:gd name="T6" fmla="*/ 11 w 21"/>
                <a:gd name="T7" fmla="*/ 11 h 11"/>
                <a:gd name="T8" fmla="*/ 21 w 21"/>
                <a:gd name="T9" fmla="*/ 1 h 11"/>
                <a:gd name="T10" fmla="*/ 20 w 21"/>
                <a:gd name="T11" fmla="*/ 0 h 11"/>
              </a:gdLst>
              <a:ahLst/>
              <a:cxnLst>
                <a:cxn ang="0">
                  <a:pos x="T0" y="T1"/>
                </a:cxn>
                <a:cxn ang="0">
                  <a:pos x="T2" y="T3"/>
                </a:cxn>
                <a:cxn ang="0">
                  <a:pos x="T4" y="T5"/>
                </a:cxn>
                <a:cxn ang="0">
                  <a:pos x="T6" y="T7"/>
                </a:cxn>
                <a:cxn ang="0">
                  <a:pos x="T8" y="T9"/>
                </a:cxn>
                <a:cxn ang="0">
                  <a:pos x="T10" y="T11"/>
                </a:cxn>
              </a:cxnLst>
              <a:rect l="0" t="0" r="r" b="b"/>
              <a:pathLst>
                <a:path w="21" h="11">
                  <a:moveTo>
                    <a:pt x="20" y="0"/>
                  </a:moveTo>
                  <a:cubicBezTo>
                    <a:pt x="1" y="0"/>
                    <a:pt x="1" y="0"/>
                    <a:pt x="1" y="0"/>
                  </a:cubicBezTo>
                  <a:cubicBezTo>
                    <a:pt x="1" y="0"/>
                    <a:pt x="0" y="0"/>
                    <a:pt x="0" y="1"/>
                  </a:cubicBezTo>
                  <a:cubicBezTo>
                    <a:pt x="0" y="4"/>
                    <a:pt x="1" y="11"/>
                    <a:pt x="11" y="11"/>
                  </a:cubicBezTo>
                  <a:cubicBezTo>
                    <a:pt x="20" y="11"/>
                    <a:pt x="21" y="4"/>
                    <a:pt x="21" y="1"/>
                  </a:cubicBezTo>
                  <a:cubicBezTo>
                    <a:pt x="21" y="0"/>
                    <a:pt x="21" y="0"/>
                    <a:pt x="20" y="0"/>
                  </a:cubicBezTo>
                  <a:close/>
                </a:path>
              </a:pathLst>
            </a:custGeom>
            <a:solidFill>
              <a:srgbClr val="F16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îs1ïḑê">
              <a:extLst>
                <a:ext uri="{FF2B5EF4-FFF2-40B4-BE49-F238E27FC236}">
                  <a16:creationId xmlns:a16="http://schemas.microsoft.com/office/drawing/2014/main" id="{95FCFDBF-300C-49F6-9EAA-7971882B1B6D}"/>
                </a:ext>
              </a:extLst>
            </p:cNvPr>
            <p:cNvSpPr/>
            <p:nvPr/>
          </p:nvSpPr>
          <p:spPr bwMode="auto">
            <a:xfrm>
              <a:off x="7806249" y="3289312"/>
              <a:ext cx="46563" cy="20135"/>
            </a:xfrm>
            <a:custGeom>
              <a:avLst/>
              <a:gdLst>
                <a:gd name="T0" fmla="*/ 9 w 18"/>
                <a:gd name="T1" fmla="*/ 0 h 8"/>
                <a:gd name="T2" fmla="*/ 0 w 18"/>
                <a:gd name="T3" fmla="*/ 4 h 8"/>
                <a:gd name="T4" fmla="*/ 9 w 18"/>
                <a:gd name="T5" fmla="*/ 8 h 8"/>
                <a:gd name="T6" fmla="*/ 18 w 18"/>
                <a:gd name="T7" fmla="*/ 4 h 8"/>
                <a:gd name="T8" fmla="*/ 9 w 18"/>
                <a:gd name="T9" fmla="*/ 0 h 8"/>
              </a:gdLst>
              <a:ahLst/>
              <a:cxnLst>
                <a:cxn ang="0">
                  <a:pos x="T0" y="T1"/>
                </a:cxn>
                <a:cxn ang="0">
                  <a:pos x="T2" y="T3"/>
                </a:cxn>
                <a:cxn ang="0">
                  <a:pos x="T4" y="T5"/>
                </a:cxn>
                <a:cxn ang="0">
                  <a:pos x="T6" y="T7"/>
                </a:cxn>
                <a:cxn ang="0">
                  <a:pos x="T8" y="T9"/>
                </a:cxn>
              </a:cxnLst>
              <a:rect l="0" t="0" r="r" b="b"/>
              <a:pathLst>
                <a:path w="18" h="8">
                  <a:moveTo>
                    <a:pt x="9" y="0"/>
                  </a:moveTo>
                  <a:cubicBezTo>
                    <a:pt x="4" y="0"/>
                    <a:pt x="1" y="2"/>
                    <a:pt x="0" y="4"/>
                  </a:cubicBezTo>
                  <a:cubicBezTo>
                    <a:pt x="1" y="6"/>
                    <a:pt x="4" y="8"/>
                    <a:pt x="9" y="8"/>
                  </a:cubicBezTo>
                  <a:cubicBezTo>
                    <a:pt x="13" y="8"/>
                    <a:pt x="16" y="6"/>
                    <a:pt x="18" y="4"/>
                  </a:cubicBezTo>
                  <a:cubicBezTo>
                    <a:pt x="16" y="2"/>
                    <a:pt x="13" y="0"/>
                    <a:pt x="9" y="0"/>
                  </a:cubicBezTo>
                  <a:close/>
                </a:path>
              </a:pathLst>
            </a:custGeom>
            <a:solidFill>
              <a:srgbClr val="EF49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ïŝļïḓé">
              <a:extLst>
                <a:ext uri="{FF2B5EF4-FFF2-40B4-BE49-F238E27FC236}">
                  <a16:creationId xmlns:a16="http://schemas.microsoft.com/office/drawing/2014/main" id="{8F27CCD7-5C74-4BEC-84CB-5E7FFEAAC0C6}"/>
                </a:ext>
              </a:extLst>
            </p:cNvPr>
            <p:cNvSpPr/>
            <p:nvPr/>
          </p:nvSpPr>
          <p:spPr bwMode="auto">
            <a:xfrm>
              <a:off x="7890566" y="3233939"/>
              <a:ext cx="39013" cy="26428"/>
            </a:xfrm>
            <a:prstGeom prst="ellipse">
              <a:avLst/>
            </a:prstGeom>
            <a:solidFill>
              <a:srgbClr val="F16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i$ḻîḍè">
              <a:extLst>
                <a:ext uri="{FF2B5EF4-FFF2-40B4-BE49-F238E27FC236}">
                  <a16:creationId xmlns:a16="http://schemas.microsoft.com/office/drawing/2014/main" id="{AC9EAD49-5745-4473-B8CF-FBBC97B8479C}"/>
                </a:ext>
              </a:extLst>
            </p:cNvPr>
            <p:cNvSpPr/>
            <p:nvPr/>
          </p:nvSpPr>
          <p:spPr bwMode="auto">
            <a:xfrm>
              <a:off x="7733258" y="3233939"/>
              <a:ext cx="39013" cy="26428"/>
            </a:xfrm>
            <a:prstGeom prst="ellipse">
              <a:avLst/>
            </a:prstGeom>
            <a:solidFill>
              <a:srgbClr val="F16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ísļîde">
              <a:extLst>
                <a:ext uri="{FF2B5EF4-FFF2-40B4-BE49-F238E27FC236}">
                  <a16:creationId xmlns:a16="http://schemas.microsoft.com/office/drawing/2014/main" id="{DF07CCE7-33F0-4155-9750-6E13F794D98E}"/>
                </a:ext>
              </a:extLst>
            </p:cNvPr>
            <p:cNvSpPr/>
            <p:nvPr/>
          </p:nvSpPr>
          <p:spPr bwMode="auto">
            <a:xfrm>
              <a:off x="5515850" y="3211287"/>
              <a:ext cx="936295" cy="719840"/>
            </a:xfrm>
            <a:custGeom>
              <a:avLst/>
              <a:gdLst>
                <a:gd name="T0" fmla="*/ 123 w 358"/>
                <a:gd name="T1" fmla="*/ 69 h 276"/>
                <a:gd name="T2" fmla="*/ 179 w 358"/>
                <a:gd name="T3" fmla="*/ 270 h 276"/>
                <a:gd name="T4" fmla="*/ 281 w 358"/>
                <a:gd name="T5" fmla="*/ 135 h 276"/>
                <a:gd name="T6" fmla="*/ 270 w 358"/>
                <a:gd name="T7" fmla="*/ 59 h 276"/>
                <a:gd name="T8" fmla="*/ 231 w 358"/>
                <a:gd name="T9" fmla="*/ 1 h 276"/>
                <a:gd name="T10" fmla="*/ 176 w 358"/>
                <a:gd name="T11" fmla="*/ 0 h 276"/>
                <a:gd name="T12" fmla="*/ 141 w 358"/>
                <a:gd name="T13" fmla="*/ 19 h 276"/>
                <a:gd name="T14" fmla="*/ 135 w 358"/>
                <a:gd name="T15" fmla="*/ 42 h 276"/>
                <a:gd name="T16" fmla="*/ 123 w 358"/>
                <a:gd name="T17" fmla="*/ 69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276">
                  <a:moveTo>
                    <a:pt x="123" y="69"/>
                  </a:moveTo>
                  <a:cubicBezTo>
                    <a:pt x="125" y="120"/>
                    <a:pt x="0" y="265"/>
                    <a:pt x="179" y="270"/>
                  </a:cubicBezTo>
                  <a:cubicBezTo>
                    <a:pt x="358" y="276"/>
                    <a:pt x="291" y="166"/>
                    <a:pt x="281" y="135"/>
                  </a:cubicBezTo>
                  <a:cubicBezTo>
                    <a:pt x="272" y="105"/>
                    <a:pt x="269" y="89"/>
                    <a:pt x="270" y="59"/>
                  </a:cubicBezTo>
                  <a:cubicBezTo>
                    <a:pt x="270" y="30"/>
                    <a:pt x="231" y="1"/>
                    <a:pt x="231" y="1"/>
                  </a:cubicBezTo>
                  <a:cubicBezTo>
                    <a:pt x="176" y="0"/>
                    <a:pt x="176" y="0"/>
                    <a:pt x="176" y="0"/>
                  </a:cubicBezTo>
                  <a:cubicBezTo>
                    <a:pt x="141" y="19"/>
                    <a:pt x="141" y="19"/>
                    <a:pt x="141" y="19"/>
                  </a:cubicBezTo>
                  <a:cubicBezTo>
                    <a:pt x="135" y="42"/>
                    <a:pt x="135" y="42"/>
                    <a:pt x="135" y="42"/>
                  </a:cubicBezTo>
                  <a:lnTo>
                    <a:pt x="123" y="69"/>
                  </a:lnTo>
                  <a:close/>
                </a:path>
              </a:pathLst>
            </a:custGeom>
            <a:solidFill>
              <a:srgbClr val="F9A4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îŝḷíḑè">
              <a:extLst>
                <a:ext uri="{FF2B5EF4-FFF2-40B4-BE49-F238E27FC236}">
                  <a16:creationId xmlns:a16="http://schemas.microsoft.com/office/drawing/2014/main" id="{25460BBD-FEBA-4A41-B668-3A012126488D}"/>
                </a:ext>
              </a:extLst>
            </p:cNvPr>
            <p:cNvSpPr/>
            <p:nvPr/>
          </p:nvSpPr>
          <p:spPr bwMode="auto">
            <a:xfrm>
              <a:off x="5904715" y="3372370"/>
              <a:ext cx="217714" cy="337268"/>
            </a:xfrm>
            <a:custGeom>
              <a:avLst/>
              <a:gdLst>
                <a:gd name="T0" fmla="*/ 29 w 83"/>
                <a:gd name="T1" fmla="*/ 18 h 129"/>
                <a:gd name="T2" fmla="*/ 22 w 83"/>
                <a:gd name="T3" fmla="*/ 54 h 129"/>
                <a:gd name="T4" fmla="*/ 0 w 83"/>
                <a:gd name="T5" fmla="*/ 96 h 129"/>
                <a:gd name="T6" fmla="*/ 25 w 83"/>
                <a:gd name="T7" fmla="*/ 129 h 129"/>
                <a:gd name="T8" fmla="*/ 70 w 83"/>
                <a:gd name="T9" fmla="*/ 113 h 129"/>
                <a:gd name="T10" fmla="*/ 83 w 83"/>
                <a:gd name="T11" fmla="*/ 83 h 129"/>
                <a:gd name="T12" fmla="*/ 72 w 83"/>
                <a:gd name="T13" fmla="*/ 54 h 129"/>
                <a:gd name="T14" fmla="*/ 62 w 83"/>
                <a:gd name="T15" fmla="*/ 18 h 129"/>
                <a:gd name="T16" fmla="*/ 29 w 83"/>
                <a:gd name="T17" fmla="*/ 18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129">
                  <a:moveTo>
                    <a:pt x="29" y="18"/>
                  </a:moveTo>
                  <a:cubicBezTo>
                    <a:pt x="29" y="18"/>
                    <a:pt x="30" y="45"/>
                    <a:pt x="22" y="54"/>
                  </a:cubicBezTo>
                  <a:cubicBezTo>
                    <a:pt x="13" y="63"/>
                    <a:pt x="0" y="96"/>
                    <a:pt x="0" y="96"/>
                  </a:cubicBezTo>
                  <a:cubicBezTo>
                    <a:pt x="25" y="129"/>
                    <a:pt x="25" y="129"/>
                    <a:pt x="25" y="129"/>
                  </a:cubicBezTo>
                  <a:cubicBezTo>
                    <a:pt x="70" y="113"/>
                    <a:pt x="70" y="113"/>
                    <a:pt x="70" y="113"/>
                  </a:cubicBezTo>
                  <a:cubicBezTo>
                    <a:pt x="83" y="83"/>
                    <a:pt x="83" y="83"/>
                    <a:pt x="83" y="83"/>
                  </a:cubicBezTo>
                  <a:cubicBezTo>
                    <a:pt x="72" y="54"/>
                    <a:pt x="72" y="54"/>
                    <a:pt x="72" y="54"/>
                  </a:cubicBezTo>
                  <a:cubicBezTo>
                    <a:pt x="72" y="54"/>
                    <a:pt x="63" y="36"/>
                    <a:pt x="62" y="18"/>
                  </a:cubicBezTo>
                  <a:cubicBezTo>
                    <a:pt x="61" y="0"/>
                    <a:pt x="29" y="18"/>
                    <a:pt x="29" y="18"/>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ï$ļîḓé">
              <a:extLst>
                <a:ext uri="{FF2B5EF4-FFF2-40B4-BE49-F238E27FC236}">
                  <a16:creationId xmlns:a16="http://schemas.microsoft.com/office/drawing/2014/main" id="{BE445ADD-D9CE-4E83-A775-D2F3E6597D01}"/>
                </a:ext>
              </a:extLst>
            </p:cNvPr>
            <p:cNvSpPr/>
            <p:nvPr/>
          </p:nvSpPr>
          <p:spPr bwMode="auto">
            <a:xfrm>
              <a:off x="6140047" y="3549813"/>
              <a:ext cx="154791" cy="352369"/>
            </a:xfrm>
            <a:custGeom>
              <a:avLst/>
              <a:gdLst>
                <a:gd name="T0" fmla="*/ 7 w 59"/>
                <a:gd name="T1" fmla="*/ 0 h 135"/>
                <a:gd name="T2" fmla="*/ 59 w 59"/>
                <a:gd name="T3" fmla="*/ 129 h 135"/>
                <a:gd name="T4" fmla="*/ 19 w 59"/>
                <a:gd name="T5" fmla="*/ 129 h 135"/>
                <a:gd name="T6" fmla="*/ 1 w 59"/>
                <a:gd name="T7" fmla="*/ 105 h 135"/>
                <a:gd name="T8" fmla="*/ 0 w 59"/>
                <a:gd name="T9" fmla="*/ 74 h 135"/>
                <a:gd name="T10" fmla="*/ 7 w 59"/>
                <a:gd name="T11" fmla="*/ 0 h 135"/>
              </a:gdLst>
              <a:ahLst/>
              <a:cxnLst>
                <a:cxn ang="0">
                  <a:pos x="T0" y="T1"/>
                </a:cxn>
                <a:cxn ang="0">
                  <a:pos x="T2" y="T3"/>
                </a:cxn>
                <a:cxn ang="0">
                  <a:pos x="T4" y="T5"/>
                </a:cxn>
                <a:cxn ang="0">
                  <a:pos x="T6" y="T7"/>
                </a:cxn>
                <a:cxn ang="0">
                  <a:pos x="T8" y="T9"/>
                </a:cxn>
                <a:cxn ang="0">
                  <a:pos x="T10" y="T11"/>
                </a:cxn>
              </a:cxnLst>
              <a:rect l="0" t="0" r="r" b="b"/>
              <a:pathLst>
                <a:path w="59" h="135">
                  <a:moveTo>
                    <a:pt x="7" y="0"/>
                  </a:moveTo>
                  <a:cubicBezTo>
                    <a:pt x="33" y="20"/>
                    <a:pt x="59" y="124"/>
                    <a:pt x="59" y="129"/>
                  </a:cubicBezTo>
                  <a:cubicBezTo>
                    <a:pt x="59" y="135"/>
                    <a:pt x="19" y="129"/>
                    <a:pt x="19" y="129"/>
                  </a:cubicBezTo>
                  <a:cubicBezTo>
                    <a:pt x="1" y="105"/>
                    <a:pt x="1" y="105"/>
                    <a:pt x="1" y="105"/>
                  </a:cubicBezTo>
                  <a:cubicBezTo>
                    <a:pt x="0" y="74"/>
                    <a:pt x="0" y="74"/>
                    <a:pt x="0" y="74"/>
                  </a:cubicBezTo>
                  <a:lnTo>
                    <a:pt x="7" y="0"/>
                  </a:ln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îṡḷiḋe">
              <a:extLst>
                <a:ext uri="{FF2B5EF4-FFF2-40B4-BE49-F238E27FC236}">
                  <a16:creationId xmlns:a16="http://schemas.microsoft.com/office/drawing/2014/main" id="{12E07F79-42C2-43EC-838F-40A9CBAFFB60}"/>
                </a:ext>
              </a:extLst>
            </p:cNvPr>
            <p:cNvSpPr/>
            <p:nvPr/>
          </p:nvSpPr>
          <p:spPr bwMode="auto">
            <a:xfrm>
              <a:off x="5729788" y="3549813"/>
              <a:ext cx="152274" cy="381314"/>
            </a:xfrm>
            <a:custGeom>
              <a:avLst/>
              <a:gdLst>
                <a:gd name="T0" fmla="*/ 58 w 58"/>
                <a:gd name="T1" fmla="*/ 0 h 146"/>
                <a:gd name="T2" fmla="*/ 0 w 58"/>
                <a:gd name="T3" fmla="*/ 136 h 146"/>
                <a:gd name="T4" fmla="*/ 53 w 58"/>
                <a:gd name="T5" fmla="*/ 125 h 146"/>
                <a:gd name="T6" fmla="*/ 58 w 58"/>
                <a:gd name="T7" fmla="*/ 63 h 146"/>
                <a:gd name="T8" fmla="*/ 58 w 58"/>
                <a:gd name="T9" fmla="*/ 0 h 146"/>
              </a:gdLst>
              <a:ahLst/>
              <a:cxnLst>
                <a:cxn ang="0">
                  <a:pos x="T0" y="T1"/>
                </a:cxn>
                <a:cxn ang="0">
                  <a:pos x="T2" y="T3"/>
                </a:cxn>
                <a:cxn ang="0">
                  <a:pos x="T4" y="T5"/>
                </a:cxn>
                <a:cxn ang="0">
                  <a:pos x="T6" y="T7"/>
                </a:cxn>
                <a:cxn ang="0">
                  <a:pos x="T8" y="T9"/>
                </a:cxn>
              </a:cxnLst>
              <a:rect l="0" t="0" r="r" b="b"/>
              <a:pathLst>
                <a:path w="58" h="146">
                  <a:moveTo>
                    <a:pt x="58" y="0"/>
                  </a:moveTo>
                  <a:cubicBezTo>
                    <a:pt x="29" y="27"/>
                    <a:pt x="0" y="126"/>
                    <a:pt x="0" y="136"/>
                  </a:cubicBezTo>
                  <a:cubicBezTo>
                    <a:pt x="1" y="146"/>
                    <a:pt x="53" y="125"/>
                    <a:pt x="53" y="125"/>
                  </a:cubicBezTo>
                  <a:cubicBezTo>
                    <a:pt x="58" y="63"/>
                    <a:pt x="58" y="63"/>
                    <a:pt x="58" y="63"/>
                  </a:cubicBezTo>
                  <a:lnTo>
                    <a:pt x="58" y="0"/>
                  </a:ln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íş1iḋé">
              <a:extLst>
                <a:ext uri="{FF2B5EF4-FFF2-40B4-BE49-F238E27FC236}">
                  <a16:creationId xmlns:a16="http://schemas.microsoft.com/office/drawing/2014/main" id="{4FB9F1BA-FA1A-4D87-9C63-8009A24F198A}"/>
                </a:ext>
              </a:extLst>
            </p:cNvPr>
            <p:cNvSpPr/>
            <p:nvPr/>
          </p:nvSpPr>
          <p:spPr bwMode="auto">
            <a:xfrm>
              <a:off x="6096001" y="5276421"/>
              <a:ext cx="157308" cy="143465"/>
            </a:xfrm>
            <a:custGeom>
              <a:avLst/>
              <a:gdLst>
                <a:gd name="T0" fmla="*/ 9 w 60"/>
                <a:gd name="T1" fmla="*/ 10 h 55"/>
                <a:gd name="T2" fmla="*/ 30 w 60"/>
                <a:gd name="T3" fmla="*/ 52 h 55"/>
                <a:gd name="T4" fmla="*/ 36 w 60"/>
                <a:gd name="T5" fmla="*/ 8 h 55"/>
                <a:gd name="T6" fmla="*/ 9 w 60"/>
                <a:gd name="T7" fmla="*/ 10 h 55"/>
              </a:gdLst>
              <a:ahLst/>
              <a:cxnLst>
                <a:cxn ang="0">
                  <a:pos x="T0" y="T1"/>
                </a:cxn>
                <a:cxn ang="0">
                  <a:pos x="T2" y="T3"/>
                </a:cxn>
                <a:cxn ang="0">
                  <a:pos x="T4" y="T5"/>
                </a:cxn>
                <a:cxn ang="0">
                  <a:pos x="T6" y="T7"/>
                </a:cxn>
              </a:cxnLst>
              <a:rect l="0" t="0" r="r" b="b"/>
              <a:pathLst>
                <a:path w="60" h="55">
                  <a:moveTo>
                    <a:pt x="9" y="10"/>
                  </a:moveTo>
                  <a:cubicBezTo>
                    <a:pt x="3" y="21"/>
                    <a:pt x="0" y="55"/>
                    <a:pt x="30" y="52"/>
                  </a:cubicBezTo>
                  <a:cubicBezTo>
                    <a:pt x="60" y="48"/>
                    <a:pt x="42" y="15"/>
                    <a:pt x="36" y="8"/>
                  </a:cubicBezTo>
                  <a:cubicBezTo>
                    <a:pt x="29" y="0"/>
                    <a:pt x="14" y="0"/>
                    <a:pt x="9" y="10"/>
                  </a:cubicBez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iṡḻîďè">
              <a:extLst>
                <a:ext uri="{FF2B5EF4-FFF2-40B4-BE49-F238E27FC236}">
                  <a16:creationId xmlns:a16="http://schemas.microsoft.com/office/drawing/2014/main" id="{2ABE3EB1-7676-4433-888F-B697EC831DEC}"/>
                </a:ext>
              </a:extLst>
            </p:cNvPr>
            <p:cNvSpPr/>
            <p:nvPr/>
          </p:nvSpPr>
          <p:spPr bwMode="auto">
            <a:xfrm>
              <a:off x="5826690" y="5296556"/>
              <a:ext cx="193803" cy="115778"/>
            </a:xfrm>
            <a:custGeom>
              <a:avLst/>
              <a:gdLst>
                <a:gd name="T0" fmla="*/ 43 w 74"/>
                <a:gd name="T1" fmla="*/ 6 h 44"/>
                <a:gd name="T2" fmla="*/ 2 w 74"/>
                <a:gd name="T3" fmla="*/ 33 h 44"/>
                <a:gd name="T4" fmla="*/ 67 w 74"/>
                <a:gd name="T5" fmla="*/ 33 h 44"/>
                <a:gd name="T6" fmla="*/ 66 w 74"/>
                <a:gd name="T7" fmla="*/ 4 h 44"/>
                <a:gd name="T8" fmla="*/ 43 w 74"/>
                <a:gd name="T9" fmla="*/ 6 h 44"/>
              </a:gdLst>
              <a:ahLst/>
              <a:cxnLst>
                <a:cxn ang="0">
                  <a:pos x="T0" y="T1"/>
                </a:cxn>
                <a:cxn ang="0">
                  <a:pos x="T2" y="T3"/>
                </a:cxn>
                <a:cxn ang="0">
                  <a:pos x="T4" y="T5"/>
                </a:cxn>
                <a:cxn ang="0">
                  <a:pos x="T6" y="T7"/>
                </a:cxn>
                <a:cxn ang="0">
                  <a:pos x="T8" y="T9"/>
                </a:cxn>
              </a:cxnLst>
              <a:rect l="0" t="0" r="r" b="b"/>
              <a:pathLst>
                <a:path w="74" h="44">
                  <a:moveTo>
                    <a:pt x="43" y="6"/>
                  </a:moveTo>
                  <a:cubicBezTo>
                    <a:pt x="43" y="6"/>
                    <a:pt x="0" y="23"/>
                    <a:pt x="2" y="33"/>
                  </a:cubicBezTo>
                  <a:cubicBezTo>
                    <a:pt x="4" y="44"/>
                    <a:pt x="60" y="37"/>
                    <a:pt x="67" y="33"/>
                  </a:cubicBezTo>
                  <a:cubicBezTo>
                    <a:pt x="74" y="29"/>
                    <a:pt x="69" y="8"/>
                    <a:pt x="66" y="4"/>
                  </a:cubicBezTo>
                  <a:cubicBezTo>
                    <a:pt x="62" y="0"/>
                    <a:pt x="43" y="6"/>
                    <a:pt x="43" y="6"/>
                  </a:cubicBez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îSḻïḋê">
              <a:extLst>
                <a:ext uri="{FF2B5EF4-FFF2-40B4-BE49-F238E27FC236}">
                  <a16:creationId xmlns:a16="http://schemas.microsoft.com/office/drawing/2014/main" id="{AC17653F-CB2A-42F1-9191-76A5A09C0E41}"/>
                </a:ext>
              </a:extLst>
            </p:cNvPr>
            <p:cNvSpPr/>
            <p:nvPr/>
          </p:nvSpPr>
          <p:spPr bwMode="auto">
            <a:xfrm>
              <a:off x="6033078" y="4628314"/>
              <a:ext cx="169893" cy="702221"/>
            </a:xfrm>
            <a:custGeom>
              <a:avLst/>
              <a:gdLst>
                <a:gd name="T0" fmla="*/ 0 w 65"/>
                <a:gd name="T1" fmla="*/ 40 h 269"/>
                <a:gd name="T2" fmla="*/ 37 w 65"/>
                <a:gd name="T3" fmla="*/ 263 h 269"/>
                <a:gd name="T4" fmla="*/ 57 w 65"/>
                <a:gd name="T5" fmla="*/ 261 h 269"/>
                <a:gd name="T6" fmla="*/ 60 w 65"/>
                <a:gd name="T7" fmla="*/ 16 h 269"/>
                <a:gd name="T8" fmla="*/ 0 w 65"/>
                <a:gd name="T9" fmla="*/ 40 h 269"/>
              </a:gdLst>
              <a:ahLst/>
              <a:cxnLst>
                <a:cxn ang="0">
                  <a:pos x="T0" y="T1"/>
                </a:cxn>
                <a:cxn ang="0">
                  <a:pos x="T2" y="T3"/>
                </a:cxn>
                <a:cxn ang="0">
                  <a:pos x="T4" y="T5"/>
                </a:cxn>
                <a:cxn ang="0">
                  <a:pos x="T6" y="T7"/>
                </a:cxn>
                <a:cxn ang="0">
                  <a:pos x="T8" y="T9"/>
                </a:cxn>
              </a:cxnLst>
              <a:rect l="0" t="0" r="r" b="b"/>
              <a:pathLst>
                <a:path w="65" h="269">
                  <a:moveTo>
                    <a:pt x="0" y="40"/>
                  </a:moveTo>
                  <a:cubicBezTo>
                    <a:pt x="0" y="40"/>
                    <a:pt x="30" y="259"/>
                    <a:pt x="37" y="263"/>
                  </a:cubicBezTo>
                  <a:cubicBezTo>
                    <a:pt x="43" y="268"/>
                    <a:pt x="50" y="269"/>
                    <a:pt x="57" y="261"/>
                  </a:cubicBezTo>
                  <a:cubicBezTo>
                    <a:pt x="63" y="253"/>
                    <a:pt x="65" y="31"/>
                    <a:pt x="60" y="16"/>
                  </a:cubicBezTo>
                  <a:cubicBezTo>
                    <a:pt x="56" y="0"/>
                    <a:pt x="2" y="30"/>
                    <a:pt x="0" y="40"/>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iṩlidè">
              <a:extLst>
                <a:ext uri="{FF2B5EF4-FFF2-40B4-BE49-F238E27FC236}">
                  <a16:creationId xmlns:a16="http://schemas.microsoft.com/office/drawing/2014/main" id="{C63A885E-EDD1-462C-AE6E-BAAE3E8F20C7}"/>
                </a:ext>
              </a:extLst>
            </p:cNvPr>
            <p:cNvSpPr/>
            <p:nvPr/>
          </p:nvSpPr>
          <p:spPr bwMode="auto">
            <a:xfrm>
              <a:off x="5807813" y="4472265"/>
              <a:ext cx="198837" cy="864563"/>
            </a:xfrm>
            <a:custGeom>
              <a:avLst/>
              <a:gdLst>
                <a:gd name="T0" fmla="*/ 5 w 76"/>
                <a:gd name="T1" fmla="*/ 12 h 331"/>
                <a:gd name="T2" fmla="*/ 2 w 76"/>
                <a:gd name="T3" fmla="*/ 148 h 331"/>
                <a:gd name="T4" fmla="*/ 50 w 76"/>
                <a:gd name="T5" fmla="*/ 326 h 331"/>
                <a:gd name="T6" fmla="*/ 72 w 76"/>
                <a:gd name="T7" fmla="*/ 324 h 331"/>
                <a:gd name="T8" fmla="*/ 57 w 76"/>
                <a:gd name="T9" fmla="*/ 143 h 331"/>
                <a:gd name="T10" fmla="*/ 62 w 76"/>
                <a:gd name="T11" fmla="*/ 14 h 331"/>
                <a:gd name="T12" fmla="*/ 5 w 76"/>
                <a:gd name="T13" fmla="*/ 12 h 331"/>
              </a:gdLst>
              <a:ahLst/>
              <a:cxnLst>
                <a:cxn ang="0">
                  <a:pos x="T0" y="T1"/>
                </a:cxn>
                <a:cxn ang="0">
                  <a:pos x="T2" y="T3"/>
                </a:cxn>
                <a:cxn ang="0">
                  <a:pos x="T4" y="T5"/>
                </a:cxn>
                <a:cxn ang="0">
                  <a:pos x="T6" y="T7"/>
                </a:cxn>
                <a:cxn ang="0">
                  <a:pos x="T8" y="T9"/>
                </a:cxn>
                <a:cxn ang="0">
                  <a:pos x="T10" y="T11"/>
                </a:cxn>
                <a:cxn ang="0">
                  <a:pos x="T12" y="T13"/>
                </a:cxn>
              </a:cxnLst>
              <a:rect l="0" t="0" r="r" b="b"/>
              <a:pathLst>
                <a:path w="76" h="331">
                  <a:moveTo>
                    <a:pt x="5" y="12"/>
                  </a:moveTo>
                  <a:cubicBezTo>
                    <a:pt x="5" y="12"/>
                    <a:pt x="0" y="127"/>
                    <a:pt x="2" y="148"/>
                  </a:cubicBezTo>
                  <a:cubicBezTo>
                    <a:pt x="3" y="170"/>
                    <a:pt x="41" y="320"/>
                    <a:pt x="50" y="326"/>
                  </a:cubicBezTo>
                  <a:cubicBezTo>
                    <a:pt x="58" y="331"/>
                    <a:pt x="68" y="331"/>
                    <a:pt x="72" y="324"/>
                  </a:cubicBezTo>
                  <a:cubicBezTo>
                    <a:pt x="76" y="317"/>
                    <a:pt x="57" y="169"/>
                    <a:pt x="57" y="143"/>
                  </a:cubicBezTo>
                  <a:cubicBezTo>
                    <a:pt x="56" y="116"/>
                    <a:pt x="64" y="24"/>
                    <a:pt x="62" y="14"/>
                  </a:cubicBezTo>
                  <a:cubicBezTo>
                    <a:pt x="60" y="5"/>
                    <a:pt x="15" y="0"/>
                    <a:pt x="5" y="12"/>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iṥľíde">
              <a:extLst>
                <a:ext uri="{FF2B5EF4-FFF2-40B4-BE49-F238E27FC236}">
                  <a16:creationId xmlns:a16="http://schemas.microsoft.com/office/drawing/2014/main" id="{DDFE3954-5119-4B75-A5ED-FB18031447F8}"/>
                </a:ext>
              </a:extLst>
            </p:cNvPr>
            <p:cNvSpPr/>
            <p:nvPr/>
          </p:nvSpPr>
          <p:spPr bwMode="auto">
            <a:xfrm>
              <a:off x="5829207" y="3092992"/>
              <a:ext cx="407741" cy="415292"/>
            </a:xfrm>
            <a:custGeom>
              <a:avLst/>
              <a:gdLst>
                <a:gd name="T0" fmla="*/ 77 w 156"/>
                <a:gd name="T1" fmla="*/ 9 h 159"/>
                <a:gd name="T2" fmla="*/ 82 w 156"/>
                <a:gd name="T3" fmla="*/ 151 h 159"/>
                <a:gd name="T4" fmla="*/ 77 w 156"/>
                <a:gd name="T5" fmla="*/ 9 h 159"/>
              </a:gdLst>
              <a:ahLst/>
              <a:cxnLst>
                <a:cxn ang="0">
                  <a:pos x="T0" y="T1"/>
                </a:cxn>
                <a:cxn ang="0">
                  <a:pos x="T2" y="T3"/>
                </a:cxn>
                <a:cxn ang="0">
                  <a:pos x="T4" y="T5"/>
                </a:cxn>
              </a:cxnLst>
              <a:rect l="0" t="0" r="r" b="b"/>
              <a:pathLst>
                <a:path w="156" h="159">
                  <a:moveTo>
                    <a:pt x="77" y="9"/>
                  </a:moveTo>
                  <a:cubicBezTo>
                    <a:pt x="0" y="18"/>
                    <a:pt x="14" y="159"/>
                    <a:pt x="82" y="151"/>
                  </a:cubicBezTo>
                  <a:cubicBezTo>
                    <a:pt x="151" y="144"/>
                    <a:pt x="156" y="0"/>
                    <a:pt x="77" y="9"/>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sḻíde">
              <a:extLst>
                <a:ext uri="{FF2B5EF4-FFF2-40B4-BE49-F238E27FC236}">
                  <a16:creationId xmlns:a16="http://schemas.microsoft.com/office/drawing/2014/main" id="{9760B334-888D-4D43-9AC9-4788C4C3F1C1}"/>
                </a:ext>
              </a:extLst>
            </p:cNvPr>
            <p:cNvSpPr/>
            <p:nvPr/>
          </p:nvSpPr>
          <p:spPr bwMode="auto">
            <a:xfrm>
              <a:off x="5703361" y="3513318"/>
              <a:ext cx="575117" cy="1374239"/>
            </a:xfrm>
            <a:custGeom>
              <a:avLst/>
              <a:gdLst>
                <a:gd name="T0" fmla="*/ 99 w 220"/>
                <a:gd name="T1" fmla="*/ 0 h 526"/>
                <a:gd name="T2" fmla="*/ 119 w 220"/>
                <a:gd name="T3" fmla="*/ 49 h 526"/>
                <a:gd name="T4" fmla="*/ 149 w 220"/>
                <a:gd name="T5" fmla="*/ 0 h 526"/>
                <a:gd name="T6" fmla="*/ 176 w 220"/>
                <a:gd name="T7" fmla="*/ 17 h 526"/>
                <a:gd name="T8" fmla="*/ 220 w 220"/>
                <a:gd name="T9" fmla="*/ 454 h 526"/>
                <a:gd name="T10" fmla="*/ 0 w 220"/>
                <a:gd name="T11" fmla="*/ 459 h 526"/>
                <a:gd name="T12" fmla="*/ 64 w 220"/>
                <a:gd name="T13" fmla="*/ 19 h 526"/>
                <a:gd name="T14" fmla="*/ 99 w 220"/>
                <a:gd name="T15" fmla="*/ 0 h 5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0" h="526">
                  <a:moveTo>
                    <a:pt x="99" y="0"/>
                  </a:moveTo>
                  <a:cubicBezTo>
                    <a:pt x="99" y="0"/>
                    <a:pt x="76" y="46"/>
                    <a:pt x="119" y="49"/>
                  </a:cubicBezTo>
                  <a:cubicBezTo>
                    <a:pt x="162" y="53"/>
                    <a:pt x="149" y="0"/>
                    <a:pt x="149" y="0"/>
                  </a:cubicBezTo>
                  <a:cubicBezTo>
                    <a:pt x="149" y="0"/>
                    <a:pt x="176" y="5"/>
                    <a:pt x="176" y="17"/>
                  </a:cubicBezTo>
                  <a:cubicBezTo>
                    <a:pt x="190" y="192"/>
                    <a:pt x="219" y="417"/>
                    <a:pt x="220" y="454"/>
                  </a:cubicBezTo>
                  <a:cubicBezTo>
                    <a:pt x="220" y="454"/>
                    <a:pt x="139" y="526"/>
                    <a:pt x="0" y="459"/>
                  </a:cubicBezTo>
                  <a:cubicBezTo>
                    <a:pt x="0" y="459"/>
                    <a:pt x="57" y="125"/>
                    <a:pt x="64" y="19"/>
                  </a:cubicBezTo>
                  <a:cubicBezTo>
                    <a:pt x="65" y="7"/>
                    <a:pt x="99" y="0"/>
                    <a:pt x="99" y="0"/>
                  </a:cubicBezTo>
                  <a:close/>
                </a:path>
              </a:pathLst>
            </a:custGeom>
            <a:solidFill>
              <a:srgbClr val="4E71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iṥľiḋe">
              <a:extLst>
                <a:ext uri="{FF2B5EF4-FFF2-40B4-BE49-F238E27FC236}">
                  <a16:creationId xmlns:a16="http://schemas.microsoft.com/office/drawing/2014/main" id="{BAA2B9AC-057E-4C6F-A691-86BE51E520E0}"/>
                </a:ext>
              </a:extLst>
            </p:cNvPr>
            <p:cNvSpPr/>
            <p:nvPr/>
          </p:nvSpPr>
          <p:spPr bwMode="auto">
            <a:xfrm>
              <a:off x="5928625" y="3831708"/>
              <a:ext cx="395157" cy="123329"/>
            </a:xfrm>
            <a:custGeom>
              <a:avLst/>
              <a:gdLst>
                <a:gd name="T0" fmla="*/ 0 w 151"/>
                <a:gd name="T1" fmla="*/ 33 h 47"/>
                <a:gd name="T2" fmla="*/ 124 w 151"/>
                <a:gd name="T3" fmla="*/ 41 h 47"/>
                <a:gd name="T4" fmla="*/ 92 w 151"/>
                <a:gd name="T5" fmla="*/ 1 h 47"/>
                <a:gd name="T6" fmla="*/ 0 w 151"/>
                <a:gd name="T7" fmla="*/ 33 h 47"/>
              </a:gdLst>
              <a:ahLst/>
              <a:cxnLst>
                <a:cxn ang="0">
                  <a:pos x="T0" y="T1"/>
                </a:cxn>
                <a:cxn ang="0">
                  <a:pos x="T2" y="T3"/>
                </a:cxn>
                <a:cxn ang="0">
                  <a:pos x="T4" y="T5"/>
                </a:cxn>
                <a:cxn ang="0">
                  <a:pos x="T6" y="T7"/>
                </a:cxn>
              </a:cxnLst>
              <a:rect l="0" t="0" r="r" b="b"/>
              <a:pathLst>
                <a:path w="151" h="47">
                  <a:moveTo>
                    <a:pt x="0" y="33"/>
                  </a:moveTo>
                  <a:cubicBezTo>
                    <a:pt x="0" y="33"/>
                    <a:pt x="99" y="47"/>
                    <a:pt x="124" y="41"/>
                  </a:cubicBezTo>
                  <a:cubicBezTo>
                    <a:pt x="149" y="35"/>
                    <a:pt x="151" y="2"/>
                    <a:pt x="92" y="1"/>
                  </a:cubicBezTo>
                  <a:cubicBezTo>
                    <a:pt x="32" y="0"/>
                    <a:pt x="0" y="33"/>
                    <a:pt x="0" y="33"/>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î$lidé">
              <a:extLst>
                <a:ext uri="{FF2B5EF4-FFF2-40B4-BE49-F238E27FC236}">
                  <a16:creationId xmlns:a16="http://schemas.microsoft.com/office/drawing/2014/main" id="{74E31AEB-8909-4C16-8308-C6F58F30DA59}"/>
                </a:ext>
              </a:extLst>
            </p:cNvPr>
            <p:cNvSpPr/>
            <p:nvPr/>
          </p:nvSpPr>
          <p:spPr bwMode="auto">
            <a:xfrm>
              <a:off x="5829207" y="3053979"/>
              <a:ext cx="402707" cy="344818"/>
            </a:xfrm>
            <a:custGeom>
              <a:avLst/>
              <a:gdLst>
                <a:gd name="T0" fmla="*/ 101 w 154"/>
                <a:gd name="T1" fmla="*/ 63 h 132"/>
                <a:gd name="T2" fmla="*/ 75 w 154"/>
                <a:gd name="T3" fmla="*/ 79 h 132"/>
                <a:gd name="T4" fmla="*/ 45 w 154"/>
                <a:gd name="T5" fmla="*/ 97 h 132"/>
                <a:gd name="T6" fmla="*/ 3 w 154"/>
                <a:gd name="T7" fmla="*/ 129 h 132"/>
                <a:gd name="T8" fmla="*/ 74 w 154"/>
                <a:gd name="T9" fmla="*/ 7 h 132"/>
                <a:gd name="T10" fmla="*/ 150 w 154"/>
                <a:gd name="T11" fmla="*/ 119 h 132"/>
                <a:gd name="T12" fmla="*/ 120 w 154"/>
                <a:gd name="T13" fmla="*/ 98 h 132"/>
                <a:gd name="T14" fmla="*/ 101 w 154"/>
                <a:gd name="T15" fmla="*/ 63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4" h="132">
                  <a:moveTo>
                    <a:pt x="101" y="63"/>
                  </a:moveTo>
                  <a:cubicBezTo>
                    <a:pt x="101" y="63"/>
                    <a:pt x="92" y="81"/>
                    <a:pt x="75" y="79"/>
                  </a:cubicBezTo>
                  <a:cubicBezTo>
                    <a:pt x="58" y="77"/>
                    <a:pt x="50" y="81"/>
                    <a:pt x="45" y="97"/>
                  </a:cubicBezTo>
                  <a:cubicBezTo>
                    <a:pt x="40" y="112"/>
                    <a:pt x="23" y="132"/>
                    <a:pt x="3" y="129"/>
                  </a:cubicBezTo>
                  <a:cubicBezTo>
                    <a:pt x="3" y="129"/>
                    <a:pt x="0" y="14"/>
                    <a:pt x="74" y="7"/>
                  </a:cubicBezTo>
                  <a:cubicBezTo>
                    <a:pt x="148" y="0"/>
                    <a:pt x="154" y="99"/>
                    <a:pt x="150" y="119"/>
                  </a:cubicBezTo>
                  <a:cubicBezTo>
                    <a:pt x="150" y="119"/>
                    <a:pt x="127" y="119"/>
                    <a:pt x="120" y="98"/>
                  </a:cubicBezTo>
                  <a:cubicBezTo>
                    <a:pt x="113" y="78"/>
                    <a:pt x="109" y="65"/>
                    <a:pt x="101" y="63"/>
                  </a:cubicBezTo>
                  <a:close/>
                </a:path>
              </a:pathLst>
            </a:custGeom>
            <a:solidFill>
              <a:srgbClr val="F9A4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6" name="îṧ1ïďê">
              <a:extLst>
                <a:ext uri="{FF2B5EF4-FFF2-40B4-BE49-F238E27FC236}">
                  <a16:creationId xmlns:a16="http://schemas.microsoft.com/office/drawing/2014/main" id="{1A2F1904-0C46-47F5-B114-F94186B60787}"/>
                </a:ext>
              </a:extLst>
            </p:cNvPr>
            <p:cNvSpPr/>
            <p:nvPr/>
          </p:nvSpPr>
          <p:spPr bwMode="auto">
            <a:xfrm>
              <a:off x="5972672" y="3323290"/>
              <a:ext cx="21394" cy="39013"/>
            </a:xfrm>
            <a:custGeom>
              <a:avLst/>
              <a:gdLst>
                <a:gd name="T0" fmla="*/ 0 w 8"/>
                <a:gd name="T1" fmla="*/ 5 h 15"/>
                <a:gd name="T2" fmla="*/ 0 w 8"/>
                <a:gd name="T3" fmla="*/ 11 h 15"/>
                <a:gd name="T4" fmla="*/ 4 w 8"/>
                <a:gd name="T5" fmla="*/ 15 h 15"/>
                <a:gd name="T6" fmla="*/ 8 w 8"/>
                <a:gd name="T7" fmla="*/ 11 h 15"/>
                <a:gd name="T8" fmla="*/ 8 w 8"/>
                <a:gd name="T9" fmla="*/ 5 h 15"/>
                <a:gd name="T10" fmla="*/ 0 w 8"/>
                <a:gd name="T11" fmla="*/ 5 h 15"/>
              </a:gdLst>
              <a:ahLst/>
              <a:cxnLst>
                <a:cxn ang="0">
                  <a:pos x="T0" y="T1"/>
                </a:cxn>
                <a:cxn ang="0">
                  <a:pos x="T2" y="T3"/>
                </a:cxn>
                <a:cxn ang="0">
                  <a:pos x="T4" y="T5"/>
                </a:cxn>
                <a:cxn ang="0">
                  <a:pos x="T6" y="T7"/>
                </a:cxn>
                <a:cxn ang="0">
                  <a:pos x="T8" y="T9"/>
                </a:cxn>
                <a:cxn ang="0">
                  <a:pos x="T10" y="T11"/>
                </a:cxn>
              </a:cxnLst>
              <a:rect l="0" t="0" r="r" b="b"/>
              <a:pathLst>
                <a:path w="8" h="15">
                  <a:moveTo>
                    <a:pt x="0" y="5"/>
                  </a:moveTo>
                  <a:cubicBezTo>
                    <a:pt x="0" y="7"/>
                    <a:pt x="0" y="9"/>
                    <a:pt x="0" y="11"/>
                  </a:cubicBezTo>
                  <a:cubicBezTo>
                    <a:pt x="0" y="14"/>
                    <a:pt x="2" y="15"/>
                    <a:pt x="4" y="15"/>
                  </a:cubicBezTo>
                  <a:cubicBezTo>
                    <a:pt x="6" y="15"/>
                    <a:pt x="8" y="14"/>
                    <a:pt x="8" y="11"/>
                  </a:cubicBezTo>
                  <a:cubicBezTo>
                    <a:pt x="8" y="9"/>
                    <a:pt x="8" y="7"/>
                    <a:pt x="8" y="5"/>
                  </a:cubicBezTo>
                  <a:cubicBezTo>
                    <a:pt x="8" y="0"/>
                    <a:pt x="0" y="0"/>
                    <a:pt x="0" y="5"/>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7" name="iṡḻîdê">
              <a:extLst>
                <a:ext uri="{FF2B5EF4-FFF2-40B4-BE49-F238E27FC236}">
                  <a16:creationId xmlns:a16="http://schemas.microsoft.com/office/drawing/2014/main" id="{42F934D3-86BC-466C-A5DC-9577ED270BE4}"/>
                </a:ext>
              </a:extLst>
            </p:cNvPr>
            <p:cNvSpPr/>
            <p:nvPr/>
          </p:nvSpPr>
          <p:spPr bwMode="auto">
            <a:xfrm>
              <a:off x="6069573" y="3323290"/>
              <a:ext cx="23911" cy="39013"/>
            </a:xfrm>
            <a:custGeom>
              <a:avLst/>
              <a:gdLst>
                <a:gd name="T0" fmla="*/ 0 w 9"/>
                <a:gd name="T1" fmla="*/ 5 h 15"/>
                <a:gd name="T2" fmla="*/ 0 w 9"/>
                <a:gd name="T3" fmla="*/ 11 h 15"/>
                <a:gd name="T4" fmla="*/ 4 w 9"/>
                <a:gd name="T5" fmla="*/ 15 h 15"/>
                <a:gd name="T6" fmla="*/ 9 w 9"/>
                <a:gd name="T7" fmla="*/ 11 h 15"/>
                <a:gd name="T8" fmla="*/ 9 w 9"/>
                <a:gd name="T9" fmla="*/ 5 h 15"/>
                <a:gd name="T10" fmla="*/ 0 w 9"/>
                <a:gd name="T11" fmla="*/ 5 h 15"/>
              </a:gdLst>
              <a:ahLst/>
              <a:cxnLst>
                <a:cxn ang="0">
                  <a:pos x="T0" y="T1"/>
                </a:cxn>
                <a:cxn ang="0">
                  <a:pos x="T2" y="T3"/>
                </a:cxn>
                <a:cxn ang="0">
                  <a:pos x="T4" y="T5"/>
                </a:cxn>
                <a:cxn ang="0">
                  <a:pos x="T6" y="T7"/>
                </a:cxn>
                <a:cxn ang="0">
                  <a:pos x="T8" y="T9"/>
                </a:cxn>
                <a:cxn ang="0">
                  <a:pos x="T10" y="T11"/>
                </a:cxn>
              </a:cxnLst>
              <a:rect l="0" t="0" r="r" b="b"/>
              <a:pathLst>
                <a:path w="9" h="15">
                  <a:moveTo>
                    <a:pt x="0" y="5"/>
                  </a:moveTo>
                  <a:cubicBezTo>
                    <a:pt x="0" y="7"/>
                    <a:pt x="0" y="9"/>
                    <a:pt x="0" y="11"/>
                  </a:cubicBezTo>
                  <a:cubicBezTo>
                    <a:pt x="0" y="14"/>
                    <a:pt x="2" y="15"/>
                    <a:pt x="4" y="15"/>
                  </a:cubicBezTo>
                  <a:cubicBezTo>
                    <a:pt x="6" y="15"/>
                    <a:pt x="9" y="14"/>
                    <a:pt x="9" y="11"/>
                  </a:cubicBezTo>
                  <a:cubicBezTo>
                    <a:pt x="9" y="9"/>
                    <a:pt x="9" y="7"/>
                    <a:pt x="9" y="5"/>
                  </a:cubicBezTo>
                  <a:cubicBezTo>
                    <a:pt x="9" y="0"/>
                    <a:pt x="0" y="0"/>
                    <a:pt x="0" y="5"/>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8" name="išľïdê">
              <a:extLst>
                <a:ext uri="{FF2B5EF4-FFF2-40B4-BE49-F238E27FC236}">
                  <a16:creationId xmlns:a16="http://schemas.microsoft.com/office/drawing/2014/main" id="{377F17A9-ADD9-4D09-B823-145FF4467869}"/>
                </a:ext>
              </a:extLst>
            </p:cNvPr>
            <p:cNvSpPr/>
            <p:nvPr/>
          </p:nvSpPr>
          <p:spPr bwMode="auto">
            <a:xfrm>
              <a:off x="5972672" y="3330841"/>
              <a:ext cx="7551" cy="7551"/>
            </a:xfrm>
            <a:custGeom>
              <a:avLst/>
              <a:gdLst>
                <a:gd name="T0" fmla="*/ 2 w 3"/>
                <a:gd name="T1" fmla="*/ 0 h 3"/>
                <a:gd name="T2" fmla="*/ 2 w 3"/>
                <a:gd name="T3" fmla="*/ 3 h 3"/>
                <a:gd name="T4" fmla="*/ 2 w 3"/>
                <a:gd name="T5" fmla="*/ 0 h 3"/>
              </a:gdLst>
              <a:ahLst/>
              <a:cxnLst>
                <a:cxn ang="0">
                  <a:pos x="T0" y="T1"/>
                </a:cxn>
                <a:cxn ang="0">
                  <a:pos x="T2" y="T3"/>
                </a:cxn>
                <a:cxn ang="0">
                  <a:pos x="T4" y="T5"/>
                </a:cxn>
              </a:cxnLst>
              <a:rect l="0" t="0" r="r" b="b"/>
              <a:pathLst>
                <a:path w="3" h="3">
                  <a:moveTo>
                    <a:pt x="2" y="0"/>
                  </a:moveTo>
                  <a:cubicBezTo>
                    <a:pt x="0" y="0"/>
                    <a:pt x="0" y="3"/>
                    <a:pt x="2" y="3"/>
                  </a:cubicBezTo>
                  <a:cubicBezTo>
                    <a:pt x="3" y="3"/>
                    <a:pt x="3"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9" name="ís1ïďé">
              <a:extLst>
                <a:ext uri="{FF2B5EF4-FFF2-40B4-BE49-F238E27FC236}">
                  <a16:creationId xmlns:a16="http://schemas.microsoft.com/office/drawing/2014/main" id="{498EBB93-2092-4AFF-BFE8-519ECCC3D1CE}"/>
                </a:ext>
              </a:extLst>
            </p:cNvPr>
            <p:cNvSpPr/>
            <p:nvPr/>
          </p:nvSpPr>
          <p:spPr bwMode="auto">
            <a:xfrm>
              <a:off x="6069573" y="3330841"/>
              <a:ext cx="10068" cy="7551"/>
            </a:xfrm>
            <a:custGeom>
              <a:avLst/>
              <a:gdLst>
                <a:gd name="T0" fmla="*/ 2 w 4"/>
                <a:gd name="T1" fmla="*/ 0 h 3"/>
                <a:gd name="T2" fmla="*/ 2 w 4"/>
                <a:gd name="T3" fmla="*/ 3 h 3"/>
                <a:gd name="T4" fmla="*/ 2 w 4"/>
                <a:gd name="T5" fmla="*/ 0 h 3"/>
              </a:gdLst>
              <a:ahLst/>
              <a:cxnLst>
                <a:cxn ang="0">
                  <a:pos x="T0" y="T1"/>
                </a:cxn>
                <a:cxn ang="0">
                  <a:pos x="T2" y="T3"/>
                </a:cxn>
                <a:cxn ang="0">
                  <a:pos x="T4" y="T5"/>
                </a:cxn>
              </a:cxnLst>
              <a:rect l="0" t="0" r="r" b="b"/>
              <a:pathLst>
                <a:path w="4" h="3">
                  <a:moveTo>
                    <a:pt x="2" y="0"/>
                  </a:moveTo>
                  <a:cubicBezTo>
                    <a:pt x="0" y="0"/>
                    <a:pt x="0" y="3"/>
                    <a:pt x="2" y="3"/>
                  </a:cubicBezTo>
                  <a:cubicBezTo>
                    <a:pt x="4" y="3"/>
                    <a:pt x="4"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0" name="í$liḑê">
              <a:extLst>
                <a:ext uri="{FF2B5EF4-FFF2-40B4-BE49-F238E27FC236}">
                  <a16:creationId xmlns:a16="http://schemas.microsoft.com/office/drawing/2014/main" id="{3A6DFFB5-BF83-47AB-A5CF-C2F62404CCBE}"/>
                </a:ext>
              </a:extLst>
            </p:cNvPr>
            <p:cNvSpPr/>
            <p:nvPr/>
          </p:nvSpPr>
          <p:spPr bwMode="auto">
            <a:xfrm>
              <a:off x="5967638" y="3291829"/>
              <a:ext cx="33979" cy="17618"/>
            </a:xfrm>
            <a:custGeom>
              <a:avLst/>
              <a:gdLst>
                <a:gd name="T0" fmla="*/ 11 w 13"/>
                <a:gd name="T1" fmla="*/ 2 h 7"/>
                <a:gd name="T2" fmla="*/ 1 w 13"/>
                <a:gd name="T3" fmla="*/ 4 h 7"/>
                <a:gd name="T4" fmla="*/ 3 w 13"/>
                <a:gd name="T5" fmla="*/ 7 h 7"/>
                <a:gd name="T6" fmla="*/ 6 w 13"/>
                <a:gd name="T7" fmla="*/ 6 h 7"/>
                <a:gd name="T8" fmla="*/ 9 w 13"/>
                <a:gd name="T9" fmla="*/ 6 h 7"/>
                <a:gd name="T10" fmla="*/ 11 w 13"/>
                <a:gd name="T11" fmla="*/ 2 h 7"/>
              </a:gdLst>
              <a:ahLst/>
              <a:cxnLst>
                <a:cxn ang="0">
                  <a:pos x="T0" y="T1"/>
                </a:cxn>
                <a:cxn ang="0">
                  <a:pos x="T2" y="T3"/>
                </a:cxn>
                <a:cxn ang="0">
                  <a:pos x="T4" y="T5"/>
                </a:cxn>
                <a:cxn ang="0">
                  <a:pos x="T6" y="T7"/>
                </a:cxn>
                <a:cxn ang="0">
                  <a:pos x="T8" y="T9"/>
                </a:cxn>
                <a:cxn ang="0">
                  <a:pos x="T10" y="T11"/>
                </a:cxn>
              </a:cxnLst>
              <a:rect l="0" t="0" r="r" b="b"/>
              <a:pathLst>
                <a:path w="13" h="7">
                  <a:moveTo>
                    <a:pt x="11" y="2"/>
                  </a:moveTo>
                  <a:cubicBezTo>
                    <a:pt x="8" y="0"/>
                    <a:pt x="2" y="0"/>
                    <a:pt x="1" y="4"/>
                  </a:cubicBezTo>
                  <a:cubicBezTo>
                    <a:pt x="0" y="6"/>
                    <a:pt x="1" y="7"/>
                    <a:pt x="3" y="7"/>
                  </a:cubicBezTo>
                  <a:cubicBezTo>
                    <a:pt x="4" y="6"/>
                    <a:pt x="5" y="6"/>
                    <a:pt x="6" y="6"/>
                  </a:cubicBezTo>
                  <a:cubicBezTo>
                    <a:pt x="7" y="6"/>
                    <a:pt x="8" y="6"/>
                    <a:pt x="9" y="6"/>
                  </a:cubicBezTo>
                  <a:cubicBezTo>
                    <a:pt x="12" y="7"/>
                    <a:pt x="13" y="3"/>
                    <a:pt x="11" y="2"/>
                  </a:cubicBezTo>
                  <a:close/>
                </a:path>
              </a:pathLst>
            </a:custGeom>
            <a:solidFill>
              <a:srgbClr val="F9A4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1" name="išľïḑe">
              <a:extLst>
                <a:ext uri="{FF2B5EF4-FFF2-40B4-BE49-F238E27FC236}">
                  <a16:creationId xmlns:a16="http://schemas.microsoft.com/office/drawing/2014/main" id="{15E98C67-2AA7-48D5-9808-74566846A0A6}"/>
                </a:ext>
              </a:extLst>
            </p:cNvPr>
            <p:cNvSpPr/>
            <p:nvPr/>
          </p:nvSpPr>
          <p:spPr bwMode="auto">
            <a:xfrm>
              <a:off x="6064539" y="3291829"/>
              <a:ext cx="31462" cy="17618"/>
            </a:xfrm>
            <a:custGeom>
              <a:avLst/>
              <a:gdLst>
                <a:gd name="T0" fmla="*/ 2 w 12"/>
                <a:gd name="T1" fmla="*/ 2 h 7"/>
                <a:gd name="T2" fmla="*/ 12 w 12"/>
                <a:gd name="T3" fmla="*/ 4 h 7"/>
                <a:gd name="T4" fmla="*/ 10 w 12"/>
                <a:gd name="T5" fmla="*/ 7 h 7"/>
                <a:gd name="T6" fmla="*/ 7 w 12"/>
                <a:gd name="T7" fmla="*/ 6 h 7"/>
                <a:gd name="T8" fmla="*/ 4 w 12"/>
                <a:gd name="T9" fmla="*/ 6 h 7"/>
                <a:gd name="T10" fmla="*/ 2 w 12"/>
                <a:gd name="T11" fmla="*/ 2 h 7"/>
              </a:gdLst>
              <a:ahLst/>
              <a:cxnLst>
                <a:cxn ang="0">
                  <a:pos x="T0" y="T1"/>
                </a:cxn>
                <a:cxn ang="0">
                  <a:pos x="T2" y="T3"/>
                </a:cxn>
                <a:cxn ang="0">
                  <a:pos x="T4" y="T5"/>
                </a:cxn>
                <a:cxn ang="0">
                  <a:pos x="T6" y="T7"/>
                </a:cxn>
                <a:cxn ang="0">
                  <a:pos x="T8" y="T9"/>
                </a:cxn>
                <a:cxn ang="0">
                  <a:pos x="T10" y="T11"/>
                </a:cxn>
              </a:cxnLst>
              <a:rect l="0" t="0" r="r" b="b"/>
              <a:pathLst>
                <a:path w="12" h="7">
                  <a:moveTo>
                    <a:pt x="2" y="2"/>
                  </a:moveTo>
                  <a:cubicBezTo>
                    <a:pt x="5" y="0"/>
                    <a:pt x="11" y="0"/>
                    <a:pt x="12" y="4"/>
                  </a:cubicBezTo>
                  <a:cubicBezTo>
                    <a:pt x="12" y="6"/>
                    <a:pt x="11" y="7"/>
                    <a:pt x="10" y="7"/>
                  </a:cubicBezTo>
                  <a:cubicBezTo>
                    <a:pt x="9" y="6"/>
                    <a:pt x="8" y="6"/>
                    <a:pt x="7" y="6"/>
                  </a:cubicBezTo>
                  <a:cubicBezTo>
                    <a:pt x="6" y="6"/>
                    <a:pt x="5" y="6"/>
                    <a:pt x="4" y="6"/>
                  </a:cubicBezTo>
                  <a:cubicBezTo>
                    <a:pt x="1" y="7"/>
                    <a:pt x="0" y="3"/>
                    <a:pt x="2" y="2"/>
                  </a:cubicBezTo>
                  <a:close/>
                </a:path>
              </a:pathLst>
            </a:custGeom>
            <a:solidFill>
              <a:srgbClr val="F9A4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2" name="ïŝ1iḍé">
              <a:extLst>
                <a:ext uri="{FF2B5EF4-FFF2-40B4-BE49-F238E27FC236}">
                  <a16:creationId xmlns:a16="http://schemas.microsoft.com/office/drawing/2014/main" id="{BDDD2E32-6B48-45C0-BE11-813DD0324388}"/>
                </a:ext>
              </a:extLst>
            </p:cNvPr>
            <p:cNvSpPr/>
            <p:nvPr/>
          </p:nvSpPr>
          <p:spPr bwMode="auto">
            <a:xfrm>
              <a:off x="6020493" y="3372370"/>
              <a:ext cx="20135" cy="13843"/>
            </a:xfrm>
            <a:custGeom>
              <a:avLst/>
              <a:gdLst>
                <a:gd name="T0" fmla="*/ 5 w 8"/>
                <a:gd name="T1" fmla="*/ 1 h 5"/>
                <a:gd name="T2" fmla="*/ 2 w 8"/>
                <a:gd name="T3" fmla="*/ 1 h 5"/>
                <a:gd name="T4" fmla="*/ 0 w 8"/>
                <a:gd name="T5" fmla="*/ 2 h 5"/>
                <a:gd name="T6" fmla="*/ 7 w 8"/>
                <a:gd name="T7" fmla="*/ 4 h 5"/>
                <a:gd name="T8" fmla="*/ 5 w 8"/>
                <a:gd name="T9" fmla="*/ 1 h 5"/>
              </a:gdLst>
              <a:ahLst/>
              <a:cxnLst>
                <a:cxn ang="0">
                  <a:pos x="T0" y="T1"/>
                </a:cxn>
                <a:cxn ang="0">
                  <a:pos x="T2" y="T3"/>
                </a:cxn>
                <a:cxn ang="0">
                  <a:pos x="T4" y="T5"/>
                </a:cxn>
                <a:cxn ang="0">
                  <a:pos x="T6" y="T7"/>
                </a:cxn>
                <a:cxn ang="0">
                  <a:pos x="T8" y="T9"/>
                </a:cxn>
              </a:cxnLst>
              <a:rect l="0" t="0" r="r" b="b"/>
              <a:pathLst>
                <a:path w="8" h="5">
                  <a:moveTo>
                    <a:pt x="5" y="1"/>
                  </a:moveTo>
                  <a:cubicBezTo>
                    <a:pt x="4" y="1"/>
                    <a:pt x="3" y="1"/>
                    <a:pt x="2" y="1"/>
                  </a:cubicBezTo>
                  <a:cubicBezTo>
                    <a:pt x="1" y="0"/>
                    <a:pt x="0" y="1"/>
                    <a:pt x="0" y="2"/>
                  </a:cubicBezTo>
                  <a:cubicBezTo>
                    <a:pt x="2" y="4"/>
                    <a:pt x="4" y="5"/>
                    <a:pt x="7" y="4"/>
                  </a:cubicBezTo>
                  <a:cubicBezTo>
                    <a:pt x="8" y="3"/>
                    <a:pt x="7" y="0"/>
                    <a:pt x="5" y="1"/>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3" name="íṡľîďè">
              <a:extLst>
                <a:ext uri="{FF2B5EF4-FFF2-40B4-BE49-F238E27FC236}">
                  <a16:creationId xmlns:a16="http://schemas.microsoft.com/office/drawing/2014/main" id="{00962D9B-FF57-44B3-AC95-414F5FE59380}"/>
                </a:ext>
              </a:extLst>
            </p:cNvPr>
            <p:cNvSpPr/>
            <p:nvPr/>
          </p:nvSpPr>
          <p:spPr bwMode="auto">
            <a:xfrm>
              <a:off x="6001616" y="3406348"/>
              <a:ext cx="57889" cy="31462"/>
            </a:xfrm>
            <a:custGeom>
              <a:avLst/>
              <a:gdLst>
                <a:gd name="T0" fmla="*/ 21 w 22"/>
                <a:gd name="T1" fmla="*/ 0 h 12"/>
                <a:gd name="T2" fmla="*/ 1 w 22"/>
                <a:gd name="T3" fmla="*/ 0 h 12"/>
                <a:gd name="T4" fmla="*/ 0 w 22"/>
                <a:gd name="T5" fmla="*/ 1 h 12"/>
                <a:gd name="T6" fmla="*/ 11 w 22"/>
                <a:gd name="T7" fmla="*/ 12 h 12"/>
                <a:gd name="T8" fmla="*/ 22 w 22"/>
                <a:gd name="T9" fmla="*/ 1 h 12"/>
                <a:gd name="T10" fmla="*/ 21 w 22"/>
                <a:gd name="T11" fmla="*/ 0 h 12"/>
              </a:gdLst>
              <a:ahLst/>
              <a:cxnLst>
                <a:cxn ang="0">
                  <a:pos x="T0" y="T1"/>
                </a:cxn>
                <a:cxn ang="0">
                  <a:pos x="T2" y="T3"/>
                </a:cxn>
                <a:cxn ang="0">
                  <a:pos x="T4" y="T5"/>
                </a:cxn>
                <a:cxn ang="0">
                  <a:pos x="T6" y="T7"/>
                </a:cxn>
                <a:cxn ang="0">
                  <a:pos x="T8" y="T9"/>
                </a:cxn>
                <a:cxn ang="0">
                  <a:pos x="T10" y="T11"/>
                </a:cxn>
              </a:cxnLst>
              <a:rect l="0" t="0" r="r" b="b"/>
              <a:pathLst>
                <a:path w="22" h="12">
                  <a:moveTo>
                    <a:pt x="21" y="0"/>
                  </a:moveTo>
                  <a:cubicBezTo>
                    <a:pt x="1" y="0"/>
                    <a:pt x="1" y="0"/>
                    <a:pt x="1" y="0"/>
                  </a:cubicBezTo>
                  <a:cubicBezTo>
                    <a:pt x="0" y="0"/>
                    <a:pt x="0" y="1"/>
                    <a:pt x="0" y="1"/>
                  </a:cubicBezTo>
                  <a:cubicBezTo>
                    <a:pt x="0" y="4"/>
                    <a:pt x="1" y="12"/>
                    <a:pt x="11" y="12"/>
                  </a:cubicBezTo>
                  <a:cubicBezTo>
                    <a:pt x="20" y="12"/>
                    <a:pt x="22" y="4"/>
                    <a:pt x="22" y="1"/>
                  </a:cubicBezTo>
                  <a:cubicBezTo>
                    <a:pt x="22" y="1"/>
                    <a:pt x="21" y="0"/>
                    <a:pt x="21" y="0"/>
                  </a:cubicBezTo>
                  <a:close/>
                </a:path>
              </a:pathLst>
            </a:custGeom>
            <a:solidFill>
              <a:srgbClr val="F16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4" name="îŝlíḓê">
              <a:extLst>
                <a:ext uri="{FF2B5EF4-FFF2-40B4-BE49-F238E27FC236}">
                  <a16:creationId xmlns:a16="http://schemas.microsoft.com/office/drawing/2014/main" id="{0D1DACE6-45FE-4EA9-AB09-C93443772943}"/>
                </a:ext>
              </a:extLst>
            </p:cNvPr>
            <p:cNvSpPr/>
            <p:nvPr/>
          </p:nvSpPr>
          <p:spPr bwMode="auto">
            <a:xfrm>
              <a:off x="6006650" y="3416416"/>
              <a:ext cx="47822" cy="21394"/>
            </a:xfrm>
            <a:custGeom>
              <a:avLst/>
              <a:gdLst>
                <a:gd name="T0" fmla="*/ 9 w 18"/>
                <a:gd name="T1" fmla="*/ 0 h 8"/>
                <a:gd name="T2" fmla="*/ 0 w 18"/>
                <a:gd name="T3" fmla="*/ 4 h 8"/>
                <a:gd name="T4" fmla="*/ 9 w 18"/>
                <a:gd name="T5" fmla="*/ 8 h 8"/>
                <a:gd name="T6" fmla="*/ 18 w 18"/>
                <a:gd name="T7" fmla="*/ 4 h 8"/>
                <a:gd name="T8" fmla="*/ 9 w 18"/>
                <a:gd name="T9" fmla="*/ 0 h 8"/>
              </a:gdLst>
              <a:ahLst/>
              <a:cxnLst>
                <a:cxn ang="0">
                  <a:pos x="T0" y="T1"/>
                </a:cxn>
                <a:cxn ang="0">
                  <a:pos x="T2" y="T3"/>
                </a:cxn>
                <a:cxn ang="0">
                  <a:pos x="T4" y="T5"/>
                </a:cxn>
                <a:cxn ang="0">
                  <a:pos x="T6" y="T7"/>
                </a:cxn>
                <a:cxn ang="0">
                  <a:pos x="T8" y="T9"/>
                </a:cxn>
              </a:cxnLst>
              <a:rect l="0" t="0" r="r" b="b"/>
              <a:pathLst>
                <a:path w="18" h="8">
                  <a:moveTo>
                    <a:pt x="9" y="0"/>
                  </a:moveTo>
                  <a:cubicBezTo>
                    <a:pt x="4" y="0"/>
                    <a:pt x="1" y="2"/>
                    <a:pt x="0" y="4"/>
                  </a:cubicBezTo>
                  <a:cubicBezTo>
                    <a:pt x="1" y="6"/>
                    <a:pt x="4" y="8"/>
                    <a:pt x="9" y="8"/>
                  </a:cubicBezTo>
                  <a:cubicBezTo>
                    <a:pt x="14" y="8"/>
                    <a:pt x="16" y="6"/>
                    <a:pt x="18" y="4"/>
                  </a:cubicBezTo>
                  <a:cubicBezTo>
                    <a:pt x="16" y="2"/>
                    <a:pt x="14" y="0"/>
                    <a:pt x="9" y="0"/>
                  </a:cubicBezTo>
                  <a:close/>
                </a:path>
              </a:pathLst>
            </a:custGeom>
            <a:solidFill>
              <a:srgbClr val="EF49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5" name="îşḷíḑê">
              <a:extLst>
                <a:ext uri="{FF2B5EF4-FFF2-40B4-BE49-F238E27FC236}">
                  <a16:creationId xmlns:a16="http://schemas.microsoft.com/office/drawing/2014/main" id="{37BE9763-8B47-4217-B8BC-F1872669536C}"/>
                </a:ext>
              </a:extLst>
            </p:cNvPr>
            <p:cNvSpPr/>
            <p:nvPr/>
          </p:nvSpPr>
          <p:spPr bwMode="auto">
            <a:xfrm>
              <a:off x="6093484" y="3359786"/>
              <a:ext cx="39013" cy="28945"/>
            </a:xfrm>
            <a:prstGeom prst="ellipse">
              <a:avLst/>
            </a:prstGeom>
            <a:solidFill>
              <a:srgbClr val="F16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6" name="íşḻiḑe">
              <a:extLst>
                <a:ext uri="{FF2B5EF4-FFF2-40B4-BE49-F238E27FC236}">
                  <a16:creationId xmlns:a16="http://schemas.microsoft.com/office/drawing/2014/main" id="{59C80DF2-B214-4A77-A698-DBE3CAFF106E}"/>
                </a:ext>
              </a:extLst>
            </p:cNvPr>
            <p:cNvSpPr/>
            <p:nvPr/>
          </p:nvSpPr>
          <p:spPr bwMode="auto">
            <a:xfrm>
              <a:off x="5931142" y="3359786"/>
              <a:ext cx="39013" cy="28945"/>
            </a:xfrm>
            <a:prstGeom prst="ellipse">
              <a:avLst/>
            </a:prstGeom>
            <a:solidFill>
              <a:srgbClr val="F16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7" name="íṡliďè">
              <a:extLst>
                <a:ext uri="{FF2B5EF4-FFF2-40B4-BE49-F238E27FC236}">
                  <a16:creationId xmlns:a16="http://schemas.microsoft.com/office/drawing/2014/main" id="{FF84B4D2-7D5F-4437-B0B4-754AE4F485E4}"/>
                </a:ext>
              </a:extLst>
            </p:cNvPr>
            <p:cNvSpPr/>
            <p:nvPr/>
          </p:nvSpPr>
          <p:spPr bwMode="auto">
            <a:xfrm>
              <a:off x="5960087" y="3834225"/>
              <a:ext cx="227782" cy="91868"/>
            </a:xfrm>
            <a:custGeom>
              <a:avLst/>
              <a:gdLst>
                <a:gd name="T0" fmla="*/ 68 w 87"/>
                <a:gd name="T1" fmla="*/ 0 h 35"/>
                <a:gd name="T2" fmla="*/ 35 w 87"/>
                <a:gd name="T3" fmla="*/ 11 h 35"/>
                <a:gd name="T4" fmla="*/ 0 w 87"/>
                <a:gd name="T5" fmla="*/ 33 h 35"/>
                <a:gd name="T6" fmla="*/ 0 w 87"/>
                <a:gd name="T7" fmla="*/ 34 h 35"/>
                <a:gd name="T8" fmla="*/ 7 w 87"/>
                <a:gd name="T9" fmla="*/ 35 h 35"/>
                <a:gd name="T10" fmla="*/ 20 w 87"/>
                <a:gd name="T11" fmla="*/ 30 h 35"/>
                <a:gd name="T12" fmla="*/ 43 w 87"/>
                <a:gd name="T13" fmla="*/ 18 h 35"/>
                <a:gd name="T14" fmla="*/ 84 w 87"/>
                <a:gd name="T15" fmla="*/ 4 h 35"/>
                <a:gd name="T16" fmla="*/ 87 w 87"/>
                <a:gd name="T17" fmla="*/ 0 h 35"/>
                <a:gd name="T18" fmla="*/ 80 w 87"/>
                <a:gd name="T19" fmla="*/ 0 h 35"/>
                <a:gd name="T20" fmla="*/ 68 w 87"/>
                <a:gd name="T2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35">
                  <a:moveTo>
                    <a:pt x="68" y="0"/>
                  </a:moveTo>
                  <a:cubicBezTo>
                    <a:pt x="57" y="3"/>
                    <a:pt x="46" y="7"/>
                    <a:pt x="35" y="11"/>
                  </a:cubicBezTo>
                  <a:cubicBezTo>
                    <a:pt x="24" y="16"/>
                    <a:pt x="8" y="22"/>
                    <a:pt x="0" y="33"/>
                  </a:cubicBezTo>
                  <a:cubicBezTo>
                    <a:pt x="0" y="33"/>
                    <a:pt x="0" y="33"/>
                    <a:pt x="0" y="34"/>
                  </a:cubicBezTo>
                  <a:cubicBezTo>
                    <a:pt x="2" y="34"/>
                    <a:pt x="4" y="34"/>
                    <a:pt x="7" y="35"/>
                  </a:cubicBezTo>
                  <a:cubicBezTo>
                    <a:pt x="11" y="33"/>
                    <a:pt x="16" y="32"/>
                    <a:pt x="20" y="30"/>
                  </a:cubicBezTo>
                  <a:cubicBezTo>
                    <a:pt x="28" y="25"/>
                    <a:pt x="35" y="21"/>
                    <a:pt x="43" y="18"/>
                  </a:cubicBezTo>
                  <a:cubicBezTo>
                    <a:pt x="57" y="13"/>
                    <a:pt x="70" y="7"/>
                    <a:pt x="84" y="4"/>
                  </a:cubicBezTo>
                  <a:cubicBezTo>
                    <a:pt x="87" y="4"/>
                    <a:pt x="87" y="2"/>
                    <a:pt x="87" y="0"/>
                  </a:cubicBezTo>
                  <a:cubicBezTo>
                    <a:pt x="85" y="0"/>
                    <a:pt x="82" y="0"/>
                    <a:pt x="80" y="0"/>
                  </a:cubicBezTo>
                  <a:cubicBezTo>
                    <a:pt x="76" y="0"/>
                    <a:pt x="72" y="0"/>
                    <a:pt x="68" y="0"/>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8" name="î$ḷíḍé">
              <a:extLst>
                <a:ext uri="{FF2B5EF4-FFF2-40B4-BE49-F238E27FC236}">
                  <a16:creationId xmlns:a16="http://schemas.microsoft.com/office/drawing/2014/main" id="{C23FA137-68C3-4E8D-8420-3AAE0778EC57}"/>
                </a:ext>
              </a:extLst>
            </p:cNvPr>
            <p:cNvSpPr/>
            <p:nvPr/>
          </p:nvSpPr>
          <p:spPr bwMode="auto">
            <a:xfrm>
              <a:off x="5708395" y="3780111"/>
              <a:ext cx="460597" cy="192545"/>
            </a:xfrm>
            <a:custGeom>
              <a:avLst/>
              <a:gdLst>
                <a:gd name="T0" fmla="*/ 27 w 176"/>
                <a:gd name="T1" fmla="*/ 30 h 74"/>
                <a:gd name="T2" fmla="*/ 35 w 176"/>
                <a:gd name="T3" fmla="*/ 71 h 74"/>
                <a:gd name="T4" fmla="*/ 124 w 176"/>
                <a:gd name="T5" fmla="*/ 42 h 74"/>
                <a:gd name="T6" fmla="*/ 176 w 176"/>
                <a:gd name="T7" fmla="*/ 21 h 74"/>
                <a:gd name="T8" fmla="*/ 27 w 176"/>
                <a:gd name="T9" fmla="*/ 30 h 74"/>
              </a:gdLst>
              <a:ahLst/>
              <a:cxnLst>
                <a:cxn ang="0">
                  <a:pos x="T0" y="T1"/>
                </a:cxn>
                <a:cxn ang="0">
                  <a:pos x="T2" y="T3"/>
                </a:cxn>
                <a:cxn ang="0">
                  <a:pos x="T4" y="T5"/>
                </a:cxn>
                <a:cxn ang="0">
                  <a:pos x="T6" y="T7"/>
                </a:cxn>
                <a:cxn ang="0">
                  <a:pos x="T8" y="T9"/>
                </a:cxn>
              </a:cxnLst>
              <a:rect l="0" t="0" r="r" b="b"/>
              <a:pathLst>
                <a:path w="176" h="74">
                  <a:moveTo>
                    <a:pt x="27" y="30"/>
                  </a:moveTo>
                  <a:cubicBezTo>
                    <a:pt x="1" y="38"/>
                    <a:pt x="0" y="74"/>
                    <a:pt x="35" y="71"/>
                  </a:cubicBezTo>
                  <a:cubicBezTo>
                    <a:pt x="69" y="69"/>
                    <a:pt x="102" y="53"/>
                    <a:pt x="124" y="42"/>
                  </a:cubicBezTo>
                  <a:cubicBezTo>
                    <a:pt x="145" y="31"/>
                    <a:pt x="162" y="22"/>
                    <a:pt x="176" y="21"/>
                  </a:cubicBezTo>
                  <a:cubicBezTo>
                    <a:pt x="176" y="21"/>
                    <a:pt x="136" y="0"/>
                    <a:pt x="27" y="30"/>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9" name="íŝľïḋê">
              <a:extLst>
                <a:ext uri="{FF2B5EF4-FFF2-40B4-BE49-F238E27FC236}">
                  <a16:creationId xmlns:a16="http://schemas.microsoft.com/office/drawing/2014/main" id="{B6F12B3A-9A0E-4987-A0C7-045C7234B529}"/>
                </a:ext>
              </a:extLst>
            </p:cNvPr>
            <p:cNvSpPr/>
            <p:nvPr/>
          </p:nvSpPr>
          <p:spPr bwMode="auto">
            <a:xfrm>
              <a:off x="7445071" y="1630660"/>
              <a:ext cx="889732" cy="391382"/>
            </a:xfrm>
            <a:custGeom>
              <a:avLst/>
              <a:gdLst>
                <a:gd name="T0" fmla="*/ 309 w 340"/>
                <a:gd name="T1" fmla="*/ 143 h 150"/>
                <a:gd name="T2" fmla="*/ 329 w 340"/>
                <a:gd name="T3" fmla="*/ 140 h 150"/>
                <a:gd name="T4" fmla="*/ 338 w 340"/>
                <a:gd name="T5" fmla="*/ 123 h 150"/>
                <a:gd name="T6" fmla="*/ 330 w 340"/>
                <a:gd name="T7" fmla="*/ 114 h 150"/>
                <a:gd name="T8" fmla="*/ 281 w 340"/>
                <a:gd name="T9" fmla="*/ 97 h 150"/>
                <a:gd name="T10" fmla="*/ 285 w 340"/>
                <a:gd name="T11" fmla="*/ 48 h 150"/>
                <a:gd name="T12" fmla="*/ 207 w 340"/>
                <a:gd name="T13" fmla="*/ 6 h 150"/>
                <a:gd name="T14" fmla="*/ 142 w 340"/>
                <a:gd name="T15" fmla="*/ 71 h 150"/>
                <a:gd name="T16" fmla="*/ 94 w 340"/>
                <a:gd name="T17" fmla="*/ 44 h 150"/>
                <a:gd name="T18" fmla="*/ 58 w 340"/>
                <a:gd name="T19" fmla="*/ 95 h 150"/>
                <a:gd name="T20" fmla="*/ 24 w 340"/>
                <a:gd name="T21" fmla="*/ 87 h 150"/>
                <a:gd name="T22" fmla="*/ 7 w 340"/>
                <a:gd name="T23" fmla="*/ 114 h 150"/>
                <a:gd name="T24" fmla="*/ 135 w 340"/>
                <a:gd name="T25" fmla="*/ 139 h 150"/>
                <a:gd name="T26" fmla="*/ 309 w 340"/>
                <a:gd name="T27" fmla="*/ 14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0" h="150">
                  <a:moveTo>
                    <a:pt x="309" y="143"/>
                  </a:moveTo>
                  <a:cubicBezTo>
                    <a:pt x="316" y="143"/>
                    <a:pt x="323" y="143"/>
                    <a:pt x="329" y="140"/>
                  </a:cubicBezTo>
                  <a:cubicBezTo>
                    <a:pt x="335" y="137"/>
                    <a:pt x="340" y="130"/>
                    <a:pt x="338" y="123"/>
                  </a:cubicBezTo>
                  <a:cubicBezTo>
                    <a:pt x="337" y="120"/>
                    <a:pt x="333" y="117"/>
                    <a:pt x="330" y="114"/>
                  </a:cubicBezTo>
                  <a:cubicBezTo>
                    <a:pt x="316" y="104"/>
                    <a:pt x="298" y="98"/>
                    <a:pt x="281" y="97"/>
                  </a:cubicBezTo>
                  <a:cubicBezTo>
                    <a:pt x="289" y="82"/>
                    <a:pt x="290" y="64"/>
                    <a:pt x="285" y="48"/>
                  </a:cubicBezTo>
                  <a:cubicBezTo>
                    <a:pt x="274" y="17"/>
                    <a:pt x="238" y="0"/>
                    <a:pt x="207" y="6"/>
                  </a:cubicBezTo>
                  <a:cubicBezTo>
                    <a:pt x="175" y="13"/>
                    <a:pt x="150" y="40"/>
                    <a:pt x="142" y="71"/>
                  </a:cubicBezTo>
                  <a:cubicBezTo>
                    <a:pt x="142" y="49"/>
                    <a:pt x="114" y="36"/>
                    <a:pt x="94" y="44"/>
                  </a:cubicBezTo>
                  <a:cubicBezTo>
                    <a:pt x="73" y="52"/>
                    <a:pt x="62" y="74"/>
                    <a:pt x="58" y="95"/>
                  </a:cubicBezTo>
                  <a:cubicBezTo>
                    <a:pt x="47" y="90"/>
                    <a:pt x="36" y="86"/>
                    <a:pt x="24" y="87"/>
                  </a:cubicBezTo>
                  <a:cubicBezTo>
                    <a:pt x="7" y="89"/>
                    <a:pt x="0" y="98"/>
                    <a:pt x="7" y="114"/>
                  </a:cubicBezTo>
                  <a:cubicBezTo>
                    <a:pt x="25" y="150"/>
                    <a:pt x="104" y="140"/>
                    <a:pt x="135" y="139"/>
                  </a:cubicBezTo>
                  <a:cubicBezTo>
                    <a:pt x="194" y="136"/>
                    <a:pt x="250" y="142"/>
                    <a:pt x="309" y="143"/>
                  </a:cubicBezTo>
                  <a:close/>
                </a:path>
              </a:pathLst>
            </a:custGeom>
            <a:solidFill>
              <a:srgbClr val="CBEB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0" name="îṧlíḋé">
              <a:extLst>
                <a:ext uri="{FF2B5EF4-FFF2-40B4-BE49-F238E27FC236}">
                  <a16:creationId xmlns:a16="http://schemas.microsoft.com/office/drawing/2014/main" id="{C63790ED-FFF7-43F8-8ACB-6B05AB33AF06}"/>
                </a:ext>
              </a:extLst>
            </p:cNvPr>
            <p:cNvSpPr/>
            <p:nvPr/>
          </p:nvSpPr>
          <p:spPr bwMode="auto">
            <a:xfrm>
              <a:off x="5611493" y="1226694"/>
              <a:ext cx="916159" cy="354886"/>
            </a:xfrm>
            <a:custGeom>
              <a:avLst/>
              <a:gdLst>
                <a:gd name="T0" fmla="*/ 286 w 350"/>
                <a:gd name="T1" fmla="*/ 129 h 136"/>
                <a:gd name="T2" fmla="*/ 276 w 350"/>
                <a:gd name="T3" fmla="*/ 101 h 136"/>
                <a:gd name="T4" fmla="*/ 261 w 350"/>
                <a:gd name="T5" fmla="*/ 57 h 136"/>
                <a:gd name="T6" fmla="*/ 215 w 350"/>
                <a:gd name="T7" fmla="*/ 60 h 136"/>
                <a:gd name="T8" fmla="*/ 169 w 350"/>
                <a:gd name="T9" fmla="*/ 4 h 136"/>
                <a:gd name="T10" fmla="*/ 117 w 350"/>
                <a:gd name="T11" fmla="*/ 35 h 136"/>
                <a:gd name="T12" fmla="*/ 107 w 350"/>
                <a:gd name="T13" fmla="*/ 100 h 136"/>
                <a:gd name="T14" fmla="*/ 79 w 350"/>
                <a:gd name="T15" fmla="*/ 78 h 136"/>
                <a:gd name="T16" fmla="*/ 53 w 350"/>
                <a:gd name="T17" fmla="*/ 101 h 136"/>
                <a:gd name="T18" fmla="*/ 24 w 350"/>
                <a:gd name="T19" fmla="*/ 105 h 136"/>
                <a:gd name="T20" fmla="*/ 94 w 350"/>
                <a:gd name="T21" fmla="*/ 133 h 136"/>
                <a:gd name="T22" fmla="*/ 286 w 350"/>
                <a:gd name="T23" fmla="*/ 129 h 136"/>
                <a:gd name="T24" fmla="*/ 286 w 350"/>
                <a:gd name="T25" fmla="*/ 12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0" h="136">
                  <a:moveTo>
                    <a:pt x="286" y="129"/>
                  </a:moveTo>
                  <a:cubicBezTo>
                    <a:pt x="350" y="125"/>
                    <a:pt x="278" y="93"/>
                    <a:pt x="276" y="101"/>
                  </a:cubicBezTo>
                  <a:cubicBezTo>
                    <a:pt x="281" y="85"/>
                    <a:pt x="275" y="66"/>
                    <a:pt x="261" y="57"/>
                  </a:cubicBezTo>
                  <a:cubicBezTo>
                    <a:pt x="247" y="48"/>
                    <a:pt x="227" y="49"/>
                    <a:pt x="215" y="60"/>
                  </a:cubicBezTo>
                  <a:cubicBezTo>
                    <a:pt x="206" y="37"/>
                    <a:pt x="194" y="9"/>
                    <a:pt x="169" y="4"/>
                  </a:cubicBezTo>
                  <a:cubicBezTo>
                    <a:pt x="148" y="0"/>
                    <a:pt x="126" y="16"/>
                    <a:pt x="117" y="35"/>
                  </a:cubicBezTo>
                  <a:cubicBezTo>
                    <a:pt x="107" y="55"/>
                    <a:pt x="107" y="78"/>
                    <a:pt x="107" y="100"/>
                  </a:cubicBezTo>
                  <a:cubicBezTo>
                    <a:pt x="104" y="87"/>
                    <a:pt x="92" y="78"/>
                    <a:pt x="79" y="78"/>
                  </a:cubicBezTo>
                  <a:cubicBezTo>
                    <a:pt x="67" y="79"/>
                    <a:pt x="55" y="89"/>
                    <a:pt x="53" y="101"/>
                  </a:cubicBezTo>
                  <a:cubicBezTo>
                    <a:pt x="53" y="95"/>
                    <a:pt x="27" y="101"/>
                    <a:pt x="24" y="105"/>
                  </a:cubicBezTo>
                  <a:cubicBezTo>
                    <a:pt x="0" y="136"/>
                    <a:pt x="84" y="133"/>
                    <a:pt x="94" y="133"/>
                  </a:cubicBezTo>
                  <a:cubicBezTo>
                    <a:pt x="158" y="134"/>
                    <a:pt x="222" y="132"/>
                    <a:pt x="286" y="129"/>
                  </a:cubicBezTo>
                  <a:cubicBezTo>
                    <a:pt x="286" y="129"/>
                    <a:pt x="286" y="129"/>
                    <a:pt x="286" y="129"/>
                  </a:cubicBezTo>
                  <a:close/>
                </a:path>
              </a:pathLst>
            </a:custGeom>
            <a:solidFill>
              <a:srgbClr val="CBEB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1" name="íṥlíḓè">
              <a:extLst>
                <a:ext uri="{FF2B5EF4-FFF2-40B4-BE49-F238E27FC236}">
                  <a16:creationId xmlns:a16="http://schemas.microsoft.com/office/drawing/2014/main" id="{EF6E3F1F-4A7D-4442-8BC9-47511827F7CB}"/>
                </a:ext>
              </a:extLst>
            </p:cNvPr>
            <p:cNvSpPr/>
            <p:nvPr/>
          </p:nvSpPr>
          <p:spPr bwMode="auto">
            <a:xfrm>
              <a:off x="3896212" y="1628143"/>
              <a:ext cx="753818" cy="337268"/>
            </a:xfrm>
            <a:custGeom>
              <a:avLst/>
              <a:gdLst>
                <a:gd name="T0" fmla="*/ 240 w 288"/>
                <a:gd name="T1" fmla="*/ 123 h 129"/>
                <a:gd name="T2" fmla="*/ 281 w 288"/>
                <a:gd name="T3" fmla="*/ 116 h 129"/>
                <a:gd name="T4" fmla="*/ 277 w 288"/>
                <a:gd name="T5" fmla="*/ 99 h 129"/>
                <a:gd name="T6" fmla="*/ 255 w 288"/>
                <a:gd name="T7" fmla="*/ 101 h 129"/>
                <a:gd name="T8" fmla="*/ 253 w 288"/>
                <a:gd name="T9" fmla="*/ 76 h 129"/>
                <a:gd name="T10" fmla="*/ 228 w 288"/>
                <a:gd name="T11" fmla="*/ 75 h 129"/>
                <a:gd name="T12" fmla="*/ 225 w 288"/>
                <a:gd name="T13" fmla="*/ 37 h 129"/>
                <a:gd name="T14" fmla="*/ 195 w 288"/>
                <a:gd name="T15" fmla="*/ 12 h 129"/>
                <a:gd name="T16" fmla="*/ 144 w 288"/>
                <a:gd name="T17" fmla="*/ 14 h 129"/>
                <a:gd name="T18" fmla="*/ 121 w 288"/>
                <a:gd name="T19" fmla="*/ 52 h 129"/>
                <a:gd name="T20" fmla="*/ 97 w 288"/>
                <a:gd name="T21" fmla="*/ 24 h 129"/>
                <a:gd name="T22" fmla="*/ 63 w 288"/>
                <a:gd name="T23" fmla="*/ 45 h 129"/>
                <a:gd name="T24" fmla="*/ 55 w 288"/>
                <a:gd name="T25" fmla="*/ 87 h 129"/>
                <a:gd name="T26" fmla="*/ 11 w 288"/>
                <a:gd name="T27" fmla="*/ 113 h 129"/>
                <a:gd name="T28" fmla="*/ 57 w 288"/>
                <a:gd name="T29" fmla="*/ 124 h 129"/>
                <a:gd name="T30" fmla="*/ 240 w 288"/>
                <a:gd name="T31" fmla="*/ 12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29">
                  <a:moveTo>
                    <a:pt x="240" y="123"/>
                  </a:moveTo>
                  <a:cubicBezTo>
                    <a:pt x="253" y="122"/>
                    <a:pt x="270" y="123"/>
                    <a:pt x="281" y="116"/>
                  </a:cubicBezTo>
                  <a:cubicBezTo>
                    <a:pt x="288" y="112"/>
                    <a:pt x="286" y="101"/>
                    <a:pt x="277" y="99"/>
                  </a:cubicBezTo>
                  <a:cubicBezTo>
                    <a:pt x="269" y="97"/>
                    <a:pt x="259" y="96"/>
                    <a:pt x="255" y="101"/>
                  </a:cubicBezTo>
                  <a:cubicBezTo>
                    <a:pt x="260" y="94"/>
                    <a:pt x="260" y="82"/>
                    <a:pt x="253" y="76"/>
                  </a:cubicBezTo>
                  <a:cubicBezTo>
                    <a:pt x="247" y="70"/>
                    <a:pt x="235" y="69"/>
                    <a:pt x="228" y="75"/>
                  </a:cubicBezTo>
                  <a:cubicBezTo>
                    <a:pt x="234" y="63"/>
                    <a:pt x="232" y="48"/>
                    <a:pt x="225" y="37"/>
                  </a:cubicBezTo>
                  <a:cubicBezTo>
                    <a:pt x="218" y="26"/>
                    <a:pt x="207" y="18"/>
                    <a:pt x="195" y="12"/>
                  </a:cubicBezTo>
                  <a:cubicBezTo>
                    <a:pt x="179" y="3"/>
                    <a:pt x="156" y="0"/>
                    <a:pt x="144" y="14"/>
                  </a:cubicBezTo>
                  <a:cubicBezTo>
                    <a:pt x="134" y="26"/>
                    <a:pt x="128" y="38"/>
                    <a:pt x="121" y="52"/>
                  </a:cubicBezTo>
                  <a:cubicBezTo>
                    <a:pt x="124" y="39"/>
                    <a:pt x="111" y="24"/>
                    <a:pt x="97" y="24"/>
                  </a:cubicBezTo>
                  <a:cubicBezTo>
                    <a:pt x="83" y="23"/>
                    <a:pt x="70" y="33"/>
                    <a:pt x="63" y="45"/>
                  </a:cubicBezTo>
                  <a:cubicBezTo>
                    <a:pt x="56" y="58"/>
                    <a:pt x="55" y="73"/>
                    <a:pt x="55" y="87"/>
                  </a:cubicBezTo>
                  <a:cubicBezTo>
                    <a:pt x="37" y="82"/>
                    <a:pt x="0" y="89"/>
                    <a:pt x="11" y="113"/>
                  </a:cubicBezTo>
                  <a:cubicBezTo>
                    <a:pt x="19" y="129"/>
                    <a:pt x="43" y="124"/>
                    <a:pt x="57" y="124"/>
                  </a:cubicBezTo>
                  <a:cubicBezTo>
                    <a:pt x="118" y="125"/>
                    <a:pt x="179" y="126"/>
                    <a:pt x="240" y="123"/>
                  </a:cubicBezTo>
                  <a:close/>
                </a:path>
              </a:pathLst>
            </a:custGeom>
            <a:solidFill>
              <a:srgbClr val="CBEB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2" name="ïśḻiḋè">
              <a:extLst>
                <a:ext uri="{FF2B5EF4-FFF2-40B4-BE49-F238E27FC236}">
                  <a16:creationId xmlns:a16="http://schemas.microsoft.com/office/drawing/2014/main" id="{7D3DC6D0-6B95-4742-B226-E4D39BC8D66C}"/>
                </a:ext>
              </a:extLst>
            </p:cNvPr>
            <p:cNvSpPr/>
            <p:nvPr/>
          </p:nvSpPr>
          <p:spPr bwMode="auto">
            <a:xfrm>
              <a:off x="4335414" y="3134521"/>
              <a:ext cx="0" cy="0"/>
            </a:xfrm>
            <a:custGeom>
              <a:avLst/>
              <a:gdLst/>
              <a:ahLst/>
              <a:cxnLst>
                <a:cxn ang="0">
                  <a:pos x="0" y="0"/>
                </a:cxn>
                <a:cxn ang="0">
                  <a:pos x="0" y="0"/>
                </a:cxn>
              </a:cxnLst>
              <a:rect l="0" t="0" r="r" b="b"/>
              <a:pathLst>
                <a:path>
                  <a:moveTo>
                    <a:pt x="0" y="0"/>
                  </a:moveTo>
                  <a:cubicBezTo>
                    <a:pt x="0" y="0"/>
                    <a:pt x="0" y="0"/>
                    <a:pt x="0" y="0"/>
                  </a:cubicBezTo>
                </a:path>
              </a:pathLst>
            </a:custGeom>
            <a:noFill/>
            <a:ln w="0" cap="rnd">
              <a:solidFill>
                <a:srgbClr val="CFCFCF"/>
              </a:solidFill>
              <a:prstDash val="solid"/>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a:p>
          </p:txBody>
        </p:sp>
        <p:sp>
          <p:nvSpPr>
            <p:cNvPr id="173" name="iṣḻïḓé">
              <a:extLst>
                <a:ext uri="{FF2B5EF4-FFF2-40B4-BE49-F238E27FC236}">
                  <a16:creationId xmlns:a16="http://schemas.microsoft.com/office/drawing/2014/main" id="{57587CF0-713F-4FFB-A330-514CED482A89}"/>
                </a:ext>
              </a:extLst>
            </p:cNvPr>
            <p:cNvSpPr/>
            <p:nvPr/>
          </p:nvSpPr>
          <p:spPr bwMode="auto">
            <a:xfrm>
              <a:off x="4194466" y="3184859"/>
              <a:ext cx="94385" cy="106970"/>
            </a:xfrm>
            <a:prstGeom prst="ellipse">
              <a:avLst/>
            </a:pr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4" name="i$ľidê">
              <a:extLst>
                <a:ext uri="{FF2B5EF4-FFF2-40B4-BE49-F238E27FC236}">
                  <a16:creationId xmlns:a16="http://schemas.microsoft.com/office/drawing/2014/main" id="{1BBBDAE8-69FA-44D9-968D-008E02173061}"/>
                </a:ext>
              </a:extLst>
            </p:cNvPr>
            <p:cNvSpPr/>
            <p:nvPr/>
          </p:nvSpPr>
          <p:spPr bwMode="auto">
            <a:xfrm>
              <a:off x="4461260" y="3160949"/>
              <a:ext cx="91868" cy="106970"/>
            </a:xfrm>
            <a:prstGeom prst="ellipse">
              <a:avLst/>
            </a:pr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5" name="íṥļiḍé">
              <a:extLst>
                <a:ext uri="{FF2B5EF4-FFF2-40B4-BE49-F238E27FC236}">
                  <a16:creationId xmlns:a16="http://schemas.microsoft.com/office/drawing/2014/main" id="{121C2EE4-288B-4FE2-AE1D-4FBD57DD75D2}"/>
                </a:ext>
              </a:extLst>
            </p:cNvPr>
            <p:cNvSpPr/>
            <p:nvPr/>
          </p:nvSpPr>
          <p:spPr bwMode="auto">
            <a:xfrm>
              <a:off x="4223411" y="3315739"/>
              <a:ext cx="211421" cy="247917"/>
            </a:xfrm>
            <a:custGeom>
              <a:avLst/>
              <a:gdLst>
                <a:gd name="T0" fmla="*/ 32 w 81"/>
                <a:gd name="T1" fmla="*/ 16 h 95"/>
                <a:gd name="T2" fmla="*/ 16 w 81"/>
                <a:gd name="T3" fmla="*/ 46 h 95"/>
                <a:gd name="T4" fmla="*/ 5 w 81"/>
                <a:gd name="T5" fmla="*/ 94 h 95"/>
                <a:gd name="T6" fmla="*/ 54 w 81"/>
                <a:gd name="T7" fmla="*/ 95 h 95"/>
                <a:gd name="T8" fmla="*/ 76 w 81"/>
                <a:gd name="T9" fmla="*/ 83 h 95"/>
                <a:gd name="T10" fmla="*/ 81 w 81"/>
                <a:gd name="T11" fmla="*/ 71 h 95"/>
                <a:gd name="T12" fmla="*/ 74 w 81"/>
                <a:gd name="T13" fmla="*/ 56 h 95"/>
                <a:gd name="T14" fmla="*/ 72 w 81"/>
                <a:gd name="T15" fmla="*/ 17 h 95"/>
                <a:gd name="T16" fmla="*/ 32 w 81"/>
                <a:gd name="T17" fmla="*/ 1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95">
                  <a:moveTo>
                    <a:pt x="32" y="16"/>
                  </a:moveTo>
                  <a:cubicBezTo>
                    <a:pt x="32" y="16"/>
                    <a:pt x="32" y="37"/>
                    <a:pt x="16" y="46"/>
                  </a:cubicBezTo>
                  <a:cubicBezTo>
                    <a:pt x="0" y="56"/>
                    <a:pt x="5" y="94"/>
                    <a:pt x="5" y="94"/>
                  </a:cubicBezTo>
                  <a:cubicBezTo>
                    <a:pt x="54" y="95"/>
                    <a:pt x="54" y="95"/>
                    <a:pt x="54" y="95"/>
                  </a:cubicBezTo>
                  <a:cubicBezTo>
                    <a:pt x="76" y="83"/>
                    <a:pt x="76" y="83"/>
                    <a:pt x="76" y="83"/>
                  </a:cubicBezTo>
                  <a:cubicBezTo>
                    <a:pt x="81" y="71"/>
                    <a:pt x="81" y="71"/>
                    <a:pt x="81" y="71"/>
                  </a:cubicBezTo>
                  <a:cubicBezTo>
                    <a:pt x="74" y="56"/>
                    <a:pt x="74" y="56"/>
                    <a:pt x="74" y="56"/>
                  </a:cubicBezTo>
                  <a:cubicBezTo>
                    <a:pt x="74" y="56"/>
                    <a:pt x="67" y="33"/>
                    <a:pt x="72" y="17"/>
                  </a:cubicBezTo>
                  <a:cubicBezTo>
                    <a:pt x="76" y="0"/>
                    <a:pt x="32" y="16"/>
                    <a:pt x="32" y="16"/>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6" name="iš1ïḓè">
              <a:extLst>
                <a:ext uri="{FF2B5EF4-FFF2-40B4-BE49-F238E27FC236}">
                  <a16:creationId xmlns:a16="http://schemas.microsoft.com/office/drawing/2014/main" id="{08A5B27C-6D28-4633-82C5-E8935CB46FB1}"/>
                </a:ext>
              </a:extLst>
            </p:cNvPr>
            <p:cNvSpPr/>
            <p:nvPr/>
          </p:nvSpPr>
          <p:spPr bwMode="auto">
            <a:xfrm>
              <a:off x="4000663" y="2759499"/>
              <a:ext cx="188769" cy="216455"/>
            </a:xfrm>
            <a:custGeom>
              <a:avLst/>
              <a:gdLst>
                <a:gd name="T0" fmla="*/ 18 w 72"/>
                <a:gd name="T1" fmla="*/ 67 h 83"/>
                <a:gd name="T2" fmla="*/ 69 w 72"/>
                <a:gd name="T3" fmla="*/ 46 h 83"/>
                <a:gd name="T4" fmla="*/ 50 w 72"/>
                <a:gd name="T5" fmla="*/ 46 h 83"/>
                <a:gd name="T6" fmla="*/ 66 w 72"/>
                <a:gd name="T7" fmla="*/ 17 h 83"/>
                <a:gd name="T8" fmla="*/ 42 w 72"/>
                <a:gd name="T9" fmla="*/ 36 h 83"/>
                <a:gd name="T10" fmla="*/ 54 w 72"/>
                <a:gd name="T11" fmla="*/ 3 h 83"/>
                <a:gd name="T12" fmla="*/ 31 w 72"/>
                <a:gd name="T13" fmla="*/ 30 h 83"/>
                <a:gd name="T14" fmla="*/ 31 w 72"/>
                <a:gd name="T15" fmla="*/ 5 h 83"/>
                <a:gd name="T16" fmla="*/ 18 w 72"/>
                <a:gd name="T17" fmla="*/ 6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83">
                  <a:moveTo>
                    <a:pt x="18" y="67"/>
                  </a:moveTo>
                  <a:cubicBezTo>
                    <a:pt x="36" y="83"/>
                    <a:pt x="72" y="54"/>
                    <a:pt x="69" y="46"/>
                  </a:cubicBezTo>
                  <a:cubicBezTo>
                    <a:pt x="66" y="37"/>
                    <a:pt x="50" y="46"/>
                    <a:pt x="50" y="46"/>
                  </a:cubicBezTo>
                  <a:cubicBezTo>
                    <a:pt x="50" y="46"/>
                    <a:pt x="70" y="21"/>
                    <a:pt x="66" y="17"/>
                  </a:cubicBezTo>
                  <a:cubicBezTo>
                    <a:pt x="62" y="13"/>
                    <a:pt x="42" y="36"/>
                    <a:pt x="42" y="36"/>
                  </a:cubicBezTo>
                  <a:cubicBezTo>
                    <a:pt x="42" y="36"/>
                    <a:pt x="59" y="6"/>
                    <a:pt x="54" y="3"/>
                  </a:cubicBezTo>
                  <a:cubicBezTo>
                    <a:pt x="49" y="0"/>
                    <a:pt x="31" y="30"/>
                    <a:pt x="31" y="30"/>
                  </a:cubicBezTo>
                  <a:cubicBezTo>
                    <a:pt x="31" y="30"/>
                    <a:pt x="37" y="6"/>
                    <a:pt x="31" y="5"/>
                  </a:cubicBezTo>
                  <a:cubicBezTo>
                    <a:pt x="25" y="3"/>
                    <a:pt x="0" y="51"/>
                    <a:pt x="18" y="67"/>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7" name="iśļíḑe">
              <a:extLst>
                <a:ext uri="{FF2B5EF4-FFF2-40B4-BE49-F238E27FC236}">
                  <a16:creationId xmlns:a16="http://schemas.microsoft.com/office/drawing/2014/main" id="{BB092D2C-F0F6-4AC0-9301-B45DFF75E82F}"/>
                </a:ext>
              </a:extLst>
            </p:cNvPr>
            <p:cNvSpPr/>
            <p:nvPr/>
          </p:nvSpPr>
          <p:spPr bwMode="auto">
            <a:xfrm>
              <a:off x="4545577" y="4156391"/>
              <a:ext cx="99419" cy="195062"/>
            </a:xfrm>
            <a:custGeom>
              <a:avLst/>
              <a:gdLst>
                <a:gd name="T0" fmla="*/ 30 w 38"/>
                <a:gd name="T1" fmla="*/ 2 h 75"/>
                <a:gd name="T2" fmla="*/ 37 w 38"/>
                <a:gd name="T3" fmla="*/ 30 h 75"/>
                <a:gd name="T4" fmla="*/ 15 w 38"/>
                <a:gd name="T5" fmla="*/ 72 h 75"/>
                <a:gd name="T6" fmla="*/ 10 w 38"/>
                <a:gd name="T7" fmla="*/ 62 h 75"/>
                <a:gd name="T8" fmla="*/ 19 w 38"/>
                <a:gd name="T9" fmla="*/ 32 h 75"/>
                <a:gd name="T10" fmla="*/ 19 w 38"/>
                <a:gd name="T11" fmla="*/ 31 h 75"/>
                <a:gd name="T12" fmla="*/ 8 w 38"/>
                <a:gd name="T13" fmla="*/ 42 h 75"/>
                <a:gd name="T14" fmla="*/ 6 w 38"/>
                <a:gd name="T15" fmla="*/ 9 h 75"/>
                <a:gd name="T16" fmla="*/ 30 w 38"/>
                <a:gd name="T17" fmla="*/ 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75">
                  <a:moveTo>
                    <a:pt x="30" y="2"/>
                  </a:moveTo>
                  <a:cubicBezTo>
                    <a:pt x="30" y="2"/>
                    <a:pt x="36" y="16"/>
                    <a:pt x="37" y="30"/>
                  </a:cubicBezTo>
                  <a:cubicBezTo>
                    <a:pt x="38" y="45"/>
                    <a:pt x="22" y="69"/>
                    <a:pt x="15" y="72"/>
                  </a:cubicBezTo>
                  <a:cubicBezTo>
                    <a:pt x="9" y="75"/>
                    <a:pt x="5" y="68"/>
                    <a:pt x="10" y="62"/>
                  </a:cubicBezTo>
                  <a:cubicBezTo>
                    <a:pt x="15" y="55"/>
                    <a:pt x="21" y="38"/>
                    <a:pt x="19" y="32"/>
                  </a:cubicBezTo>
                  <a:cubicBezTo>
                    <a:pt x="18" y="26"/>
                    <a:pt x="20" y="34"/>
                    <a:pt x="19" y="31"/>
                  </a:cubicBezTo>
                  <a:cubicBezTo>
                    <a:pt x="19" y="28"/>
                    <a:pt x="14" y="42"/>
                    <a:pt x="8" y="42"/>
                  </a:cubicBezTo>
                  <a:cubicBezTo>
                    <a:pt x="2" y="43"/>
                    <a:pt x="0" y="19"/>
                    <a:pt x="6" y="9"/>
                  </a:cubicBezTo>
                  <a:cubicBezTo>
                    <a:pt x="12" y="0"/>
                    <a:pt x="30" y="2"/>
                    <a:pt x="30" y="2"/>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8" name="ïsľïďé">
              <a:extLst>
                <a:ext uri="{FF2B5EF4-FFF2-40B4-BE49-F238E27FC236}">
                  <a16:creationId xmlns:a16="http://schemas.microsoft.com/office/drawing/2014/main" id="{4E6C69D3-4454-44D9-9BEE-FC15F65D3946}"/>
                </a:ext>
              </a:extLst>
            </p:cNvPr>
            <p:cNvSpPr/>
            <p:nvPr/>
          </p:nvSpPr>
          <p:spPr bwMode="auto">
            <a:xfrm>
              <a:off x="4451192" y="3524644"/>
              <a:ext cx="201354" cy="675794"/>
            </a:xfrm>
            <a:custGeom>
              <a:avLst/>
              <a:gdLst>
                <a:gd name="T0" fmla="*/ 19 w 77"/>
                <a:gd name="T1" fmla="*/ 0 h 259"/>
                <a:gd name="T2" fmla="*/ 75 w 77"/>
                <a:gd name="T3" fmla="*/ 239 h 259"/>
                <a:gd name="T4" fmla="*/ 25 w 77"/>
                <a:gd name="T5" fmla="*/ 251 h 259"/>
                <a:gd name="T6" fmla="*/ 0 w 77"/>
                <a:gd name="T7" fmla="*/ 167 h 259"/>
                <a:gd name="T8" fmla="*/ 9 w 77"/>
                <a:gd name="T9" fmla="*/ 88 h 259"/>
                <a:gd name="T10" fmla="*/ 7 w 77"/>
                <a:gd name="T11" fmla="*/ 47 h 259"/>
                <a:gd name="T12" fmla="*/ 19 w 77"/>
                <a:gd name="T13" fmla="*/ 0 h 259"/>
              </a:gdLst>
              <a:ahLst/>
              <a:cxnLst>
                <a:cxn ang="0">
                  <a:pos x="T0" y="T1"/>
                </a:cxn>
                <a:cxn ang="0">
                  <a:pos x="T2" y="T3"/>
                </a:cxn>
                <a:cxn ang="0">
                  <a:pos x="T4" y="T5"/>
                </a:cxn>
                <a:cxn ang="0">
                  <a:pos x="T6" y="T7"/>
                </a:cxn>
                <a:cxn ang="0">
                  <a:pos x="T8" y="T9"/>
                </a:cxn>
                <a:cxn ang="0">
                  <a:pos x="T10" y="T11"/>
                </a:cxn>
                <a:cxn ang="0">
                  <a:pos x="T12" y="T13"/>
                </a:cxn>
              </a:cxnLst>
              <a:rect l="0" t="0" r="r" b="b"/>
              <a:pathLst>
                <a:path w="77" h="259">
                  <a:moveTo>
                    <a:pt x="19" y="0"/>
                  </a:moveTo>
                  <a:cubicBezTo>
                    <a:pt x="45" y="24"/>
                    <a:pt x="71" y="175"/>
                    <a:pt x="75" y="239"/>
                  </a:cubicBezTo>
                  <a:cubicBezTo>
                    <a:pt x="77" y="258"/>
                    <a:pt x="41" y="259"/>
                    <a:pt x="25" y="251"/>
                  </a:cubicBezTo>
                  <a:cubicBezTo>
                    <a:pt x="9" y="243"/>
                    <a:pt x="0" y="167"/>
                    <a:pt x="0" y="167"/>
                  </a:cubicBezTo>
                  <a:cubicBezTo>
                    <a:pt x="9" y="88"/>
                    <a:pt x="9" y="88"/>
                    <a:pt x="9" y="88"/>
                  </a:cubicBezTo>
                  <a:cubicBezTo>
                    <a:pt x="7" y="47"/>
                    <a:pt x="7" y="47"/>
                    <a:pt x="7" y="47"/>
                  </a:cubicBezTo>
                  <a:lnTo>
                    <a:pt x="19" y="0"/>
                  </a:ln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9" name="ïṧ1îḋê">
              <a:extLst>
                <a:ext uri="{FF2B5EF4-FFF2-40B4-BE49-F238E27FC236}">
                  <a16:creationId xmlns:a16="http://schemas.microsoft.com/office/drawing/2014/main" id="{9482FE67-E936-4E56-8031-4F78452F60B4}"/>
                </a:ext>
              </a:extLst>
            </p:cNvPr>
            <p:cNvSpPr/>
            <p:nvPr/>
          </p:nvSpPr>
          <p:spPr bwMode="auto">
            <a:xfrm>
              <a:off x="3838322" y="2894155"/>
              <a:ext cx="411517" cy="745009"/>
            </a:xfrm>
            <a:custGeom>
              <a:avLst/>
              <a:gdLst>
                <a:gd name="T0" fmla="*/ 129 w 157"/>
                <a:gd name="T1" fmla="*/ 215 h 285"/>
                <a:gd name="T2" fmla="*/ 48 w 157"/>
                <a:gd name="T3" fmla="*/ 154 h 285"/>
                <a:gd name="T4" fmla="*/ 101 w 157"/>
                <a:gd name="T5" fmla="*/ 27 h 285"/>
                <a:gd name="T6" fmla="*/ 67 w 157"/>
                <a:gd name="T7" fmla="*/ 0 h 285"/>
                <a:gd name="T8" fmla="*/ 2 w 157"/>
                <a:gd name="T9" fmla="*/ 151 h 285"/>
                <a:gd name="T10" fmla="*/ 118 w 157"/>
                <a:gd name="T11" fmla="*/ 281 h 285"/>
                <a:gd name="T12" fmla="*/ 129 w 157"/>
                <a:gd name="T13" fmla="*/ 215 h 285"/>
              </a:gdLst>
              <a:ahLst/>
              <a:cxnLst>
                <a:cxn ang="0">
                  <a:pos x="T0" y="T1"/>
                </a:cxn>
                <a:cxn ang="0">
                  <a:pos x="T2" y="T3"/>
                </a:cxn>
                <a:cxn ang="0">
                  <a:pos x="T4" y="T5"/>
                </a:cxn>
                <a:cxn ang="0">
                  <a:pos x="T6" y="T7"/>
                </a:cxn>
                <a:cxn ang="0">
                  <a:pos x="T8" y="T9"/>
                </a:cxn>
                <a:cxn ang="0">
                  <a:pos x="T10" y="T11"/>
                </a:cxn>
                <a:cxn ang="0">
                  <a:pos x="T12" y="T13"/>
                </a:cxn>
              </a:cxnLst>
              <a:rect l="0" t="0" r="r" b="b"/>
              <a:pathLst>
                <a:path w="157" h="285">
                  <a:moveTo>
                    <a:pt x="129" y="215"/>
                  </a:moveTo>
                  <a:cubicBezTo>
                    <a:pt x="94" y="228"/>
                    <a:pt x="50" y="177"/>
                    <a:pt x="48" y="154"/>
                  </a:cubicBezTo>
                  <a:cubicBezTo>
                    <a:pt x="45" y="132"/>
                    <a:pt x="85" y="44"/>
                    <a:pt x="101" y="27"/>
                  </a:cubicBezTo>
                  <a:cubicBezTo>
                    <a:pt x="108" y="20"/>
                    <a:pt x="67" y="0"/>
                    <a:pt x="67" y="0"/>
                  </a:cubicBezTo>
                  <a:cubicBezTo>
                    <a:pt x="67" y="0"/>
                    <a:pt x="5" y="79"/>
                    <a:pt x="2" y="151"/>
                  </a:cubicBezTo>
                  <a:cubicBezTo>
                    <a:pt x="0" y="222"/>
                    <a:pt x="79" y="285"/>
                    <a:pt x="118" y="281"/>
                  </a:cubicBezTo>
                  <a:cubicBezTo>
                    <a:pt x="157" y="277"/>
                    <a:pt x="129" y="215"/>
                    <a:pt x="129" y="215"/>
                  </a:cubicBez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0" name="i$ľíďe">
              <a:extLst>
                <a:ext uri="{FF2B5EF4-FFF2-40B4-BE49-F238E27FC236}">
                  <a16:creationId xmlns:a16="http://schemas.microsoft.com/office/drawing/2014/main" id="{DF022427-83E0-454C-83AF-265968074F62}"/>
                </a:ext>
              </a:extLst>
            </p:cNvPr>
            <p:cNvSpPr/>
            <p:nvPr/>
          </p:nvSpPr>
          <p:spPr bwMode="auto">
            <a:xfrm>
              <a:off x="4417214" y="5276421"/>
              <a:ext cx="208904" cy="114520"/>
            </a:xfrm>
            <a:custGeom>
              <a:avLst/>
              <a:gdLst>
                <a:gd name="T0" fmla="*/ 13 w 80"/>
                <a:gd name="T1" fmla="*/ 0 h 44"/>
                <a:gd name="T2" fmla="*/ 5 w 80"/>
                <a:gd name="T3" fmla="*/ 38 h 44"/>
                <a:gd name="T4" fmla="*/ 69 w 80"/>
                <a:gd name="T5" fmla="*/ 37 h 44"/>
                <a:gd name="T6" fmla="*/ 13 w 80"/>
                <a:gd name="T7" fmla="*/ 0 h 44"/>
              </a:gdLst>
              <a:ahLst/>
              <a:cxnLst>
                <a:cxn ang="0">
                  <a:pos x="T0" y="T1"/>
                </a:cxn>
                <a:cxn ang="0">
                  <a:pos x="T2" y="T3"/>
                </a:cxn>
                <a:cxn ang="0">
                  <a:pos x="T4" y="T5"/>
                </a:cxn>
                <a:cxn ang="0">
                  <a:pos x="T6" y="T7"/>
                </a:cxn>
              </a:cxnLst>
              <a:rect l="0" t="0" r="r" b="b"/>
              <a:pathLst>
                <a:path w="80" h="44">
                  <a:moveTo>
                    <a:pt x="13" y="0"/>
                  </a:moveTo>
                  <a:cubicBezTo>
                    <a:pt x="0" y="0"/>
                    <a:pt x="1" y="31"/>
                    <a:pt x="5" y="38"/>
                  </a:cubicBezTo>
                  <a:cubicBezTo>
                    <a:pt x="8" y="44"/>
                    <a:pt x="58" y="43"/>
                    <a:pt x="69" y="37"/>
                  </a:cubicBezTo>
                  <a:cubicBezTo>
                    <a:pt x="80" y="30"/>
                    <a:pt x="63" y="1"/>
                    <a:pt x="13" y="0"/>
                  </a:cubicBezTo>
                  <a:close/>
                </a:path>
              </a:pathLst>
            </a:custGeom>
            <a:solidFill>
              <a:srgbClr val="4E71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1" name="îṧḻidè">
              <a:extLst>
                <a:ext uri="{FF2B5EF4-FFF2-40B4-BE49-F238E27FC236}">
                  <a16:creationId xmlns:a16="http://schemas.microsoft.com/office/drawing/2014/main" id="{B5F2BE3A-E0B0-4F24-8BE5-F0B01C14DA77}"/>
                </a:ext>
              </a:extLst>
            </p:cNvPr>
            <p:cNvSpPr/>
            <p:nvPr/>
          </p:nvSpPr>
          <p:spPr bwMode="auto">
            <a:xfrm>
              <a:off x="4131543" y="5247477"/>
              <a:ext cx="140948" cy="177443"/>
            </a:xfrm>
            <a:custGeom>
              <a:avLst/>
              <a:gdLst>
                <a:gd name="T0" fmla="*/ 12 w 54"/>
                <a:gd name="T1" fmla="*/ 14 h 68"/>
                <a:gd name="T2" fmla="*/ 27 w 54"/>
                <a:gd name="T3" fmla="*/ 66 h 68"/>
                <a:gd name="T4" fmla="*/ 39 w 54"/>
                <a:gd name="T5" fmla="*/ 14 h 68"/>
                <a:gd name="T6" fmla="*/ 12 w 54"/>
                <a:gd name="T7" fmla="*/ 14 h 68"/>
              </a:gdLst>
              <a:ahLst/>
              <a:cxnLst>
                <a:cxn ang="0">
                  <a:pos x="T0" y="T1"/>
                </a:cxn>
                <a:cxn ang="0">
                  <a:pos x="T2" y="T3"/>
                </a:cxn>
                <a:cxn ang="0">
                  <a:pos x="T4" y="T5"/>
                </a:cxn>
                <a:cxn ang="0">
                  <a:pos x="T6" y="T7"/>
                </a:cxn>
              </a:cxnLst>
              <a:rect l="0" t="0" r="r" b="b"/>
              <a:pathLst>
                <a:path w="54" h="68">
                  <a:moveTo>
                    <a:pt x="12" y="14"/>
                  </a:moveTo>
                  <a:cubicBezTo>
                    <a:pt x="3" y="20"/>
                    <a:pt x="0" y="65"/>
                    <a:pt x="27" y="66"/>
                  </a:cubicBezTo>
                  <a:cubicBezTo>
                    <a:pt x="54" y="68"/>
                    <a:pt x="50" y="29"/>
                    <a:pt x="39" y="14"/>
                  </a:cubicBezTo>
                  <a:cubicBezTo>
                    <a:pt x="28" y="0"/>
                    <a:pt x="12" y="14"/>
                    <a:pt x="12" y="14"/>
                  </a:cubicBezTo>
                  <a:close/>
                </a:path>
              </a:pathLst>
            </a:custGeom>
            <a:solidFill>
              <a:srgbClr val="4E71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2" name="íśḻîḓè">
              <a:extLst>
                <a:ext uri="{FF2B5EF4-FFF2-40B4-BE49-F238E27FC236}">
                  <a16:creationId xmlns:a16="http://schemas.microsoft.com/office/drawing/2014/main" id="{3A8B1158-57C9-4F13-A22F-CEE29ECD158B}"/>
                </a:ext>
              </a:extLst>
            </p:cNvPr>
            <p:cNvSpPr/>
            <p:nvPr/>
          </p:nvSpPr>
          <p:spPr bwMode="auto">
            <a:xfrm>
              <a:off x="4157971" y="5169452"/>
              <a:ext cx="80541" cy="145981"/>
            </a:xfrm>
            <a:custGeom>
              <a:avLst/>
              <a:gdLst>
                <a:gd name="T0" fmla="*/ 0 w 31"/>
                <a:gd name="T1" fmla="*/ 6 h 56"/>
                <a:gd name="T2" fmla="*/ 4 w 31"/>
                <a:gd name="T3" fmla="*/ 46 h 56"/>
                <a:gd name="T4" fmla="*/ 25 w 31"/>
                <a:gd name="T5" fmla="*/ 50 h 56"/>
                <a:gd name="T6" fmla="*/ 29 w 31"/>
                <a:gd name="T7" fmla="*/ 0 h 56"/>
                <a:gd name="T8" fmla="*/ 0 w 31"/>
                <a:gd name="T9" fmla="*/ 6 h 56"/>
              </a:gdLst>
              <a:ahLst/>
              <a:cxnLst>
                <a:cxn ang="0">
                  <a:pos x="T0" y="T1"/>
                </a:cxn>
                <a:cxn ang="0">
                  <a:pos x="T2" y="T3"/>
                </a:cxn>
                <a:cxn ang="0">
                  <a:pos x="T4" y="T5"/>
                </a:cxn>
                <a:cxn ang="0">
                  <a:pos x="T6" y="T7"/>
                </a:cxn>
                <a:cxn ang="0">
                  <a:pos x="T8" y="T9"/>
                </a:cxn>
              </a:cxnLst>
              <a:rect l="0" t="0" r="r" b="b"/>
              <a:pathLst>
                <a:path w="31" h="56">
                  <a:moveTo>
                    <a:pt x="0" y="6"/>
                  </a:moveTo>
                  <a:cubicBezTo>
                    <a:pt x="0" y="6"/>
                    <a:pt x="2" y="39"/>
                    <a:pt x="4" y="46"/>
                  </a:cubicBezTo>
                  <a:cubicBezTo>
                    <a:pt x="7" y="54"/>
                    <a:pt x="19" y="56"/>
                    <a:pt x="25" y="50"/>
                  </a:cubicBezTo>
                  <a:cubicBezTo>
                    <a:pt x="31" y="44"/>
                    <a:pt x="29" y="0"/>
                    <a:pt x="29" y="0"/>
                  </a:cubicBezTo>
                  <a:lnTo>
                    <a:pt x="0" y="6"/>
                  </a:ln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3" name="ïŝļíḍê">
              <a:extLst>
                <a:ext uri="{FF2B5EF4-FFF2-40B4-BE49-F238E27FC236}">
                  <a16:creationId xmlns:a16="http://schemas.microsoft.com/office/drawing/2014/main" id="{77534398-EB6B-4110-AB31-DC0612224DF4}"/>
                </a:ext>
              </a:extLst>
            </p:cNvPr>
            <p:cNvSpPr/>
            <p:nvPr/>
          </p:nvSpPr>
          <p:spPr bwMode="auto">
            <a:xfrm>
              <a:off x="4434833" y="5169452"/>
              <a:ext cx="79283" cy="145981"/>
            </a:xfrm>
            <a:custGeom>
              <a:avLst/>
              <a:gdLst>
                <a:gd name="T0" fmla="*/ 0 w 30"/>
                <a:gd name="T1" fmla="*/ 6 h 56"/>
                <a:gd name="T2" fmla="*/ 3 w 30"/>
                <a:gd name="T3" fmla="*/ 46 h 56"/>
                <a:gd name="T4" fmla="*/ 24 w 30"/>
                <a:gd name="T5" fmla="*/ 50 h 56"/>
                <a:gd name="T6" fmla="*/ 28 w 30"/>
                <a:gd name="T7" fmla="*/ 0 h 56"/>
                <a:gd name="T8" fmla="*/ 0 w 30"/>
                <a:gd name="T9" fmla="*/ 6 h 56"/>
              </a:gdLst>
              <a:ahLst/>
              <a:cxnLst>
                <a:cxn ang="0">
                  <a:pos x="T0" y="T1"/>
                </a:cxn>
                <a:cxn ang="0">
                  <a:pos x="T2" y="T3"/>
                </a:cxn>
                <a:cxn ang="0">
                  <a:pos x="T4" y="T5"/>
                </a:cxn>
                <a:cxn ang="0">
                  <a:pos x="T6" y="T7"/>
                </a:cxn>
                <a:cxn ang="0">
                  <a:pos x="T8" y="T9"/>
                </a:cxn>
              </a:cxnLst>
              <a:rect l="0" t="0" r="r" b="b"/>
              <a:pathLst>
                <a:path w="30" h="56">
                  <a:moveTo>
                    <a:pt x="0" y="6"/>
                  </a:moveTo>
                  <a:cubicBezTo>
                    <a:pt x="0" y="6"/>
                    <a:pt x="1" y="39"/>
                    <a:pt x="3" y="46"/>
                  </a:cubicBezTo>
                  <a:cubicBezTo>
                    <a:pt x="6" y="54"/>
                    <a:pt x="18" y="56"/>
                    <a:pt x="24" y="50"/>
                  </a:cubicBezTo>
                  <a:cubicBezTo>
                    <a:pt x="30" y="44"/>
                    <a:pt x="28" y="0"/>
                    <a:pt x="28" y="0"/>
                  </a:cubicBezTo>
                  <a:lnTo>
                    <a:pt x="0" y="6"/>
                  </a:ln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4" name="íṥļïdé">
              <a:extLst>
                <a:ext uri="{FF2B5EF4-FFF2-40B4-BE49-F238E27FC236}">
                  <a16:creationId xmlns:a16="http://schemas.microsoft.com/office/drawing/2014/main" id="{039B2CFD-F392-440D-BC76-0158170194D8}"/>
                </a:ext>
              </a:extLst>
            </p:cNvPr>
            <p:cNvSpPr/>
            <p:nvPr/>
          </p:nvSpPr>
          <p:spPr bwMode="auto">
            <a:xfrm>
              <a:off x="4071137" y="4083400"/>
              <a:ext cx="479474" cy="1151492"/>
            </a:xfrm>
            <a:custGeom>
              <a:avLst/>
              <a:gdLst>
                <a:gd name="T0" fmla="*/ 0 w 183"/>
                <a:gd name="T1" fmla="*/ 23 h 441"/>
                <a:gd name="T2" fmla="*/ 28 w 183"/>
                <a:gd name="T3" fmla="*/ 428 h 441"/>
                <a:gd name="T4" fmla="*/ 65 w 183"/>
                <a:gd name="T5" fmla="*/ 431 h 441"/>
                <a:gd name="T6" fmla="*/ 89 w 183"/>
                <a:gd name="T7" fmla="*/ 111 h 441"/>
                <a:gd name="T8" fmla="*/ 108 w 183"/>
                <a:gd name="T9" fmla="*/ 135 h 441"/>
                <a:gd name="T10" fmla="*/ 116 w 183"/>
                <a:gd name="T11" fmla="*/ 246 h 441"/>
                <a:gd name="T12" fmla="*/ 131 w 183"/>
                <a:gd name="T13" fmla="*/ 411 h 441"/>
                <a:gd name="T14" fmla="*/ 134 w 183"/>
                <a:gd name="T15" fmla="*/ 427 h 441"/>
                <a:gd name="T16" fmla="*/ 169 w 183"/>
                <a:gd name="T17" fmla="*/ 429 h 441"/>
                <a:gd name="T18" fmla="*/ 175 w 183"/>
                <a:gd name="T19" fmla="*/ 15 h 441"/>
                <a:gd name="T20" fmla="*/ 0 w 183"/>
                <a:gd name="T21" fmla="*/ 23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3" h="441">
                  <a:moveTo>
                    <a:pt x="0" y="23"/>
                  </a:moveTo>
                  <a:cubicBezTo>
                    <a:pt x="0" y="25"/>
                    <a:pt x="21" y="415"/>
                    <a:pt x="28" y="428"/>
                  </a:cubicBezTo>
                  <a:cubicBezTo>
                    <a:pt x="35" y="440"/>
                    <a:pt x="56" y="435"/>
                    <a:pt x="65" y="431"/>
                  </a:cubicBezTo>
                  <a:cubicBezTo>
                    <a:pt x="73" y="428"/>
                    <a:pt x="80" y="122"/>
                    <a:pt x="89" y="111"/>
                  </a:cubicBezTo>
                  <a:cubicBezTo>
                    <a:pt x="100" y="96"/>
                    <a:pt x="107" y="128"/>
                    <a:pt x="108" y="135"/>
                  </a:cubicBezTo>
                  <a:cubicBezTo>
                    <a:pt x="113" y="172"/>
                    <a:pt x="113" y="209"/>
                    <a:pt x="116" y="246"/>
                  </a:cubicBezTo>
                  <a:cubicBezTo>
                    <a:pt x="120" y="301"/>
                    <a:pt x="123" y="357"/>
                    <a:pt x="131" y="411"/>
                  </a:cubicBezTo>
                  <a:cubicBezTo>
                    <a:pt x="132" y="416"/>
                    <a:pt x="132" y="422"/>
                    <a:pt x="134" y="427"/>
                  </a:cubicBezTo>
                  <a:cubicBezTo>
                    <a:pt x="141" y="441"/>
                    <a:pt x="163" y="438"/>
                    <a:pt x="169" y="429"/>
                  </a:cubicBezTo>
                  <a:cubicBezTo>
                    <a:pt x="175" y="420"/>
                    <a:pt x="183" y="30"/>
                    <a:pt x="175" y="15"/>
                  </a:cubicBezTo>
                  <a:cubicBezTo>
                    <a:pt x="167" y="0"/>
                    <a:pt x="0" y="23"/>
                    <a:pt x="0" y="23"/>
                  </a:cubicBezTo>
                  <a:close/>
                </a:path>
              </a:pathLst>
            </a:custGeom>
            <a:solidFill>
              <a:srgbClr val="352E6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5" name="îśļiḑé">
              <a:extLst>
                <a:ext uri="{FF2B5EF4-FFF2-40B4-BE49-F238E27FC236}">
                  <a16:creationId xmlns:a16="http://schemas.microsoft.com/office/drawing/2014/main" id="{7209F029-9BA7-4CA7-B4D1-B997DB08C344}"/>
                </a:ext>
              </a:extLst>
            </p:cNvPr>
            <p:cNvSpPr/>
            <p:nvPr/>
          </p:nvSpPr>
          <p:spPr bwMode="auto">
            <a:xfrm>
              <a:off x="4157971" y="3007417"/>
              <a:ext cx="402707" cy="425360"/>
            </a:xfrm>
            <a:custGeom>
              <a:avLst/>
              <a:gdLst>
                <a:gd name="T0" fmla="*/ 73 w 154"/>
                <a:gd name="T1" fmla="*/ 15 h 163"/>
                <a:gd name="T2" fmla="*/ 89 w 154"/>
                <a:gd name="T3" fmla="*/ 150 h 163"/>
                <a:gd name="T4" fmla="*/ 73 w 154"/>
                <a:gd name="T5" fmla="*/ 15 h 163"/>
              </a:gdLst>
              <a:ahLst/>
              <a:cxnLst>
                <a:cxn ang="0">
                  <a:pos x="T0" y="T1"/>
                </a:cxn>
                <a:cxn ang="0">
                  <a:pos x="T2" y="T3"/>
                </a:cxn>
                <a:cxn ang="0">
                  <a:pos x="T4" y="T5"/>
                </a:cxn>
              </a:cxnLst>
              <a:rect l="0" t="0" r="r" b="b"/>
              <a:pathLst>
                <a:path w="154" h="163">
                  <a:moveTo>
                    <a:pt x="73" y="15"/>
                  </a:moveTo>
                  <a:cubicBezTo>
                    <a:pt x="0" y="30"/>
                    <a:pt x="25" y="163"/>
                    <a:pt x="89" y="150"/>
                  </a:cubicBezTo>
                  <a:cubicBezTo>
                    <a:pt x="154" y="137"/>
                    <a:pt x="147" y="0"/>
                    <a:pt x="73" y="15"/>
                  </a:cubicBezTo>
                  <a:close/>
                </a:path>
              </a:pathLst>
            </a:custGeom>
            <a:solidFill>
              <a:srgbClr val="FCCD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6" name="ïṧľíḓê">
              <a:extLst>
                <a:ext uri="{FF2B5EF4-FFF2-40B4-BE49-F238E27FC236}">
                  <a16:creationId xmlns:a16="http://schemas.microsoft.com/office/drawing/2014/main" id="{2CF42BAA-4D77-429F-A585-196FE2E304F4}"/>
                </a:ext>
              </a:extLst>
            </p:cNvPr>
            <p:cNvSpPr/>
            <p:nvPr/>
          </p:nvSpPr>
          <p:spPr bwMode="auto">
            <a:xfrm>
              <a:off x="4058553" y="3435293"/>
              <a:ext cx="487025" cy="806674"/>
            </a:xfrm>
            <a:custGeom>
              <a:avLst/>
              <a:gdLst>
                <a:gd name="T0" fmla="*/ 79 w 186"/>
                <a:gd name="T1" fmla="*/ 0 h 309"/>
                <a:gd name="T2" fmla="*/ 100 w 186"/>
                <a:gd name="T3" fmla="*/ 38 h 309"/>
                <a:gd name="T4" fmla="*/ 137 w 186"/>
                <a:gd name="T5" fmla="*/ 10 h 309"/>
                <a:gd name="T6" fmla="*/ 169 w 186"/>
                <a:gd name="T7" fmla="*/ 34 h 309"/>
                <a:gd name="T8" fmla="*/ 186 w 186"/>
                <a:gd name="T9" fmla="*/ 271 h 309"/>
                <a:gd name="T10" fmla="*/ 0 w 186"/>
                <a:gd name="T11" fmla="*/ 275 h 309"/>
                <a:gd name="T12" fmla="*/ 39 w 186"/>
                <a:gd name="T13" fmla="*/ 14 h 309"/>
                <a:gd name="T14" fmla="*/ 79 w 186"/>
                <a:gd name="T15" fmla="*/ 0 h 3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 h="309">
                  <a:moveTo>
                    <a:pt x="79" y="0"/>
                  </a:moveTo>
                  <a:cubicBezTo>
                    <a:pt x="79" y="0"/>
                    <a:pt x="70" y="31"/>
                    <a:pt x="100" y="38"/>
                  </a:cubicBezTo>
                  <a:cubicBezTo>
                    <a:pt x="130" y="44"/>
                    <a:pt x="137" y="10"/>
                    <a:pt x="137" y="10"/>
                  </a:cubicBezTo>
                  <a:cubicBezTo>
                    <a:pt x="137" y="10"/>
                    <a:pt x="161" y="26"/>
                    <a:pt x="169" y="34"/>
                  </a:cubicBezTo>
                  <a:cubicBezTo>
                    <a:pt x="177" y="41"/>
                    <a:pt x="186" y="244"/>
                    <a:pt x="186" y="271"/>
                  </a:cubicBezTo>
                  <a:cubicBezTo>
                    <a:pt x="186" y="271"/>
                    <a:pt x="91" y="309"/>
                    <a:pt x="0" y="275"/>
                  </a:cubicBezTo>
                  <a:cubicBezTo>
                    <a:pt x="0" y="275"/>
                    <a:pt x="36" y="24"/>
                    <a:pt x="39" y="14"/>
                  </a:cubicBezTo>
                  <a:cubicBezTo>
                    <a:pt x="42" y="3"/>
                    <a:pt x="79" y="0"/>
                    <a:pt x="79" y="0"/>
                  </a:cubicBezTo>
                  <a:close/>
                </a:path>
              </a:pathLst>
            </a:custGeom>
            <a:solidFill>
              <a:srgbClr val="E34A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7" name="iṣ1iḑé">
              <a:extLst>
                <a:ext uri="{FF2B5EF4-FFF2-40B4-BE49-F238E27FC236}">
                  <a16:creationId xmlns:a16="http://schemas.microsoft.com/office/drawing/2014/main" id="{F30EABBA-9943-4179-A04B-AEA37246A7EF}"/>
                </a:ext>
              </a:extLst>
            </p:cNvPr>
            <p:cNvSpPr/>
            <p:nvPr/>
          </p:nvSpPr>
          <p:spPr bwMode="auto">
            <a:xfrm>
              <a:off x="4176848" y="2970921"/>
              <a:ext cx="371246" cy="274344"/>
            </a:xfrm>
            <a:custGeom>
              <a:avLst/>
              <a:gdLst>
                <a:gd name="T0" fmla="*/ 55 w 142"/>
                <a:gd name="T1" fmla="*/ 64 h 105"/>
                <a:gd name="T2" fmla="*/ 141 w 142"/>
                <a:gd name="T3" fmla="*/ 79 h 105"/>
                <a:gd name="T4" fmla="*/ 107 w 142"/>
                <a:gd name="T5" fmla="*/ 17 h 105"/>
                <a:gd name="T6" fmla="*/ 42 w 142"/>
                <a:gd name="T7" fmla="*/ 27 h 105"/>
                <a:gd name="T8" fmla="*/ 10 w 142"/>
                <a:gd name="T9" fmla="*/ 94 h 105"/>
                <a:gd name="T10" fmla="*/ 55 w 142"/>
                <a:gd name="T11" fmla="*/ 64 h 105"/>
              </a:gdLst>
              <a:ahLst/>
              <a:cxnLst>
                <a:cxn ang="0">
                  <a:pos x="T0" y="T1"/>
                </a:cxn>
                <a:cxn ang="0">
                  <a:pos x="T2" y="T3"/>
                </a:cxn>
                <a:cxn ang="0">
                  <a:pos x="T4" y="T5"/>
                </a:cxn>
                <a:cxn ang="0">
                  <a:pos x="T6" y="T7"/>
                </a:cxn>
                <a:cxn ang="0">
                  <a:pos x="T8" y="T9"/>
                </a:cxn>
                <a:cxn ang="0">
                  <a:pos x="T10" y="T11"/>
                </a:cxn>
              </a:cxnLst>
              <a:rect l="0" t="0" r="r" b="b"/>
              <a:pathLst>
                <a:path w="142" h="105">
                  <a:moveTo>
                    <a:pt x="55" y="64"/>
                  </a:moveTo>
                  <a:cubicBezTo>
                    <a:pt x="55" y="64"/>
                    <a:pt x="106" y="90"/>
                    <a:pt x="141" y="79"/>
                  </a:cubicBezTo>
                  <a:cubicBezTo>
                    <a:pt x="141" y="79"/>
                    <a:pt x="142" y="33"/>
                    <a:pt x="107" y="17"/>
                  </a:cubicBezTo>
                  <a:cubicBezTo>
                    <a:pt x="72" y="0"/>
                    <a:pt x="42" y="27"/>
                    <a:pt x="42" y="27"/>
                  </a:cubicBezTo>
                  <a:cubicBezTo>
                    <a:pt x="42" y="27"/>
                    <a:pt x="0" y="41"/>
                    <a:pt x="10" y="94"/>
                  </a:cubicBezTo>
                  <a:cubicBezTo>
                    <a:pt x="10" y="94"/>
                    <a:pt x="36" y="105"/>
                    <a:pt x="55" y="64"/>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8" name="ïṡ1îḓé">
              <a:extLst>
                <a:ext uri="{FF2B5EF4-FFF2-40B4-BE49-F238E27FC236}">
                  <a16:creationId xmlns:a16="http://schemas.microsoft.com/office/drawing/2014/main" id="{3DF1907E-52A3-447E-8320-E398AD10162C}"/>
                </a:ext>
              </a:extLst>
            </p:cNvPr>
            <p:cNvSpPr/>
            <p:nvPr/>
          </p:nvSpPr>
          <p:spPr bwMode="auto">
            <a:xfrm>
              <a:off x="4312762" y="3218838"/>
              <a:ext cx="25169" cy="44047"/>
            </a:xfrm>
            <a:custGeom>
              <a:avLst/>
              <a:gdLst>
                <a:gd name="T0" fmla="*/ 0 w 10"/>
                <a:gd name="T1" fmla="*/ 6 h 17"/>
                <a:gd name="T2" fmla="*/ 0 w 10"/>
                <a:gd name="T3" fmla="*/ 12 h 17"/>
                <a:gd name="T4" fmla="*/ 5 w 10"/>
                <a:gd name="T5" fmla="*/ 17 h 17"/>
                <a:gd name="T6" fmla="*/ 9 w 10"/>
                <a:gd name="T7" fmla="*/ 12 h 17"/>
                <a:gd name="T8" fmla="*/ 9 w 10"/>
                <a:gd name="T9" fmla="*/ 6 h 17"/>
                <a:gd name="T10" fmla="*/ 0 w 10"/>
                <a:gd name="T11" fmla="*/ 6 h 17"/>
              </a:gdLst>
              <a:ahLst/>
              <a:cxnLst>
                <a:cxn ang="0">
                  <a:pos x="T0" y="T1"/>
                </a:cxn>
                <a:cxn ang="0">
                  <a:pos x="T2" y="T3"/>
                </a:cxn>
                <a:cxn ang="0">
                  <a:pos x="T4" y="T5"/>
                </a:cxn>
                <a:cxn ang="0">
                  <a:pos x="T6" y="T7"/>
                </a:cxn>
                <a:cxn ang="0">
                  <a:pos x="T8" y="T9"/>
                </a:cxn>
                <a:cxn ang="0">
                  <a:pos x="T10" y="T11"/>
                </a:cxn>
              </a:cxnLst>
              <a:rect l="0" t="0" r="r" b="b"/>
              <a:pathLst>
                <a:path w="10" h="17">
                  <a:moveTo>
                    <a:pt x="0" y="6"/>
                  </a:moveTo>
                  <a:cubicBezTo>
                    <a:pt x="0" y="8"/>
                    <a:pt x="0" y="10"/>
                    <a:pt x="0" y="12"/>
                  </a:cubicBezTo>
                  <a:cubicBezTo>
                    <a:pt x="0" y="15"/>
                    <a:pt x="3" y="17"/>
                    <a:pt x="5" y="17"/>
                  </a:cubicBezTo>
                  <a:cubicBezTo>
                    <a:pt x="7" y="17"/>
                    <a:pt x="9" y="15"/>
                    <a:pt x="9" y="12"/>
                  </a:cubicBezTo>
                  <a:cubicBezTo>
                    <a:pt x="9" y="10"/>
                    <a:pt x="9" y="8"/>
                    <a:pt x="9" y="6"/>
                  </a:cubicBezTo>
                  <a:cubicBezTo>
                    <a:pt x="10" y="0"/>
                    <a:pt x="0" y="0"/>
                    <a:pt x="0" y="6"/>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9" name="íṧḷídè">
              <a:extLst>
                <a:ext uri="{FF2B5EF4-FFF2-40B4-BE49-F238E27FC236}">
                  <a16:creationId xmlns:a16="http://schemas.microsoft.com/office/drawing/2014/main" id="{6F2FC895-2103-4A2D-BE1B-59504FD9CA4B}"/>
                </a:ext>
              </a:extLst>
            </p:cNvPr>
            <p:cNvSpPr/>
            <p:nvPr/>
          </p:nvSpPr>
          <p:spPr bwMode="auto">
            <a:xfrm>
              <a:off x="4422248" y="3218838"/>
              <a:ext cx="23911" cy="44047"/>
            </a:xfrm>
            <a:custGeom>
              <a:avLst/>
              <a:gdLst>
                <a:gd name="T0" fmla="*/ 0 w 9"/>
                <a:gd name="T1" fmla="*/ 6 h 17"/>
                <a:gd name="T2" fmla="*/ 0 w 9"/>
                <a:gd name="T3" fmla="*/ 12 h 17"/>
                <a:gd name="T4" fmla="*/ 4 w 9"/>
                <a:gd name="T5" fmla="*/ 17 h 17"/>
                <a:gd name="T6" fmla="*/ 9 w 9"/>
                <a:gd name="T7" fmla="*/ 12 h 17"/>
                <a:gd name="T8" fmla="*/ 9 w 9"/>
                <a:gd name="T9" fmla="*/ 6 h 17"/>
                <a:gd name="T10" fmla="*/ 0 w 9"/>
                <a:gd name="T11" fmla="*/ 6 h 17"/>
              </a:gdLst>
              <a:ahLst/>
              <a:cxnLst>
                <a:cxn ang="0">
                  <a:pos x="T0" y="T1"/>
                </a:cxn>
                <a:cxn ang="0">
                  <a:pos x="T2" y="T3"/>
                </a:cxn>
                <a:cxn ang="0">
                  <a:pos x="T4" y="T5"/>
                </a:cxn>
                <a:cxn ang="0">
                  <a:pos x="T6" y="T7"/>
                </a:cxn>
                <a:cxn ang="0">
                  <a:pos x="T8" y="T9"/>
                </a:cxn>
                <a:cxn ang="0">
                  <a:pos x="T10" y="T11"/>
                </a:cxn>
              </a:cxnLst>
              <a:rect l="0" t="0" r="r" b="b"/>
              <a:pathLst>
                <a:path w="9" h="17">
                  <a:moveTo>
                    <a:pt x="0" y="6"/>
                  </a:moveTo>
                  <a:cubicBezTo>
                    <a:pt x="0" y="8"/>
                    <a:pt x="0" y="10"/>
                    <a:pt x="0" y="12"/>
                  </a:cubicBezTo>
                  <a:cubicBezTo>
                    <a:pt x="0" y="15"/>
                    <a:pt x="2" y="17"/>
                    <a:pt x="4" y="17"/>
                  </a:cubicBezTo>
                  <a:cubicBezTo>
                    <a:pt x="7" y="17"/>
                    <a:pt x="9" y="15"/>
                    <a:pt x="9" y="12"/>
                  </a:cubicBezTo>
                  <a:cubicBezTo>
                    <a:pt x="9" y="10"/>
                    <a:pt x="9" y="8"/>
                    <a:pt x="9" y="6"/>
                  </a:cubicBezTo>
                  <a:cubicBezTo>
                    <a:pt x="9" y="0"/>
                    <a:pt x="0" y="0"/>
                    <a:pt x="0" y="6"/>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0" name="íṧḷíḍê">
              <a:extLst>
                <a:ext uri="{FF2B5EF4-FFF2-40B4-BE49-F238E27FC236}">
                  <a16:creationId xmlns:a16="http://schemas.microsoft.com/office/drawing/2014/main" id="{2E35669E-DCB9-4DFB-A652-1125E0948DDE}"/>
                </a:ext>
              </a:extLst>
            </p:cNvPr>
            <p:cNvSpPr/>
            <p:nvPr/>
          </p:nvSpPr>
          <p:spPr bwMode="auto">
            <a:xfrm>
              <a:off x="4312762" y="3226389"/>
              <a:ext cx="10068" cy="7551"/>
            </a:xfrm>
            <a:custGeom>
              <a:avLst/>
              <a:gdLst>
                <a:gd name="T0" fmla="*/ 2 w 4"/>
                <a:gd name="T1" fmla="*/ 0 h 3"/>
                <a:gd name="T2" fmla="*/ 2 w 4"/>
                <a:gd name="T3" fmla="*/ 3 h 3"/>
                <a:gd name="T4" fmla="*/ 2 w 4"/>
                <a:gd name="T5" fmla="*/ 0 h 3"/>
              </a:gdLst>
              <a:ahLst/>
              <a:cxnLst>
                <a:cxn ang="0">
                  <a:pos x="T0" y="T1"/>
                </a:cxn>
                <a:cxn ang="0">
                  <a:pos x="T2" y="T3"/>
                </a:cxn>
                <a:cxn ang="0">
                  <a:pos x="T4" y="T5"/>
                </a:cxn>
              </a:cxnLst>
              <a:rect l="0" t="0" r="r" b="b"/>
              <a:pathLst>
                <a:path w="4" h="3">
                  <a:moveTo>
                    <a:pt x="2" y="0"/>
                  </a:moveTo>
                  <a:cubicBezTo>
                    <a:pt x="0" y="0"/>
                    <a:pt x="0" y="3"/>
                    <a:pt x="2" y="3"/>
                  </a:cubicBezTo>
                  <a:cubicBezTo>
                    <a:pt x="4" y="3"/>
                    <a:pt x="4"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1" name="ïsļíḓê">
              <a:extLst>
                <a:ext uri="{FF2B5EF4-FFF2-40B4-BE49-F238E27FC236}">
                  <a16:creationId xmlns:a16="http://schemas.microsoft.com/office/drawing/2014/main" id="{A2F84F6B-4B5B-4871-9062-EE744DCC89BC}"/>
                </a:ext>
              </a:extLst>
            </p:cNvPr>
            <p:cNvSpPr/>
            <p:nvPr/>
          </p:nvSpPr>
          <p:spPr bwMode="auto">
            <a:xfrm>
              <a:off x="4422248" y="3226389"/>
              <a:ext cx="10068" cy="7551"/>
            </a:xfrm>
            <a:custGeom>
              <a:avLst/>
              <a:gdLst>
                <a:gd name="T0" fmla="*/ 2 w 4"/>
                <a:gd name="T1" fmla="*/ 0 h 3"/>
                <a:gd name="T2" fmla="*/ 2 w 4"/>
                <a:gd name="T3" fmla="*/ 3 h 3"/>
                <a:gd name="T4" fmla="*/ 2 w 4"/>
                <a:gd name="T5" fmla="*/ 0 h 3"/>
              </a:gdLst>
              <a:ahLst/>
              <a:cxnLst>
                <a:cxn ang="0">
                  <a:pos x="T0" y="T1"/>
                </a:cxn>
                <a:cxn ang="0">
                  <a:pos x="T2" y="T3"/>
                </a:cxn>
                <a:cxn ang="0">
                  <a:pos x="T4" y="T5"/>
                </a:cxn>
              </a:cxnLst>
              <a:rect l="0" t="0" r="r" b="b"/>
              <a:pathLst>
                <a:path w="4" h="3">
                  <a:moveTo>
                    <a:pt x="2" y="0"/>
                  </a:moveTo>
                  <a:cubicBezTo>
                    <a:pt x="0" y="0"/>
                    <a:pt x="0" y="3"/>
                    <a:pt x="2" y="3"/>
                  </a:cubicBezTo>
                  <a:cubicBezTo>
                    <a:pt x="4" y="3"/>
                    <a:pt x="4"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2" name="iṣḻïdê">
              <a:extLst>
                <a:ext uri="{FF2B5EF4-FFF2-40B4-BE49-F238E27FC236}">
                  <a16:creationId xmlns:a16="http://schemas.microsoft.com/office/drawing/2014/main" id="{C0D0BCA0-1849-4DD5-888E-5F56BDC6882F}"/>
                </a:ext>
              </a:extLst>
            </p:cNvPr>
            <p:cNvSpPr/>
            <p:nvPr/>
          </p:nvSpPr>
          <p:spPr bwMode="auto">
            <a:xfrm>
              <a:off x="4306470" y="3182342"/>
              <a:ext cx="37754" cy="20135"/>
            </a:xfrm>
            <a:custGeom>
              <a:avLst/>
              <a:gdLst>
                <a:gd name="T0" fmla="*/ 12 w 14"/>
                <a:gd name="T1" fmla="*/ 3 h 8"/>
                <a:gd name="T2" fmla="*/ 1 w 14"/>
                <a:gd name="T3" fmla="*/ 5 h 8"/>
                <a:gd name="T4" fmla="*/ 3 w 14"/>
                <a:gd name="T5" fmla="*/ 8 h 8"/>
                <a:gd name="T6" fmla="*/ 7 w 14"/>
                <a:gd name="T7" fmla="*/ 7 h 8"/>
                <a:gd name="T8" fmla="*/ 10 w 14"/>
                <a:gd name="T9" fmla="*/ 7 h 8"/>
                <a:gd name="T10" fmla="*/ 12 w 14"/>
                <a:gd name="T11" fmla="*/ 3 h 8"/>
              </a:gdLst>
              <a:ahLst/>
              <a:cxnLst>
                <a:cxn ang="0">
                  <a:pos x="T0" y="T1"/>
                </a:cxn>
                <a:cxn ang="0">
                  <a:pos x="T2" y="T3"/>
                </a:cxn>
                <a:cxn ang="0">
                  <a:pos x="T4" y="T5"/>
                </a:cxn>
                <a:cxn ang="0">
                  <a:pos x="T6" y="T7"/>
                </a:cxn>
                <a:cxn ang="0">
                  <a:pos x="T8" y="T9"/>
                </a:cxn>
                <a:cxn ang="0">
                  <a:pos x="T10" y="T11"/>
                </a:cxn>
              </a:cxnLst>
              <a:rect l="0" t="0" r="r" b="b"/>
              <a:pathLst>
                <a:path w="14" h="8">
                  <a:moveTo>
                    <a:pt x="12" y="3"/>
                  </a:moveTo>
                  <a:cubicBezTo>
                    <a:pt x="9" y="0"/>
                    <a:pt x="2" y="1"/>
                    <a:pt x="1" y="5"/>
                  </a:cubicBezTo>
                  <a:cubicBezTo>
                    <a:pt x="0" y="7"/>
                    <a:pt x="2" y="8"/>
                    <a:pt x="3" y="8"/>
                  </a:cubicBezTo>
                  <a:cubicBezTo>
                    <a:pt x="4" y="8"/>
                    <a:pt x="5" y="7"/>
                    <a:pt x="7" y="7"/>
                  </a:cubicBezTo>
                  <a:cubicBezTo>
                    <a:pt x="8" y="7"/>
                    <a:pt x="9" y="7"/>
                    <a:pt x="10" y="7"/>
                  </a:cubicBezTo>
                  <a:cubicBezTo>
                    <a:pt x="13" y="8"/>
                    <a:pt x="14" y="4"/>
                    <a:pt x="12" y="3"/>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3" name="ïṡḻidé">
              <a:extLst>
                <a:ext uri="{FF2B5EF4-FFF2-40B4-BE49-F238E27FC236}">
                  <a16:creationId xmlns:a16="http://schemas.microsoft.com/office/drawing/2014/main" id="{4EF62218-05E7-4EE0-9822-0EACA0D55F30}"/>
                </a:ext>
              </a:extLst>
            </p:cNvPr>
            <p:cNvSpPr/>
            <p:nvPr/>
          </p:nvSpPr>
          <p:spPr bwMode="auto">
            <a:xfrm>
              <a:off x="4414697" y="3182342"/>
              <a:ext cx="36496" cy="20135"/>
            </a:xfrm>
            <a:custGeom>
              <a:avLst/>
              <a:gdLst>
                <a:gd name="T0" fmla="*/ 2 w 14"/>
                <a:gd name="T1" fmla="*/ 3 h 8"/>
                <a:gd name="T2" fmla="*/ 14 w 14"/>
                <a:gd name="T3" fmla="*/ 5 h 8"/>
                <a:gd name="T4" fmla="*/ 11 w 14"/>
                <a:gd name="T5" fmla="*/ 8 h 8"/>
                <a:gd name="T6" fmla="*/ 8 w 14"/>
                <a:gd name="T7" fmla="*/ 7 h 8"/>
                <a:gd name="T8" fmla="*/ 4 w 14"/>
                <a:gd name="T9" fmla="*/ 7 h 8"/>
                <a:gd name="T10" fmla="*/ 2 w 14"/>
                <a:gd name="T11" fmla="*/ 3 h 8"/>
              </a:gdLst>
              <a:ahLst/>
              <a:cxnLst>
                <a:cxn ang="0">
                  <a:pos x="T0" y="T1"/>
                </a:cxn>
                <a:cxn ang="0">
                  <a:pos x="T2" y="T3"/>
                </a:cxn>
                <a:cxn ang="0">
                  <a:pos x="T4" y="T5"/>
                </a:cxn>
                <a:cxn ang="0">
                  <a:pos x="T6" y="T7"/>
                </a:cxn>
                <a:cxn ang="0">
                  <a:pos x="T8" y="T9"/>
                </a:cxn>
                <a:cxn ang="0">
                  <a:pos x="T10" y="T11"/>
                </a:cxn>
              </a:cxnLst>
              <a:rect l="0" t="0" r="r" b="b"/>
              <a:pathLst>
                <a:path w="14" h="8">
                  <a:moveTo>
                    <a:pt x="2" y="3"/>
                  </a:moveTo>
                  <a:cubicBezTo>
                    <a:pt x="6" y="0"/>
                    <a:pt x="13" y="1"/>
                    <a:pt x="14" y="5"/>
                  </a:cubicBezTo>
                  <a:cubicBezTo>
                    <a:pt x="14" y="7"/>
                    <a:pt x="13" y="8"/>
                    <a:pt x="11" y="8"/>
                  </a:cubicBezTo>
                  <a:cubicBezTo>
                    <a:pt x="10" y="8"/>
                    <a:pt x="9" y="7"/>
                    <a:pt x="8" y="7"/>
                  </a:cubicBezTo>
                  <a:cubicBezTo>
                    <a:pt x="7" y="7"/>
                    <a:pt x="5" y="7"/>
                    <a:pt x="4" y="7"/>
                  </a:cubicBezTo>
                  <a:cubicBezTo>
                    <a:pt x="1" y="8"/>
                    <a:pt x="0" y="4"/>
                    <a:pt x="2" y="3"/>
                  </a:cubicBezTo>
                  <a:close/>
                </a:path>
              </a:pathLst>
            </a:custGeom>
            <a:solidFill>
              <a:srgbClr val="6E48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4" name="îSļïḓê">
              <a:extLst>
                <a:ext uri="{FF2B5EF4-FFF2-40B4-BE49-F238E27FC236}">
                  <a16:creationId xmlns:a16="http://schemas.microsoft.com/office/drawing/2014/main" id="{B4D4BC71-11EC-43DB-BDDC-8E02C8EC0209}"/>
                </a:ext>
              </a:extLst>
            </p:cNvPr>
            <p:cNvSpPr/>
            <p:nvPr/>
          </p:nvSpPr>
          <p:spPr bwMode="auto">
            <a:xfrm>
              <a:off x="4364359" y="3272951"/>
              <a:ext cx="26428" cy="16360"/>
            </a:xfrm>
            <a:custGeom>
              <a:avLst/>
              <a:gdLst>
                <a:gd name="T0" fmla="*/ 6 w 10"/>
                <a:gd name="T1" fmla="*/ 1 h 6"/>
                <a:gd name="T2" fmla="*/ 2 w 10"/>
                <a:gd name="T3" fmla="*/ 1 h 6"/>
                <a:gd name="T4" fmla="*/ 1 w 10"/>
                <a:gd name="T5" fmla="*/ 2 h 6"/>
                <a:gd name="T6" fmla="*/ 8 w 10"/>
                <a:gd name="T7" fmla="*/ 4 h 6"/>
                <a:gd name="T8" fmla="*/ 6 w 10"/>
                <a:gd name="T9" fmla="*/ 1 h 6"/>
              </a:gdLst>
              <a:ahLst/>
              <a:cxnLst>
                <a:cxn ang="0">
                  <a:pos x="T0" y="T1"/>
                </a:cxn>
                <a:cxn ang="0">
                  <a:pos x="T2" y="T3"/>
                </a:cxn>
                <a:cxn ang="0">
                  <a:pos x="T4" y="T5"/>
                </a:cxn>
                <a:cxn ang="0">
                  <a:pos x="T6" y="T7"/>
                </a:cxn>
                <a:cxn ang="0">
                  <a:pos x="T8" y="T9"/>
                </a:cxn>
              </a:cxnLst>
              <a:rect l="0" t="0" r="r" b="b"/>
              <a:pathLst>
                <a:path w="10" h="6">
                  <a:moveTo>
                    <a:pt x="6" y="1"/>
                  </a:moveTo>
                  <a:cubicBezTo>
                    <a:pt x="5" y="1"/>
                    <a:pt x="3" y="1"/>
                    <a:pt x="2" y="1"/>
                  </a:cubicBezTo>
                  <a:cubicBezTo>
                    <a:pt x="1" y="0"/>
                    <a:pt x="0" y="1"/>
                    <a:pt x="1" y="2"/>
                  </a:cubicBezTo>
                  <a:cubicBezTo>
                    <a:pt x="2" y="5"/>
                    <a:pt x="5" y="6"/>
                    <a:pt x="8" y="4"/>
                  </a:cubicBezTo>
                  <a:cubicBezTo>
                    <a:pt x="10" y="3"/>
                    <a:pt x="8" y="0"/>
                    <a:pt x="6" y="1"/>
                  </a:cubicBezTo>
                  <a:close/>
                </a:path>
              </a:pathLst>
            </a:custGeom>
            <a:solidFill>
              <a:srgbClr val="FABD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5" name="ïṩḷïďê">
              <a:extLst>
                <a:ext uri="{FF2B5EF4-FFF2-40B4-BE49-F238E27FC236}">
                  <a16:creationId xmlns:a16="http://schemas.microsoft.com/office/drawing/2014/main" id="{BADDD970-A05A-4AA2-B1F0-3F04B83A8135}"/>
                </a:ext>
              </a:extLst>
            </p:cNvPr>
            <p:cNvSpPr/>
            <p:nvPr/>
          </p:nvSpPr>
          <p:spPr bwMode="auto">
            <a:xfrm>
              <a:off x="4344224" y="3311964"/>
              <a:ext cx="64182" cy="33979"/>
            </a:xfrm>
            <a:custGeom>
              <a:avLst/>
              <a:gdLst>
                <a:gd name="T0" fmla="*/ 24 w 25"/>
                <a:gd name="T1" fmla="*/ 0 h 13"/>
                <a:gd name="T2" fmla="*/ 2 w 25"/>
                <a:gd name="T3" fmla="*/ 0 h 13"/>
                <a:gd name="T4" fmla="*/ 0 w 25"/>
                <a:gd name="T5" fmla="*/ 1 h 13"/>
                <a:gd name="T6" fmla="*/ 13 w 25"/>
                <a:gd name="T7" fmla="*/ 13 h 13"/>
                <a:gd name="T8" fmla="*/ 25 w 25"/>
                <a:gd name="T9" fmla="*/ 1 h 13"/>
                <a:gd name="T10" fmla="*/ 24 w 25"/>
                <a:gd name="T11" fmla="*/ 0 h 13"/>
              </a:gdLst>
              <a:ahLst/>
              <a:cxnLst>
                <a:cxn ang="0">
                  <a:pos x="T0" y="T1"/>
                </a:cxn>
                <a:cxn ang="0">
                  <a:pos x="T2" y="T3"/>
                </a:cxn>
                <a:cxn ang="0">
                  <a:pos x="T4" y="T5"/>
                </a:cxn>
                <a:cxn ang="0">
                  <a:pos x="T6" y="T7"/>
                </a:cxn>
                <a:cxn ang="0">
                  <a:pos x="T8" y="T9"/>
                </a:cxn>
                <a:cxn ang="0">
                  <a:pos x="T10" y="T11"/>
                </a:cxn>
              </a:cxnLst>
              <a:rect l="0" t="0" r="r" b="b"/>
              <a:pathLst>
                <a:path w="25" h="13">
                  <a:moveTo>
                    <a:pt x="24" y="0"/>
                  </a:moveTo>
                  <a:cubicBezTo>
                    <a:pt x="2" y="0"/>
                    <a:pt x="2" y="0"/>
                    <a:pt x="2" y="0"/>
                  </a:cubicBezTo>
                  <a:cubicBezTo>
                    <a:pt x="1" y="0"/>
                    <a:pt x="0" y="0"/>
                    <a:pt x="0" y="1"/>
                  </a:cubicBezTo>
                  <a:cubicBezTo>
                    <a:pt x="0" y="4"/>
                    <a:pt x="2" y="13"/>
                    <a:pt x="13" y="13"/>
                  </a:cubicBezTo>
                  <a:cubicBezTo>
                    <a:pt x="23" y="13"/>
                    <a:pt x="25" y="4"/>
                    <a:pt x="25" y="1"/>
                  </a:cubicBezTo>
                  <a:cubicBezTo>
                    <a:pt x="25" y="0"/>
                    <a:pt x="24"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6" name="išliḋè">
              <a:extLst>
                <a:ext uri="{FF2B5EF4-FFF2-40B4-BE49-F238E27FC236}">
                  <a16:creationId xmlns:a16="http://schemas.microsoft.com/office/drawing/2014/main" id="{7567FBB7-5281-4B93-AB2C-908DB78478C3}"/>
                </a:ext>
              </a:extLst>
            </p:cNvPr>
            <p:cNvSpPr/>
            <p:nvPr/>
          </p:nvSpPr>
          <p:spPr bwMode="auto">
            <a:xfrm>
              <a:off x="4354291" y="3323290"/>
              <a:ext cx="46563" cy="5034"/>
            </a:xfrm>
            <a:custGeom>
              <a:avLst/>
              <a:gdLst>
                <a:gd name="T0" fmla="*/ 17 w 18"/>
                <a:gd name="T1" fmla="*/ 0 h 2"/>
                <a:gd name="T2" fmla="*/ 1 w 18"/>
                <a:gd name="T3" fmla="*/ 0 h 2"/>
                <a:gd name="T4" fmla="*/ 1 w 18"/>
                <a:gd name="T5" fmla="*/ 0 h 2"/>
                <a:gd name="T6" fmla="*/ 1 w 18"/>
                <a:gd name="T7" fmla="*/ 0 h 2"/>
                <a:gd name="T8" fmla="*/ 1 w 18"/>
                <a:gd name="T9" fmla="*/ 1 h 2"/>
                <a:gd name="T10" fmla="*/ 1 w 18"/>
                <a:gd name="T11" fmla="*/ 1 h 2"/>
                <a:gd name="T12" fmla="*/ 1 w 18"/>
                <a:gd name="T13" fmla="*/ 1 h 2"/>
                <a:gd name="T14" fmla="*/ 17 w 18"/>
                <a:gd name="T15" fmla="*/ 1 h 2"/>
                <a:gd name="T16" fmla="*/ 17 w 18"/>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
                  <a:moveTo>
                    <a:pt x="17" y="0"/>
                  </a:moveTo>
                  <a:cubicBezTo>
                    <a:pt x="12" y="0"/>
                    <a:pt x="7" y="0"/>
                    <a:pt x="1" y="0"/>
                  </a:cubicBezTo>
                  <a:cubicBezTo>
                    <a:pt x="1" y="0"/>
                    <a:pt x="1" y="0"/>
                    <a:pt x="1" y="0"/>
                  </a:cubicBezTo>
                  <a:cubicBezTo>
                    <a:pt x="1" y="0"/>
                    <a:pt x="1" y="0"/>
                    <a:pt x="1" y="0"/>
                  </a:cubicBezTo>
                  <a:cubicBezTo>
                    <a:pt x="0" y="0"/>
                    <a:pt x="0" y="1"/>
                    <a:pt x="1" y="1"/>
                  </a:cubicBezTo>
                  <a:cubicBezTo>
                    <a:pt x="1" y="1"/>
                    <a:pt x="1" y="1"/>
                    <a:pt x="1" y="1"/>
                  </a:cubicBezTo>
                  <a:cubicBezTo>
                    <a:pt x="1" y="1"/>
                    <a:pt x="1" y="1"/>
                    <a:pt x="1" y="1"/>
                  </a:cubicBezTo>
                  <a:cubicBezTo>
                    <a:pt x="7" y="2"/>
                    <a:pt x="12" y="2"/>
                    <a:pt x="17" y="1"/>
                  </a:cubicBezTo>
                  <a:cubicBezTo>
                    <a:pt x="18" y="1"/>
                    <a:pt x="18" y="0"/>
                    <a:pt x="17" y="0"/>
                  </a:cubicBezTo>
                  <a:close/>
                </a:path>
              </a:pathLst>
            </a:custGeom>
            <a:solidFill>
              <a:srgbClr val="EDEDE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7" name="iṥḷiḑe">
              <a:extLst>
                <a:ext uri="{FF2B5EF4-FFF2-40B4-BE49-F238E27FC236}">
                  <a16:creationId xmlns:a16="http://schemas.microsoft.com/office/drawing/2014/main" id="{DFB0E2A5-50B3-47AC-A70A-0C4CC5604139}"/>
                </a:ext>
              </a:extLst>
            </p:cNvPr>
            <p:cNvSpPr/>
            <p:nvPr/>
          </p:nvSpPr>
          <p:spPr bwMode="auto">
            <a:xfrm>
              <a:off x="4856417" y="5158126"/>
              <a:ext cx="310840" cy="441720"/>
            </a:xfrm>
            <a:custGeom>
              <a:avLst/>
              <a:gdLst>
                <a:gd name="T0" fmla="*/ 71 w 119"/>
                <a:gd name="T1" fmla="*/ 161 h 169"/>
                <a:gd name="T2" fmla="*/ 50 w 119"/>
                <a:gd name="T3" fmla="*/ 140 h 169"/>
                <a:gd name="T4" fmla="*/ 10 w 119"/>
                <a:gd name="T5" fmla="*/ 70 h 169"/>
                <a:gd name="T6" fmla="*/ 0 w 119"/>
                <a:gd name="T7" fmla="*/ 37 h 169"/>
                <a:gd name="T8" fmla="*/ 13 w 119"/>
                <a:gd name="T9" fmla="*/ 7 h 169"/>
                <a:gd name="T10" fmla="*/ 49 w 119"/>
                <a:gd name="T11" fmla="*/ 7 h 169"/>
                <a:gd name="T12" fmla="*/ 76 w 119"/>
                <a:gd name="T13" fmla="*/ 34 h 169"/>
                <a:gd name="T14" fmla="*/ 99 w 119"/>
                <a:gd name="T15" fmla="*/ 91 h 169"/>
                <a:gd name="T16" fmla="*/ 108 w 119"/>
                <a:gd name="T17" fmla="*/ 121 h 169"/>
                <a:gd name="T18" fmla="*/ 117 w 119"/>
                <a:gd name="T19" fmla="*/ 151 h 169"/>
                <a:gd name="T20" fmla="*/ 71 w 119"/>
                <a:gd name="T21" fmla="*/ 16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69">
                  <a:moveTo>
                    <a:pt x="71" y="161"/>
                  </a:moveTo>
                  <a:cubicBezTo>
                    <a:pt x="62" y="156"/>
                    <a:pt x="56" y="148"/>
                    <a:pt x="50" y="140"/>
                  </a:cubicBezTo>
                  <a:cubicBezTo>
                    <a:pt x="34" y="118"/>
                    <a:pt x="21" y="95"/>
                    <a:pt x="10" y="70"/>
                  </a:cubicBezTo>
                  <a:cubicBezTo>
                    <a:pt x="5" y="60"/>
                    <a:pt x="1" y="49"/>
                    <a:pt x="0" y="37"/>
                  </a:cubicBezTo>
                  <a:cubicBezTo>
                    <a:pt x="0" y="26"/>
                    <a:pt x="4" y="14"/>
                    <a:pt x="13" y="7"/>
                  </a:cubicBezTo>
                  <a:cubicBezTo>
                    <a:pt x="24" y="0"/>
                    <a:pt x="38" y="1"/>
                    <a:pt x="49" y="7"/>
                  </a:cubicBezTo>
                  <a:cubicBezTo>
                    <a:pt x="61" y="13"/>
                    <a:pt x="69" y="23"/>
                    <a:pt x="76" y="34"/>
                  </a:cubicBezTo>
                  <a:cubicBezTo>
                    <a:pt x="87" y="51"/>
                    <a:pt x="93" y="71"/>
                    <a:pt x="99" y="91"/>
                  </a:cubicBezTo>
                  <a:cubicBezTo>
                    <a:pt x="102" y="101"/>
                    <a:pt x="105" y="111"/>
                    <a:pt x="108" y="121"/>
                  </a:cubicBezTo>
                  <a:cubicBezTo>
                    <a:pt x="111" y="130"/>
                    <a:pt x="119" y="141"/>
                    <a:pt x="117" y="151"/>
                  </a:cubicBezTo>
                  <a:cubicBezTo>
                    <a:pt x="113" y="169"/>
                    <a:pt x="83" y="167"/>
                    <a:pt x="71" y="161"/>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8" name="îṩḷïḑé">
              <a:extLst>
                <a:ext uri="{FF2B5EF4-FFF2-40B4-BE49-F238E27FC236}">
                  <a16:creationId xmlns:a16="http://schemas.microsoft.com/office/drawing/2014/main" id="{C4EA3600-452E-4B3F-AE6D-E74B283B0CA9}"/>
                </a:ext>
              </a:extLst>
            </p:cNvPr>
            <p:cNvSpPr/>
            <p:nvPr/>
          </p:nvSpPr>
          <p:spPr bwMode="auto">
            <a:xfrm>
              <a:off x="5094266" y="5200913"/>
              <a:ext cx="344818" cy="401449"/>
            </a:xfrm>
            <a:custGeom>
              <a:avLst/>
              <a:gdLst>
                <a:gd name="T0" fmla="*/ 83 w 132"/>
                <a:gd name="T1" fmla="*/ 3 h 154"/>
                <a:gd name="T2" fmla="*/ 110 w 132"/>
                <a:gd name="T3" fmla="*/ 2 h 154"/>
                <a:gd name="T4" fmla="*/ 129 w 132"/>
                <a:gd name="T5" fmla="*/ 21 h 154"/>
                <a:gd name="T6" fmla="*/ 113 w 132"/>
                <a:gd name="T7" fmla="*/ 56 h 154"/>
                <a:gd name="T8" fmla="*/ 75 w 132"/>
                <a:gd name="T9" fmla="*/ 93 h 154"/>
                <a:gd name="T10" fmla="*/ 29 w 132"/>
                <a:gd name="T11" fmla="*/ 148 h 154"/>
                <a:gd name="T12" fmla="*/ 2 w 132"/>
                <a:gd name="T13" fmla="*/ 114 h 154"/>
                <a:gd name="T14" fmla="*/ 83 w 132"/>
                <a:gd name="T15" fmla="*/ 3 h 1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154">
                  <a:moveTo>
                    <a:pt x="83" y="3"/>
                  </a:moveTo>
                  <a:cubicBezTo>
                    <a:pt x="92" y="1"/>
                    <a:pt x="101" y="0"/>
                    <a:pt x="110" y="2"/>
                  </a:cubicBezTo>
                  <a:cubicBezTo>
                    <a:pt x="119" y="5"/>
                    <a:pt x="127" y="12"/>
                    <a:pt x="129" y="21"/>
                  </a:cubicBezTo>
                  <a:cubicBezTo>
                    <a:pt x="132" y="34"/>
                    <a:pt x="123" y="46"/>
                    <a:pt x="113" y="56"/>
                  </a:cubicBezTo>
                  <a:cubicBezTo>
                    <a:pt x="100" y="68"/>
                    <a:pt x="86" y="79"/>
                    <a:pt x="75" y="93"/>
                  </a:cubicBezTo>
                  <a:cubicBezTo>
                    <a:pt x="63" y="110"/>
                    <a:pt x="52" y="143"/>
                    <a:pt x="29" y="148"/>
                  </a:cubicBezTo>
                  <a:cubicBezTo>
                    <a:pt x="0" y="154"/>
                    <a:pt x="0" y="135"/>
                    <a:pt x="2" y="114"/>
                  </a:cubicBezTo>
                  <a:cubicBezTo>
                    <a:pt x="7" y="66"/>
                    <a:pt x="32" y="16"/>
                    <a:pt x="83" y="3"/>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9" name="íṩḷiḓè">
              <a:extLst>
                <a:ext uri="{FF2B5EF4-FFF2-40B4-BE49-F238E27FC236}">
                  <a16:creationId xmlns:a16="http://schemas.microsoft.com/office/drawing/2014/main" id="{B2560E4B-ECC2-4D72-9D79-24CDD6224681}"/>
                </a:ext>
              </a:extLst>
            </p:cNvPr>
            <p:cNvSpPr/>
            <p:nvPr/>
          </p:nvSpPr>
          <p:spPr bwMode="auto">
            <a:xfrm>
              <a:off x="4999881" y="4912726"/>
              <a:ext cx="385089" cy="672018"/>
            </a:xfrm>
            <a:custGeom>
              <a:avLst/>
              <a:gdLst>
                <a:gd name="T0" fmla="*/ 11 w 147"/>
                <a:gd name="T1" fmla="*/ 202 h 257"/>
                <a:gd name="T2" fmla="*/ 3 w 147"/>
                <a:gd name="T3" fmla="*/ 114 h 257"/>
                <a:gd name="T4" fmla="*/ 104 w 147"/>
                <a:gd name="T5" fmla="*/ 114 h 257"/>
                <a:gd name="T6" fmla="*/ 74 w 147"/>
                <a:gd name="T7" fmla="*/ 192 h 257"/>
                <a:gd name="T8" fmla="*/ 49 w 147"/>
                <a:gd name="T9" fmla="*/ 257 h 257"/>
                <a:gd name="T10" fmla="*/ 11 w 147"/>
                <a:gd name="T11" fmla="*/ 202 h 257"/>
              </a:gdLst>
              <a:ahLst/>
              <a:cxnLst>
                <a:cxn ang="0">
                  <a:pos x="T0" y="T1"/>
                </a:cxn>
                <a:cxn ang="0">
                  <a:pos x="T2" y="T3"/>
                </a:cxn>
                <a:cxn ang="0">
                  <a:pos x="T4" y="T5"/>
                </a:cxn>
                <a:cxn ang="0">
                  <a:pos x="T6" y="T7"/>
                </a:cxn>
                <a:cxn ang="0">
                  <a:pos x="T8" y="T9"/>
                </a:cxn>
                <a:cxn ang="0">
                  <a:pos x="T10" y="T11"/>
                </a:cxn>
              </a:cxnLst>
              <a:rect l="0" t="0" r="r" b="b"/>
              <a:pathLst>
                <a:path w="147" h="257">
                  <a:moveTo>
                    <a:pt x="11" y="202"/>
                  </a:moveTo>
                  <a:cubicBezTo>
                    <a:pt x="2" y="174"/>
                    <a:pt x="0" y="144"/>
                    <a:pt x="3" y="114"/>
                  </a:cubicBezTo>
                  <a:cubicBezTo>
                    <a:pt x="12" y="32"/>
                    <a:pt x="147" y="0"/>
                    <a:pt x="104" y="114"/>
                  </a:cubicBezTo>
                  <a:cubicBezTo>
                    <a:pt x="94" y="140"/>
                    <a:pt x="84" y="166"/>
                    <a:pt x="74" y="192"/>
                  </a:cubicBezTo>
                  <a:cubicBezTo>
                    <a:pt x="69" y="206"/>
                    <a:pt x="63" y="256"/>
                    <a:pt x="49" y="257"/>
                  </a:cubicBezTo>
                  <a:cubicBezTo>
                    <a:pt x="32" y="257"/>
                    <a:pt x="15" y="214"/>
                    <a:pt x="11" y="202"/>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0" name="işľïḑè">
              <a:extLst>
                <a:ext uri="{FF2B5EF4-FFF2-40B4-BE49-F238E27FC236}">
                  <a16:creationId xmlns:a16="http://schemas.microsoft.com/office/drawing/2014/main" id="{B3F4E5CF-8CF8-4920-BB9C-62AD3751DBFB}"/>
                </a:ext>
              </a:extLst>
            </p:cNvPr>
            <p:cNvSpPr/>
            <p:nvPr/>
          </p:nvSpPr>
          <p:spPr bwMode="auto">
            <a:xfrm>
              <a:off x="8169944" y="4537705"/>
              <a:ext cx="198837" cy="281895"/>
            </a:xfrm>
            <a:custGeom>
              <a:avLst/>
              <a:gdLst>
                <a:gd name="T0" fmla="*/ 45 w 76"/>
                <a:gd name="T1" fmla="*/ 103 h 108"/>
                <a:gd name="T2" fmla="*/ 32 w 76"/>
                <a:gd name="T3" fmla="*/ 89 h 108"/>
                <a:gd name="T4" fmla="*/ 6 w 76"/>
                <a:gd name="T5" fmla="*/ 45 h 108"/>
                <a:gd name="T6" fmla="*/ 0 w 76"/>
                <a:gd name="T7" fmla="*/ 24 h 108"/>
                <a:gd name="T8" fmla="*/ 9 w 76"/>
                <a:gd name="T9" fmla="*/ 4 h 108"/>
                <a:gd name="T10" fmla="*/ 32 w 76"/>
                <a:gd name="T11" fmla="*/ 4 h 108"/>
                <a:gd name="T12" fmla="*/ 48 w 76"/>
                <a:gd name="T13" fmla="*/ 21 h 108"/>
                <a:gd name="T14" fmla="*/ 63 w 76"/>
                <a:gd name="T15" fmla="*/ 58 h 108"/>
                <a:gd name="T16" fmla="*/ 69 w 76"/>
                <a:gd name="T17" fmla="*/ 77 h 108"/>
                <a:gd name="T18" fmla="*/ 75 w 76"/>
                <a:gd name="T19" fmla="*/ 96 h 108"/>
                <a:gd name="T20" fmla="*/ 45 w 76"/>
                <a:gd name="T21" fmla="*/ 10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8">
                  <a:moveTo>
                    <a:pt x="45" y="103"/>
                  </a:moveTo>
                  <a:cubicBezTo>
                    <a:pt x="40" y="100"/>
                    <a:pt x="36" y="94"/>
                    <a:pt x="32" y="89"/>
                  </a:cubicBezTo>
                  <a:cubicBezTo>
                    <a:pt x="22" y="75"/>
                    <a:pt x="13" y="60"/>
                    <a:pt x="6" y="45"/>
                  </a:cubicBezTo>
                  <a:cubicBezTo>
                    <a:pt x="3" y="38"/>
                    <a:pt x="1" y="31"/>
                    <a:pt x="0" y="24"/>
                  </a:cubicBezTo>
                  <a:cubicBezTo>
                    <a:pt x="0" y="16"/>
                    <a:pt x="3" y="9"/>
                    <a:pt x="9" y="4"/>
                  </a:cubicBezTo>
                  <a:cubicBezTo>
                    <a:pt x="15" y="0"/>
                    <a:pt x="25" y="0"/>
                    <a:pt x="32" y="4"/>
                  </a:cubicBezTo>
                  <a:cubicBezTo>
                    <a:pt x="39" y="8"/>
                    <a:pt x="44" y="15"/>
                    <a:pt x="48" y="21"/>
                  </a:cubicBezTo>
                  <a:cubicBezTo>
                    <a:pt x="56" y="33"/>
                    <a:pt x="60" y="46"/>
                    <a:pt x="63" y="58"/>
                  </a:cubicBezTo>
                  <a:cubicBezTo>
                    <a:pt x="65" y="65"/>
                    <a:pt x="67" y="71"/>
                    <a:pt x="69" y="77"/>
                  </a:cubicBezTo>
                  <a:cubicBezTo>
                    <a:pt x="71" y="83"/>
                    <a:pt x="76" y="90"/>
                    <a:pt x="75" y="96"/>
                  </a:cubicBezTo>
                  <a:cubicBezTo>
                    <a:pt x="73" y="108"/>
                    <a:pt x="53" y="107"/>
                    <a:pt x="45" y="103"/>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1" name="iSḷïďe">
              <a:extLst>
                <a:ext uri="{FF2B5EF4-FFF2-40B4-BE49-F238E27FC236}">
                  <a16:creationId xmlns:a16="http://schemas.microsoft.com/office/drawing/2014/main" id="{EB28723B-06E3-4844-9DD6-E0835C702D75}"/>
                </a:ext>
              </a:extLst>
            </p:cNvPr>
            <p:cNvSpPr/>
            <p:nvPr/>
          </p:nvSpPr>
          <p:spPr bwMode="auto">
            <a:xfrm>
              <a:off x="8320959" y="4562874"/>
              <a:ext cx="222748" cy="256726"/>
            </a:xfrm>
            <a:custGeom>
              <a:avLst/>
              <a:gdLst>
                <a:gd name="T0" fmla="*/ 53 w 85"/>
                <a:gd name="T1" fmla="*/ 2 h 98"/>
                <a:gd name="T2" fmla="*/ 71 w 85"/>
                <a:gd name="T3" fmla="*/ 2 h 98"/>
                <a:gd name="T4" fmla="*/ 83 w 85"/>
                <a:gd name="T5" fmla="*/ 13 h 98"/>
                <a:gd name="T6" fmla="*/ 73 w 85"/>
                <a:gd name="T7" fmla="*/ 36 h 98"/>
                <a:gd name="T8" fmla="*/ 48 w 85"/>
                <a:gd name="T9" fmla="*/ 60 h 98"/>
                <a:gd name="T10" fmla="*/ 19 w 85"/>
                <a:gd name="T11" fmla="*/ 95 h 98"/>
                <a:gd name="T12" fmla="*/ 2 w 85"/>
                <a:gd name="T13" fmla="*/ 73 h 98"/>
                <a:gd name="T14" fmla="*/ 53 w 85"/>
                <a:gd name="T15" fmla="*/ 2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 h="98">
                  <a:moveTo>
                    <a:pt x="53" y="2"/>
                  </a:moveTo>
                  <a:cubicBezTo>
                    <a:pt x="59" y="1"/>
                    <a:pt x="65" y="0"/>
                    <a:pt x="71" y="2"/>
                  </a:cubicBezTo>
                  <a:cubicBezTo>
                    <a:pt x="76" y="3"/>
                    <a:pt x="81" y="8"/>
                    <a:pt x="83" y="13"/>
                  </a:cubicBezTo>
                  <a:cubicBezTo>
                    <a:pt x="85" y="22"/>
                    <a:pt x="79" y="30"/>
                    <a:pt x="73" y="36"/>
                  </a:cubicBezTo>
                  <a:cubicBezTo>
                    <a:pt x="64" y="44"/>
                    <a:pt x="55" y="51"/>
                    <a:pt x="48" y="60"/>
                  </a:cubicBezTo>
                  <a:cubicBezTo>
                    <a:pt x="40" y="70"/>
                    <a:pt x="33" y="92"/>
                    <a:pt x="19" y="95"/>
                  </a:cubicBezTo>
                  <a:cubicBezTo>
                    <a:pt x="0" y="98"/>
                    <a:pt x="0" y="86"/>
                    <a:pt x="2" y="73"/>
                  </a:cubicBezTo>
                  <a:cubicBezTo>
                    <a:pt x="5" y="42"/>
                    <a:pt x="21" y="10"/>
                    <a:pt x="53" y="2"/>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2" name="îŝlîďé">
              <a:extLst>
                <a:ext uri="{FF2B5EF4-FFF2-40B4-BE49-F238E27FC236}">
                  <a16:creationId xmlns:a16="http://schemas.microsoft.com/office/drawing/2014/main" id="{87511070-F0AF-4E21-8D94-E782F52240FC}"/>
                </a:ext>
              </a:extLst>
            </p:cNvPr>
            <p:cNvSpPr/>
            <p:nvPr/>
          </p:nvSpPr>
          <p:spPr bwMode="auto">
            <a:xfrm>
              <a:off x="8261811" y="4380397"/>
              <a:ext cx="245400" cy="427877"/>
            </a:xfrm>
            <a:custGeom>
              <a:avLst/>
              <a:gdLst>
                <a:gd name="T0" fmla="*/ 8 w 94"/>
                <a:gd name="T1" fmla="*/ 129 h 164"/>
                <a:gd name="T2" fmla="*/ 2 w 94"/>
                <a:gd name="T3" fmla="*/ 73 h 164"/>
                <a:gd name="T4" fmla="*/ 67 w 94"/>
                <a:gd name="T5" fmla="*/ 72 h 164"/>
                <a:gd name="T6" fmla="*/ 48 w 94"/>
                <a:gd name="T7" fmla="*/ 123 h 164"/>
                <a:gd name="T8" fmla="*/ 32 w 94"/>
                <a:gd name="T9" fmla="*/ 164 h 164"/>
                <a:gd name="T10" fmla="*/ 8 w 94"/>
                <a:gd name="T11" fmla="*/ 129 h 164"/>
              </a:gdLst>
              <a:ahLst/>
              <a:cxnLst>
                <a:cxn ang="0">
                  <a:pos x="T0" y="T1"/>
                </a:cxn>
                <a:cxn ang="0">
                  <a:pos x="T2" y="T3"/>
                </a:cxn>
                <a:cxn ang="0">
                  <a:pos x="T4" y="T5"/>
                </a:cxn>
                <a:cxn ang="0">
                  <a:pos x="T6" y="T7"/>
                </a:cxn>
                <a:cxn ang="0">
                  <a:pos x="T8" y="T9"/>
                </a:cxn>
                <a:cxn ang="0">
                  <a:pos x="T10" y="T11"/>
                </a:cxn>
              </a:cxnLst>
              <a:rect l="0" t="0" r="r" b="b"/>
              <a:pathLst>
                <a:path w="94" h="164">
                  <a:moveTo>
                    <a:pt x="8" y="129"/>
                  </a:moveTo>
                  <a:cubicBezTo>
                    <a:pt x="2" y="111"/>
                    <a:pt x="0" y="92"/>
                    <a:pt x="2" y="73"/>
                  </a:cubicBezTo>
                  <a:cubicBezTo>
                    <a:pt x="8" y="21"/>
                    <a:pt x="94" y="0"/>
                    <a:pt x="67" y="72"/>
                  </a:cubicBezTo>
                  <a:cubicBezTo>
                    <a:pt x="60" y="89"/>
                    <a:pt x="54" y="106"/>
                    <a:pt x="48" y="123"/>
                  </a:cubicBezTo>
                  <a:cubicBezTo>
                    <a:pt x="44" y="131"/>
                    <a:pt x="40" y="163"/>
                    <a:pt x="32" y="164"/>
                  </a:cubicBezTo>
                  <a:cubicBezTo>
                    <a:pt x="21" y="164"/>
                    <a:pt x="10" y="136"/>
                    <a:pt x="8" y="129"/>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3" name="ïṥľîḋè">
              <a:extLst>
                <a:ext uri="{FF2B5EF4-FFF2-40B4-BE49-F238E27FC236}">
                  <a16:creationId xmlns:a16="http://schemas.microsoft.com/office/drawing/2014/main" id="{39DD3773-EC48-4820-912A-A16D5D4BD5A0}"/>
                </a:ext>
              </a:extLst>
            </p:cNvPr>
            <p:cNvSpPr/>
            <p:nvPr/>
          </p:nvSpPr>
          <p:spPr bwMode="auto">
            <a:xfrm>
              <a:off x="6687477" y="4814566"/>
              <a:ext cx="347335" cy="586443"/>
            </a:xfrm>
            <a:custGeom>
              <a:avLst/>
              <a:gdLst>
                <a:gd name="T0" fmla="*/ 8 w 133"/>
                <a:gd name="T1" fmla="*/ 175 h 225"/>
                <a:gd name="T2" fmla="*/ 3 w 133"/>
                <a:gd name="T3" fmla="*/ 98 h 225"/>
                <a:gd name="T4" fmla="*/ 92 w 133"/>
                <a:gd name="T5" fmla="*/ 99 h 225"/>
                <a:gd name="T6" fmla="*/ 64 w 133"/>
                <a:gd name="T7" fmla="*/ 168 h 225"/>
                <a:gd name="T8" fmla="*/ 40 w 133"/>
                <a:gd name="T9" fmla="*/ 225 h 225"/>
                <a:gd name="T10" fmla="*/ 8 w 133"/>
                <a:gd name="T11" fmla="*/ 175 h 225"/>
              </a:gdLst>
              <a:ahLst/>
              <a:cxnLst>
                <a:cxn ang="0">
                  <a:pos x="T0" y="T1"/>
                </a:cxn>
                <a:cxn ang="0">
                  <a:pos x="T2" y="T3"/>
                </a:cxn>
                <a:cxn ang="0">
                  <a:pos x="T4" y="T5"/>
                </a:cxn>
                <a:cxn ang="0">
                  <a:pos x="T6" y="T7"/>
                </a:cxn>
                <a:cxn ang="0">
                  <a:pos x="T8" y="T9"/>
                </a:cxn>
                <a:cxn ang="0">
                  <a:pos x="T10" y="T11"/>
                </a:cxn>
              </a:cxnLst>
              <a:rect l="0" t="0" r="r" b="b"/>
              <a:pathLst>
                <a:path w="133" h="225">
                  <a:moveTo>
                    <a:pt x="8" y="175"/>
                  </a:moveTo>
                  <a:cubicBezTo>
                    <a:pt x="0" y="150"/>
                    <a:pt x="0" y="124"/>
                    <a:pt x="3" y="98"/>
                  </a:cubicBezTo>
                  <a:cubicBezTo>
                    <a:pt x="12" y="26"/>
                    <a:pt x="133" y="0"/>
                    <a:pt x="92" y="99"/>
                  </a:cubicBezTo>
                  <a:cubicBezTo>
                    <a:pt x="82" y="122"/>
                    <a:pt x="73" y="145"/>
                    <a:pt x="64" y="168"/>
                  </a:cubicBezTo>
                  <a:cubicBezTo>
                    <a:pt x="59" y="180"/>
                    <a:pt x="52" y="225"/>
                    <a:pt x="40" y="225"/>
                  </a:cubicBezTo>
                  <a:cubicBezTo>
                    <a:pt x="25" y="225"/>
                    <a:pt x="11" y="186"/>
                    <a:pt x="8" y="175"/>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4" name="išḻiḑè">
              <a:extLst>
                <a:ext uri="{FF2B5EF4-FFF2-40B4-BE49-F238E27FC236}">
                  <a16:creationId xmlns:a16="http://schemas.microsoft.com/office/drawing/2014/main" id="{11E9B77B-FC27-4AA3-9170-08B3873F9EBF}"/>
                </a:ext>
              </a:extLst>
            </p:cNvPr>
            <p:cNvSpPr/>
            <p:nvPr/>
          </p:nvSpPr>
          <p:spPr bwMode="auto">
            <a:xfrm>
              <a:off x="6564148" y="4919018"/>
              <a:ext cx="250434" cy="493317"/>
            </a:xfrm>
            <a:custGeom>
              <a:avLst/>
              <a:gdLst>
                <a:gd name="T0" fmla="*/ 49 w 96"/>
                <a:gd name="T1" fmla="*/ 161 h 189"/>
                <a:gd name="T2" fmla="*/ 18 w 96"/>
                <a:gd name="T3" fmla="*/ 111 h 189"/>
                <a:gd name="T4" fmla="*/ 78 w 96"/>
                <a:gd name="T5" fmla="*/ 81 h 189"/>
                <a:gd name="T6" fmla="*/ 84 w 96"/>
                <a:gd name="T7" fmla="*/ 137 h 189"/>
                <a:gd name="T8" fmla="*/ 88 w 96"/>
                <a:gd name="T9" fmla="*/ 183 h 189"/>
                <a:gd name="T10" fmla="*/ 49 w 96"/>
                <a:gd name="T11" fmla="*/ 161 h 189"/>
              </a:gdLst>
              <a:ahLst/>
              <a:cxnLst>
                <a:cxn ang="0">
                  <a:pos x="T0" y="T1"/>
                </a:cxn>
                <a:cxn ang="0">
                  <a:pos x="T2" y="T3"/>
                </a:cxn>
                <a:cxn ang="0">
                  <a:pos x="T4" y="T5"/>
                </a:cxn>
                <a:cxn ang="0">
                  <a:pos x="T6" y="T7"/>
                </a:cxn>
                <a:cxn ang="0">
                  <a:pos x="T8" y="T9"/>
                </a:cxn>
                <a:cxn ang="0">
                  <a:pos x="T10" y="T11"/>
                </a:cxn>
              </a:cxnLst>
              <a:rect l="0" t="0" r="r" b="b"/>
              <a:pathLst>
                <a:path w="96" h="189">
                  <a:moveTo>
                    <a:pt x="49" y="161"/>
                  </a:moveTo>
                  <a:cubicBezTo>
                    <a:pt x="35" y="147"/>
                    <a:pt x="25" y="130"/>
                    <a:pt x="18" y="111"/>
                  </a:cubicBezTo>
                  <a:cubicBezTo>
                    <a:pt x="0" y="60"/>
                    <a:pt x="71" y="0"/>
                    <a:pt x="78" y="81"/>
                  </a:cubicBezTo>
                  <a:cubicBezTo>
                    <a:pt x="80" y="100"/>
                    <a:pt x="82" y="118"/>
                    <a:pt x="84" y="137"/>
                  </a:cubicBezTo>
                  <a:cubicBezTo>
                    <a:pt x="85" y="147"/>
                    <a:pt x="96" y="179"/>
                    <a:pt x="88" y="183"/>
                  </a:cubicBezTo>
                  <a:cubicBezTo>
                    <a:pt x="77" y="189"/>
                    <a:pt x="55" y="167"/>
                    <a:pt x="49" y="161"/>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5" name="íş1ïde">
              <a:extLst>
                <a:ext uri="{FF2B5EF4-FFF2-40B4-BE49-F238E27FC236}">
                  <a16:creationId xmlns:a16="http://schemas.microsoft.com/office/drawing/2014/main" id="{84C0EAFD-BDAD-42C8-A179-A2C0BC20EAB6}"/>
                </a:ext>
              </a:extLst>
            </p:cNvPr>
            <p:cNvSpPr/>
            <p:nvPr/>
          </p:nvSpPr>
          <p:spPr bwMode="auto">
            <a:xfrm>
              <a:off x="6762985" y="5031022"/>
              <a:ext cx="400191" cy="381314"/>
            </a:xfrm>
            <a:custGeom>
              <a:avLst/>
              <a:gdLst>
                <a:gd name="T0" fmla="*/ 7 w 153"/>
                <a:gd name="T1" fmla="*/ 97 h 146"/>
                <a:gd name="T2" fmla="*/ 32 w 153"/>
                <a:gd name="T3" fmla="*/ 44 h 146"/>
                <a:gd name="T4" fmla="*/ 90 w 153"/>
                <a:gd name="T5" fmla="*/ 77 h 146"/>
                <a:gd name="T6" fmla="*/ 47 w 153"/>
                <a:gd name="T7" fmla="*/ 113 h 146"/>
                <a:gd name="T8" fmla="*/ 10 w 153"/>
                <a:gd name="T9" fmla="*/ 142 h 146"/>
                <a:gd name="T10" fmla="*/ 7 w 153"/>
                <a:gd name="T11" fmla="*/ 97 h 146"/>
              </a:gdLst>
              <a:ahLst/>
              <a:cxnLst>
                <a:cxn ang="0">
                  <a:pos x="T0" y="T1"/>
                </a:cxn>
                <a:cxn ang="0">
                  <a:pos x="T2" y="T3"/>
                </a:cxn>
                <a:cxn ang="0">
                  <a:pos x="T4" y="T5"/>
                </a:cxn>
                <a:cxn ang="0">
                  <a:pos x="T6" y="T7"/>
                </a:cxn>
                <a:cxn ang="0">
                  <a:pos x="T8" y="T9"/>
                </a:cxn>
                <a:cxn ang="0">
                  <a:pos x="T10" y="T11"/>
                </a:cxn>
              </a:cxnLst>
              <a:rect l="0" t="0" r="r" b="b"/>
              <a:pathLst>
                <a:path w="153" h="146">
                  <a:moveTo>
                    <a:pt x="7" y="97"/>
                  </a:moveTo>
                  <a:cubicBezTo>
                    <a:pt x="11" y="78"/>
                    <a:pt x="20" y="60"/>
                    <a:pt x="32" y="44"/>
                  </a:cubicBezTo>
                  <a:cubicBezTo>
                    <a:pt x="64" y="0"/>
                    <a:pt x="153" y="26"/>
                    <a:pt x="90" y="77"/>
                  </a:cubicBezTo>
                  <a:cubicBezTo>
                    <a:pt x="76" y="89"/>
                    <a:pt x="61" y="101"/>
                    <a:pt x="47" y="113"/>
                  </a:cubicBezTo>
                  <a:cubicBezTo>
                    <a:pt x="39" y="119"/>
                    <a:pt x="18" y="146"/>
                    <a:pt x="10" y="142"/>
                  </a:cubicBezTo>
                  <a:cubicBezTo>
                    <a:pt x="0" y="136"/>
                    <a:pt x="5" y="105"/>
                    <a:pt x="7" y="97"/>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6" name="iśḻíḓé">
              <a:extLst>
                <a:ext uri="{FF2B5EF4-FFF2-40B4-BE49-F238E27FC236}">
                  <a16:creationId xmlns:a16="http://schemas.microsoft.com/office/drawing/2014/main" id="{FF9E1C28-DC6A-486C-A902-4242F0246D9F}"/>
                </a:ext>
              </a:extLst>
            </p:cNvPr>
            <p:cNvSpPr/>
            <p:nvPr/>
          </p:nvSpPr>
          <p:spPr bwMode="auto">
            <a:xfrm>
              <a:off x="3716251" y="4409342"/>
              <a:ext cx="252951" cy="432911"/>
            </a:xfrm>
            <a:custGeom>
              <a:avLst/>
              <a:gdLst>
                <a:gd name="T0" fmla="*/ 6 w 97"/>
                <a:gd name="T1" fmla="*/ 129 h 166"/>
                <a:gd name="T2" fmla="*/ 2 w 97"/>
                <a:gd name="T3" fmla="*/ 72 h 166"/>
                <a:gd name="T4" fmla="*/ 67 w 97"/>
                <a:gd name="T5" fmla="*/ 73 h 166"/>
                <a:gd name="T6" fmla="*/ 47 w 97"/>
                <a:gd name="T7" fmla="*/ 124 h 166"/>
                <a:gd name="T8" fmla="*/ 29 w 97"/>
                <a:gd name="T9" fmla="*/ 165 h 166"/>
                <a:gd name="T10" fmla="*/ 6 w 97"/>
                <a:gd name="T11" fmla="*/ 129 h 166"/>
              </a:gdLst>
              <a:ahLst/>
              <a:cxnLst>
                <a:cxn ang="0">
                  <a:pos x="T0" y="T1"/>
                </a:cxn>
                <a:cxn ang="0">
                  <a:pos x="T2" y="T3"/>
                </a:cxn>
                <a:cxn ang="0">
                  <a:pos x="T4" y="T5"/>
                </a:cxn>
                <a:cxn ang="0">
                  <a:pos x="T6" y="T7"/>
                </a:cxn>
                <a:cxn ang="0">
                  <a:pos x="T8" y="T9"/>
                </a:cxn>
                <a:cxn ang="0">
                  <a:pos x="T10" y="T11"/>
                </a:cxn>
              </a:cxnLst>
              <a:rect l="0" t="0" r="r" b="b"/>
              <a:pathLst>
                <a:path w="97" h="166">
                  <a:moveTo>
                    <a:pt x="6" y="129"/>
                  </a:moveTo>
                  <a:cubicBezTo>
                    <a:pt x="0" y="111"/>
                    <a:pt x="0" y="91"/>
                    <a:pt x="2" y="72"/>
                  </a:cubicBezTo>
                  <a:cubicBezTo>
                    <a:pt x="9" y="19"/>
                    <a:pt x="97" y="0"/>
                    <a:pt x="67" y="73"/>
                  </a:cubicBezTo>
                  <a:cubicBezTo>
                    <a:pt x="60" y="90"/>
                    <a:pt x="54" y="107"/>
                    <a:pt x="47" y="124"/>
                  </a:cubicBezTo>
                  <a:cubicBezTo>
                    <a:pt x="43" y="133"/>
                    <a:pt x="38" y="165"/>
                    <a:pt x="29" y="165"/>
                  </a:cubicBezTo>
                  <a:cubicBezTo>
                    <a:pt x="18" y="166"/>
                    <a:pt x="8" y="137"/>
                    <a:pt x="6" y="129"/>
                  </a:cubicBezTo>
                  <a:close/>
                </a:path>
              </a:pathLst>
            </a:custGeom>
            <a:solidFill>
              <a:srgbClr val="4DA6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7" name="íŝļîḍê">
              <a:extLst>
                <a:ext uri="{FF2B5EF4-FFF2-40B4-BE49-F238E27FC236}">
                  <a16:creationId xmlns:a16="http://schemas.microsoft.com/office/drawing/2014/main" id="{06DA60E1-6836-44D3-B743-5E7F0AAB12EE}"/>
                </a:ext>
              </a:extLst>
            </p:cNvPr>
            <p:cNvSpPr/>
            <p:nvPr/>
          </p:nvSpPr>
          <p:spPr bwMode="auto">
            <a:xfrm>
              <a:off x="3624384" y="4487366"/>
              <a:ext cx="186252" cy="361179"/>
            </a:xfrm>
            <a:custGeom>
              <a:avLst/>
              <a:gdLst>
                <a:gd name="T0" fmla="*/ 36 w 71"/>
                <a:gd name="T1" fmla="*/ 118 h 138"/>
                <a:gd name="T2" fmla="*/ 14 w 71"/>
                <a:gd name="T3" fmla="*/ 81 h 138"/>
                <a:gd name="T4" fmla="*/ 58 w 71"/>
                <a:gd name="T5" fmla="*/ 59 h 138"/>
                <a:gd name="T6" fmla="*/ 62 w 71"/>
                <a:gd name="T7" fmla="*/ 100 h 138"/>
                <a:gd name="T8" fmla="*/ 65 w 71"/>
                <a:gd name="T9" fmla="*/ 134 h 138"/>
                <a:gd name="T10" fmla="*/ 36 w 71"/>
                <a:gd name="T11" fmla="*/ 118 h 138"/>
              </a:gdLst>
              <a:ahLst/>
              <a:cxnLst>
                <a:cxn ang="0">
                  <a:pos x="T0" y="T1"/>
                </a:cxn>
                <a:cxn ang="0">
                  <a:pos x="T2" y="T3"/>
                </a:cxn>
                <a:cxn ang="0">
                  <a:pos x="T4" y="T5"/>
                </a:cxn>
                <a:cxn ang="0">
                  <a:pos x="T6" y="T7"/>
                </a:cxn>
                <a:cxn ang="0">
                  <a:pos x="T8" y="T9"/>
                </a:cxn>
                <a:cxn ang="0">
                  <a:pos x="T10" y="T11"/>
                </a:cxn>
              </a:cxnLst>
              <a:rect l="0" t="0" r="r" b="b"/>
              <a:pathLst>
                <a:path w="71" h="138">
                  <a:moveTo>
                    <a:pt x="36" y="118"/>
                  </a:moveTo>
                  <a:cubicBezTo>
                    <a:pt x="26" y="108"/>
                    <a:pt x="19" y="95"/>
                    <a:pt x="14" y="81"/>
                  </a:cubicBezTo>
                  <a:cubicBezTo>
                    <a:pt x="0" y="43"/>
                    <a:pt x="53" y="0"/>
                    <a:pt x="58" y="59"/>
                  </a:cubicBezTo>
                  <a:cubicBezTo>
                    <a:pt x="59" y="73"/>
                    <a:pt x="61" y="87"/>
                    <a:pt x="62" y="100"/>
                  </a:cubicBezTo>
                  <a:cubicBezTo>
                    <a:pt x="62" y="107"/>
                    <a:pt x="71" y="131"/>
                    <a:pt x="65" y="134"/>
                  </a:cubicBezTo>
                  <a:cubicBezTo>
                    <a:pt x="57" y="138"/>
                    <a:pt x="41" y="122"/>
                    <a:pt x="36" y="118"/>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8" name="íṧļide">
              <a:extLst>
                <a:ext uri="{FF2B5EF4-FFF2-40B4-BE49-F238E27FC236}">
                  <a16:creationId xmlns:a16="http://schemas.microsoft.com/office/drawing/2014/main" id="{762E9DD5-5447-4B2A-B510-81771C5AE841}"/>
                </a:ext>
              </a:extLst>
            </p:cNvPr>
            <p:cNvSpPr/>
            <p:nvPr/>
          </p:nvSpPr>
          <p:spPr bwMode="auto">
            <a:xfrm>
              <a:off x="3770366" y="4569166"/>
              <a:ext cx="293222" cy="279378"/>
            </a:xfrm>
            <a:custGeom>
              <a:avLst/>
              <a:gdLst>
                <a:gd name="T0" fmla="*/ 6 w 112"/>
                <a:gd name="T1" fmla="*/ 71 h 107"/>
                <a:gd name="T2" fmla="*/ 24 w 112"/>
                <a:gd name="T3" fmla="*/ 33 h 107"/>
                <a:gd name="T4" fmla="*/ 66 w 112"/>
                <a:gd name="T5" fmla="*/ 57 h 107"/>
                <a:gd name="T6" fmla="*/ 34 w 112"/>
                <a:gd name="T7" fmla="*/ 83 h 107"/>
                <a:gd name="T8" fmla="*/ 8 w 112"/>
                <a:gd name="T9" fmla="*/ 104 h 107"/>
                <a:gd name="T10" fmla="*/ 6 w 112"/>
                <a:gd name="T11" fmla="*/ 71 h 107"/>
              </a:gdLst>
              <a:ahLst/>
              <a:cxnLst>
                <a:cxn ang="0">
                  <a:pos x="T0" y="T1"/>
                </a:cxn>
                <a:cxn ang="0">
                  <a:pos x="T2" y="T3"/>
                </a:cxn>
                <a:cxn ang="0">
                  <a:pos x="T4" y="T5"/>
                </a:cxn>
                <a:cxn ang="0">
                  <a:pos x="T6" y="T7"/>
                </a:cxn>
                <a:cxn ang="0">
                  <a:pos x="T8" y="T9"/>
                </a:cxn>
                <a:cxn ang="0">
                  <a:pos x="T10" y="T11"/>
                </a:cxn>
              </a:cxnLst>
              <a:rect l="0" t="0" r="r" b="b"/>
              <a:pathLst>
                <a:path w="112" h="107">
                  <a:moveTo>
                    <a:pt x="6" y="71"/>
                  </a:moveTo>
                  <a:cubicBezTo>
                    <a:pt x="8" y="57"/>
                    <a:pt x="15" y="44"/>
                    <a:pt x="24" y="33"/>
                  </a:cubicBezTo>
                  <a:cubicBezTo>
                    <a:pt x="47" y="0"/>
                    <a:pt x="112" y="20"/>
                    <a:pt x="66" y="57"/>
                  </a:cubicBezTo>
                  <a:cubicBezTo>
                    <a:pt x="56" y="66"/>
                    <a:pt x="45" y="74"/>
                    <a:pt x="34" y="83"/>
                  </a:cubicBezTo>
                  <a:cubicBezTo>
                    <a:pt x="29" y="87"/>
                    <a:pt x="14" y="107"/>
                    <a:pt x="8" y="104"/>
                  </a:cubicBezTo>
                  <a:cubicBezTo>
                    <a:pt x="0" y="100"/>
                    <a:pt x="4" y="78"/>
                    <a:pt x="6" y="71"/>
                  </a:cubicBezTo>
                  <a:close/>
                </a:path>
              </a:pathLst>
            </a:custGeom>
            <a:solidFill>
              <a:srgbClr val="7CBC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
        <p:nvSpPr>
          <p:cNvPr id="209" name="文本框 208">
            <a:extLst>
              <a:ext uri="{FF2B5EF4-FFF2-40B4-BE49-F238E27FC236}">
                <a16:creationId xmlns:a16="http://schemas.microsoft.com/office/drawing/2014/main" id="{63224A44-7F72-4386-B383-0E76F43F33AF}"/>
              </a:ext>
            </a:extLst>
          </p:cNvPr>
          <p:cNvSpPr txBox="1"/>
          <p:nvPr/>
        </p:nvSpPr>
        <p:spPr>
          <a:xfrm>
            <a:off x="2172830" y="1274754"/>
            <a:ext cx="5002075"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为什么需要</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a:t>
            </a:r>
          </a:p>
        </p:txBody>
      </p:sp>
      <p:sp>
        <p:nvSpPr>
          <p:cNvPr id="210" name="文本框 209">
            <a:extLst>
              <a:ext uri="{FF2B5EF4-FFF2-40B4-BE49-F238E27FC236}">
                <a16:creationId xmlns:a16="http://schemas.microsoft.com/office/drawing/2014/main" id="{A3104201-430C-4984-B1A5-BAEB409E719A}"/>
              </a:ext>
            </a:extLst>
          </p:cNvPr>
          <p:cNvSpPr txBox="1"/>
          <p:nvPr/>
        </p:nvSpPr>
        <p:spPr>
          <a:xfrm>
            <a:off x="631373" y="4984652"/>
            <a:ext cx="7824235" cy="1116781"/>
          </a:xfrm>
          <a:prstGeom prst="rect">
            <a:avLst/>
          </a:prstGeom>
          <a:noFill/>
        </p:spPr>
        <p:txBody>
          <a:bodyPr wrap="square" rtlCol="0">
            <a:spAutoFit/>
          </a:bodyPr>
          <a:lstStyle/>
          <a:p>
            <a:pPr>
              <a:lnSpc>
                <a:spcPct val="200000"/>
              </a:lnSpc>
            </a:pPr>
            <a:r>
              <a:rPr lang="zh-CN" altLang="en-US" b="0" dirty="0">
                <a:latin typeface="微软雅黑" panose="020B0503020204020204" pitchFamily="34" charset="-122"/>
                <a:ea typeface="微软雅黑" panose="020B0503020204020204" pitchFamily="34" charset="-122"/>
              </a:rPr>
              <a:t>数据报的目的</a:t>
            </a:r>
            <a:r>
              <a:rPr lang="en-US" altLang="zh-CN" b="0" dirty="0">
                <a:latin typeface="微软雅黑" panose="020B0503020204020204" pitchFamily="34" charset="-122"/>
                <a:ea typeface="微软雅黑" panose="020B0503020204020204" pitchFamily="34" charset="-122"/>
              </a:rPr>
              <a:t>IP</a:t>
            </a:r>
            <a:r>
              <a:rPr lang="zh-CN" altLang="en-US" b="0" dirty="0">
                <a:latin typeface="微软雅黑" panose="020B0503020204020204" pitchFamily="34" charset="-122"/>
                <a:ea typeface="微软雅黑" panose="020B0503020204020204" pitchFamily="34" charset="-122"/>
              </a:rPr>
              <a:t>地址决定了数据报到达哪个计算机，目标</a:t>
            </a:r>
            <a:r>
              <a:rPr lang="en-US" altLang="zh-CN" b="0" dirty="0">
                <a:latin typeface="微软雅黑" panose="020B0503020204020204" pitchFamily="34" charset="-122"/>
                <a:ea typeface="微软雅黑" panose="020B0503020204020204" pitchFamily="34" charset="-122"/>
              </a:rPr>
              <a:t>MAC</a:t>
            </a:r>
            <a:r>
              <a:rPr lang="zh-CN" altLang="en-US" b="0" dirty="0">
                <a:latin typeface="微软雅黑" panose="020B0503020204020204" pitchFamily="34" charset="-122"/>
                <a:ea typeface="微软雅黑" panose="020B0503020204020204" pitchFamily="34" charset="-122"/>
              </a:rPr>
              <a:t>地址决定了该数据报下一跳由哪个设备接收，不一定是终点。</a:t>
            </a:r>
          </a:p>
        </p:txBody>
      </p:sp>
      <p:sp>
        <p:nvSpPr>
          <p:cNvPr id="211" name="灯片编号占位符 1">
            <a:extLst>
              <a:ext uri="{FF2B5EF4-FFF2-40B4-BE49-F238E27FC236}">
                <a16:creationId xmlns:a16="http://schemas.microsoft.com/office/drawing/2014/main" id="{27636133-D5BC-4B63-8EA8-1A713EC894D2}"/>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3</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500"/>
                                        <p:tgtEl>
                                          <p:spTgt spid="8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9"/>
                                        </p:tgtEl>
                                        <p:attrNameLst>
                                          <p:attrName>style.visibility</p:attrName>
                                        </p:attrNameLst>
                                      </p:cBhvr>
                                      <p:to>
                                        <p:strVal val="visible"/>
                                      </p:to>
                                    </p:set>
                                    <p:animEffect transition="in" filter="wipe(left)">
                                      <p:cBhvr>
                                        <p:cTn id="11" dur="500"/>
                                        <p:tgtEl>
                                          <p:spTgt spid="20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0"/>
                                        </p:tgtEl>
                                        <p:attrNameLst>
                                          <p:attrName>style.visibility</p:attrName>
                                        </p:attrNameLst>
                                      </p:cBhvr>
                                      <p:to>
                                        <p:strVal val="visible"/>
                                      </p:to>
                                    </p:set>
                                    <p:animEffect transition="in" filter="wipe(left)">
                                      <p:cBhvr>
                                        <p:cTn id="21"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p:bldP spid="2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4">
            <a:extLst>
              <a:ext uri="{FF2B5EF4-FFF2-40B4-BE49-F238E27FC236}">
                <a16:creationId xmlns:a16="http://schemas.microsoft.com/office/drawing/2014/main" id="{9A17DF99-1167-48E0-B24A-CFF9D468F8BE}"/>
              </a:ext>
            </a:extLst>
          </p:cNvPr>
          <p:cNvSpPr txBox="1">
            <a:spLocks noChangeArrowheads="1"/>
          </p:cNvSpPr>
          <p:nvPr/>
        </p:nvSpPr>
        <p:spPr bwMode="auto">
          <a:xfrm>
            <a:off x="2932671" y="98082"/>
            <a:ext cx="24432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zh-CN" sz="2800" dirty="0">
                <a:solidFill>
                  <a:schemeClr val="bg1"/>
                </a:solidFill>
                <a:latin typeface="微软雅黑" panose="020B0503020204020204" pitchFamily="34" charset="-122"/>
                <a:ea typeface="微软雅黑" panose="020B0503020204020204" pitchFamily="34" charset="-122"/>
              </a:rPr>
              <a:t>IP </a:t>
            </a:r>
            <a:r>
              <a:rPr lang="zh-CN" altLang="en-US" sz="2800" dirty="0">
                <a:solidFill>
                  <a:schemeClr val="bg1"/>
                </a:solidFill>
                <a:latin typeface="微软雅黑" panose="020B0503020204020204" pitchFamily="34" charset="-122"/>
                <a:ea typeface="微软雅黑" panose="020B0503020204020204" pitchFamily="34" charset="-122"/>
              </a:rPr>
              <a:t>地址的发展</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5" name="Rectangle 3">
            <a:extLst>
              <a:ext uri="{FF2B5EF4-FFF2-40B4-BE49-F238E27FC236}">
                <a16:creationId xmlns:a16="http://schemas.microsoft.com/office/drawing/2014/main" id="{E482C69D-4893-4910-8D92-93D16489D1EF}"/>
              </a:ext>
            </a:extLst>
          </p:cNvPr>
          <p:cNvSpPr txBox="1">
            <a:spLocks noChangeArrowheads="1"/>
          </p:cNvSpPr>
          <p:nvPr/>
        </p:nvSpPr>
        <p:spPr bwMode="auto">
          <a:xfrm>
            <a:off x="762000" y="963000"/>
            <a:ext cx="8059737" cy="326969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lgn="just" eaLnBrk="1" hangingPunct="1">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分类的 </a:t>
            </a:r>
            <a:r>
              <a:rPr lang="en-US" altLang="zh-CN" sz="2000" b="1" kern="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地址</a:t>
            </a:r>
            <a:endParaRPr lang="en-US" altLang="zh-CN" sz="2000" b="1" kern="0">
              <a:latin typeface="微软雅黑" panose="020B0503020204020204" pitchFamily="34" charset="-122"/>
              <a:ea typeface="微软雅黑" panose="020B0503020204020204" pitchFamily="34" charset="-122"/>
              <a:cs typeface="Times New Roman" panose="02020603050405020304" pitchFamily="18" charset="0"/>
            </a:endParaRPr>
          </a:p>
          <a:p>
            <a:pPr marL="361950" indent="0" algn="just" eaLnBrk="1" hangingPunct="1">
              <a:lnSpc>
                <a:spcPct val="150000"/>
              </a:lnSpc>
              <a:buClr>
                <a:srgbClr val="002060"/>
              </a:buClr>
              <a:buFont typeface="Wingdings" panose="05000000000000000000" pitchFamily="2" charset="2"/>
              <a:buNone/>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最基本的编址方法，在 </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1981 </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年就通过了相应的标准协议。</a:t>
            </a:r>
            <a:endParaRPr lang="zh-CN" altLang="en-US" sz="2000" b="0" kern="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划分子网</a:t>
            </a:r>
            <a:endParaRPr lang="en-US" altLang="zh-CN" sz="2000" b="1" kern="0">
              <a:latin typeface="微软雅黑" panose="020B0503020204020204" pitchFamily="34" charset="-122"/>
              <a:ea typeface="微软雅黑" panose="020B0503020204020204" pitchFamily="34" charset="-122"/>
              <a:cs typeface="Times New Roman" panose="02020603050405020304" pitchFamily="18" charset="0"/>
            </a:endParaRPr>
          </a:p>
          <a:p>
            <a:pPr marL="361950" indent="0" algn="just" eaLnBrk="1" hangingPunct="1">
              <a:lnSpc>
                <a:spcPct val="150000"/>
              </a:lnSpc>
              <a:buClr>
                <a:srgbClr val="002060"/>
              </a:buClr>
              <a:buFont typeface="Wingdings" panose="05000000000000000000" pitchFamily="2" charset="2"/>
              <a:buNone/>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对最基本的编址方法的改进，其标准在 </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1985 </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年通过。</a:t>
            </a:r>
            <a:endParaRPr lang="zh-CN" altLang="en-US" sz="2000" b="0" kern="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构成超网</a:t>
            </a:r>
            <a:endParaRPr lang="en-US" altLang="zh-CN" sz="2000" b="1" kern="0">
              <a:latin typeface="微软雅黑" panose="020B0503020204020204" pitchFamily="34" charset="-122"/>
              <a:ea typeface="微软雅黑" panose="020B0503020204020204" pitchFamily="34" charset="-122"/>
              <a:cs typeface="Times New Roman" panose="02020603050405020304" pitchFamily="18" charset="0"/>
            </a:endParaRPr>
          </a:p>
          <a:p>
            <a:pPr marL="361950" indent="0" algn="just" eaLnBrk="1" hangingPunct="1">
              <a:lnSpc>
                <a:spcPct val="150000"/>
              </a:lnSpc>
              <a:buClr>
                <a:srgbClr val="002060"/>
              </a:buClr>
              <a:buFont typeface="Wingdings" panose="05000000000000000000" pitchFamily="2" charset="2"/>
              <a:buNone/>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新的</a:t>
            </a:r>
            <a:r>
              <a:rPr lang="zh-CN" altLang="en-US" sz="1800" b="0" ker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无分类</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编址方法，</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1993 </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年提出后很快就得到推广应用。</a:t>
            </a:r>
            <a:endPar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Picture 8">
            <a:extLst>
              <a:ext uri="{FF2B5EF4-FFF2-40B4-BE49-F238E27FC236}">
                <a16:creationId xmlns:a16="http://schemas.microsoft.com/office/drawing/2014/main" id="{33F06EE2-6ADB-4A02-9386-0511F4F1F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0712" y="4232697"/>
            <a:ext cx="5272088" cy="123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82E0E18E-60CF-4942-AE74-042250BFDB22}"/>
              </a:ext>
            </a:extLst>
          </p:cNvPr>
          <p:cNvSpPr txBox="1"/>
          <p:nvPr/>
        </p:nvSpPr>
        <p:spPr>
          <a:xfrm>
            <a:off x="1951672" y="5725723"/>
            <a:ext cx="6400800" cy="338554"/>
          </a:xfrm>
          <a:prstGeom prst="rect">
            <a:avLst/>
          </a:prstGeom>
          <a:noFill/>
        </p:spPr>
        <p:txBody>
          <a:bodyPr wrap="square" rtlCol="0">
            <a:spAutoFit/>
          </a:bodyPr>
          <a:lstStyle/>
          <a:p>
            <a:r>
              <a:rPr lang="en-US" altLang="zh-CN" sz="1600" dirty="0">
                <a:solidFill>
                  <a:schemeClr val="folHlink"/>
                </a:solidFill>
                <a:ea typeface="宋体" panose="02010600030101010101" pitchFamily="2" charset="-122"/>
              </a:rPr>
              <a:t>Figure 19.1  </a:t>
            </a:r>
            <a:r>
              <a:rPr lang="en-US" altLang="zh-CN" sz="1600" dirty="0">
                <a:ea typeface="宋体" panose="02010600030101010101" pitchFamily="2" charset="-122"/>
              </a:rPr>
              <a:t>IPv4</a:t>
            </a:r>
            <a:r>
              <a:rPr lang="zh-CN" altLang="en-US" sz="1600" dirty="0">
                <a:ea typeface="宋体" panose="02010600030101010101" pitchFamily="2" charset="-122"/>
              </a:rPr>
              <a:t>地址二进制标记法和点分十进制标记法</a:t>
            </a:r>
          </a:p>
        </p:txBody>
      </p:sp>
      <p:sp>
        <p:nvSpPr>
          <p:cNvPr id="10" name="灯片编号占位符 1">
            <a:extLst>
              <a:ext uri="{FF2B5EF4-FFF2-40B4-BE49-F238E27FC236}">
                <a16:creationId xmlns:a16="http://schemas.microsoft.com/office/drawing/2014/main" id="{561703B3-22A8-41B7-8BA4-922D0C4E539E}"/>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4</a:t>
            </a:fld>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191DED2-3B78-415A-97FA-9AB07FDA5409}"/>
              </a:ext>
            </a:extLst>
          </p:cNvPr>
          <p:cNvSpPr>
            <a:spLocks noGrp="1"/>
          </p:cNvSpPr>
          <p:nvPr>
            <p:ph type="sldNum" sz="quarter" idx="10"/>
          </p:nvPr>
        </p:nvSpPr>
        <p:spPr/>
        <p:txBody>
          <a:bodyPr/>
          <a:lstStyle/>
          <a:p>
            <a:pPr>
              <a:defRPr/>
            </a:pPr>
            <a:r>
              <a:rPr lang="en-US" altLang="zh-CN"/>
              <a:t>19.</a:t>
            </a:r>
            <a:fld id="{EA532A52-60EE-418A-8F52-CA2F1040CD6A}" type="slidenum">
              <a:rPr lang="en-US" altLang="zh-CN" smtClean="0"/>
              <a:pPr>
                <a:defRPr/>
              </a:pPr>
              <a:t>5</a:t>
            </a:fld>
            <a:endParaRPr lang="en-US" altLang="zh-CN" dirty="0"/>
          </a:p>
        </p:txBody>
      </p:sp>
      <p:graphicFrame>
        <p:nvGraphicFramePr>
          <p:cNvPr id="6" name="表格 5">
            <a:extLst>
              <a:ext uri="{FF2B5EF4-FFF2-40B4-BE49-F238E27FC236}">
                <a16:creationId xmlns:a16="http://schemas.microsoft.com/office/drawing/2014/main" id="{6F8B1393-1721-4C2A-9D80-422CF2FA84FC}"/>
              </a:ext>
            </a:extLst>
          </p:cNvPr>
          <p:cNvGraphicFramePr>
            <a:graphicFrameLocks noGrp="1"/>
          </p:cNvGraphicFramePr>
          <p:nvPr>
            <p:extLst>
              <p:ext uri="{D42A27DB-BD31-4B8C-83A1-F6EECF244321}">
                <p14:modId xmlns:p14="http://schemas.microsoft.com/office/powerpoint/2010/main" val="1860786881"/>
              </p:ext>
            </p:extLst>
          </p:nvPr>
        </p:nvGraphicFramePr>
        <p:xfrm>
          <a:off x="1219200" y="1295400"/>
          <a:ext cx="6705600" cy="1328738"/>
        </p:xfrm>
        <a:graphic>
          <a:graphicData uri="http://schemas.openxmlformats.org/drawingml/2006/table">
            <a:tbl>
              <a:tblPr firstRow="1" bandRow="1">
                <a:tableStyleId>{9D7B26C5-4107-4FEC-AEDC-1716B250A1EF}</a:tableStyleId>
              </a:tblPr>
              <a:tblGrid>
                <a:gridCol w="838200">
                  <a:extLst>
                    <a:ext uri="{9D8B030D-6E8A-4147-A177-3AD203B41FA5}">
                      <a16:colId xmlns:a16="http://schemas.microsoft.com/office/drawing/2014/main" val="573150198"/>
                    </a:ext>
                  </a:extLst>
                </a:gridCol>
                <a:gridCol w="838200">
                  <a:extLst>
                    <a:ext uri="{9D8B030D-6E8A-4147-A177-3AD203B41FA5}">
                      <a16:colId xmlns:a16="http://schemas.microsoft.com/office/drawing/2014/main" val="3011159874"/>
                    </a:ext>
                  </a:extLst>
                </a:gridCol>
                <a:gridCol w="838200">
                  <a:extLst>
                    <a:ext uri="{9D8B030D-6E8A-4147-A177-3AD203B41FA5}">
                      <a16:colId xmlns:a16="http://schemas.microsoft.com/office/drawing/2014/main" val="2001367293"/>
                    </a:ext>
                  </a:extLst>
                </a:gridCol>
                <a:gridCol w="838200">
                  <a:extLst>
                    <a:ext uri="{9D8B030D-6E8A-4147-A177-3AD203B41FA5}">
                      <a16:colId xmlns:a16="http://schemas.microsoft.com/office/drawing/2014/main" val="2380633031"/>
                    </a:ext>
                  </a:extLst>
                </a:gridCol>
                <a:gridCol w="838200">
                  <a:extLst>
                    <a:ext uri="{9D8B030D-6E8A-4147-A177-3AD203B41FA5}">
                      <a16:colId xmlns:a16="http://schemas.microsoft.com/office/drawing/2014/main" val="86050307"/>
                    </a:ext>
                  </a:extLst>
                </a:gridCol>
                <a:gridCol w="838200">
                  <a:extLst>
                    <a:ext uri="{9D8B030D-6E8A-4147-A177-3AD203B41FA5}">
                      <a16:colId xmlns:a16="http://schemas.microsoft.com/office/drawing/2014/main" val="3736130549"/>
                    </a:ext>
                  </a:extLst>
                </a:gridCol>
                <a:gridCol w="838200">
                  <a:extLst>
                    <a:ext uri="{9D8B030D-6E8A-4147-A177-3AD203B41FA5}">
                      <a16:colId xmlns:a16="http://schemas.microsoft.com/office/drawing/2014/main" val="404726123"/>
                    </a:ext>
                  </a:extLst>
                </a:gridCol>
                <a:gridCol w="838200">
                  <a:extLst>
                    <a:ext uri="{9D8B030D-6E8A-4147-A177-3AD203B41FA5}">
                      <a16:colId xmlns:a16="http://schemas.microsoft.com/office/drawing/2014/main" val="2545700781"/>
                    </a:ext>
                  </a:extLst>
                </a:gridCol>
              </a:tblGrid>
              <a:tr h="685800">
                <a:tc>
                  <a:txBody>
                    <a:bodyPr/>
                    <a:lstStyle/>
                    <a:p>
                      <a:pPr algn="ctr"/>
                      <a:r>
                        <a:rPr lang="en-US" altLang="zh-CN" sz="2000" dirty="0">
                          <a:solidFill>
                            <a:srgbClr val="FF0000"/>
                          </a:solidFill>
                        </a:rPr>
                        <a:t>2</a:t>
                      </a:r>
                      <a:r>
                        <a:rPr lang="en-US" altLang="zh-CN" sz="2000" baseline="30000" dirty="0">
                          <a:solidFill>
                            <a:srgbClr val="FF0000"/>
                          </a:solidFill>
                        </a:rPr>
                        <a:t>7</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6</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5</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4</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3</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2</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1</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2</a:t>
                      </a:r>
                      <a:r>
                        <a:rPr lang="en-US" altLang="zh-CN" sz="2000" baseline="30000" dirty="0">
                          <a:solidFill>
                            <a:srgbClr val="FF0000"/>
                          </a:solidFill>
                        </a:rPr>
                        <a:t>0</a:t>
                      </a:r>
                      <a:endParaRPr lang="zh-CN" altLang="en-US" sz="2000" b="1" baseline="30000" dirty="0">
                        <a:solidFill>
                          <a:srgbClr val="FF00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0033072"/>
                  </a:ext>
                </a:extLst>
              </a:tr>
              <a:tr h="642938">
                <a:tc>
                  <a:txBody>
                    <a:bodyPr/>
                    <a:lstStyle/>
                    <a:p>
                      <a:pPr algn="ctr"/>
                      <a:r>
                        <a:rPr lang="en-US" altLang="zh-CN" dirty="0">
                          <a:solidFill>
                            <a:srgbClr val="FF0000"/>
                          </a:solidFill>
                        </a:rPr>
                        <a:t>128</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64</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32</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16</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8</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4</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2</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tc>
                  <a:txBody>
                    <a:bodyPr/>
                    <a:lstStyle/>
                    <a:p>
                      <a:pPr algn="ctr"/>
                      <a:r>
                        <a:rPr lang="en-US" altLang="zh-CN" dirty="0">
                          <a:solidFill>
                            <a:srgbClr val="FF0000"/>
                          </a:solidFill>
                        </a:rPr>
                        <a:t>1</a:t>
                      </a:r>
                      <a:endParaRPr lang="zh-CN" altLang="en-US" dirty="0">
                        <a:solidFill>
                          <a:srgbClr val="FF0000"/>
                        </a:solidFill>
                        <a:latin typeface="微软雅黑" panose="020B0503020204020204" pitchFamily="34" charset="-122"/>
                        <a:ea typeface="微软雅黑" panose="020B0503020204020204" pitchFamily="34" charset="-122"/>
                      </a:endParaRPr>
                    </a:p>
                  </a:txBody>
                  <a:tcPr anchor="ctr">
                    <a:solidFill>
                      <a:schemeClr val="bg1">
                        <a:alpha val="20000"/>
                      </a:schemeClr>
                    </a:solidFill>
                  </a:tcPr>
                </a:tc>
                <a:extLst>
                  <a:ext uri="{0D108BD9-81ED-4DB2-BD59-A6C34878D82A}">
                    <a16:rowId xmlns:a16="http://schemas.microsoft.com/office/drawing/2014/main" val="700287023"/>
                  </a:ext>
                </a:extLst>
              </a:tr>
            </a:tbl>
          </a:graphicData>
        </a:graphic>
      </p:graphicFrame>
      <p:sp>
        <p:nvSpPr>
          <p:cNvPr id="7" name="矩形 6">
            <a:extLst>
              <a:ext uri="{FF2B5EF4-FFF2-40B4-BE49-F238E27FC236}">
                <a16:creationId xmlns:a16="http://schemas.microsoft.com/office/drawing/2014/main" id="{6C9359B5-9F0B-4BF5-98B1-1E6B4A691F98}"/>
              </a:ext>
            </a:extLst>
          </p:cNvPr>
          <p:cNvSpPr/>
          <p:nvPr/>
        </p:nvSpPr>
        <p:spPr>
          <a:xfrm>
            <a:off x="2929890" y="87630"/>
            <a:ext cx="4406976"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进制转换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按权相加法</a:t>
            </a:r>
          </a:p>
        </p:txBody>
      </p:sp>
      <p:sp>
        <p:nvSpPr>
          <p:cNvPr id="8" name="文本框 7">
            <a:extLst>
              <a:ext uri="{FF2B5EF4-FFF2-40B4-BE49-F238E27FC236}">
                <a16:creationId xmlns:a16="http://schemas.microsoft.com/office/drawing/2014/main" id="{4C61B33A-D01E-4789-990F-D9080B34339B}"/>
              </a:ext>
            </a:extLst>
          </p:cNvPr>
          <p:cNvSpPr txBox="1"/>
          <p:nvPr/>
        </p:nvSpPr>
        <p:spPr>
          <a:xfrm>
            <a:off x="952500" y="4164986"/>
            <a:ext cx="752475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二进制转十进制：</a:t>
            </a:r>
            <a:r>
              <a:rPr lang="en-US" altLang="zh-CN" sz="2000" b="0" dirty="0">
                <a:latin typeface="微软雅黑" panose="020B0503020204020204" pitchFamily="34" charset="-122"/>
                <a:ea typeface="微软雅黑" panose="020B0503020204020204" pitchFamily="34" charset="-122"/>
              </a:rPr>
              <a:t>1×128 + 1×16 + 1×8 + 1×4 + 1×1 = 157</a:t>
            </a:r>
            <a:endParaRPr lang="zh-CN" altLang="en-US" sz="2000" b="0" dirty="0">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F0C24145-8F88-41F7-8D87-8F7465ACDC29}"/>
              </a:ext>
            </a:extLst>
          </p:cNvPr>
          <p:cNvGraphicFramePr>
            <a:graphicFrameLocks noGrp="1"/>
          </p:cNvGraphicFramePr>
          <p:nvPr>
            <p:extLst>
              <p:ext uri="{D42A27DB-BD31-4B8C-83A1-F6EECF244321}">
                <p14:modId xmlns:p14="http://schemas.microsoft.com/office/powerpoint/2010/main" val="1527910332"/>
              </p:ext>
            </p:extLst>
          </p:nvPr>
        </p:nvGraphicFramePr>
        <p:xfrm>
          <a:off x="1219200" y="2743200"/>
          <a:ext cx="6705600" cy="529709"/>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228229945"/>
                    </a:ext>
                  </a:extLst>
                </a:gridCol>
                <a:gridCol w="838200">
                  <a:extLst>
                    <a:ext uri="{9D8B030D-6E8A-4147-A177-3AD203B41FA5}">
                      <a16:colId xmlns:a16="http://schemas.microsoft.com/office/drawing/2014/main" val="3780136178"/>
                    </a:ext>
                  </a:extLst>
                </a:gridCol>
                <a:gridCol w="838200">
                  <a:extLst>
                    <a:ext uri="{9D8B030D-6E8A-4147-A177-3AD203B41FA5}">
                      <a16:colId xmlns:a16="http://schemas.microsoft.com/office/drawing/2014/main" val="326317472"/>
                    </a:ext>
                  </a:extLst>
                </a:gridCol>
                <a:gridCol w="838200">
                  <a:extLst>
                    <a:ext uri="{9D8B030D-6E8A-4147-A177-3AD203B41FA5}">
                      <a16:colId xmlns:a16="http://schemas.microsoft.com/office/drawing/2014/main" val="950944014"/>
                    </a:ext>
                  </a:extLst>
                </a:gridCol>
                <a:gridCol w="838200">
                  <a:extLst>
                    <a:ext uri="{9D8B030D-6E8A-4147-A177-3AD203B41FA5}">
                      <a16:colId xmlns:a16="http://schemas.microsoft.com/office/drawing/2014/main" val="648491986"/>
                    </a:ext>
                  </a:extLst>
                </a:gridCol>
                <a:gridCol w="838200">
                  <a:extLst>
                    <a:ext uri="{9D8B030D-6E8A-4147-A177-3AD203B41FA5}">
                      <a16:colId xmlns:a16="http://schemas.microsoft.com/office/drawing/2014/main" val="1214179217"/>
                    </a:ext>
                  </a:extLst>
                </a:gridCol>
                <a:gridCol w="838200">
                  <a:extLst>
                    <a:ext uri="{9D8B030D-6E8A-4147-A177-3AD203B41FA5}">
                      <a16:colId xmlns:a16="http://schemas.microsoft.com/office/drawing/2014/main" val="2513910263"/>
                    </a:ext>
                  </a:extLst>
                </a:gridCol>
                <a:gridCol w="838200">
                  <a:extLst>
                    <a:ext uri="{9D8B030D-6E8A-4147-A177-3AD203B41FA5}">
                      <a16:colId xmlns:a16="http://schemas.microsoft.com/office/drawing/2014/main" val="1488773105"/>
                    </a:ext>
                  </a:extLst>
                </a:gridCol>
              </a:tblGrid>
              <a:tr h="529709">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0</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0</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0</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tc>
                  <a:txBody>
                    <a:bodyPr/>
                    <a:lstStyle/>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a:txBody>
                  <a:tcPr anchor="ctr">
                    <a:solidFill>
                      <a:schemeClr val="bg1"/>
                    </a:solidFill>
                  </a:tcPr>
                </a:tc>
                <a:extLst>
                  <a:ext uri="{0D108BD9-81ED-4DB2-BD59-A6C34878D82A}">
                    <a16:rowId xmlns:a16="http://schemas.microsoft.com/office/drawing/2014/main" val="749500137"/>
                  </a:ext>
                </a:extLst>
              </a:tr>
            </a:tbl>
          </a:graphicData>
        </a:graphic>
      </p:graphicFrame>
      <p:sp>
        <p:nvSpPr>
          <p:cNvPr id="10" name="文本框 9">
            <a:extLst>
              <a:ext uri="{FF2B5EF4-FFF2-40B4-BE49-F238E27FC236}">
                <a16:creationId xmlns:a16="http://schemas.microsoft.com/office/drawing/2014/main" id="{94973E9B-E2F0-45AF-8D26-40D6186E010B}"/>
              </a:ext>
            </a:extLst>
          </p:cNvPr>
          <p:cNvSpPr txBox="1"/>
          <p:nvPr/>
        </p:nvSpPr>
        <p:spPr>
          <a:xfrm>
            <a:off x="952500" y="5079070"/>
            <a:ext cx="285750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十进制转二进制：</a:t>
            </a:r>
            <a:r>
              <a:rPr lang="en-US" altLang="zh-CN" sz="2000" b="0" dirty="0">
                <a:latin typeface="微软雅黑" panose="020B0503020204020204" pitchFamily="34" charset="-122"/>
                <a:ea typeface="微软雅黑" panose="020B0503020204020204" pitchFamily="34" charset="-122"/>
              </a:rPr>
              <a:t>178 </a:t>
            </a:r>
            <a:endParaRPr lang="zh-CN" altLang="en-US" sz="2000" b="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8234DB8A-71B8-48D6-98AF-71480AD5A22F}"/>
              </a:ext>
            </a:extLst>
          </p:cNvPr>
          <p:cNvSpPr txBox="1"/>
          <p:nvPr/>
        </p:nvSpPr>
        <p:spPr>
          <a:xfrm>
            <a:off x="1371600" y="3417551"/>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900F3332-DDC6-454F-BA70-8E2E7C1D503D}"/>
              </a:ext>
            </a:extLst>
          </p:cNvPr>
          <p:cNvSpPr txBox="1"/>
          <p:nvPr/>
        </p:nvSpPr>
        <p:spPr>
          <a:xfrm>
            <a:off x="3048000" y="3429000"/>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82AABFE-A079-4279-BB7F-45A9BA1DEF80}"/>
              </a:ext>
            </a:extLst>
          </p:cNvPr>
          <p:cNvSpPr txBox="1"/>
          <p:nvPr/>
        </p:nvSpPr>
        <p:spPr>
          <a:xfrm>
            <a:off x="3919904" y="3417551"/>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715E6879-D59B-4AF8-B6AA-BA2B9172CD50}"/>
              </a:ext>
            </a:extLst>
          </p:cNvPr>
          <p:cNvSpPr txBox="1"/>
          <p:nvPr/>
        </p:nvSpPr>
        <p:spPr>
          <a:xfrm>
            <a:off x="6382925" y="3429000"/>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3ED9C84E-BCE9-461E-B5C5-963EFCB4E87B}"/>
              </a:ext>
            </a:extLst>
          </p:cNvPr>
          <p:cNvSpPr txBox="1"/>
          <p:nvPr/>
        </p:nvSpPr>
        <p:spPr>
          <a:xfrm>
            <a:off x="2194561" y="3417551"/>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D4D63D5B-7026-4901-95C2-A8D9D1E1C186}"/>
              </a:ext>
            </a:extLst>
          </p:cNvPr>
          <p:cNvSpPr txBox="1"/>
          <p:nvPr/>
        </p:nvSpPr>
        <p:spPr>
          <a:xfrm>
            <a:off x="4732021" y="3417551"/>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0E47B2FB-B3AB-4B73-9DDB-CF9DFC85909E}"/>
              </a:ext>
            </a:extLst>
          </p:cNvPr>
          <p:cNvSpPr txBox="1"/>
          <p:nvPr/>
        </p:nvSpPr>
        <p:spPr>
          <a:xfrm>
            <a:off x="5591906" y="3417551"/>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F0946A9D-78A2-4F72-A00E-2C036AD8C62C}"/>
              </a:ext>
            </a:extLst>
          </p:cNvPr>
          <p:cNvSpPr txBox="1"/>
          <p:nvPr/>
        </p:nvSpPr>
        <p:spPr>
          <a:xfrm>
            <a:off x="7239000" y="3413623"/>
            <a:ext cx="533400" cy="369332"/>
          </a:xfrm>
          <a:prstGeom prst="rect">
            <a:avLst/>
          </a:prstGeom>
          <a:noFill/>
        </p:spPr>
        <p:txBody>
          <a:bodyPr wrap="square" rtlCol="0">
            <a:spAutoFit/>
          </a:bodyPr>
          <a:lstStyle/>
          <a:p>
            <a:pPr algn="ctr" eaLnBrk="1" hangingPunct="1"/>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3B7776D2-CD8D-482F-809C-CBAAD47905E4}"/>
              </a:ext>
            </a:extLst>
          </p:cNvPr>
          <p:cNvSpPr/>
          <p:nvPr/>
        </p:nvSpPr>
        <p:spPr>
          <a:xfrm>
            <a:off x="3566160" y="5049424"/>
            <a:ext cx="4046301" cy="400110"/>
          </a:xfrm>
          <a:prstGeom prst="rect">
            <a:avLst/>
          </a:prstGeom>
        </p:spPr>
        <p:txBody>
          <a:bodyPr wrap="none">
            <a:spAutoFit/>
          </a:bodyPr>
          <a:lstStyle/>
          <a:p>
            <a:r>
              <a:rPr lang="en-US" altLang="zh-CN" sz="2000" b="0" dirty="0">
                <a:latin typeface="微软雅黑" panose="020B0503020204020204" pitchFamily="34" charset="-122"/>
                <a:ea typeface="微软雅黑" panose="020B0503020204020204" pitchFamily="34" charset="-122"/>
              </a:rPr>
              <a:t>= 1×128 + 1×32 + 1×16 + 1×2</a:t>
            </a:r>
            <a:endParaRPr lang="zh-CN" altLang="en-US" sz="20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855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13" grpId="0"/>
      <p:bldP spid="14" grpId="0"/>
      <p:bldP spid="15" grpId="0"/>
      <p:bldP spid="16" grpId="0"/>
      <p:bldP spid="17"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8D24204A-4BA5-4AED-96A5-5386BDC178AB}"/>
              </a:ext>
            </a:extLst>
          </p:cNvPr>
          <p:cNvSpPr txBox="1">
            <a:spLocks noChangeArrowheads="1"/>
          </p:cNvSpPr>
          <p:nvPr/>
        </p:nvSpPr>
        <p:spPr bwMode="auto">
          <a:xfrm>
            <a:off x="2971800" y="103076"/>
            <a:ext cx="5154613" cy="5969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分类的 </a:t>
            </a:r>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地址 </a:t>
            </a:r>
            <a:endPar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Rectangle 3">
            <a:extLst>
              <a:ext uri="{FF2B5EF4-FFF2-40B4-BE49-F238E27FC236}">
                <a16:creationId xmlns:a16="http://schemas.microsoft.com/office/drawing/2014/main" id="{72733889-4F1F-4B50-8592-650CE51FFEC7}"/>
              </a:ext>
            </a:extLst>
          </p:cNvPr>
          <p:cNvSpPr txBox="1">
            <a:spLocks noChangeArrowheads="1"/>
          </p:cNvSpPr>
          <p:nvPr/>
        </p:nvSpPr>
        <p:spPr bwMode="auto">
          <a:xfrm>
            <a:off x="838200" y="990601"/>
            <a:ext cx="7777162" cy="2133600"/>
          </a:xfrm>
          <a:prstGeom prst="rect">
            <a:avLst/>
          </a:prstGeom>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lgn="just" eaLnBrk="1" hangingPunct="1">
              <a:lnSpc>
                <a:spcPct val="150000"/>
              </a:lnSpc>
              <a:buClr>
                <a:srgbClr val="FF0000"/>
              </a:buClr>
              <a:buSzPct val="80000"/>
              <a:buFont typeface="Wingdings" panose="05000000000000000000" pitchFamily="2" charset="2"/>
              <a:buChar char="u"/>
              <a:defRPr/>
            </a:pP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在分类寻址中，地址空间被划为</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和 </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E</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p>
          <a:p>
            <a:pPr algn="just" eaLnBrk="1" hangingPunct="1">
              <a:lnSpc>
                <a:spcPct val="150000"/>
              </a:lnSpc>
              <a:buClr>
                <a:srgbClr val="FF0000"/>
              </a:buClr>
              <a:buSzPct val="80000"/>
              <a:buFont typeface="Wingdings" panose="05000000000000000000" pitchFamily="2" charset="2"/>
              <a:buChar char="u"/>
              <a:defRPr/>
            </a:pP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每一类地址都由两个固定长度的字段组成，其中一个字段是</a:t>
            </a:r>
            <a:r>
              <a:rPr lang="zh-CN" altLang="en-US" sz="1600" b="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网络号 </a:t>
            </a:r>
            <a:r>
              <a:rPr lang="en-US" altLang="zh-CN" sz="1600" b="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net-id</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，它标志主机（或路由器）所连接到的网络，而另一个字段则是</a:t>
            </a:r>
            <a:r>
              <a:rPr lang="zh-CN" altLang="en-US" sz="1600" b="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主机号 </a:t>
            </a:r>
            <a:r>
              <a:rPr lang="en-US" altLang="zh-CN" sz="1600" b="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host-id</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，它标志该主机（或路由器）。</a:t>
            </a:r>
            <a:endPar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150000"/>
              </a:lnSpc>
              <a:buClr>
                <a:srgbClr val="FF0000"/>
              </a:buClr>
              <a:buSzPct val="80000"/>
              <a:buFont typeface="Wingdings" panose="05000000000000000000" pitchFamily="2" charset="2"/>
              <a:buChar char="u"/>
              <a:defRPr/>
            </a:pP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两级的 </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地址可以记为：</a:t>
            </a:r>
            <a:r>
              <a:rPr lang="en-US" altLang="zh-CN" sz="1600" b="1" kern="0" dirty="0">
                <a:solidFill>
                  <a:srgbClr val="FF0000"/>
                </a:solidFill>
                <a:latin typeface="微软雅黑" panose="020B0503020204020204" pitchFamily="34" charset="-122"/>
                <a:ea typeface="微软雅黑" panose="020B0503020204020204" pitchFamily="34" charset="-122"/>
              </a:rPr>
              <a:t>IP </a:t>
            </a:r>
            <a:r>
              <a:rPr lang="zh-CN" altLang="en-US" sz="1600" b="1" kern="0" dirty="0">
                <a:solidFill>
                  <a:srgbClr val="FF0000"/>
                </a:solidFill>
                <a:latin typeface="微软雅黑" panose="020B0503020204020204" pitchFamily="34" charset="-122"/>
                <a:ea typeface="微软雅黑" panose="020B0503020204020204" pitchFamily="34" charset="-122"/>
              </a:rPr>
              <a:t>地址 </a:t>
            </a:r>
            <a:r>
              <a:rPr lang="en-US" altLang="zh-CN" sz="1600" b="1" kern="0" dirty="0">
                <a:solidFill>
                  <a:srgbClr val="FF0000"/>
                </a:solidFill>
                <a:latin typeface="微软雅黑" panose="020B0503020204020204" pitchFamily="34" charset="-122"/>
                <a:ea typeface="微软雅黑" panose="020B0503020204020204" pitchFamily="34" charset="-122"/>
              </a:rPr>
              <a:t>= { &lt;</a:t>
            </a:r>
            <a:r>
              <a:rPr lang="zh-CN" altLang="en-US" sz="1600" b="1" kern="0" dirty="0">
                <a:solidFill>
                  <a:srgbClr val="FF0000"/>
                </a:solidFill>
                <a:latin typeface="微软雅黑" panose="020B0503020204020204" pitchFamily="34" charset="-122"/>
                <a:ea typeface="微软雅黑" panose="020B0503020204020204" pitchFamily="34" charset="-122"/>
              </a:rPr>
              <a:t>网络号</a:t>
            </a:r>
            <a:r>
              <a:rPr lang="en-US" altLang="zh-CN" sz="1600" b="1" kern="0" dirty="0">
                <a:solidFill>
                  <a:srgbClr val="FF0000"/>
                </a:solidFill>
                <a:latin typeface="微软雅黑" panose="020B0503020204020204" pitchFamily="34" charset="-122"/>
                <a:ea typeface="微软雅黑" panose="020B0503020204020204" pitchFamily="34" charset="-122"/>
              </a:rPr>
              <a:t>&gt;, &lt;</a:t>
            </a:r>
            <a:r>
              <a:rPr lang="zh-CN" altLang="en-US" sz="1600" b="1" kern="0" dirty="0">
                <a:solidFill>
                  <a:srgbClr val="FF0000"/>
                </a:solidFill>
                <a:latin typeface="微软雅黑" panose="020B0503020204020204" pitchFamily="34" charset="-122"/>
                <a:ea typeface="微软雅黑" panose="020B0503020204020204" pitchFamily="34" charset="-122"/>
              </a:rPr>
              <a:t>主机号</a:t>
            </a:r>
            <a:r>
              <a:rPr lang="en-US" altLang="zh-CN" sz="1600" b="1" kern="0" dirty="0">
                <a:solidFill>
                  <a:srgbClr val="FF0000"/>
                </a:solidFill>
                <a:latin typeface="微软雅黑" panose="020B0503020204020204" pitchFamily="34" charset="-122"/>
                <a:ea typeface="微软雅黑" panose="020B0503020204020204" pitchFamily="34" charset="-122"/>
              </a:rPr>
              <a:t>&gt;}</a:t>
            </a:r>
            <a:endParaRPr lang="zh-CN" altLang="en-US" sz="1600" b="1" kern="0" dirty="0">
              <a:solidFill>
                <a:srgbClr val="FF0000"/>
              </a:solidFill>
            </a:endParaRPr>
          </a:p>
          <a:p>
            <a:pPr algn="just" eaLnBrk="1" hangingPunct="1">
              <a:lnSpc>
                <a:spcPct val="150000"/>
              </a:lnSpc>
              <a:buClr>
                <a:srgbClr val="FF0000"/>
              </a:buClr>
              <a:buSzPct val="80000"/>
              <a:buFont typeface="Wingdings" panose="05000000000000000000" pitchFamily="2" charset="2"/>
              <a:buChar char="u"/>
              <a:defRPr/>
            </a:pPr>
            <a:endPar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spcBef>
                <a:spcPct val="50000"/>
              </a:spcBef>
              <a:buFont typeface="Wingdings" panose="05000000000000000000" pitchFamily="2" charset="2"/>
              <a:buNone/>
              <a:defRPr/>
            </a:pPr>
            <a:r>
              <a:rPr lang="en-US" altLang="zh-CN" b="0" kern="0" dirty="0">
                <a:solidFill>
                  <a:srgbClr val="004D4D"/>
                </a:solidFill>
                <a:ea typeface="宋体" panose="02010600030101010101" pitchFamily="2" charset="-122"/>
              </a:rPr>
              <a:t>     </a:t>
            </a:r>
            <a:endParaRPr lang="en-US" altLang="zh-CN" sz="2000" b="0" kern="0" dirty="0">
              <a:solidFill>
                <a:srgbClr val="004D4D"/>
              </a:solidFill>
              <a:latin typeface="微软雅黑" panose="020B0503020204020204" pitchFamily="34" charset="-122"/>
              <a:ea typeface="微软雅黑" panose="020B0503020204020204" pitchFamily="34" charset="-122"/>
            </a:endParaRPr>
          </a:p>
        </p:txBody>
      </p:sp>
      <p:pic>
        <p:nvPicPr>
          <p:cNvPr id="14" name="Picture 6">
            <a:extLst>
              <a:ext uri="{FF2B5EF4-FFF2-40B4-BE49-F238E27FC236}">
                <a16:creationId xmlns:a16="http://schemas.microsoft.com/office/drawing/2014/main" id="{18B6F19C-DEDC-42B5-BF40-FB770A779C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173711"/>
            <a:ext cx="7312025" cy="254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33EA0493-5BA8-418A-8728-1FA9D95A6521}"/>
              </a:ext>
            </a:extLst>
          </p:cNvPr>
          <p:cNvSpPr txBox="1"/>
          <p:nvPr/>
        </p:nvSpPr>
        <p:spPr>
          <a:xfrm>
            <a:off x="2438400" y="5911483"/>
            <a:ext cx="5105400" cy="338554"/>
          </a:xfrm>
          <a:prstGeom prst="rect">
            <a:avLst/>
          </a:prstGeom>
          <a:noFill/>
        </p:spPr>
        <p:txBody>
          <a:bodyPr wrap="square" rtlCol="0">
            <a:spAutoFit/>
          </a:bodyPr>
          <a:lstStyle/>
          <a:p>
            <a:r>
              <a:rPr lang="en-US" altLang="zh-CN" sz="1600" dirty="0">
                <a:solidFill>
                  <a:schemeClr val="folHlink"/>
                </a:solidFill>
                <a:ea typeface="宋体" panose="02010600030101010101" pitchFamily="2" charset="-122"/>
              </a:rPr>
              <a:t>Figure 19.2  </a:t>
            </a:r>
            <a:r>
              <a:rPr lang="zh-CN" altLang="en-US" sz="1600" dirty="0">
                <a:ea typeface="宋体" panose="02010600030101010101" pitchFamily="2" charset="-122"/>
              </a:rPr>
              <a:t>以二进制和点分十进制标记法求类</a:t>
            </a:r>
          </a:p>
        </p:txBody>
      </p:sp>
      <p:sp>
        <p:nvSpPr>
          <p:cNvPr id="16" name="灯片编号占位符 1">
            <a:extLst>
              <a:ext uri="{FF2B5EF4-FFF2-40B4-BE49-F238E27FC236}">
                <a16:creationId xmlns:a16="http://schemas.microsoft.com/office/drawing/2014/main" id="{AB88201B-AF8F-408E-9DE3-CD2F32C8F247}"/>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6</a:t>
            </a:fld>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矩形 1">
            <a:extLst>
              <a:ext uri="{FF2B5EF4-FFF2-40B4-BE49-F238E27FC236}">
                <a16:creationId xmlns:a16="http://schemas.microsoft.com/office/drawing/2014/main" id="{21204E72-DF10-49A5-98BD-90C5054567C5}"/>
              </a:ext>
            </a:extLst>
          </p:cNvPr>
          <p:cNvSpPr>
            <a:spLocks noChangeArrowheads="1"/>
          </p:cNvSpPr>
          <p:nvPr/>
        </p:nvSpPr>
        <p:spPr bwMode="auto">
          <a:xfrm>
            <a:off x="3043376" y="97138"/>
            <a:ext cx="15311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zh-CN" sz="2800" dirty="0">
                <a:solidFill>
                  <a:schemeClr val="bg1"/>
                </a:solidFill>
                <a:latin typeface="微软雅黑" panose="020B0503020204020204" pitchFamily="34" charset="-122"/>
                <a:ea typeface="微软雅黑" panose="020B0503020204020204" pitchFamily="34" charset="-122"/>
              </a:rPr>
              <a:t>A</a:t>
            </a:r>
            <a:r>
              <a:rPr lang="zh-CN" altLang="en-US" sz="2800" dirty="0">
                <a:solidFill>
                  <a:schemeClr val="bg1"/>
                </a:solidFill>
                <a:latin typeface="微软雅黑" panose="020B0503020204020204" pitchFamily="34" charset="-122"/>
                <a:ea typeface="微软雅黑" panose="020B0503020204020204" pitchFamily="34" charset="-122"/>
              </a:rPr>
              <a:t>类地址</a:t>
            </a:r>
          </a:p>
        </p:txBody>
      </p:sp>
      <p:sp>
        <p:nvSpPr>
          <p:cNvPr id="5" name="内容占位符 2">
            <a:extLst>
              <a:ext uri="{FF2B5EF4-FFF2-40B4-BE49-F238E27FC236}">
                <a16:creationId xmlns:a16="http://schemas.microsoft.com/office/drawing/2014/main" id="{3BB5EA8A-2479-44F7-87ED-F4814175E2E3}"/>
              </a:ext>
            </a:extLst>
          </p:cNvPr>
          <p:cNvSpPr txBox="1">
            <a:spLocks noChangeArrowheads="1"/>
          </p:cNvSpPr>
          <p:nvPr/>
        </p:nvSpPr>
        <p:spPr bwMode="auto">
          <a:xfrm>
            <a:off x="609600" y="1066800"/>
            <a:ext cx="8077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lnSpc>
                <a:spcPct val="20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网络号</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0" kern="0" baseline="30000">
                <a:latin typeface="微软雅黑" panose="020B0503020204020204" pitchFamily="34" charset="-122"/>
                <a:ea typeface="微软雅黑" panose="020B0503020204020204" pitchFamily="34" charset="-122"/>
                <a:cs typeface="Times New Roman" panose="02020603050405020304" pitchFamily="18" charset="0"/>
              </a:rPr>
              <a:t>7 </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 2 = 126</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200000"/>
              </a:lnSpc>
              <a:buClr>
                <a:srgbClr val="3366FF"/>
              </a:buClr>
              <a:buSzPct val="80000"/>
              <a:buFont typeface="Wingdings" panose="05000000000000000000" pitchFamily="2" charset="2"/>
              <a:buChar char="l"/>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网络号字段为全 </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0 </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地址为保留地址，意思为“本网络”。</a:t>
            </a:r>
            <a:endParaRPr lang="en-US" altLang="zh-CN" sz="1800" b="0" kern="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200000"/>
              </a:lnSpc>
              <a:buClr>
                <a:srgbClr val="3366FF"/>
              </a:buClr>
              <a:buSzPct val="80000"/>
              <a:buFont typeface="Wingdings" panose="05000000000000000000" pitchFamily="2" charset="2"/>
              <a:buChar char="l"/>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网络号 </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127</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01111111</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）保留，称为</a:t>
            </a:r>
            <a:r>
              <a:rPr lang="zh-CN" altLang="en-US" sz="1800" b="0" ker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环回测试</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Loopback Test</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）地址，用于本地软件测试本主机进程之间的通信。</a:t>
            </a:r>
            <a:endParaRPr lang="en-US" altLang="zh-CN" sz="1800" b="0" kern="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主机号</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0" kern="0" baseline="30000">
                <a:latin typeface="微软雅黑" panose="020B0503020204020204" pitchFamily="34" charset="-122"/>
                <a:ea typeface="微软雅黑" panose="020B0503020204020204" pitchFamily="34" charset="-122"/>
                <a:cs typeface="Times New Roman" panose="02020603050405020304" pitchFamily="18" charset="0"/>
              </a:rPr>
              <a:t>24</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 – 2</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200000"/>
              </a:lnSpc>
              <a:buClr>
                <a:srgbClr val="3366FF"/>
              </a:buClr>
              <a:buSzPct val="80000"/>
              <a:buFont typeface="Wingdings" panose="05000000000000000000" pitchFamily="2" charset="2"/>
              <a:buChar char="l"/>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全 </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0 </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的主机号字段表示该</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地址是“本主机”所连接到的网络的地址。</a:t>
            </a:r>
            <a:endParaRPr lang="en-US" altLang="zh-CN" sz="1800" b="0" kern="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200000"/>
              </a:lnSpc>
              <a:buClr>
                <a:srgbClr val="3366FF"/>
              </a:buClr>
              <a:buSzPct val="80000"/>
              <a:buFont typeface="Wingdings" panose="05000000000000000000" pitchFamily="2" charset="2"/>
              <a:buChar char="l"/>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全 </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的主机号字段表示该网络上的所有主机。</a:t>
            </a:r>
            <a:endParaRPr lang="en-US" altLang="zh-CN" sz="1800" b="0" kern="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buClr>
                <a:srgbClr val="FF0000"/>
              </a:buClr>
              <a:buSzPct val="80000"/>
              <a:buFont typeface="Wingdings" panose="05000000000000000000" pitchFamily="2" charset="2"/>
              <a:buChar char="u"/>
            </a:pP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类地址占整个</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地址空间的</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50%</a:t>
            </a:r>
            <a:endParaRPr lang="zh-CN" altLang="en-US" sz="20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灯片编号占位符 1">
            <a:extLst>
              <a:ext uri="{FF2B5EF4-FFF2-40B4-BE49-F238E27FC236}">
                <a16:creationId xmlns:a16="http://schemas.microsoft.com/office/drawing/2014/main" id="{92AAA501-8D6C-43C6-96F3-3A69E7D84F92}"/>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7</a:t>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18CDB0A-DC79-4639-AEDA-229764220D5E}"/>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8</a:t>
            </a:fld>
            <a:endParaRPr lang="en-US" altLang="zh-CN" dirty="0"/>
          </a:p>
        </p:txBody>
      </p:sp>
      <p:sp>
        <p:nvSpPr>
          <p:cNvPr id="3" name="标题 1">
            <a:extLst>
              <a:ext uri="{FF2B5EF4-FFF2-40B4-BE49-F238E27FC236}">
                <a16:creationId xmlns:a16="http://schemas.microsoft.com/office/drawing/2014/main" id="{C30356A2-F645-4312-8D62-FE80D3672DAE}"/>
              </a:ext>
            </a:extLst>
          </p:cNvPr>
          <p:cNvSpPr txBox="1">
            <a:spLocks noChangeArrowheads="1"/>
          </p:cNvSpPr>
          <p:nvPr/>
        </p:nvSpPr>
        <p:spPr bwMode="auto">
          <a:xfrm>
            <a:off x="3039136" y="120501"/>
            <a:ext cx="41148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类 </a:t>
            </a:r>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&amp; C </a:t>
            </a:r>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类地址</a:t>
            </a:r>
            <a:endPar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a:extLst>
              <a:ext uri="{FF2B5EF4-FFF2-40B4-BE49-F238E27FC236}">
                <a16:creationId xmlns:a16="http://schemas.microsoft.com/office/drawing/2014/main" id="{2F1EF402-5D5A-4A43-87FE-5905D49A8423}"/>
              </a:ext>
            </a:extLst>
          </p:cNvPr>
          <p:cNvSpPr txBox="1">
            <a:spLocks noChangeArrowheads="1"/>
          </p:cNvSpPr>
          <p:nvPr/>
        </p:nvSpPr>
        <p:spPr bwMode="auto">
          <a:xfrm>
            <a:off x="609600" y="1236903"/>
            <a:ext cx="8229600" cy="515858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nSpc>
                <a:spcPct val="150000"/>
              </a:lnSpc>
              <a:buClr>
                <a:srgbClr val="FF0000"/>
              </a:buClr>
              <a:buSzPct val="80000"/>
              <a:buFont typeface="Wingdings" panose="05000000000000000000" pitchFamily="2" charset="2"/>
              <a:buNone/>
            </a:pP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类地址占整个</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空间的</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25%</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，其中：</a:t>
            </a:r>
            <a:endParaRPr lang="en-US" altLang="zh-CN" sz="2000" b="1" kern="0">
              <a:latin typeface="微软雅黑" panose="020B0503020204020204" pitchFamily="34" charset="-122"/>
              <a:ea typeface="微软雅黑" panose="020B0503020204020204" pitchFamily="34" charset="-122"/>
              <a:cs typeface="Times New Roman" panose="02020603050405020304" pitchFamily="18" charset="0"/>
            </a:endParaRPr>
          </a:p>
          <a:p>
            <a:pPr indent="284163">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网络号</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0" kern="0" baseline="30000">
                <a:latin typeface="微软雅黑" panose="020B0503020204020204" pitchFamily="34" charset="-122"/>
                <a:ea typeface="微软雅黑" panose="020B0503020204020204" pitchFamily="34" charset="-122"/>
                <a:cs typeface="Times New Roman" panose="02020603050405020304" pitchFamily="18" charset="0"/>
              </a:rPr>
              <a:t>14</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 – 1</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marL="627063" lvl="1" indent="266700" algn="just">
              <a:lnSpc>
                <a:spcPct val="150000"/>
              </a:lnSpc>
              <a:buClr>
                <a:srgbClr val="3366FF"/>
              </a:buClr>
              <a:buSzPct val="80000"/>
              <a:buFont typeface="Wingdings" panose="05000000000000000000" pitchFamily="2" charset="2"/>
              <a:buChar char="l"/>
            </a:pP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128.0.0.0</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不指派，因此可指派的</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类最小网络地址是</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128.1.0.0</a:t>
            </a:r>
            <a:endParaRPr lang="en-US" altLang="zh-CN" sz="1000" b="0" kern="0">
              <a:latin typeface="Times New Roman" panose="02020603050405020304" pitchFamily="18" charset="0"/>
              <a:ea typeface="宋体" panose="02010600030101010101" pitchFamily="2" charset="-122"/>
              <a:cs typeface="Times New Roman" panose="02020603050405020304" pitchFamily="18" charset="0"/>
            </a:endParaRPr>
          </a:p>
          <a:p>
            <a:pPr indent="284163">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主机号</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0" kern="0" baseline="30000">
                <a:latin typeface="微软雅黑" panose="020B0503020204020204" pitchFamily="34" charset="-122"/>
                <a:ea typeface="微软雅黑" panose="020B0503020204020204" pitchFamily="34" charset="-122"/>
                <a:cs typeface="Times New Roman" panose="02020603050405020304" pitchFamily="18" charset="0"/>
              </a:rPr>
              <a:t>16</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 – 2</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marL="627063" lvl="1" indent="266700" algn="just">
              <a:lnSpc>
                <a:spcPct val="150000"/>
              </a:lnSpc>
              <a:buClr>
                <a:srgbClr val="3366FF"/>
              </a:buClr>
              <a:buSzPct val="80000"/>
              <a:buFont typeface="Wingdings" panose="05000000000000000000" pitchFamily="2" charset="2"/>
              <a:buChar char="l"/>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去除全</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和全</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的主机号</a:t>
            </a:r>
            <a:endParaRPr lang="en-US" altLang="zh-CN" sz="1800" b="0" kern="0">
              <a:latin typeface="微软雅黑" panose="020B0503020204020204" pitchFamily="34" charset="-122"/>
              <a:ea typeface="微软雅黑" panose="020B0503020204020204" pitchFamily="34" charset="-122"/>
              <a:cs typeface="Times New Roman" panose="02020603050405020304" pitchFamily="18" charset="0"/>
            </a:endParaRPr>
          </a:p>
          <a:p>
            <a:pPr marL="0" lvl="1" indent="0">
              <a:lnSpc>
                <a:spcPct val="150000"/>
              </a:lnSpc>
              <a:buClr>
                <a:srgbClr val="FF0000"/>
              </a:buClr>
              <a:buSzPct val="80000"/>
              <a:buFont typeface="Wingdings" panose="05000000000000000000" pitchFamily="2" charset="2"/>
              <a:buNone/>
            </a:pP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类地址占整个</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空间的</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12.5%</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，其中：</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marL="342900" lvl="1" indent="284163">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网络号</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0" kern="0" baseline="30000">
                <a:latin typeface="微软雅黑" panose="020B0503020204020204" pitchFamily="34" charset="-122"/>
                <a:ea typeface="微软雅黑" panose="020B0503020204020204" pitchFamily="34" charset="-122"/>
                <a:cs typeface="Times New Roman" panose="02020603050405020304" pitchFamily="18" charset="0"/>
              </a:rPr>
              <a:t>21</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 – 1</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a:t>
            </a:r>
          </a:p>
          <a:p>
            <a:pPr marL="627063" lvl="1" indent="266700" algn="just">
              <a:lnSpc>
                <a:spcPct val="150000"/>
              </a:lnSpc>
              <a:buClr>
                <a:srgbClr val="3366FF"/>
              </a:buClr>
              <a:buSzPct val="80000"/>
              <a:buFont typeface="Wingdings" panose="05000000000000000000" pitchFamily="2" charset="2"/>
              <a:buChar char="l"/>
            </a:pP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192.0.0.0</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不指派，因此可指派的</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类最小网络地址是</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192.0.1.0</a:t>
            </a:r>
          </a:p>
          <a:p>
            <a:pPr marL="342900" lvl="1" indent="284163">
              <a:lnSpc>
                <a:spcPct val="150000"/>
              </a:lnSpc>
              <a:buClr>
                <a:srgbClr val="FF0000"/>
              </a:buClr>
              <a:buSzPct val="80000"/>
              <a:buFont typeface="Wingdings" panose="05000000000000000000" pitchFamily="2" charset="2"/>
              <a:buChar char="u"/>
            </a:pPr>
            <a:r>
              <a:rPr lang="zh-CN" altLang="en-US" sz="2000" b="1" kern="0">
                <a:latin typeface="微软雅黑" panose="020B0503020204020204" pitchFamily="34" charset="-122"/>
                <a:ea typeface="微软雅黑" panose="020B0503020204020204" pitchFamily="34" charset="-122"/>
                <a:cs typeface="Times New Roman" panose="02020603050405020304" pitchFamily="18" charset="0"/>
              </a:rPr>
              <a:t>主机号</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（共</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0" kern="0" baseline="30000">
                <a:latin typeface="微软雅黑" panose="020B0503020204020204" pitchFamily="34" charset="-122"/>
                <a:ea typeface="微软雅黑" panose="020B0503020204020204" pitchFamily="34" charset="-122"/>
                <a:cs typeface="Times New Roman" panose="02020603050405020304" pitchFamily="18" charset="0"/>
              </a:rPr>
              <a:t>8</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 – 2 = 254</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a:t>
            </a:r>
          </a:p>
          <a:p>
            <a:pPr marL="627063" lvl="1" indent="266700" algn="just">
              <a:lnSpc>
                <a:spcPct val="150000"/>
              </a:lnSpc>
              <a:buClr>
                <a:srgbClr val="3366FF"/>
              </a:buClr>
              <a:buSzPct val="80000"/>
              <a:buFont typeface="Wingdings" panose="05000000000000000000" pitchFamily="2" charset="2"/>
              <a:buChar char="l"/>
            </a:pP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去除全</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和全</a:t>
            </a:r>
            <a:r>
              <a:rPr lang="en-US" altLang="zh-CN" sz="1800" b="0" kern="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b="0" kern="0">
                <a:latin typeface="微软雅黑" panose="020B0503020204020204" pitchFamily="34" charset="-122"/>
                <a:ea typeface="微软雅黑" panose="020B0503020204020204" pitchFamily="34" charset="-122"/>
                <a:cs typeface="Times New Roman" panose="02020603050405020304" pitchFamily="18" charset="0"/>
              </a:rPr>
              <a:t>的主机号</a:t>
            </a:r>
          </a:p>
          <a:p>
            <a:pPr marL="457200" lvl="1" indent="0" algn="just">
              <a:lnSpc>
                <a:spcPct val="150000"/>
              </a:lnSpc>
              <a:buClr>
                <a:srgbClr val="3366FF"/>
              </a:buClr>
              <a:buSzPct val="80000"/>
              <a:buFont typeface="Wingdings" panose="05000000000000000000" pitchFamily="2" charset="2"/>
              <a:buNone/>
            </a:pPr>
            <a:endParaRPr lang="en-US" altLang="zh-CN" sz="1800" b="0" kern="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1000" b="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35711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175237F-A075-4334-8819-AC41BEE2E232}"/>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9</a:t>
            </a:fld>
            <a:endParaRPr lang="en-US" altLang="zh-CN" dirty="0"/>
          </a:p>
        </p:txBody>
      </p:sp>
      <p:sp>
        <p:nvSpPr>
          <p:cNvPr id="3" name="Rectangle 2">
            <a:extLst>
              <a:ext uri="{FF2B5EF4-FFF2-40B4-BE49-F238E27FC236}">
                <a16:creationId xmlns:a16="http://schemas.microsoft.com/office/drawing/2014/main" id="{B68069D7-0AE4-4127-9EFC-83CCDD0D670F}"/>
              </a:ext>
            </a:extLst>
          </p:cNvPr>
          <p:cNvSpPr txBox="1">
            <a:spLocks noChangeArrowheads="1"/>
          </p:cNvSpPr>
          <p:nvPr/>
        </p:nvSpPr>
        <p:spPr bwMode="auto">
          <a:xfrm>
            <a:off x="2982433" y="104941"/>
            <a:ext cx="4953000" cy="5889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类地址</a:t>
            </a:r>
            <a:endPar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3">
            <a:extLst>
              <a:ext uri="{FF2B5EF4-FFF2-40B4-BE49-F238E27FC236}">
                <a16:creationId xmlns:a16="http://schemas.microsoft.com/office/drawing/2014/main" id="{9E53E694-BF45-406B-84D6-7BFFA6C1D7A8}"/>
              </a:ext>
            </a:extLst>
          </p:cNvPr>
          <p:cNvSpPr txBox="1">
            <a:spLocks noChangeArrowheads="1"/>
          </p:cNvSpPr>
          <p:nvPr/>
        </p:nvSpPr>
        <p:spPr bwMode="auto">
          <a:xfrm>
            <a:off x="990601" y="1828800"/>
            <a:ext cx="7467600" cy="3810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lgn="just" eaLnBrk="1" hangingPunct="1">
              <a:lnSpc>
                <a:spcPct val="200000"/>
              </a:lnSpc>
              <a:buClr>
                <a:srgbClr val="FF0000"/>
              </a:buClr>
              <a:buSzPct val="80000"/>
              <a:buFont typeface="Wingdings" panose="05000000000000000000" pitchFamily="2" charset="2"/>
              <a:buChar char="u"/>
            </a:pP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类地址用于多播，多播可发送一个消息给同一多播组中的一组成员设备。</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200000"/>
              </a:lnSpc>
              <a:buClr>
                <a:srgbClr val="FF0000"/>
              </a:buClr>
              <a:buSzPct val="80000"/>
              <a:buFont typeface="Wingdings" panose="05000000000000000000" pitchFamily="2" charset="2"/>
              <a:buChar char="u"/>
            </a:pP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可以用</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28</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位来指定多播组，即有</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2.68</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亿（大约</a:t>
            </a: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268 435 456</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）个可能的多播组。</a:t>
            </a:r>
            <a:endParaRPr lang="en-US" altLang="zh-CN" sz="2000" b="0" kern="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200000"/>
              </a:lnSpc>
              <a:buClr>
                <a:srgbClr val="FF0000"/>
              </a:buClr>
              <a:buSzPct val="80000"/>
              <a:buFont typeface="Wingdings" panose="05000000000000000000" pitchFamily="2" charset="2"/>
              <a:buChar char="u"/>
            </a:pPr>
            <a:r>
              <a:rPr lang="en-US" altLang="zh-CN" sz="2000" b="0" kern="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000" b="0" kern="0">
                <a:latin typeface="微软雅黑" panose="020B0503020204020204" pitchFamily="34" charset="-122"/>
                <a:ea typeface="微软雅黑" panose="020B0503020204020204" pitchFamily="34" charset="-122"/>
                <a:cs typeface="Times New Roman" panose="02020603050405020304" pitchFamily="18" charset="0"/>
              </a:rPr>
              <a:t>类地址支持两种多播组：永久多播地址和临时多播地址。</a:t>
            </a:r>
            <a:endParaRPr lang="zh-CN" altLang="en-US" sz="20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77621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92F1356-902B-4D6B-A8EB-BF70179632F2}"/>
              </a:ext>
            </a:extLst>
          </p:cNvPr>
          <p:cNvSpPr>
            <a:spLocks noGrp="1"/>
          </p:cNvSpPr>
          <p:nvPr>
            <p:ph type="sldNum" sz="quarter" idx="10"/>
          </p:nvPr>
        </p:nvSpPr>
        <p:spPr>
          <a:xfrm>
            <a:off x="8458200" y="6400800"/>
            <a:ext cx="914400" cy="457200"/>
          </a:xfrm>
        </p:spPr>
        <p:txBody>
          <a:bodyPr/>
          <a:lstStyle/>
          <a:p>
            <a:pPr>
              <a:defRPr/>
            </a:pPr>
            <a:r>
              <a:rPr lang="en-US" altLang="zh-CN"/>
              <a:t>19.</a:t>
            </a:r>
            <a:fld id="{5483FF8B-C8DA-4D33-BDB7-8D1F50DE62E2}" type="slidenum">
              <a:rPr lang="en-US" altLang="zh-CN" smtClean="0"/>
              <a:pPr>
                <a:defRPr/>
              </a:pPr>
              <a:t>10</a:t>
            </a:fld>
            <a:endParaRPr lang="en-US" altLang="zh-CN" dirty="0"/>
          </a:p>
        </p:txBody>
      </p:sp>
      <p:sp>
        <p:nvSpPr>
          <p:cNvPr id="3" name="标题 1">
            <a:extLst>
              <a:ext uri="{FF2B5EF4-FFF2-40B4-BE49-F238E27FC236}">
                <a16:creationId xmlns:a16="http://schemas.microsoft.com/office/drawing/2014/main" id="{BF021247-87E2-4A3C-8FE8-97038266B165}"/>
              </a:ext>
            </a:extLst>
          </p:cNvPr>
          <p:cNvSpPr txBox="1">
            <a:spLocks noChangeArrowheads="1"/>
          </p:cNvSpPr>
          <p:nvPr/>
        </p:nvSpPr>
        <p:spPr bwMode="auto">
          <a:xfrm>
            <a:off x="2971800" y="115889"/>
            <a:ext cx="3429000" cy="565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特殊</a:t>
            </a:r>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地址</a:t>
            </a:r>
            <a:endPar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内容占位符 3">
            <a:extLst>
              <a:ext uri="{FF2B5EF4-FFF2-40B4-BE49-F238E27FC236}">
                <a16:creationId xmlns:a16="http://schemas.microsoft.com/office/drawing/2014/main" id="{75450740-8D04-49C3-8E82-2ED3D8A6CD8B}"/>
              </a:ext>
            </a:extLst>
          </p:cNvPr>
          <p:cNvGraphicFramePr>
            <a:graphicFrameLocks/>
          </p:cNvGraphicFramePr>
          <p:nvPr>
            <p:extLst>
              <p:ext uri="{D42A27DB-BD31-4B8C-83A1-F6EECF244321}">
                <p14:modId xmlns:p14="http://schemas.microsoft.com/office/powerpoint/2010/main" val="2670755331"/>
              </p:ext>
            </p:extLst>
          </p:nvPr>
        </p:nvGraphicFramePr>
        <p:xfrm>
          <a:off x="495300" y="1219200"/>
          <a:ext cx="8153400" cy="5029202"/>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1118579">
                  <a:extLst>
                    <a:ext uri="{9D8B030D-6E8A-4147-A177-3AD203B41FA5}">
                      <a16:colId xmlns:a16="http://schemas.microsoft.com/office/drawing/2014/main" val="20001"/>
                    </a:ext>
                  </a:extLst>
                </a:gridCol>
                <a:gridCol w="1090955">
                  <a:extLst>
                    <a:ext uri="{9D8B030D-6E8A-4147-A177-3AD203B41FA5}">
                      <a16:colId xmlns:a16="http://schemas.microsoft.com/office/drawing/2014/main" val="20002"/>
                    </a:ext>
                  </a:extLst>
                </a:gridCol>
                <a:gridCol w="945494">
                  <a:extLst>
                    <a:ext uri="{9D8B030D-6E8A-4147-A177-3AD203B41FA5}">
                      <a16:colId xmlns:a16="http://schemas.microsoft.com/office/drawing/2014/main" val="20003"/>
                    </a:ext>
                  </a:extLst>
                </a:gridCol>
                <a:gridCol w="4007772">
                  <a:extLst>
                    <a:ext uri="{9D8B030D-6E8A-4147-A177-3AD203B41FA5}">
                      <a16:colId xmlns:a16="http://schemas.microsoft.com/office/drawing/2014/main" val="20004"/>
                    </a:ext>
                  </a:extLst>
                </a:gridCol>
              </a:tblGrid>
              <a:tr h="877499">
                <a:tc>
                  <a:txBody>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网络号</a:t>
                      </a:r>
                    </a:p>
                  </a:txBody>
                  <a:tcPr marT="45743" marB="45743" anchor="ctr" anchorCtr="1">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1E0FF"/>
                    </a:solidFill>
                  </a:tcPr>
                </a:tc>
                <a:tc>
                  <a:txBody>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主机号</a:t>
                      </a:r>
                    </a:p>
                  </a:txBody>
                  <a:tcPr marT="45743" marB="45743" anchor="ctr" anchorCtr="1">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1E0FF"/>
                    </a:solidFill>
                  </a:tcPr>
                </a:tc>
                <a:tc>
                  <a:txBody>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源地址</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使用</a:t>
                      </a:r>
                    </a:p>
                  </a:txBody>
                  <a:tcPr marT="45743" marB="45743" anchor="ctr" anchorCtr="1">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1E0FF"/>
                    </a:solidFill>
                  </a:tcPr>
                </a:tc>
                <a:tc>
                  <a:txBody>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目的地址使用</a:t>
                      </a:r>
                    </a:p>
                  </a:txBody>
                  <a:tcPr marT="45743" marB="45743" anchor="ctr" anchorCtr="1">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1E0FF"/>
                    </a:solidFill>
                  </a:tcPr>
                </a:tc>
                <a:tc>
                  <a:txBody>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意义</a:t>
                      </a:r>
                    </a:p>
                  </a:txBody>
                  <a:tcPr marT="45743" marB="45743" anchor="ctr" anchorCtr="1">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1E0FF"/>
                    </a:solidFill>
                  </a:tcPr>
                </a:tc>
                <a:extLst>
                  <a:ext uri="{0D108BD9-81ED-4DB2-BD59-A6C34878D82A}">
                    <a16:rowId xmlns:a16="http://schemas.microsoft.com/office/drawing/2014/main" val="10000"/>
                  </a:ext>
                </a:extLst>
              </a:tr>
              <a:tr h="853903">
                <a:tc>
                  <a:txBody>
                    <a:bodyPr/>
                    <a:lstStyle/>
                    <a:p>
                      <a:pPr algn="ct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algn="ct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algn="ct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algn="ct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不可</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默认路径地址</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0.0.0.0</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，本网络上的本主机</a:t>
                      </a:r>
                      <a:endParaRPr lang="en-US" altLang="zh-CN"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extLst>
                  <a:ext uri="{0D108BD9-81ED-4DB2-BD59-A6C34878D82A}">
                    <a16:rowId xmlns:a16="http://schemas.microsoft.com/office/drawing/2014/main" val="10001"/>
                  </a:ext>
                </a:extLst>
              </a:tr>
              <a:tr h="853903">
                <a:tc>
                  <a:txBody>
                    <a:bodyPr/>
                    <a:lstStyle/>
                    <a:p>
                      <a:pPr algn="ct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全</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algn="ct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全</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不可</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广播地址</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255.255.255.255</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，只在本网络上广播（路由器不转发）</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extLst>
                  <a:ext uri="{0D108BD9-81ED-4DB2-BD59-A6C34878D82A}">
                    <a16:rowId xmlns:a16="http://schemas.microsoft.com/office/drawing/2014/main" val="10003"/>
                  </a:ext>
                </a:extLst>
              </a:tr>
              <a:tr h="853903">
                <a:tc>
                  <a:txBody>
                    <a:bodyPr/>
                    <a:lstStyle/>
                    <a:p>
                      <a:pPr algn="ctr"/>
                      <a:r>
                        <a:rPr lang="en-US" altLang="zh-CN" sz="1400">
                          <a:latin typeface="微软雅黑" panose="020B0503020204020204" pitchFamily="34" charset="-122"/>
                          <a:ea typeface="微软雅黑" panose="020B0503020204020204" pitchFamily="34" charset="-122"/>
                          <a:cs typeface="Times New Roman" panose="02020603050405020304" pitchFamily="18" charset="0"/>
                        </a:rPr>
                        <a:t>net-id</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algn="ct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全</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不可</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特定子网的广播地址，对</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net-id</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上所有主机广播</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extLst>
                  <a:ext uri="{0D108BD9-81ED-4DB2-BD59-A6C34878D82A}">
                    <a16:rowId xmlns:a16="http://schemas.microsoft.com/office/drawing/2014/main" val="10004"/>
                  </a:ext>
                </a:extLst>
              </a:tr>
              <a:tr h="794997">
                <a:tc>
                  <a:txBody>
                    <a:bodyPr/>
                    <a:lstStyle/>
                    <a:p>
                      <a:pPr algn="ct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127</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algn="ct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非全</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或全</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的数</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用作本地软件环回测试</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extLst>
                  <a:ext uri="{0D108BD9-81ED-4DB2-BD59-A6C34878D82A}">
                    <a16:rowId xmlns:a16="http://schemas.microsoft.com/office/drawing/2014/main" val="10005"/>
                  </a:ext>
                </a:extLst>
              </a:tr>
              <a:tr h="794997">
                <a:tc>
                  <a:txBody>
                    <a:bodyPr/>
                    <a:lstStyle/>
                    <a:p>
                      <a:pPr marL="0" algn="ctr" defTabSz="914400" rtl="0" eaLnBrk="1" latinLnBrk="0" hangingPunct="1"/>
                      <a:r>
                        <a:rPr lang="en-US" altLang="zh-CN"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169.254</a:t>
                      </a:r>
                      <a:endParaRPr lang="zh-CN" altLang="en-US"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algn="ctr" defTabSz="914400" rtl="0" eaLnBrk="1" latinLnBrk="0" hangingPunct="1"/>
                      <a:r>
                        <a:rPr lang="en-US" altLang="zh-CN"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可以</a:t>
                      </a:r>
                      <a:endParaRPr lang="zh-CN" altLang="en-US" sz="14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tc>
                  <a:txBody>
                    <a:bodyPr/>
                    <a:lstStyle/>
                    <a:p>
                      <a:pPr marL="0" algn="just" defTabSz="914400" rtl="0" eaLnBrk="1" latinLnBrk="0" hangingPunct="1"/>
                      <a:r>
                        <a:rPr lang="zh-CN" altLang="en-US"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主机无法获取</a:t>
                      </a:r>
                      <a:r>
                        <a:rPr lang="en-US" altLang="zh-CN"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地址时会自动配置如</a:t>
                      </a:r>
                      <a:r>
                        <a:rPr lang="en-US" altLang="zh-CN"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169.254.x.x/16 </a:t>
                      </a:r>
                      <a:r>
                        <a:rPr lang="zh-CN" altLang="en-US" sz="1400" kern="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的地址，使其可以通信</a:t>
                      </a:r>
                    </a:p>
                  </a:txBody>
                  <a:tcPr marT="45743" marB="45743"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5F2FF"/>
                    </a:solidFill>
                  </a:tcPr>
                </a:tc>
                <a:extLst>
                  <a:ext uri="{0D108BD9-81ED-4DB2-BD59-A6C34878D82A}">
                    <a16:rowId xmlns:a16="http://schemas.microsoft.com/office/drawing/2014/main" val="3129185821"/>
                  </a:ext>
                </a:extLst>
              </a:tr>
            </a:tbl>
          </a:graphicData>
        </a:graphic>
      </p:graphicFrame>
    </p:spTree>
    <p:extLst>
      <p:ext uri="{BB962C8B-B14F-4D97-AF65-F5344CB8AC3E}">
        <p14:creationId xmlns:p14="http://schemas.microsoft.com/office/powerpoint/2010/main" val="2189095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1EBF615-20D1-4B6F-A0B1-E4470FA9E35B}"/>
              </a:ext>
            </a:extLst>
          </p:cNvPr>
          <p:cNvSpPr>
            <a:spLocks noGrp="1"/>
          </p:cNvSpPr>
          <p:nvPr>
            <p:ph type="sldNum" sz="quarter" idx="10"/>
          </p:nvPr>
        </p:nvSpPr>
        <p:spPr>
          <a:xfrm>
            <a:off x="8305800" y="6400800"/>
            <a:ext cx="914400" cy="457200"/>
          </a:xfrm>
        </p:spPr>
        <p:txBody>
          <a:bodyPr/>
          <a:lstStyle/>
          <a:p>
            <a:pPr>
              <a:defRPr/>
            </a:pPr>
            <a:r>
              <a:rPr lang="en-US" altLang="zh-CN"/>
              <a:t>19.</a:t>
            </a:r>
            <a:fld id="{5483FF8B-C8DA-4D33-BDB7-8D1F50DE62E2}" type="slidenum">
              <a:rPr lang="en-US" altLang="zh-CN" smtClean="0"/>
              <a:pPr>
                <a:defRPr/>
              </a:pPr>
              <a:t>11</a:t>
            </a:fld>
            <a:endParaRPr lang="en-US" altLang="zh-CN" dirty="0"/>
          </a:p>
        </p:txBody>
      </p:sp>
      <p:sp>
        <p:nvSpPr>
          <p:cNvPr id="3" name="Rectangle 2">
            <a:extLst>
              <a:ext uri="{FF2B5EF4-FFF2-40B4-BE49-F238E27FC236}">
                <a16:creationId xmlns:a16="http://schemas.microsoft.com/office/drawing/2014/main" id="{97123980-5F06-45BA-8F1D-ECD8DA41D70F}"/>
              </a:ext>
            </a:extLst>
          </p:cNvPr>
          <p:cNvSpPr txBox="1">
            <a:spLocks noChangeArrowheads="1"/>
          </p:cNvSpPr>
          <p:nvPr/>
        </p:nvSpPr>
        <p:spPr bwMode="auto">
          <a:xfrm>
            <a:off x="2971800" y="109868"/>
            <a:ext cx="4619625" cy="574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私有</a:t>
            </a:r>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专用地址</a:t>
            </a:r>
            <a:endPar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3">
            <a:extLst>
              <a:ext uri="{FF2B5EF4-FFF2-40B4-BE49-F238E27FC236}">
                <a16:creationId xmlns:a16="http://schemas.microsoft.com/office/drawing/2014/main" id="{37BD571A-8DAF-4A73-AD5E-7ECA44477492}"/>
              </a:ext>
            </a:extLst>
          </p:cNvPr>
          <p:cNvSpPr txBox="1">
            <a:spLocks noChangeArrowheads="1"/>
          </p:cNvSpPr>
          <p:nvPr/>
        </p:nvSpPr>
        <p:spPr bwMode="auto">
          <a:xfrm>
            <a:off x="762000" y="1066800"/>
            <a:ext cx="78486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gn="just" eaLnBrk="1" hangingPunct="1">
              <a:lnSpc>
                <a:spcPct val="200000"/>
              </a:lnSpc>
              <a:buFont typeface="Wingdings" panose="05000000000000000000" pitchFamily="2" charset="2"/>
              <a:buNone/>
            </a:pP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地址分为公网（全球）</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地址和私有（专用）</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地址。公网</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是在</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Internet</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使用的</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地址，而私有</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地址则是在局域网中使用的</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地址。私有网络地址常用于公司、组织和个人网络，没有置于因特网中，</a:t>
            </a:r>
            <a:r>
              <a:rPr lang="zh-CN" altLang="en-US" sz="1800" kern="0" dirty="0">
                <a:latin typeface="微软雅黑" panose="020B0503020204020204" pitchFamily="34" charset="-122"/>
                <a:ea typeface="微软雅黑" panose="020B0503020204020204" pitchFamily="34" charset="-122"/>
                <a:cs typeface="Times New Roman" panose="02020603050405020304" pitchFamily="18" charset="0"/>
              </a:rPr>
              <a:t>因特网上的路由器不存在到私有网络的路由</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，在因特网上也不能访问私有地址。因此，使用私网地址的计算机更安全，也节约了公网</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地址。用于私有网络的地址范围是：</a:t>
            </a:r>
            <a:endParaRPr lang="zh-CN" altLang="en-US" sz="1800" b="0" kern="0" dirty="0">
              <a:latin typeface="Times New Roman" panose="02020603050405020304" pitchFamily="18" charset="0"/>
              <a:ea typeface="宋体" panose="02010600030101010101" pitchFamily="2" charset="-122"/>
              <a:cs typeface="Times New Roman" panose="02020603050405020304" pitchFamily="18" charset="0"/>
            </a:endParaRPr>
          </a:p>
          <a:p>
            <a:pPr lvl="1" indent="-381000" algn="just" eaLnBrk="1" hangingPunct="1">
              <a:lnSpc>
                <a:spcPct val="200000"/>
              </a:lnSpc>
              <a:buSzPct val="80000"/>
              <a:buFont typeface="Wingdings" panose="05000000000000000000" pitchFamily="2" charset="2"/>
              <a:buChar char="u"/>
            </a:pP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10.0.0.0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10.255.255.255</a:t>
            </a:r>
          </a:p>
          <a:p>
            <a:pPr lvl="1" indent="-381000" algn="just" eaLnBrk="1" hangingPunct="1">
              <a:lnSpc>
                <a:spcPct val="200000"/>
              </a:lnSpc>
              <a:buSzPct val="80000"/>
              <a:buFont typeface="Wingdings" panose="05000000000000000000" pitchFamily="2" charset="2"/>
              <a:buChar char="u"/>
            </a:pP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172.16.0.0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172.31.255.255</a:t>
            </a:r>
          </a:p>
          <a:p>
            <a:pPr lvl="1" indent="-381000" algn="just" eaLnBrk="1" hangingPunct="1">
              <a:lnSpc>
                <a:spcPct val="200000"/>
              </a:lnSpc>
              <a:buSzPct val="80000"/>
              <a:buFont typeface="Wingdings" panose="05000000000000000000" pitchFamily="2" charset="2"/>
              <a:buChar char="u"/>
            </a:pP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192.168.0.0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192.168.255.255</a:t>
            </a:r>
            <a:endPar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94561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FF89E95-FE5C-461F-87A3-A34B7326F685}"/>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12</a:t>
            </a:fld>
            <a:endParaRPr lang="en-US" altLang="zh-CN" dirty="0"/>
          </a:p>
        </p:txBody>
      </p:sp>
      <p:sp>
        <p:nvSpPr>
          <p:cNvPr id="6" name="文本框 5">
            <a:extLst>
              <a:ext uri="{FF2B5EF4-FFF2-40B4-BE49-F238E27FC236}">
                <a16:creationId xmlns:a16="http://schemas.microsoft.com/office/drawing/2014/main" id="{28F9C6C5-B822-4BB5-888C-A0A7AEFD7E3A}"/>
              </a:ext>
            </a:extLst>
          </p:cNvPr>
          <p:cNvSpPr txBox="1"/>
          <p:nvPr/>
        </p:nvSpPr>
        <p:spPr>
          <a:xfrm>
            <a:off x="776849" y="1271228"/>
            <a:ext cx="5105400" cy="338554"/>
          </a:xfrm>
          <a:prstGeom prst="rect">
            <a:avLst/>
          </a:prstGeom>
          <a:noFill/>
        </p:spPr>
        <p:txBody>
          <a:bodyPr wrap="square" rtlCol="0">
            <a:spAutoFit/>
          </a:bodyPr>
          <a:lstStyle/>
          <a:p>
            <a:r>
              <a:rPr lang="en-US" altLang="zh-CN" sz="1600" dirty="0">
                <a:solidFill>
                  <a:schemeClr val="folHlink"/>
                </a:solidFill>
                <a:ea typeface="宋体" panose="02010600030101010101" pitchFamily="2" charset="-122"/>
              </a:rPr>
              <a:t>Table 19.1  </a:t>
            </a:r>
            <a:r>
              <a:rPr lang="en-US" altLang="zh-CN" sz="1600" dirty="0">
                <a:ea typeface="宋体" panose="02010600030101010101" pitchFamily="2" charset="-122"/>
              </a:rPr>
              <a:t>IPv4</a:t>
            </a:r>
            <a:r>
              <a:rPr lang="zh-CN" altLang="en-US" sz="1600" dirty="0">
                <a:ea typeface="宋体" panose="02010600030101010101" pitchFamily="2" charset="-122"/>
              </a:rPr>
              <a:t>分类寻址块的个数与每块的长度</a:t>
            </a:r>
          </a:p>
        </p:txBody>
      </p:sp>
      <p:sp>
        <p:nvSpPr>
          <p:cNvPr id="7" name="文本框 6">
            <a:extLst>
              <a:ext uri="{FF2B5EF4-FFF2-40B4-BE49-F238E27FC236}">
                <a16:creationId xmlns:a16="http://schemas.microsoft.com/office/drawing/2014/main" id="{030E0B9C-8454-452F-B2DF-39D40556836E}"/>
              </a:ext>
            </a:extLst>
          </p:cNvPr>
          <p:cNvSpPr txBox="1"/>
          <p:nvPr/>
        </p:nvSpPr>
        <p:spPr>
          <a:xfrm>
            <a:off x="776848" y="4021758"/>
            <a:ext cx="7528951" cy="1725985"/>
          </a:xfrm>
          <a:prstGeom prst="rect">
            <a:avLst/>
          </a:prstGeom>
          <a:noFill/>
        </p:spPr>
        <p:txBody>
          <a:bodyPr wrap="square" rtlCol="0">
            <a:spAutoFit/>
          </a:bodyPr>
          <a:lstStyle/>
          <a:p>
            <a:pPr lvl="1" indent="-381000" algn="just" eaLnBrk="1" hangingPunct="1">
              <a:lnSpc>
                <a:spcPct val="200000"/>
              </a:lnSpc>
              <a:spcBef>
                <a:spcPct val="20000"/>
              </a:spcBef>
              <a:buClr>
                <a:schemeClr val="hlink"/>
              </a:buClr>
              <a:buSzPct val="80000"/>
              <a:buFont typeface="Wingdings" panose="05000000000000000000" pitchFamily="2" charset="2"/>
              <a:buChar char="u"/>
            </a:pP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分类寻址的方法是采用固定数量的地址块来分配，且每个地址块的长度固定。</a:t>
            </a:r>
            <a:endParaRPr lang="en-US" altLang="zh-CN" b="0" dirty="0">
              <a:latin typeface="微软雅黑" panose="020B0503020204020204" pitchFamily="34" charset="-122"/>
              <a:ea typeface="微软雅黑" panose="020B0503020204020204" pitchFamily="34" charset="-122"/>
              <a:cs typeface="Times New Roman" panose="02020603050405020304" pitchFamily="18" charset="0"/>
            </a:endParaRPr>
          </a:p>
          <a:p>
            <a:pPr lvl="1" indent="-381000" algn="just" eaLnBrk="1" hangingPunct="1">
              <a:lnSpc>
                <a:spcPct val="200000"/>
              </a:lnSpc>
              <a:spcBef>
                <a:spcPct val="20000"/>
              </a:spcBef>
              <a:buClr>
                <a:schemeClr val="hlink"/>
              </a:buClr>
              <a:buSzPct val="80000"/>
              <a:buFont typeface="Wingdings" panose="05000000000000000000" pitchFamily="2" charset="2"/>
              <a:buChar char="u"/>
            </a:pP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在分类寻址中，大部分可用地址都被浪费了。</a:t>
            </a:r>
            <a:endParaRPr lang="zh-CN" altLang="en-US" dirty="0"/>
          </a:p>
        </p:txBody>
      </p:sp>
      <p:graphicFrame>
        <p:nvGraphicFramePr>
          <p:cNvPr id="3" name="表格 2">
            <a:extLst>
              <a:ext uri="{FF2B5EF4-FFF2-40B4-BE49-F238E27FC236}">
                <a16:creationId xmlns:a16="http://schemas.microsoft.com/office/drawing/2014/main" id="{31BAEA9A-6CE2-4B56-B9A5-FD1E41754F41}"/>
              </a:ext>
            </a:extLst>
          </p:cNvPr>
          <p:cNvGraphicFramePr>
            <a:graphicFrameLocks noGrp="1"/>
          </p:cNvGraphicFramePr>
          <p:nvPr>
            <p:extLst>
              <p:ext uri="{D42A27DB-BD31-4B8C-83A1-F6EECF244321}">
                <p14:modId xmlns:p14="http://schemas.microsoft.com/office/powerpoint/2010/main" val="2311775321"/>
              </p:ext>
            </p:extLst>
          </p:nvPr>
        </p:nvGraphicFramePr>
        <p:xfrm>
          <a:off x="897759" y="1691218"/>
          <a:ext cx="7408040" cy="2225040"/>
        </p:xfrm>
        <a:graphic>
          <a:graphicData uri="http://schemas.openxmlformats.org/drawingml/2006/table">
            <a:tbl>
              <a:tblPr firstRow="1" bandRow="1">
                <a:tableStyleId>{5940675A-B579-460E-94D1-54222C63F5DA}</a:tableStyleId>
              </a:tblPr>
              <a:tblGrid>
                <a:gridCol w="1013733">
                  <a:extLst>
                    <a:ext uri="{9D8B030D-6E8A-4147-A177-3AD203B41FA5}">
                      <a16:colId xmlns:a16="http://schemas.microsoft.com/office/drawing/2014/main" val="711209415"/>
                    </a:ext>
                  </a:extLst>
                </a:gridCol>
                <a:gridCol w="2355708">
                  <a:extLst>
                    <a:ext uri="{9D8B030D-6E8A-4147-A177-3AD203B41FA5}">
                      <a16:colId xmlns:a16="http://schemas.microsoft.com/office/drawing/2014/main" val="2849036485"/>
                    </a:ext>
                  </a:extLst>
                </a:gridCol>
                <a:gridCol w="2209800">
                  <a:extLst>
                    <a:ext uri="{9D8B030D-6E8A-4147-A177-3AD203B41FA5}">
                      <a16:colId xmlns:a16="http://schemas.microsoft.com/office/drawing/2014/main" val="51517227"/>
                    </a:ext>
                  </a:extLst>
                </a:gridCol>
                <a:gridCol w="1828799">
                  <a:extLst>
                    <a:ext uri="{9D8B030D-6E8A-4147-A177-3AD203B41FA5}">
                      <a16:colId xmlns:a16="http://schemas.microsoft.com/office/drawing/2014/main" val="4139510877"/>
                    </a:ext>
                  </a:extLst>
                </a:gridCol>
              </a:tblGrid>
              <a:tr h="370840">
                <a:tc>
                  <a:txBody>
                    <a:bodyPr/>
                    <a:lstStyle/>
                    <a:p>
                      <a:pPr algn="ctr"/>
                      <a:r>
                        <a:rPr lang="en-US" altLang="zh-CN" b="1" dirty="0">
                          <a:latin typeface="Times New Roman" panose="02020603050405020304" pitchFamily="18" charset="0"/>
                          <a:cs typeface="Times New Roman" panose="02020603050405020304" pitchFamily="18" charset="0"/>
                        </a:rPr>
                        <a:t>Class</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tc>
                  <a:txBody>
                    <a:bodyPr/>
                    <a:lstStyle/>
                    <a:p>
                      <a:pPr algn="ctr"/>
                      <a:r>
                        <a:rPr lang="en-US" altLang="zh-CN" b="1" dirty="0">
                          <a:latin typeface="Times New Roman" panose="02020603050405020304" pitchFamily="18" charset="0"/>
                          <a:cs typeface="Times New Roman" panose="02020603050405020304" pitchFamily="18" charset="0"/>
                        </a:rPr>
                        <a:t>Number of Blocks</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tc>
                  <a:txBody>
                    <a:bodyPr/>
                    <a:lstStyle/>
                    <a:p>
                      <a:pPr algn="ctr"/>
                      <a:r>
                        <a:rPr lang="en-US" altLang="zh-CN" b="1" dirty="0">
                          <a:latin typeface="Times New Roman" panose="02020603050405020304" pitchFamily="18" charset="0"/>
                          <a:cs typeface="Times New Roman" panose="02020603050405020304" pitchFamily="18" charset="0"/>
                        </a:rPr>
                        <a:t>Block Size</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tc>
                  <a:txBody>
                    <a:bodyPr/>
                    <a:lstStyle/>
                    <a:p>
                      <a:pPr algn="ctr"/>
                      <a:r>
                        <a:rPr lang="en-US" altLang="zh-CN" b="1" dirty="0">
                          <a:latin typeface="Times New Roman" panose="02020603050405020304" pitchFamily="18" charset="0"/>
                          <a:cs typeface="Times New Roman" panose="02020603050405020304" pitchFamily="18" charset="0"/>
                        </a:rPr>
                        <a:t>Application</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extLst>
                  <a:ext uri="{0D108BD9-81ED-4DB2-BD59-A6C34878D82A}">
                    <a16:rowId xmlns:a16="http://schemas.microsoft.com/office/drawing/2014/main" val="543538256"/>
                  </a:ext>
                </a:extLst>
              </a:tr>
              <a:tr h="370840">
                <a:tc>
                  <a:txBody>
                    <a:bodyPr/>
                    <a:lstStyle/>
                    <a:p>
                      <a:pPr algn="ctr"/>
                      <a:r>
                        <a:rPr lang="en-US" altLang="zh-CN" b="0" dirty="0">
                          <a:latin typeface="Times New Roman" panose="02020603050405020304" pitchFamily="18" charset="0"/>
                          <a:cs typeface="Times New Roman" panose="02020603050405020304" pitchFamily="18" charset="0"/>
                        </a:rPr>
                        <a:t>A</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128</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0" dirty="0">
                          <a:latin typeface="Times New Roman" panose="02020603050405020304" pitchFamily="18" charset="0"/>
                          <a:cs typeface="Times New Roman" panose="02020603050405020304" pitchFamily="18" charset="0"/>
                        </a:rPr>
                        <a:t>16,777,216</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Unicast</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2669431725"/>
                  </a:ext>
                </a:extLst>
              </a:tr>
              <a:tr h="370840">
                <a:tc>
                  <a:txBody>
                    <a:bodyPr/>
                    <a:lstStyle/>
                    <a:p>
                      <a:pPr algn="ctr"/>
                      <a:r>
                        <a:rPr lang="en-US" altLang="zh-CN" b="0" dirty="0">
                          <a:latin typeface="Times New Roman" panose="02020603050405020304" pitchFamily="18" charset="0"/>
                          <a:cs typeface="Times New Roman" panose="02020603050405020304" pitchFamily="18" charset="0"/>
                        </a:rPr>
                        <a:t>B</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16,384</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65,536</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0" dirty="0">
                          <a:latin typeface="Times New Roman" panose="02020603050405020304" pitchFamily="18" charset="0"/>
                          <a:cs typeface="Times New Roman" panose="02020603050405020304" pitchFamily="18" charset="0"/>
                        </a:rPr>
                        <a:t>Unicast</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3435014057"/>
                  </a:ext>
                </a:extLst>
              </a:tr>
              <a:tr h="370840">
                <a:tc>
                  <a:txBody>
                    <a:bodyPr/>
                    <a:lstStyle/>
                    <a:p>
                      <a:pPr algn="ctr"/>
                      <a:r>
                        <a:rPr lang="en-US" altLang="zh-CN" b="0" dirty="0">
                          <a:latin typeface="Times New Roman" panose="02020603050405020304" pitchFamily="18" charset="0"/>
                          <a:cs typeface="Times New Roman" panose="02020603050405020304" pitchFamily="18" charset="0"/>
                        </a:rPr>
                        <a:t>C</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2,097,152</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256</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0" dirty="0">
                          <a:latin typeface="Times New Roman" panose="02020603050405020304" pitchFamily="18" charset="0"/>
                          <a:cs typeface="Times New Roman" panose="02020603050405020304" pitchFamily="18" charset="0"/>
                        </a:rPr>
                        <a:t>Unicast</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1113032416"/>
                  </a:ext>
                </a:extLst>
              </a:tr>
              <a:tr h="370840">
                <a:tc>
                  <a:txBody>
                    <a:bodyPr/>
                    <a:lstStyle/>
                    <a:p>
                      <a:pPr algn="ctr"/>
                      <a:r>
                        <a:rPr lang="en-US" altLang="zh-CN" b="0" dirty="0">
                          <a:latin typeface="Times New Roman" panose="02020603050405020304" pitchFamily="18" charset="0"/>
                          <a:cs typeface="Times New Roman" panose="02020603050405020304" pitchFamily="18" charset="0"/>
                        </a:rPr>
                        <a:t>D</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1</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268,435,456</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Multicast</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1388581499"/>
                  </a:ext>
                </a:extLst>
              </a:tr>
              <a:tr h="370840">
                <a:tc>
                  <a:txBody>
                    <a:bodyPr/>
                    <a:lstStyle/>
                    <a:p>
                      <a:pPr algn="ctr"/>
                      <a:r>
                        <a:rPr lang="en-US" altLang="zh-CN" b="0" dirty="0">
                          <a:latin typeface="Times New Roman" panose="02020603050405020304" pitchFamily="18" charset="0"/>
                          <a:cs typeface="Times New Roman" panose="02020603050405020304" pitchFamily="18" charset="0"/>
                        </a:rPr>
                        <a:t>E</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1</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268,435,456</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latin typeface="Times New Roman" panose="02020603050405020304" pitchFamily="18" charset="0"/>
                          <a:cs typeface="Times New Roman" panose="02020603050405020304" pitchFamily="18" charset="0"/>
                        </a:rPr>
                        <a:t>Reserved</a:t>
                      </a:r>
                      <a:endParaRPr lang="zh-CN" altLang="en-US" b="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2841817629"/>
                  </a:ext>
                </a:extLst>
              </a:tr>
            </a:tbl>
          </a:graphicData>
        </a:graphic>
      </p:graphicFrame>
    </p:spTree>
    <p:extLst>
      <p:ext uri="{BB962C8B-B14F-4D97-AF65-F5344CB8AC3E}">
        <p14:creationId xmlns:p14="http://schemas.microsoft.com/office/powerpoint/2010/main" val="751701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2946640" cy="584775"/>
          </a:xfrm>
          <a:prstGeom prst="rect">
            <a:avLst/>
          </a:prstGeom>
          <a:noFill/>
          <a:ln>
            <a:noFill/>
          </a:ln>
          <a:effectLst/>
        </p:spPr>
        <p:txBody>
          <a:bodyPr wrap="none">
            <a:spAutoFit/>
          </a:bodyPr>
          <a:lstStyle/>
          <a:p>
            <a:pPr>
              <a:defRPr/>
            </a:pPr>
            <a:r>
              <a:rPr lang="en-US" altLang="zh-CN" sz="3200" dirty="0">
                <a:latin typeface="微软雅黑" panose="020B0503020204020204" pitchFamily="34" charset="-122"/>
                <a:ea typeface="微软雅黑" panose="020B0503020204020204" pitchFamily="34" charset="-122"/>
              </a:rPr>
              <a:t>19.2  </a:t>
            </a:r>
            <a:r>
              <a:rPr lang="zh-CN" altLang="en-US" sz="3200" dirty="0">
                <a:latin typeface="微软雅黑" panose="020B0503020204020204" pitchFamily="34" charset="-122"/>
                <a:ea typeface="微软雅黑" panose="020B0503020204020204" pitchFamily="34" charset="-122"/>
              </a:rPr>
              <a:t>划分子网</a:t>
            </a: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0" name="灯片编号占位符 1">
            <a:extLst>
              <a:ext uri="{FF2B5EF4-FFF2-40B4-BE49-F238E27FC236}">
                <a16:creationId xmlns:a16="http://schemas.microsoft.com/office/drawing/2014/main" id="{39CAA2E8-8FB5-4F54-9C9A-9C270702CD2A}"/>
              </a:ext>
            </a:extLst>
          </p:cNvPr>
          <p:cNvSpPr>
            <a:spLocks noGrp="1"/>
          </p:cNvSpPr>
          <p:nvPr>
            <p:ph type="sldNum" sz="quarter" idx="10"/>
          </p:nvPr>
        </p:nvSpPr>
        <p:spPr>
          <a:xfrm>
            <a:off x="8305800" y="6400800"/>
            <a:ext cx="914400" cy="457200"/>
          </a:xfrm>
        </p:spPr>
        <p:txBody>
          <a:bodyPr/>
          <a:lstStyle/>
          <a:p>
            <a:pPr>
              <a:defRPr/>
            </a:pPr>
            <a:r>
              <a:rPr lang="en-US" altLang="zh-CN"/>
              <a:t>19.</a:t>
            </a:r>
            <a:fld id="{5483FF8B-C8DA-4D33-BDB7-8D1F50DE62E2}" type="slidenum">
              <a:rPr lang="en-US" altLang="zh-CN" smtClean="0"/>
              <a:pPr>
                <a:defRPr/>
              </a:pPr>
              <a:t>13</a:t>
            </a:fld>
            <a:endParaRPr lang="en-US" altLang="zh-CN" dirty="0"/>
          </a:p>
        </p:txBody>
      </p:sp>
      <p:sp>
        <p:nvSpPr>
          <p:cNvPr id="2" name="文本框 1">
            <a:extLst>
              <a:ext uri="{FF2B5EF4-FFF2-40B4-BE49-F238E27FC236}">
                <a16:creationId xmlns:a16="http://schemas.microsoft.com/office/drawing/2014/main" id="{416C52FB-844E-47B6-8670-585A341B2C8D}"/>
              </a:ext>
            </a:extLst>
          </p:cNvPr>
          <p:cNvSpPr txBox="1"/>
          <p:nvPr/>
        </p:nvSpPr>
        <p:spPr>
          <a:xfrm>
            <a:off x="914400" y="1828800"/>
            <a:ext cx="7499350" cy="3465051"/>
          </a:xfrm>
          <a:prstGeom prst="rect">
            <a:avLst/>
          </a:prstGeom>
          <a:noFill/>
        </p:spPr>
        <p:txBody>
          <a:bodyPr wrap="square" rtlCol="0">
            <a:spAutoFit/>
          </a:bodyPr>
          <a:lstStyle/>
          <a:p>
            <a:pPr marL="0" lvl="1" indent="0" algn="just" eaLnBrk="1" hangingPunct="1">
              <a:lnSpc>
                <a:spcPct val="200000"/>
              </a:lnSpc>
              <a:buSzPct val="80000"/>
              <a:buFont typeface="Wingdings" panose="05000000000000000000" pitchFamily="2" charset="2"/>
              <a:buNone/>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在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ARPANET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早期，</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地址的设计不够合理，</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地址空间的利用率很低。 给每个物理网络分配一个网络号会使路由表变得太大因而降低网络性能。</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0" algn="just" eaLnBrk="1" hangingPunct="1">
              <a:lnSpc>
                <a:spcPct val="200000"/>
              </a:lnSpc>
              <a:buSzPct val="80000"/>
              <a:buFont typeface="Wingdings" panose="05000000000000000000" pitchFamily="2" charset="2"/>
              <a:buNone/>
            </a:pPr>
            <a:endParaRPr lang="zh-CN" altLang="en-US" sz="800" b="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0" algn="just" eaLnBrk="1" hangingPunct="1">
              <a:lnSpc>
                <a:spcPct val="200000"/>
              </a:lnSpc>
              <a:buSzPct val="80000"/>
              <a:buFont typeface="Wingdings" panose="05000000000000000000" pitchFamily="2" charset="2"/>
              <a:buNone/>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从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1985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年起，在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地址中又增加了一个“子网号字段”</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(Subnet)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，使两级的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地址变为三级的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地址，即划分子网。划分子网已成为因特网的正式标准协议。 </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0" algn="just" eaLnBrk="1" hangingPunct="1">
              <a:lnSpc>
                <a:spcPct val="200000"/>
              </a:lnSpc>
              <a:buSzPct val="80000"/>
              <a:buFont typeface="Wingdings" panose="05000000000000000000" pitchFamily="2" charset="2"/>
              <a:buNone/>
            </a:pPr>
            <a:endParaRPr lang="en-US" altLang="zh-CN" sz="800" b="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0" algn="just" eaLnBrk="1" hangingPunct="1">
              <a:lnSpc>
                <a:spcPct val="200000"/>
              </a:lnSpc>
              <a:buSzPct val="80000"/>
              <a:buFont typeface="Wingdings" panose="05000000000000000000" pitchFamily="2" charset="2"/>
              <a:buNone/>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从主机号借用若干个位作为子网号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subnet-id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，而主机号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host-id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也就相应减少了若干个位，记为：</a:t>
            </a:r>
            <a:r>
              <a:rPr lang="en-US" altLang="zh-CN" sz="1600" b="0" kern="0" dirty="0">
                <a:solidFill>
                  <a:srgbClr val="003333"/>
                </a:solidFill>
                <a:ea typeface="宋体" panose="02010600030101010101" pitchFamily="2" charset="-122"/>
                <a:cs typeface="Times New Roman" panose="02020603050405020304" pitchFamily="18" charset="0"/>
              </a:rPr>
              <a:t> </a:t>
            </a:r>
            <a:r>
              <a:rPr lang="en-US" altLang="zh-CN" sz="1600" kern="0" dirty="0">
                <a:solidFill>
                  <a:srgbClr val="FF0000"/>
                </a:solidFill>
                <a:latin typeface="微软雅黑" panose="020B0503020204020204" pitchFamily="34" charset="-122"/>
                <a:ea typeface="微软雅黑" panose="020B0503020204020204" pitchFamily="34" charset="-122"/>
              </a:rPr>
              <a:t>IP</a:t>
            </a:r>
            <a:r>
              <a:rPr lang="zh-CN" altLang="en-US" sz="1600" kern="0" dirty="0">
                <a:solidFill>
                  <a:srgbClr val="FF0000"/>
                </a:solidFill>
                <a:latin typeface="微软雅黑" panose="020B0503020204020204" pitchFamily="34" charset="-122"/>
                <a:ea typeface="微软雅黑" panose="020B0503020204020204" pitchFamily="34" charset="-122"/>
              </a:rPr>
              <a:t>地址 </a:t>
            </a:r>
            <a:r>
              <a:rPr lang="en-US" altLang="zh-CN" sz="1600" kern="0" dirty="0">
                <a:solidFill>
                  <a:srgbClr val="FF0000"/>
                </a:solidFill>
                <a:latin typeface="微软雅黑" panose="020B0503020204020204" pitchFamily="34" charset="-122"/>
                <a:ea typeface="微软雅黑" panose="020B0503020204020204" pitchFamily="34" charset="-122"/>
              </a:rPr>
              <a:t>= {&lt;</a:t>
            </a:r>
            <a:r>
              <a:rPr lang="zh-CN" altLang="en-US" sz="1600" kern="0" dirty="0">
                <a:solidFill>
                  <a:srgbClr val="FF0000"/>
                </a:solidFill>
                <a:latin typeface="微软雅黑" panose="020B0503020204020204" pitchFamily="34" charset="-122"/>
                <a:ea typeface="微软雅黑" panose="020B0503020204020204" pitchFamily="34" charset="-122"/>
              </a:rPr>
              <a:t>网络号</a:t>
            </a:r>
            <a:r>
              <a:rPr lang="en-US" altLang="zh-CN" sz="1600" kern="0" dirty="0">
                <a:solidFill>
                  <a:srgbClr val="FF0000"/>
                </a:solidFill>
                <a:latin typeface="微软雅黑" panose="020B0503020204020204" pitchFamily="34" charset="-122"/>
                <a:ea typeface="微软雅黑" panose="020B0503020204020204" pitchFamily="34" charset="-122"/>
              </a:rPr>
              <a:t>&gt;, &lt;</a:t>
            </a:r>
            <a:r>
              <a:rPr lang="zh-CN" altLang="en-US" sz="1600" kern="0" dirty="0">
                <a:solidFill>
                  <a:srgbClr val="FF0000"/>
                </a:solidFill>
                <a:latin typeface="微软雅黑" panose="020B0503020204020204" pitchFamily="34" charset="-122"/>
                <a:ea typeface="微软雅黑" panose="020B0503020204020204" pitchFamily="34" charset="-122"/>
              </a:rPr>
              <a:t>子网号</a:t>
            </a:r>
            <a:r>
              <a:rPr lang="en-US" altLang="zh-CN" sz="1600" kern="0" dirty="0">
                <a:solidFill>
                  <a:srgbClr val="FF0000"/>
                </a:solidFill>
                <a:latin typeface="微软雅黑" panose="020B0503020204020204" pitchFamily="34" charset="-122"/>
                <a:ea typeface="微软雅黑" panose="020B0503020204020204" pitchFamily="34" charset="-122"/>
              </a:rPr>
              <a:t>&gt;, &lt;</a:t>
            </a:r>
            <a:r>
              <a:rPr lang="zh-CN" altLang="en-US" sz="1600" kern="0" dirty="0">
                <a:solidFill>
                  <a:srgbClr val="FF0000"/>
                </a:solidFill>
                <a:latin typeface="微软雅黑" panose="020B0503020204020204" pitchFamily="34" charset="-122"/>
                <a:ea typeface="微软雅黑" panose="020B0503020204020204" pitchFamily="34" charset="-122"/>
              </a:rPr>
              <a:t>主机号</a:t>
            </a:r>
            <a:r>
              <a:rPr lang="en-US" altLang="zh-CN" sz="1600" kern="0" dirty="0">
                <a:solidFill>
                  <a:srgbClr val="FF0000"/>
                </a:solidFill>
                <a:latin typeface="微软雅黑" panose="020B0503020204020204" pitchFamily="34" charset="-122"/>
                <a:ea typeface="微软雅黑" panose="020B0503020204020204" pitchFamily="34" charset="-122"/>
              </a:rPr>
              <a:t>&gt;}</a:t>
            </a:r>
            <a:endParaRPr lang="zh-CN" altLang="en-US" sz="1600" kern="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8118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3">
            <a:extLst>
              <a:ext uri="{FF2B5EF4-FFF2-40B4-BE49-F238E27FC236}">
                <a16:creationId xmlns:a16="http://schemas.microsoft.com/office/drawing/2014/main" id="{77EE3546-9644-47E6-9521-E11C04B51CED}"/>
              </a:ext>
            </a:extLst>
          </p:cNvPr>
          <p:cNvSpPr>
            <a:spLocks noChangeShapeType="1"/>
          </p:cNvSpPr>
          <p:nvPr/>
        </p:nvSpPr>
        <p:spPr bwMode="auto">
          <a:xfrm flipV="1">
            <a:off x="2714860" y="3812340"/>
            <a:ext cx="13654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6" name="Line 4">
            <a:extLst>
              <a:ext uri="{FF2B5EF4-FFF2-40B4-BE49-F238E27FC236}">
                <a16:creationId xmlns:a16="http://schemas.microsoft.com/office/drawing/2014/main" id="{439E65B0-9381-49D1-9A2C-8E81E8C02E11}"/>
              </a:ext>
            </a:extLst>
          </p:cNvPr>
          <p:cNvSpPr>
            <a:spLocks noChangeShapeType="1"/>
          </p:cNvSpPr>
          <p:nvPr/>
        </p:nvSpPr>
        <p:spPr bwMode="auto">
          <a:xfrm>
            <a:off x="3486830" y="2371001"/>
            <a:ext cx="1201382" cy="82422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7" name="Line 5">
            <a:extLst>
              <a:ext uri="{FF2B5EF4-FFF2-40B4-BE49-F238E27FC236}">
                <a16:creationId xmlns:a16="http://schemas.microsoft.com/office/drawing/2014/main" id="{5EC536B6-2397-4374-8A03-2B39375722D5}"/>
              </a:ext>
            </a:extLst>
          </p:cNvPr>
          <p:cNvSpPr>
            <a:spLocks noChangeShapeType="1"/>
          </p:cNvSpPr>
          <p:nvPr/>
        </p:nvSpPr>
        <p:spPr bwMode="auto">
          <a:xfrm flipH="1">
            <a:off x="6574842" y="2541548"/>
            <a:ext cx="1727783" cy="783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8" name="Line 6">
            <a:extLst>
              <a:ext uri="{FF2B5EF4-FFF2-40B4-BE49-F238E27FC236}">
                <a16:creationId xmlns:a16="http://schemas.microsoft.com/office/drawing/2014/main" id="{367C933C-757C-4960-856E-6C1A8F7FA7A7}"/>
              </a:ext>
            </a:extLst>
          </p:cNvPr>
          <p:cNvSpPr>
            <a:spLocks noChangeShapeType="1"/>
          </p:cNvSpPr>
          <p:nvPr/>
        </p:nvSpPr>
        <p:spPr bwMode="auto">
          <a:xfrm>
            <a:off x="5726112" y="1992273"/>
            <a:ext cx="15639" cy="8785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9" name="Line 7">
            <a:extLst>
              <a:ext uri="{FF2B5EF4-FFF2-40B4-BE49-F238E27FC236}">
                <a16:creationId xmlns:a16="http://schemas.microsoft.com/office/drawing/2014/main" id="{6B9C3C9A-EFA7-413A-91FB-421CD35C80B5}"/>
              </a:ext>
            </a:extLst>
          </p:cNvPr>
          <p:cNvSpPr>
            <a:spLocks noChangeShapeType="1"/>
          </p:cNvSpPr>
          <p:nvPr/>
        </p:nvSpPr>
        <p:spPr bwMode="auto">
          <a:xfrm flipV="1">
            <a:off x="6046788" y="4662448"/>
            <a:ext cx="0" cy="784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A90AA8E6-1FF5-40F6-9BF2-A5179AB1BB93}"/>
              </a:ext>
            </a:extLst>
          </p:cNvPr>
          <p:cNvSpPr>
            <a:spLocks noChangeShapeType="1"/>
          </p:cNvSpPr>
          <p:nvPr/>
        </p:nvSpPr>
        <p:spPr bwMode="auto">
          <a:xfrm>
            <a:off x="4435150" y="1971636"/>
            <a:ext cx="580607" cy="9503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396DBCBB-D591-4381-9487-001D769D2421}"/>
              </a:ext>
            </a:extLst>
          </p:cNvPr>
          <p:cNvSpPr>
            <a:spLocks noChangeShapeType="1"/>
          </p:cNvSpPr>
          <p:nvPr/>
        </p:nvSpPr>
        <p:spPr bwMode="auto">
          <a:xfrm flipH="1">
            <a:off x="6333986" y="2227223"/>
            <a:ext cx="1111389" cy="9090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2" name="Line 10">
            <a:extLst>
              <a:ext uri="{FF2B5EF4-FFF2-40B4-BE49-F238E27FC236}">
                <a16:creationId xmlns:a16="http://schemas.microsoft.com/office/drawing/2014/main" id="{8C0E0A0C-A2A8-4193-9216-BE756EDD5A65}"/>
              </a:ext>
            </a:extLst>
          </p:cNvPr>
          <p:cNvSpPr>
            <a:spLocks noChangeShapeType="1"/>
          </p:cNvSpPr>
          <p:nvPr/>
        </p:nvSpPr>
        <p:spPr bwMode="auto">
          <a:xfrm flipV="1">
            <a:off x="5029199" y="4466390"/>
            <a:ext cx="365311" cy="8231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3" name="Line 11">
            <a:extLst>
              <a:ext uri="{FF2B5EF4-FFF2-40B4-BE49-F238E27FC236}">
                <a16:creationId xmlns:a16="http://schemas.microsoft.com/office/drawing/2014/main" id="{00FF5A6D-0A90-4DFD-8560-5681E51F427A}"/>
              </a:ext>
            </a:extLst>
          </p:cNvPr>
          <p:cNvSpPr>
            <a:spLocks noChangeShapeType="1"/>
          </p:cNvSpPr>
          <p:nvPr/>
        </p:nvSpPr>
        <p:spPr bwMode="auto">
          <a:xfrm flipV="1">
            <a:off x="3840277" y="4237546"/>
            <a:ext cx="942857" cy="89037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4" name="Line 12">
            <a:extLst>
              <a:ext uri="{FF2B5EF4-FFF2-40B4-BE49-F238E27FC236}">
                <a16:creationId xmlns:a16="http://schemas.microsoft.com/office/drawing/2014/main" id="{57829A2B-6BBF-4994-9FAD-01A40CE8076C}"/>
              </a:ext>
            </a:extLst>
          </p:cNvPr>
          <p:cNvSpPr>
            <a:spLocks noChangeShapeType="1"/>
          </p:cNvSpPr>
          <p:nvPr/>
        </p:nvSpPr>
        <p:spPr bwMode="auto">
          <a:xfrm flipH="1" flipV="1">
            <a:off x="6956052" y="4113172"/>
            <a:ext cx="1238158" cy="54336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pic>
        <p:nvPicPr>
          <p:cNvPr id="15" name="Picture 13">
            <a:extLst>
              <a:ext uri="{FF2B5EF4-FFF2-40B4-BE49-F238E27FC236}">
                <a16:creationId xmlns:a16="http://schemas.microsoft.com/office/drawing/2014/main" id="{6A60A544-B764-46D3-8287-C7A12B220EA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0756" y="1784576"/>
            <a:ext cx="38576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4">
            <a:extLst>
              <a:ext uri="{FF2B5EF4-FFF2-40B4-BE49-F238E27FC236}">
                <a16:creationId xmlns:a16="http://schemas.microsoft.com/office/drawing/2014/main" id="{71976F3E-C321-42ED-9F82-DDFBF6FC24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8027" y="2092372"/>
            <a:ext cx="38576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5">
            <a:extLst>
              <a:ext uri="{FF2B5EF4-FFF2-40B4-BE49-F238E27FC236}">
                <a16:creationId xmlns:a16="http://schemas.microsoft.com/office/drawing/2014/main" id="{9C897BFD-2BC7-4158-9190-E2C3399545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9493" y="1697800"/>
            <a:ext cx="38576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6">
            <a:extLst>
              <a:ext uri="{FF2B5EF4-FFF2-40B4-BE49-F238E27FC236}">
                <a16:creationId xmlns:a16="http://schemas.microsoft.com/office/drawing/2014/main" id="{9E097725-3834-4714-8BF3-E6FA0573BFC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9263" y="2305010"/>
            <a:ext cx="385762"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17">
            <a:extLst>
              <a:ext uri="{FF2B5EF4-FFF2-40B4-BE49-F238E27FC236}">
                <a16:creationId xmlns:a16="http://schemas.microsoft.com/office/drawing/2014/main" id="{FBAB5023-6846-429F-9350-BC64601D60F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8213" y="1914485"/>
            <a:ext cx="385762"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18">
            <a:extLst>
              <a:ext uri="{FF2B5EF4-FFF2-40B4-BE49-F238E27FC236}">
                <a16:creationId xmlns:a16="http://schemas.microsoft.com/office/drawing/2014/main" id="{9835DCD3-1A6A-4DAA-B105-9E10DFA049C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7469" y="4466391"/>
            <a:ext cx="385763"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19">
            <a:extLst>
              <a:ext uri="{FF2B5EF4-FFF2-40B4-BE49-F238E27FC236}">
                <a16:creationId xmlns:a16="http://schemas.microsoft.com/office/drawing/2014/main" id="{6862EE49-3883-4CA5-9938-AC0C3DC946A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4225" y="5289510"/>
            <a:ext cx="38576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20">
            <a:extLst>
              <a:ext uri="{FF2B5EF4-FFF2-40B4-BE49-F238E27FC236}">
                <a16:creationId xmlns:a16="http://schemas.microsoft.com/office/drawing/2014/main" id="{8823B72C-F7B3-4B41-8613-7F6DE0FFAE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8" y="5211723"/>
            <a:ext cx="38576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21">
            <a:extLst>
              <a:ext uri="{FF2B5EF4-FFF2-40B4-BE49-F238E27FC236}">
                <a16:creationId xmlns:a16="http://schemas.microsoft.com/office/drawing/2014/main" id="{EC4D6CA9-27C2-46D1-A3BD-BC73B216457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0293" y="4991655"/>
            <a:ext cx="38576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 Box 22">
            <a:extLst>
              <a:ext uri="{FF2B5EF4-FFF2-40B4-BE49-F238E27FC236}">
                <a16:creationId xmlns:a16="http://schemas.microsoft.com/office/drawing/2014/main" id="{36A0416E-695A-4003-86C6-37E4C6B2B967}"/>
              </a:ext>
            </a:extLst>
          </p:cNvPr>
          <p:cNvSpPr txBox="1">
            <a:spLocks noChangeArrowheads="1"/>
          </p:cNvSpPr>
          <p:nvPr/>
        </p:nvSpPr>
        <p:spPr bwMode="auto">
          <a:xfrm rot="5211293">
            <a:off x="8097571" y="3254814"/>
            <a:ext cx="5806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25" name="Text Box 23">
            <a:extLst>
              <a:ext uri="{FF2B5EF4-FFF2-40B4-BE49-F238E27FC236}">
                <a16:creationId xmlns:a16="http://schemas.microsoft.com/office/drawing/2014/main" id="{C1E4C533-4303-4F7B-83C1-6246897BD7A0}"/>
              </a:ext>
            </a:extLst>
          </p:cNvPr>
          <p:cNvSpPr txBox="1">
            <a:spLocks noChangeArrowheads="1"/>
          </p:cNvSpPr>
          <p:nvPr/>
        </p:nvSpPr>
        <p:spPr bwMode="auto">
          <a:xfrm>
            <a:off x="4181475" y="4848185"/>
            <a:ext cx="5806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26" name="Text Box 24">
            <a:extLst>
              <a:ext uri="{FF2B5EF4-FFF2-40B4-BE49-F238E27FC236}">
                <a16:creationId xmlns:a16="http://schemas.microsoft.com/office/drawing/2014/main" id="{26CDF522-3BE4-43F7-9E7C-659D8DE1FBC6}"/>
              </a:ext>
            </a:extLst>
          </p:cNvPr>
          <p:cNvSpPr txBox="1">
            <a:spLocks noChangeArrowheads="1"/>
          </p:cNvSpPr>
          <p:nvPr/>
        </p:nvSpPr>
        <p:spPr bwMode="auto">
          <a:xfrm>
            <a:off x="4759325" y="1643023"/>
            <a:ext cx="5806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27" name="Text Box 25">
            <a:extLst>
              <a:ext uri="{FF2B5EF4-FFF2-40B4-BE49-F238E27FC236}">
                <a16:creationId xmlns:a16="http://schemas.microsoft.com/office/drawing/2014/main" id="{C136229C-2DCF-4649-BF96-EC1E80AAD159}"/>
              </a:ext>
            </a:extLst>
          </p:cNvPr>
          <p:cNvSpPr txBox="1">
            <a:spLocks noChangeArrowheads="1"/>
          </p:cNvSpPr>
          <p:nvPr/>
        </p:nvSpPr>
        <p:spPr bwMode="auto">
          <a:xfrm>
            <a:off x="2924175" y="1756934"/>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145.13.3.10</a:t>
            </a:r>
          </a:p>
        </p:txBody>
      </p:sp>
      <p:sp>
        <p:nvSpPr>
          <p:cNvPr id="28" name="Text Box 26">
            <a:extLst>
              <a:ext uri="{FF2B5EF4-FFF2-40B4-BE49-F238E27FC236}">
                <a16:creationId xmlns:a16="http://schemas.microsoft.com/office/drawing/2014/main" id="{F5502D63-641D-40A5-A04D-9F29C6EB7F9E}"/>
              </a:ext>
            </a:extLst>
          </p:cNvPr>
          <p:cNvSpPr txBox="1">
            <a:spLocks noChangeArrowheads="1"/>
          </p:cNvSpPr>
          <p:nvPr/>
        </p:nvSpPr>
        <p:spPr bwMode="auto">
          <a:xfrm>
            <a:off x="3840278" y="1448166"/>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145.13.3.11</a:t>
            </a:r>
          </a:p>
        </p:txBody>
      </p:sp>
      <p:sp>
        <p:nvSpPr>
          <p:cNvPr id="29" name="Text Box 27">
            <a:extLst>
              <a:ext uri="{FF2B5EF4-FFF2-40B4-BE49-F238E27FC236}">
                <a16:creationId xmlns:a16="http://schemas.microsoft.com/office/drawing/2014/main" id="{63E603EA-5672-4966-85C0-763B5BECDC82}"/>
              </a:ext>
            </a:extLst>
          </p:cNvPr>
          <p:cNvSpPr txBox="1">
            <a:spLocks noChangeArrowheads="1"/>
          </p:cNvSpPr>
          <p:nvPr/>
        </p:nvSpPr>
        <p:spPr bwMode="auto">
          <a:xfrm>
            <a:off x="5135563" y="1371600"/>
            <a:ext cx="125226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145.13.3.101</a:t>
            </a:r>
          </a:p>
        </p:txBody>
      </p:sp>
      <p:sp>
        <p:nvSpPr>
          <p:cNvPr id="30" name="Text Box 28">
            <a:extLst>
              <a:ext uri="{FF2B5EF4-FFF2-40B4-BE49-F238E27FC236}">
                <a16:creationId xmlns:a16="http://schemas.microsoft.com/office/drawing/2014/main" id="{33F5A01A-5356-4240-BD81-C60CB9280427}"/>
              </a:ext>
            </a:extLst>
          </p:cNvPr>
          <p:cNvSpPr txBox="1">
            <a:spLocks noChangeArrowheads="1"/>
          </p:cNvSpPr>
          <p:nvPr/>
        </p:nvSpPr>
        <p:spPr bwMode="auto">
          <a:xfrm>
            <a:off x="7010179" y="1574760"/>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145.13.7.34</a:t>
            </a:r>
          </a:p>
        </p:txBody>
      </p:sp>
      <p:sp>
        <p:nvSpPr>
          <p:cNvPr id="31" name="Text Box 29">
            <a:extLst>
              <a:ext uri="{FF2B5EF4-FFF2-40B4-BE49-F238E27FC236}">
                <a16:creationId xmlns:a16="http://schemas.microsoft.com/office/drawing/2014/main" id="{D7AB5E93-E744-41B2-8A36-F453664372F0}"/>
              </a:ext>
            </a:extLst>
          </p:cNvPr>
          <p:cNvSpPr txBox="1">
            <a:spLocks noChangeArrowheads="1"/>
          </p:cNvSpPr>
          <p:nvPr/>
        </p:nvSpPr>
        <p:spPr bwMode="auto">
          <a:xfrm>
            <a:off x="7667625" y="1971635"/>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145.13.7.35</a:t>
            </a:r>
          </a:p>
        </p:txBody>
      </p:sp>
      <p:sp>
        <p:nvSpPr>
          <p:cNvPr id="32" name="Text Box 30">
            <a:extLst>
              <a:ext uri="{FF2B5EF4-FFF2-40B4-BE49-F238E27FC236}">
                <a16:creationId xmlns:a16="http://schemas.microsoft.com/office/drawing/2014/main" id="{2D068B77-88F9-4F7E-B46B-9CDB2D1D2908}"/>
              </a:ext>
            </a:extLst>
          </p:cNvPr>
          <p:cNvSpPr txBox="1">
            <a:spLocks noChangeArrowheads="1"/>
          </p:cNvSpPr>
          <p:nvPr/>
        </p:nvSpPr>
        <p:spPr bwMode="auto">
          <a:xfrm>
            <a:off x="7697596" y="4848185"/>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145.13.7.56</a:t>
            </a:r>
          </a:p>
        </p:txBody>
      </p:sp>
      <p:sp>
        <p:nvSpPr>
          <p:cNvPr id="33" name="Text Box 31">
            <a:extLst>
              <a:ext uri="{FF2B5EF4-FFF2-40B4-BE49-F238E27FC236}">
                <a16:creationId xmlns:a16="http://schemas.microsoft.com/office/drawing/2014/main" id="{28136132-9F7A-470C-A95C-5880E076003F}"/>
              </a:ext>
            </a:extLst>
          </p:cNvPr>
          <p:cNvSpPr txBox="1">
            <a:spLocks noChangeArrowheads="1"/>
          </p:cNvSpPr>
          <p:nvPr/>
        </p:nvSpPr>
        <p:spPr bwMode="auto">
          <a:xfrm>
            <a:off x="3237706" y="5416747"/>
            <a:ext cx="125226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145.13.21.23</a:t>
            </a:r>
          </a:p>
        </p:txBody>
      </p:sp>
      <p:sp>
        <p:nvSpPr>
          <p:cNvPr id="34" name="Text Box 32">
            <a:extLst>
              <a:ext uri="{FF2B5EF4-FFF2-40B4-BE49-F238E27FC236}">
                <a16:creationId xmlns:a16="http://schemas.microsoft.com/office/drawing/2014/main" id="{66BA0A2A-7BD6-483A-BFAD-9C7A71C4EC73}"/>
              </a:ext>
            </a:extLst>
          </p:cNvPr>
          <p:cNvSpPr txBox="1">
            <a:spLocks noChangeArrowheads="1"/>
          </p:cNvSpPr>
          <p:nvPr/>
        </p:nvSpPr>
        <p:spPr bwMode="auto">
          <a:xfrm>
            <a:off x="4538968" y="5549066"/>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145.13.21.9</a:t>
            </a:r>
          </a:p>
        </p:txBody>
      </p:sp>
      <p:sp>
        <p:nvSpPr>
          <p:cNvPr id="35" name="Text Box 33">
            <a:extLst>
              <a:ext uri="{FF2B5EF4-FFF2-40B4-BE49-F238E27FC236}">
                <a16:creationId xmlns:a16="http://schemas.microsoft.com/office/drawing/2014/main" id="{91C9EE09-81D7-42BE-85C4-9B262E6B3485}"/>
              </a:ext>
            </a:extLst>
          </p:cNvPr>
          <p:cNvSpPr txBox="1">
            <a:spLocks noChangeArrowheads="1"/>
          </p:cNvSpPr>
          <p:nvPr/>
        </p:nvSpPr>
        <p:spPr bwMode="auto">
          <a:xfrm>
            <a:off x="6215063" y="5283160"/>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145.13.21.8</a:t>
            </a:r>
          </a:p>
        </p:txBody>
      </p:sp>
      <p:sp>
        <p:nvSpPr>
          <p:cNvPr id="36" name="Line 34">
            <a:extLst>
              <a:ext uri="{FF2B5EF4-FFF2-40B4-BE49-F238E27FC236}">
                <a16:creationId xmlns:a16="http://schemas.microsoft.com/office/drawing/2014/main" id="{9FA2B91B-F2DC-4543-8F43-C01D32A1D1B3}"/>
              </a:ext>
            </a:extLst>
          </p:cNvPr>
          <p:cNvSpPr>
            <a:spLocks noChangeShapeType="1"/>
          </p:cNvSpPr>
          <p:nvPr/>
        </p:nvSpPr>
        <p:spPr bwMode="auto">
          <a:xfrm>
            <a:off x="1331284" y="2770148"/>
            <a:ext cx="1182853" cy="101839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37" name="Line 36">
            <a:extLst>
              <a:ext uri="{FF2B5EF4-FFF2-40B4-BE49-F238E27FC236}">
                <a16:creationId xmlns:a16="http://schemas.microsoft.com/office/drawing/2014/main" id="{23376B4B-6800-40A4-90B3-BC415A1D9144}"/>
              </a:ext>
            </a:extLst>
          </p:cNvPr>
          <p:cNvSpPr>
            <a:spLocks noChangeShapeType="1"/>
          </p:cNvSpPr>
          <p:nvPr/>
        </p:nvSpPr>
        <p:spPr bwMode="auto">
          <a:xfrm flipV="1">
            <a:off x="1276588" y="3786997"/>
            <a:ext cx="1255384" cy="62863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38" name="AutoShape 37">
            <a:extLst>
              <a:ext uri="{FF2B5EF4-FFF2-40B4-BE49-F238E27FC236}">
                <a16:creationId xmlns:a16="http://schemas.microsoft.com/office/drawing/2014/main" id="{B113F475-7224-46EF-A77E-44CAB21C56E0}"/>
              </a:ext>
            </a:extLst>
          </p:cNvPr>
          <p:cNvSpPr>
            <a:spLocks noChangeArrowheads="1"/>
          </p:cNvSpPr>
          <p:nvPr/>
        </p:nvSpPr>
        <p:spPr bwMode="auto">
          <a:xfrm>
            <a:off x="714181" y="5138698"/>
            <a:ext cx="2078867" cy="666750"/>
          </a:xfrm>
          <a:prstGeom prst="wedgeRoundRectCallout">
            <a:avLst>
              <a:gd name="adj1" fmla="val 41715"/>
              <a:gd name="adj2" fmla="val -225941"/>
              <a:gd name="adj3" fmla="val 16667"/>
            </a:avLst>
          </a:prstGeom>
          <a:solidFill>
            <a:srgbClr val="FFFF99"/>
          </a:solidFill>
          <a:ln w="6350">
            <a:solidFill>
              <a:schemeClr val="accent2">
                <a:lumMod val="75000"/>
              </a:schemeClr>
            </a:solidFill>
            <a:miter lim="800000"/>
            <a:headEnd/>
            <a:tailEnd/>
          </a:ln>
          <a:effec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endParaRPr kumimoji="1" lang="zh-CN" altLang="zh-CN" sz="20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0" name="Picture 39">
            <a:extLst>
              <a:ext uri="{FF2B5EF4-FFF2-40B4-BE49-F238E27FC236}">
                <a16:creationId xmlns:a16="http://schemas.microsoft.com/office/drawing/2014/main" id="{796BDDFA-F18C-40CC-A333-4E3AE9790A5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314" y="4264846"/>
            <a:ext cx="48017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0">
            <a:extLst>
              <a:ext uri="{FF2B5EF4-FFF2-40B4-BE49-F238E27FC236}">
                <a16:creationId xmlns:a16="http://schemas.microsoft.com/office/drawing/2014/main" id="{197B0392-E230-4141-8F3F-4B6FD5F2DE3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3951" y="2618472"/>
            <a:ext cx="476249" cy="34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AutoShape 41">
            <a:extLst>
              <a:ext uri="{FF2B5EF4-FFF2-40B4-BE49-F238E27FC236}">
                <a16:creationId xmlns:a16="http://schemas.microsoft.com/office/drawing/2014/main" id="{E2920A99-5BC9-4608-AA54-C9A8BD0CF284}"/>
              </a:ext>
            </a:extLst>
          </p:cNvPr>
          <p:cNvSpPr>
            <a:spLocks noChangeArrowheads="1"/>
          </p:cNvSpPr>
          <p:nvPr/>
        </p:nvSpPr>
        <p:spPr bwMode="auto">
          <a:xfrm rot="9296304">
            <a:off x="1494731" y="3796665"/>
            <a:ext cx="699425" cy="262181"/>
          </a:xfrm>
          <a:prstGeom prst="leftArrow">
            <a:avLst>
              <a:gd name="adj1" fmla="val 42500"/>
              <a:gd name="adj2" fmla="val 90514"/>
            </a:avLst>
          </a:prstGeom>
          <a:solidFill>
            <a:srgbClr val="C1E0FF"/>
          </a:solidFill>
          <a:ln w="9525">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AutoShape 42">
            <a:extLst>
              <a:ext uri="{FF2B5EF4-FFF2-40B4-BE49-F238E27FC236}">
                <a16:creationId xmlns:a16="http://schemas.microsoft.com/office/drawing/2014/main" id="{F30BAA8E-ADA6-4A51-A302-166CDBB36CE4}"/>
              </a:ext>
            </a:extLst>
          </p:cNvPr>
          <p:cNvSpPr>
            <a:spLocks noChangeArrowheads="1"/>
          </p:cNvSpPr>
          <p:nvPr/>
        </p:nvSpPr>
        <p:spPr bwMode="auto">
          <a:xfrm rot="13241260">
            <a:off x="1749575" y="3037625"/>
            <a:ext cx="732596" cy="264052"/>
          </a:xfrm>
          <a:prstGeom prst="leftArrow">
            <a:avLst>
              <a:gd name="adj1" fmla="val 42500"/>
              <a:gd name="adj2" fmla="val 89632"/>
            </a:avLst>
          </a:prstGeom>
          <a:solidFill>
            <a:srgbClr val="C1E0FF"/>
          </a:solidFill>
          <a:ln w="9525">
            <a:solidFill>
              <a:srgbClr val="00B0F0"/>
            </a:solidFill>
            <a:miter lim="800000"/>
            <a:headEnd/>
            <a:tailEnd/>
          </a:ln>
          <a:effectLs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Text Box 46">
            <a:extLst>
              <a:ext uri="{FF2B5EF4-FFF2-40B4-BE49-F238E27FC236}">
                <a16:creationId xmlns:a16="http://schemas.microsoft.com/office/drawing/2014/main" id="{2BA6FB96-16EF-4572-96A5-E9E2FF436CA8}"/>
              </a:ext>
            </a:extLst>
          </p:cNvPr>
          <p:cNvSpPr txBox="1">
            <a:spLocks noChangeArrowheads="1"/>
          </p:cNvSpPr>
          <p:nvPr/>
        </p:nvSpPr>
        <p:spPr bwMode="auto">
          <a:xfrm>
            <a:off x="2369184" y="3310994"/>
            <a:ext cx="4539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6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R1</a:t>
            </a:r>
          </a:p>
        </p:txBody>
      </p:sp>
      <p:sp>
        <p:nvSpPr>
          <p:cNvPr id="45" name="Text Box 47">
            <a:extLst>
              <a:ext uri="{FF2B5EF4-FFF2-40B4-BE49-F238E27FC236}">
                <a16:creationId xmlns:a16="http://schemas.microsoft.com/office/drawing/2014/main" id="{07D9BA6E-156F-49B6-A833-20B042412EF5}"/>
              </a:ext>
            </a:extLst>
          </p:cNvPr>
          <p:cNvSpPr txBox="1">
            <a:spLocks noChangeArrowheads="1"/>
          </p:cNvSpPr>
          <p:nvPr/>
        </p:nvSpPr>
        <p:spPr bwMode="auto">
          <a:xfrm>
            <a:off x="1084604" y="3964050"/>
            <a:ext cx="4539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6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R3</a:t>
            </a:r>
          </a:p>
        </p:txBody>
      </p:sp>
      <p:sp>
        <p:nvSpPr>
          <p:cNvPr id="46" name="Text Box 48">
            <a:extLst>
              <a:ext uri="{FF2B5EF4-FFF2-40B4-BE49-F238E27FC236}">
                <a16:creationId xmlns:a16="http://schemas.microsoft.com/office/drawing/2014/main" id="{21AABE70-1529-4F44-9F69-ED39EE771BF5}"/>
              </a:ext>
            </a:extLst>
          </p:cNvPr>
          <p:cNvSpPr txBox="1">
            <a:spLocks noChangeArrowheads="1"/>
          </p:cNvSpPr>
          <p:nvPr/>
        </p:nvSpPr>
        <p:spPr bwMode="auto">
          <a:xfrm>
            <a:off x="1146230" y="2334217"/>
            <a:ext cx="4539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6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R2</a:t>
            </a:r>
          </a:p>
        </p:txBody>
      </p:sp>
      <p:grpSp>
        <p:nvGrpSpPr>
          <p:cNvPr id="47" name="Group 49">
            <a:extLst>
              <a:ext uri="{FF2B5EF4-FFF2-40B4-BE49-F238E27FC236}">
                <a16:creationId xmlns:a16="http://schemas.microsoft.com/office/drawing/2014/main" id="{6364C832-5E5D-4C4D-82BD-7AE857C9B6EF}"/>
              </a:ext>
            </a:extLst>
          </p:cNvPr>
          <p:cNvGrpSpPr>
            <a:grpSpLocks/>
          </p:cNvGrpSpPr>
          <p:nvPr/>
        </p:nvGrpSpPr>
        <p:grpSpPr bwMode="auto">
          <a:xfrm>
            <a:off x="2982913" y="2546309"/>
            <a:ext cx="4922837" cy="2532063"/>
            <a:chOff x="1746" y="890"/>
            <a:chExt cx="3221" cy="1950"/>
          </a:xfrm>
        </p:grpSpPr>
        <p:grpSp>
          <p:nvGrpSpPr>
            <p:cNvPr id="48" name="Group 50">
              <a:extLst>
                <a:ext uri="{FF2B5EF4-FFF2-40B4-BE49-F238E27FC236}">
                  <a16:creationId xmlns:a16="http://schemas.microsoft.com/office/drawing/2014/main" id="{803057DD-F2AA-4AB2-B7F3-E9CB95B4138D}"/>
                </a:ext>
              </a:extLst>
            </p:cNvPr>
            <p:cNvGrpSpPr>
              <a:grpSpLocks/>
            </p:cNvGrpSpPr>
            <p:nvPr/>
          </p:nvGrpSpPr>
          <p:grpSpPr bwMode="auto">
            <a:xfrm>
              <a:off x="1746" y="890"/>
              <a:ext cx="3221" cy="1950"/>
              <a:chOff x="912" y="768"/>
              <a:chExt cx="2400" cy="1584"/>
            </a:xfrm>
          </p:grpSpPr>
          <p:sp>
            <p:nvSpPr>
              <p:cNvPr id="50" name="Oval 51">
                <a:extLst>
                  <a:ext uri="{FF2B5EF4-FFF2-40B4-BE49-F238E27FC236}">
                    <a16:creationId xmlns:a16="http://schemas.microsoft.com/office/drawing/2014/main" id="{85595490-41F8-48C3-85B3-5AE0032B098D}"/>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 name="Oval 52">
                <a:extLst>
                  <a:ext uri="{FF2B5EF4-FFF2-40B4-BE49-F238E27FC236}">
                    <a16:creationId xmlns:a16="http://schemas.microsoft.com/office/drawing/2014/main" id="{1180E34D-0BB1-41E4-B035-BDF89D6EC118}"/>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Oval 53">
                <a:extLst>
                  <a:ext uri="{FF2B5EF4-FFF2-40B4-BE49-F238E27FC236}">
                    <a16:creationId xmlns:a16="http://schemas.microsoft.com/office/drawing/2014/main" id="{12299E33-6F2C-4208-8310-A5B85459E775}"/>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Oval 54">
                <a:extLst>
                  <a:ext uri="{FF2B5EF4-FFF2-40B4-BE49-F238E27FC236}">
                    <a16:creationId xmlns:a16="http://schemas.microsoft.com/office/drawing/2014/main" id="{1A99637E-0389-4B51-9BAE-44CFFB1D8D74}"/>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Oval 55">
                <a:extLst>
                  <a:ext uri="{FF2B5EF4-FFF2-40B4-BE49-F238E27FC236}">
                    <a16:creationId xmlns:a16="http://schemas.microsoft.com/office/drawing/2014/main" id="{C57E988A-1C80-436E-B4C7-3A9156D91CAC}"/>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Oval 56">
                <a:extLst>
                  <a:ext uri="{FF2B5EF4-FFF2-40B4-BE49-F238E27FC236}">
                    <a16:creationId xmlns:a16="http://schemas.microsoft.com/office/drawing/2014/main" id="{AB012AE4-9C21-4F95-A82C-AE0231D6952C}"/>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Oval 57">
                <a:extLst>
                  <a:ext uri="{FF2B5EF4-FFF2-40B4-BE49-F238E27FC236}">
                    <a16:creationId xmlns:a16="http://schemas.microsoft.com/office/drawing/2014/main" id="{54B1778F-5808-4F80-A655-DFCB0A483E6A}"/>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 name="Oval 58">
                <a:extLst>
                  <a:ext uri="{FF2B5EF4-FFF2-40B4-BE49-F238E27FC236}">
                    <a16:creationId xmlns:a16="http://schemas.microsoft.com/office/drawing/2014/main" id="{31AB8CFE-175B-49C4-A924-23C49C72EC04}"/>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8" name="Oval 59">
                <a:extLst>
                  <a:ext uri="{FF2B5EF4-FFF2-40B4-BE49-F238E27FC236}">
                    <a16:creationId xmlns:a16="http://schemas.microsoft.com/office/drawing/2014/main" id="{B37643E1-CCD2-435E-BC6F-902BAC174AA1}"/>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9" name="Group 60">
                <a:extLst>
                  <a:ext uri="{FF2B5EF4-FFF2-40B4-BE49-F238E27FC236}">
                    <a16:creationId xmlns:a16="http://schemas.microsoft.com/office/drawing/2014/main" id="{F78C0B1B-0249-4DD9-977D-8256656EDEA1}"/>
                  </a:ext>
                </a:extLst>
              </p:cNvPr>
              <p:cNvGrpSpPr>
                <a:grpSpLocks/>
              </p:cNvGrpSpPr>
              <p:nvPr/>
            </p:nvGrpSpPr>
            <p:grpSpPr bwMode="auto">
              <a:xfrm>
                <a:off x="912" y="768"/>
                <a:ext cx="2386" cy="1553"/>
                <a:chOff x="912" y="768"/>
                <a:chExt cx="2386" cy="1553"/>
              </a:xfrm>
            </p:grpSpPr>
            <p:sp>
              <p:nvSpPr>
                <p:cNvPr id="60" name="Oval 61">
                  <a:extLst>
                    <a:ext uri="{FF2B5EF4-FFF2-40B4-BE49-F238E27FC236}">
                      <a16:creationId xmlns:a16="http://schemas.microsoft.com/office/drawing/2014/main" id="{69083563-8F21-4475-9EC9-E3C40F7E0433}"/>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Oval 62">
                  <a:extLst>
                    <a:ext uri="{FF2B5EF4-FFF2-40B4-BE49-F238E27FC236}">
                      <a16:creationId xmlns:a16="http://schemas.microsoft.com/office/drawing/2014/main" id="{65872D2E-33C1-4424-92BA-C067572FB339}"/>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 name="Oval 63">
                  <a:extLst>
                    <a:ext uri="{FF2B5EF4-FFF2-40B4-BE49-F238E27FC236}">
                      <a16:creationId xmlns:a16="http://schemas.microsoft.com/office/drawing/2014/main" id="{D650B536-29EA-4236-9938-FC08074AE5B1}"/>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3" name="Oval 64">
                  <a:extLst>
                    <a:ext uri="{FF2B5EF4-FFF2-40B4-BE49-F238E27FC236}">
                      <a16:creationId xmlns:a16="http://schemas.microsoft.com/office/drawing/2014/main" id="{C876E6BE-8319-4B49-907E-5F1311909399}"/>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Oval 65">
                  <a:extLst>
                    <a:ext uri="{FF2B5EF4-FFF2-40B4-BE49-F238E27FC236}">
                      <a16:creationId xmlns:a16="http://schemas.microsoft.com/office/drawing/2014/main" id="{AB9269C4-160A-4994-9D3B-D154BE916F2F}"/>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5" name="Oval 66">
                  <a:extLst>
                    <a:ext uri="{FF2B5EF4-FFF2-40B4-BE49-F238E27FC236}">
                      <a16:creationId xmlns:a16="http://schemas.microsoft.com/office/drawing/2014/main" id="{9738497D-4A31-4013-8412-6009B3B79D6A}"/>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6" name="Oval 67">
                  <a:extLst>
                    <a:ext uri="{FF2B5EF4-FFF2-40B4-BE49-F238E27FC236}">
                      <a16:creationId xmlns:a16="http://schemas.microsoft.com/office/drawing/2014/main" id="{F8285373-82DB-4DC4-92EA-005CF47533A4}"/>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7" name="Oval 68">
                  <a:extLst>
                    <a:ext uri="{FF2B5EF4-FFF2-40B4-BE49-F238E27FC236}">
                      <a16:creationId xmlns:a16="http://schemas.microsoft.com/office/drawing/2014/main" id="{F8F2E829-3ED7-4960-9347-A57A46C74ABC}"/>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8" name="Oval 69">
                  <a:extLst>
                    <a:ext uri="{FF2B5EF4-FFF2-40B4-BE49-F238E27FC236}">
                      <a16:creationId xmlns:a16="http://schemas.microsoft.com/office/drawing/2014/main" id="{4596BB0F-B302-4103-A606-3BC3BC750FF0}"/>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grpSp>
        </p:grpSp>
        <p:sp>
          <p:nvSpPr>
            <p:cNvPr id="49" name="Text Box 70">
              <a:extLst>
                <a:ext uri="{FF2B5EF4-FFF2-40B4-BE49-F238E27FC236}">
                  <a16:creationId xmlns:a16="http://schemas.microsoft.com/office/drawing/2014/main" id="{C0F76A1E-A3C0-4F26-BA10-15C89CE6E5CD}"/>
                </a:ext>
              </a:extLst>
            </p:cNvPr>
            <p:cNvSpPr txBox="1">
              <a:spLocks noChangeArrowheads="1"/>
            </p:cNvSpPr>
            <p:nvPr/>
          </p:nvSpPr>
          <p:spPr bwMode="auto">
            <a:xfrm>
              <a:off x="3051" y="1624"/>
              <a:ext cx="817"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kumimoji="1"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网络</a:t>
              </a:r>
            </a:p>
            <a:p>
              <a:pPr algn="ctr"/>
              <a:r>
                <a:rPr kumimoji="1"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145.13.0.0</a:t>
              </a:r>
            </a:p>
          </p:txBody>
        </p:sp>
      </p:grpSp>
      <p:pic>
        <p:nvPicPr>
          <p:cNvPr id="69" name="Picture 71">
            <a:extLst>
              <a:ext uri="{FF2B5EF4-FFF2-40B4-BE49-F238E27FC236}">
                <a16:creationId xmlns:a16="http://schemas.microsoft.com/office/drawing/2014/main" id="{DF186AD7-3937-4C05-8BB1-A6B03B2C9C0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5770" y="3621048"/>
            <a:ext cx="474893"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 name="文本框 1">
            <a:extLst>
              <a:ext uri="{FF2B5EF4-FFF2-40B4-BE49-F238E27FC236}">
                <a16:creationId xmlns:a16="http://schemas.microsoft.com/office/drawing/2014/main" id="{2B9B8F64-0EDC-4B46-932C-9247EC244500}"/>
              </a:ext>
            </a:extLst>
          </p:cNvPr>
          <p:cNvSpPr txBox="1"/>
          <p:nvPr/>
        </p:nvSpPr>
        <p:spPr>
          <a:xfrm>
            <a:off x="748471" y="5219305"/>
            <a:ext cx="2211470" cy="523220"/>
          </a:xfrm>
          <a:prstGeom prst="rect">
            <a:avLst/>
          </a:prstGeom>
          <a:noFill/>
        </p:spPr>
        <p:txBody>
          <a:bodyPr wrap="square" rtlCol="0">
            <a:spAutoFit/>
          </a:bodyPr>
          <a:lstStyle/>
          <a:p>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所有到网络 </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145.13.0.0</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的分组均到达此路由器</a:t>
            </a:r>
          </a:p>
        </p:txBody>
      </p:sp>
      <p:sp>
        <p:nvSpPr>
          <p:cNvPr id="71" name="灯片编号占位符 1">
            <a:extLst>
              <a:ext uri="{FF2B5EF4-FFF2-40B4-BE49-F238E27FC236}">
                <a16:creationId xmlns:a16="http://schemas.microsoft.com/office/drawing/2014/main" id="{59023048-A985-462B-936E-5C7F8A0136D6}"/>
              </a:ext>
            </a:extLst>
          </p:cNvPr>
          <p:cNvSpPr>
            <a:spLocks noGrp="1"/>
          </p:cNvSpPr>
          <p:nvPr>
            <p:ph type="sldNum" sz="quarter" idx="10"/>
          </p:nvPr>
        </p:nvSpPr>
        <p:spPr>
          <a:xfrm>
            <a:off x="8305800" y="6400800"/>
            <a:ext cx="914400" cy="457200"/>
          </a:xfrm>
        </p:spPr>
        <p:txBody>
          <a:bodyPr/>
          <a:lstStyle/>
          <a:p>
            <a:pPr>
              <a:defRPr/>
            </a:pPr>
            <a:r>
              <a:rPr lang="en-US" altLang="zh-CN"/>
              <a:t>19.</a:t>
            </a:r>
            <a:fld id="{5483FF8B-C8DA-4D33-BDB7-8D1F50DE62E2}" type="slidenum">
              <a:rPr lang="en-US" altLang="zh-CN" smtClean="0"/>
              <a:pPr>
                <a:defRPr/>
              </a:pPr>
              <a:t>14</a:t>
            </a:fld>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909B38F-B89B-4C22-BE9D-EE0C500DDE1E}"/>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15</a:t>
            </a:fld>
            <a:endParaRPr lang="en-US" altLang="zh-CN" dirty="0"/>
          </a:p>
        </p:txBody>
      </p:sp>
      <p:sp>
        <p:nvSpPr>
          <p:cNvPr id="3" name="Line 3">
            <a:extLst>
              <a:ext uri="{FF2B5EF4-FFF2-40B4-BE49-F238E27FC236}">
                <a16:creationId xmlns:a16="http://schemas.microsoft.com/office/drawing/2014/main" id="{F5E64F12-1E77-4FA8-A304-884809DDB81E}"/>
              </a:ext>
            </a:extLst>
          </p:cNvPr>
          <p:cNvSpPr>
            <a:spLocks noChangeShapeType="1"/>
          </p:cNvSpPr>
          <p:nvPr/>
        </p:nvSpPr>
        <p:spPr bwMode="auto">
          <a:xfrm>
            <a:off x="1165226" y="2846350"/>
            <a:ext cx="1054099" cy="1035087"/>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4" name="Line 5">
            <a:extLst>
              <a:ext uri="{FF2B5EF4-FFF2-40B4-BE49-F238E27FC236}">
                <a16:creationId xmlns:a16="http://schemas.microsoft.com/office/drawing/2014/main" id="{9716B530-2CA7-4CFA-82E7-DB2AFF56F305}"/>
              </a:ext>
            </a:extLst>
          </p:cNvPr>
          <p:cNvSpPr>
            <a:spLocks noChangeShapeType="1"/>
          </p:cNvSpPr>
          <p:nvPr/>
        </p:nvSpPr>
        <p:spPr bwMode="auto">
          <a:xfrm flipV="1">
            <a:off x="1125537" y="3960812"/>
            <a:ext cx="1016001" cy="589885"/>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5" name="AutoShape 6">
            <a:extLst>
              <a:ext uri="{FF2B5EF4-FFF2-40B4-BE49-F238E27FC236}">
                <a16:creationId xmlns:a16="http://schemas.microsoft.com/office/drawing/2014/main" id="{B9F9DE61-CC6D-4324-8D65-94910161A711}"/>
              </a:ext>
            </a:extLst>
          </p:cNvPr>
          <p:cNvSpPr>
            <a:spLocks noChangeArrowheads="1"/>
          </p:cNvSpPr>
          <p:nvPr/>
        </p:nvSpPr>
        <p:spPr bwMode="auto">
          <a:xfrm>
            <a:off x="2360614" y="1223963"/>
            <a:ext cx="6289674" cy="5106987"/>
          </a:xfrm>
          <a:prstGeom prst="roundRect">
            <a:avLst>
              <a:gd name="adj" fmla="val 16667"/>
            </a:avLst>
          </a:prstGeom>
          <a:solidFill>
            <a:srgbClr val="CCE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endParaRPr>
          </a:p>
        </p:txBody>
      </p:sp>
      <p:sp>
        <p:nvSpPr>
          <p:cNvPr id="6" name="Freeform 7">
            <a:extLst>
              <a:ext uri="{FF2B5EF4-FFF2-40B4-BE49-F238E27FC236}">
                <a16:creationId xmlns:a16="http://schemas.microsoft.com/office/drawing/2014/main" id="{596FE927-8ADE-4092-B948-F5F924EE3C98}"/>
              </a:ext>
            </a:extLst>
          </p:cNvPr>
          <p:cNvSpPr>
            <a:spLocks/>
          </p:cNvSpPr>
          <p:nvPr/>
        </p:nvSpPr>
        <p:spPr bwMode="auto">
          <a:xfrm>
            <a:off x="2511425" y="1508125"/>
            <a:ext cx="3459163" cy="2073275"/>
          </a:xfrm>
          <a:custGeom>
            <a:avLst/>
            <a:gdLst>
              <a:gd name="T0" fmla="*/ 2147483646 w 2326"/>
              <a:gd name="T1" fmla="*/ 2147483646 h 1235"/>
              <a:gd name="T2" fmla="*/ 2147483646 w 2326"/>
              <a:gd name="T3" fmla="*/ 2147483646 h 1235"/>
              <a:gd name="T4" fmla="*/ 2147483646 w 2326"/>
              <a:gd name="T5" fmla="*/ 2147483646 h 1235"/>
              <a:gd name="T6" fmla="*/ 2147483646 w 2326"/>
              <a:gd name="T7" fmla="*/ 2147483646 h 1235"/>
              <a:gd name="T8" fmla="*/ 2147483646 w 2326"/>
              <a:gd name="T9" fmla="*/ 2147483646 h 1235"/>
              <a:gd name="T10" fmla="*/ 2147483646 w 2326"/>
              <a:gd name="T11" fmla="*/ 2147483646 h 1235"/>
              <a:gd name="T12" fmla="*/ 2147483646 w 2326"/>
              <a:gd name="T13" fmla="*/ 2147483646 h 1235"/>
              <a:gd name="T14" fmla="*/ 2147483646 w 2326"/>
              <a:gd name="T15" fmla="*/ 2147483646 h 1235"/>
              <a:gd name="T16" fmla="*/ 2147483646 w 2326"/>
              <a:gd name="T17" fmla="*/ 2147483646 h 1235"/>
              <a:gd name="T18" fmla="*/ 2147483646 w 2326"/>
              <a:gd name="T19" fmla="*/ 2147483646 h 1235"/>
              <a:gd name="T20" fmla="*/ 2147483646 w 2326"/>
              <a:gd name="T21" fmla="*/ 2147483646 h 1235"/>
              <a:gd name="T22" fmla="*/ 2147483646 w 2326"/>
              <a:gd name="T23" fmla="*/ 2147483646 h 1235"/>
              <a:gd name="T24" fmla="*/ 2147483646 w 2326"/>
              <a:gd name="T25" fmla="*/ 2147483646 h 1235"/>
              <a:gd name="T26" fmla="*/ 2147483646 w 2326"/>
              <a:gd name="T27" fmla="*/ 2147483646 h 1235"/>
              <a:gd name="T28" fmla="*/ 2147483646 w 2326"/>
              <a:gd name="T29" fmla="*/ 2147483646 h 1235"/>
              <a:gd name="T30" fmla="*/ 2147483646 w 2326"/>
              <a:gd name="T31" fmla="*/ 2147483646 h 1235"/>
              <a:gd name="T32" fmla="*/ 2147483646 w 2326"/>
              <a:gd name="T33" fmla="*/ 2147483646 h 1235"/>
              <a:gd name="T34" fmla="*/ 2147483646 w 2326"/>
              <a:gd name="T35" fmla="*/ 2147483646 h 1235"/>
              <a:gd name="T36" fmla="*/ 2147483646 w 2326"/>
              <a:gd name="T37" fmla="*/ 2147483646 h 1235"/>
              <a:gd name="T38" fmla="*/ 2147483646 w 2326"/>
              <a:gd name="T39" fmla="*/ 2147483646 h 1235"/>
              <a:gd name="T40" fmla="*/ 2147483646 w 2326"/>
              <a:gd name="T41" fmla="*/ 2147483646 h 1235"/>
              <a:gd name="T42" fmla="*/ 2147483646 w 2326"/>
              <a:gd name="T43" fmla="*/ 2147483646 h 1235"/>
              <a:gd name="T44" fmla="*/ 2147483646 w 2326"/>
              <a:gd name="T45" fmla="*/ 2147483646 h 1235"/>
              <a:gd name="T46" fmla="*/ 2147483646 w 2326"/>
              <a:gd name="T47" fmla="*/ 2147483646 h 1235"/>
              <a:gd name="T48" fmla="*/ 2147483646 w 2326"/>
              <a:gd name="T49" fmla="*/ 2147483646 h 1235"/>
              <a:gd name="T50" fmla="*/ 2147483646 w 2326"/>
              <a:gd name="T51" fmla="*/ 2147483646 h 1235"/>
              <a:gd name="T52" fmla="*/ 2147483646 w 2326"/>
              <a:gd name="T53" fmla="*/ 2147483646 h 1235"/>
              <a:gd name="T54" fmla="*/ 2147483646 w 2326"/>
              <a:gd name="T55" fmla="*/ 2147483646 h 123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326" h="1235">
                <a:moveTo>
                  <a:pt x="61" y="152"/>
                </a:moveTo>
                <a:cubicBezTo>
                  <a:pt x="58" y="176"/>
                  <a:pt x="104" y="118"/>
                  <a:pt x="118" y="113"/>
                </a:cubicBezTo>
                <a:cubicBezTo>
                  <a:pt x="160" y="99"/>
                  <a:pt x="193" y="40"/>
                  <a:pt x="238" y="35"/>
                </a:cubicBezTo>
                <a:cubicBezTo>
                  <a:pt x="318" y="25"/>
                  <a:pt x="478" y="11"/>
                  <a:pt x="478" y="11"/>
                </a:cubicBezTo>
                <a:cubicBezTo>
                  <a:pt x="632" y="18"/>
                  <a:pt x="752" y="26"/>
                  <a:pt x="898" y="47"/>
                </a:cubicBezTo>
                <a:cubicBezTo>
                  <a:pt x="1333" y="37"/>
                  <a:pt x="1265" y="52"/>
                  <a:pt x="1510" y="11"/>
                </a:cubicBezTo>
                <a:cubicBezTo>
                  <a:pt x="1714" y="15"/>
                  <a:pt x="1864" y="0"/>
                  <a:pt x="2068" y="11"/>
                </a:cubicBezTo>
                <a:cubicBezTo>
                  <a:pt x="2116" y="14"/>
                  <a:pt x="2284" y="150"/>
                  <a:pt x="2302" y="203"/>
                </a:cubicBezTo>
                <a:cubicBezTo>
                  <a:pt x="2310" y="227"/>
                  <a:pt x="2326" y="275"/>
                  <a:pt x="2326" y="275"/>
                </a:cubicBezTo>
                <a:cubicBezTo>
                  <a:pt x="2322" y="391"/>
                  <a:pt x="2309" y="459"/>
                  <a:pt x="2302" y="575"/>
                </a:cubicBezTo>
                <a:cubicBezTo>
                  <a:pt x="2297" y="658"/>
                  <a:pt x="2299" y="675"/>
                  <a:pt x="2266" y="773"/>
                </a:cubicBezTo>
                <a:cubicBezTo>
                  <a:pt x="2243" y="841"/>
                  <a:pt x="2211" y="910"/>
                  <a:pt x="2170" y="971"/>
                </a:cubicBezTo>
                <a:cubicBezTo>
                  <a:pt x="2132" y="1028"/>
                  <a:pt x="2077" y="1060"/>
                  <a:pt x="2026" y="1103"/>
                </a:cubicBezTo>
                <a:cubicBezTo>
                  <a:pt x="1966" y="1153"/>
                  <a:pt x="2017" y="1130"/>
                  <a:pt x="1954" y="1151"/>
                </a:cubicBezTo>
                <a:cubicBezTo>
                  <a:pt x="1900" y="1205"/>
                  <a:pt x="1934" y="1182"/>
                  <a:pt x="1846" y="1211"/>
                </a:cubicBezTo>
                <a:cubicBezTo>
                  <a:pt x="1834" y="1215"/>
                  <a:pt x="1822" y="1219"/>
                  <a:pt x="1810" y="1223"/>
                </a:cubicBezTo>
                <a:cubicBezTo>
                  <a:pt x="1798" y="1227"/>
                  <a:pt x="1774" y="1235"/>
                  <a:pt x="1774" y="1235"/>
                </a:cubicBezTo>
                <a:cubicBezTo>
                  <a:pt x="1674" y="1231"/>
                  <a:pt x="1574" y="1230"/>
                  <a:pt x="1474" y="1223"/>
                </a:cubicBezTo>
                <a:cubicBezTo>
                  <a:pt x="1331" y="1213"/>
                  <a:pt x="1204" y="1131"/>
                  <a:pt x="1066" y="1103"/>
                </a:cubicBezTo>
                <a:cubicBezTo>
                  <a:pt x="967" y="1083"/>
                  <a:pt x="863" y="1084"/>
                  <a:pt x="766" y="1055"/>
                </a:cubicBezTo>
                <a:cubicBezTo>
                  <a:pt x="666" y="1025"/>
                  <a:pt x="575" y="983"/>
                  <a:pt x="478" y="947"/>
                </a:cubicBezTo>
                <a:cubicBezTo>
                  <a:pt x="461" y="941"/>
                  <a:pt x="447" y="927"/>
                  <a:pt x="430" y="923"/>
                </a:cubicBezTo>
                <a:cubicBezTo>
                  <a:pt x="401" y="916"/>
                  <a:pt x="181" y="849"/>
                  <a:pt x="169" y="848"/>
                </a:cubicBezTo>
                <a:cubicBezTo>
                  <a:pt x="94" y="794"/>
                  <a:pt x="109" y="776"/>
                  <a:pt x="70" y="725"/>
                </a:cubicBezTo>
                <a:cubicBezTo>
                  <a:pt x="37" y="650"/>
                  <a:pt x="31" y="614"/>
                  <a:pt x="19" y="542"/>
                </a:cubicBezTo>
                <a:cubicBezTo>
                  <a:pt x="15" y="490"/>
                  <a:pt x="0" y="469"/>
                  <a:pt x="7" y="404"/>
                </a:cubicBezTo>
                <a:cubicBezTo>
                  <a:pt x="7" y="358"/>
                  <a:pt x="13" y="305"/>
                  <a:pt x="22" y="263"/>
                </a:cubicBezTo>
                <a:cubicBezTo>
                  <a:pt x="31" y="221"/>
                  <a:pt x="53" y="175"/>
                  <a:pt x="61" y="152"/>
                </a:cubicBezTo>
                <a:close/>
              </a:path>
            </a:pathLst>
          </a:custGeom>
          <a:solidFill>
            <a:schemeClr val="bg1"/>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7" name="Freeform 8">
            <a:extLst>
              <a:ext uri="{FF2B5EF4-FFF2-40B4-BE49-F238E27FC236}">
                <a16:creationId xmlns:a16="http://schemas.microsoft.com/office/drawing/2014/main" id="{199B87C3-1D14-4A92-B7C2-166A6B00C300}"/>
              </a:ext>
            </a:extLst>
          </p:cNvPr>
          <p:cNvSpPr>
            <a:spLocks/>
          </p:cNvSpPr>
          <p:nvPr/>
        </p:nvSpPr>
        <p:spPr bwMode="auto">
          <a:xfrm>
            <a:off x="2449513" y="2859087"/>
            <a:ext cx="1162050" cy="942975"/>
          </a:xfrm>
          <a:custGeom>
            <a:avLst/>
            <a:gdLst>
              <a:gd name="T0" fmla="*/ 0 w 732"/>
              <a:gd name="T1" fmla="*/ 2147483646 h 711"/>
              <a:gd name="T2" fmla="*/ 2147483646 w 732"/>
              <a:gd name="T3" fmla="*/ 2147483646 h 711"/>
              <a:gd name="T4" fmla="*/ 2147483646 w 732"/>
              <a:gd name="T5" fmla="*/ 0 h 711"/>
              <a:gd name="T6" fmla="*/ 0 60000 65536"/>
              <a:gd name="T7" fmla="*/ 0 60000 65536"/>
              <a:gd name="T8" fmla="*/ 0 60000 65536"/>
            </a:gdLst>
            <a:ahLst/>
            <a:cxnLst>
              <a:cxn ang="T6">
                <a:pos x="T0" y="T1"/>
              </a:cxn>
              <a:cxn ang="T7">
                <a:pos x="T2" y="T3"/>
              </a:cxn>
              <a:cxn ang="T8">
                <a:pos x="T4" y="T5"/>
              </a:cxn>
            </a:cxnLst>
            <a:rect l="0" t="0" r="r" b="b"/>
            <a:pathLst>
              <a:path w="732" h="711">
                <a:moveTo>
                  <a:pt x="0" y="711"/>
                </a:moveTo>
                <a:lnTo>
                  <a:pt x="732" y="372"/>
                </a:lnTo>
                <a:lnTo>
                  <a:pt x="732" y="0"/>
                </a:lnTo>
              </a:path>
            </a:pathLst>
          </a:custGeom>
          <a:noFill/>
          <a:ln w="38100"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8" name="Freeform 9">
            <a:extLst>
              <a:ext uri="{FF2B5EF4-FFF2-40B4-BE49-F238E27FC236}">
                <a16:creationId xmlns:a16="http://schemas.microsoft.com/office/drawing/2014/main" id="{FC138384-38C1-4BD0-B21B-35E9D335FC7A}"/>
              </a:ext>
            </a:extLst>
          </p:cNvPr>
          <p:cNvSpPr>
            <a:spLocks/>
          </p:cNvSpPr>
          <p:nvPr/>
        </p:nvSpPr>
        <p:spPr bwMode="auto">
          <a:xfrm>
            <a:off x="2757489" y="4132264"/>
            <a:ext cx="3935412" cy="2092322"/>
          </a:xfrm>
          <a:custGeom>
            <a:avLst/>
            <a:gdLst>
              <a:gd name="T0" fmla="*/ 2147483646 w 2574"/>
              <a:gd name="T1" fmla="*/ 2147483646 h 1562"/>
              <a:gd name="T2" fmla="*/ 2147483646 w 2574"/>
              <a:gd name="T3" fmla="*/ 2147483646 h 1562"/>
              <a:gd name="T4" fmla="*/ 2147483646 w 2574"/>
              <a:gd name="T5" fmla="*/ 2147483646 h 1562"/>
              <a:gd name="T6" fmla="*/ 2147483646 w 2574"/>
              <a:gd name="T7" fmla="*/ 2147483646 h 1562"/>
              <a:gd name="T8" fmla="*/ 2147483646 w 2574"/>
              <a:gd name="T9" fmla="*/ 2147483646 h 1562"/>
              <a:gd name="T10" fmla="*/ 2147483646 w 2574"/>
              <a:gd name="T11" fmla="*/ 2147483646 h 1562"/>
              <a:gd name="T12" fmla="*/ 2147483646 w 2574"/>
              <a:gd name="T13" fmla="*/ 2147483646 h 1562"/>
              <a:gd name="T14" fmla="*/ 2147483646 w 2574"/>
              <a:gd name="T15" fmla="*/ 2147483646 h 1562"/>
              <a:gd name="T16" fmla="*/ 2147483646 w 2574"/>
              <a:gd name="T17" fmla="*/ 2147483646 h 1562"/>
              <a:gd name="T18" fmla="*/ 2147483646 w 2574"/>
              <a:gd name="T19" fmla="*/ 2147483646 h 1562"/>
              <a:gd name="T20" fmla="*/ 2147483646 w 2574"/>
              <a:gd name="T21" fmla="*/ 2147483646 h 1562"/>
              <a:gd name="T22" fmla="*/ 2147483646 w 2574"/>
              <a:gd name="T23" fmla="*/ 2147483646 h 1562"/>
              <a:gd name="T24" fmla="*/ 2147483646 w 2574"/>
              <a:gd name="T25" fmla="*/ 2147483646 h 1562"/>
              <a:gd name="T26" fmla="*/ 2147483646 w 2574"/>
              <a:gd name="T27" fmla="*/ 2147483646 h 1562"/>
              <a:gd name="T28" fmla="*/ 2147483646 w 2574"/>
              <a:gd name="T29" fmla="*/ 2147483646 h 1562"/>
              <a:gd name="T30" fmla="*/ 2147483646 w 2574"/>
              <a:gd name="T31" fmla="*/ 2147483646 h 1562"/>
              <a:gd name="T32" fmla="*/ 2147483646 w 2574"/>
              <a:gd name="T33" fmla="*/ 2147483646 h 1562"/>
              <a:gd name="T34" fmla="*/ 2147483646 w 2574"/>
              <a:gd name="T35" fmla="*/ 2147483646 h 1562"/>
              <a:gd name="T36" fmla="*/ 2147483646 w 2574"/>
              <a:gd name="T37" fmla="*/ 2147483646 h 1562"/>
              <a:gd name="T38" fmla="*/ 2147483646 w 2574"/>
              <a:gd name="T39" fmla="*/ 2147483646 h 1562"/>
              <a:gd name="T40" fmla="*/ 2147483646 w 2574"/>
              <a:gd name="T41" fmla="*/ 2147483646 h 1562"/>
              <a:gd name="T42" fmla="*/ 0 w 2574"/>
              <a:gd name="T43" fmla="*/ 2147483646 h 1562"/>
              <a:gd name="T44" fmla="*/ 2147483646 w 2574"/>
              <a:gd name="T45" fmla="*/ 2147483646 h 15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574" h="1562">
                <a:moveTo>
                  <a:pt x="65" y="457"/>
                </a:moveTo>
                <a:cubicBezTo>
                  <a:pt x="262" y="320"/>
                  <a:pt x="371" y="154"/>
                  <a:pt x="612" y="146"/>
                </a:cubicBezTo>
                <a:cubicBezTo>
                  <a:pt x="707" y="122"/>
                  <a:pt x="689" y="145"/>
                  <a:pt x="770" y="89"/>
                </a:cubicBezTo>
                <a:cubicBezTo>
                  <a:pt x="784" y="79"/>
                  <a:pt x="901" y="61"/>
                  <a:pt x="917" y="55"/>
                </a:cubicBezTo>
                <a:cubicBezTo>
                  <a:pt x="952" y="49"/>
                  <a:pt x="1004" y="48"/>
                  <a:pt x="1063" y="50"/>
                </a:cubicBezTo>
                <a:cubicBezTo>
                  <a:pt x="1127" y="44"/>
                  <a:pt x="1196" y="23"/>
                  <a:pt x="1303" y="18"/>
                </a:cubicBezTo>
                <a:cubicBezTo>
                  <a:pt x="1502" y="22"/>
                  <a:pt x="1505" y="0"/>
                  <a:pt x="1703" y="18"/>
                </a:cubicBezTo>
                <a:cubicBezTo>
                  <a:pt x="1770" y="24"/>
                  <a:pt x="2049" y="130"/>
                  <a:pt x="2119" y="154"/>
                </a:cubicBezTo>
                <a:cubicBezTo>
                  <a:pt x="2181" y="203"/>
                  <a:pt x="2213" y="303"/>
                  <a:pt x="2267" y="361"/>
                </a:cubicBezTo>
                <a:cubicBezTo>
                  <a:pt x="2325" y="421"/>
                  <a:pt x="2366" y="514"/>
                  <a:pt x="2401" y="589"/>
                </a:cubicBezTo>
                <a:cubicBezTo>
                  <a:pt x="2414" y="654"/>
                  <a:pt x="2478" y="696"/>
                  <a:pt x="2487" y="762"/>
                </a:cubicBezTo>
                <a:cubicBezTo>
                  <a:pt x="2483" y="898"/>
                  <a:pt x="2574" y="1091"/>
                  <a:pt x="2567" y="1226"/>
                </a:cubicBezTo>
                <a:cubicBezTo>
                  <a:pt x="2564" y="1281"/>
                  <a:pt x="2482" y="1355"/>
                  <a:pt x="2455" y="1394"/>
                </a:cubicBezTo>
                <a:cubicBezTo>
                  <a:pt x="2445" y="1410"/>
                  <a:pt x="2298" y="1442"/>
                  <a:pt x="2287" y="1458"/>
                </a:cubicBezTo>
                <a:cubicBezTo>
                  <a:pt x="2215" y="1562"/>
                  <a:pt x="2111" y="1496"/>
                  <a:pt x="2000" y="1515"/>
                </a:cubicBezTo>
                <a:cubicBezTo>
                  <a:pt x="1918" y="1511"/>
                  <a:pt x="1836" y="1513"/>
                  <a:pt x="1756" y="1502"/>
                </a:cubicBezTo>
                <a:cubicBezTo>
                  <a:pt x="1687" y="1493"/>
                  <a:pt x="1592" y="1406"/>
                  <a:pt x="1512" y="1388"/>
                </a:cubicBezTo>
                <a:cubicBezTo>
                  <a:pt x="1318" y="1344"/>
                  <a:pt x="1150" y="1347"/>
                  <a:pt x="952" y="1337"/>
                </a:cubicBezTo>
                <a:cubicBezTo>
                  <a:pt x="875" y="1324"/>
                  <a:pt x="760" y="1294"/>
                  <a:pt x="684" y="1274"/>
                </a:cubicBezTo>
                <a:cubicBezTo>
                  <a:pt x="620" y="1230"/>
                  <a:pt x="550" y="1217"/>
                  <a:pt x="477" y="1198"/>
                </a:cubicBezTo>
                <a:cubicBezTo>
                  <a:pt x="282" y="1147"/>
                  <a:pt x="242" y="1124"/>
                  <a:pt x="65" y="1036"/>
                </a:cubicBezTo>
                <a:cubicBezTo>
                  <a:pt x="37" y="959"/>
                  <a:pt x="0" y="949"/>
                  <a:pt x="0" y="853"/>
                </a:cubicBezTo>
                <a:cubicBezTo>
                  <a:pt x="0" y="757"/>
                  <a:pt x="52" y="539"/>
                  <a:pt x="65" y="457"/>
                </a:cubicBezTo>
                <a:close/>
              </a:path>
            </a:pathLst>
          </a:custGeom>
          <a:solidFill>
            <a:schemeClr val="bg1"/>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9" name="Freeform 10">
            <a:extLst>
              <a:ext uri="{FF2B5EF4-FFF2-40B4-BE49-F238E27FC236}">
                <a16:creationId xmlns:a16="http://schemas.microsoft.com/office/drawing/2014/main" id="{43B26F2E-80CC-4356-B2EA-2DD88635E77F}"/>
              </a:ext>
            </a:extLst>
          </p:cNvPr>
          <p:cNvSpPr>
            <a:spLocks/>
          </p:cNvSpPr>
          <p:nvPr/>
        </p:nvSpPr>
        <p:spPr bwMode="auto">
          <a:xfrm>
            <a:off x="2449513" y="3960813"/>
            <a:ext cx="1392237" cy="803275"/>
          </a:xfrm>
          <a:custGeom>
            <a:avLst/>
            <a:gdLst>
              <a:gd name="T0" fmla="*/ 0 w 877"/>
              <a:gd name="T1" fmla="*/ 0 h 507"/>
              <a:gd name="T2" fmla="*/ 2147483646 w 877"/>
              <a:gd name="T3" fmla="*/ 2147483646 h 507"/>
              <a:gd name="T4" fmla="*/ 2147483646 w 877"/>
              <a:gd name="T5" fmla="*/ 2147483646 h 507"/>
              <a:gd name="T6" fmla="*/ 0 60000 65536"/>
              <a:gd name="T7" fmla="*/ 0 60000 65536"/>
              <a:gd name="T8" fmla="*/ 0 60000 65536"/>
            </a:gdLst>
            <a:ahLst/>
            <a:cxnLst>
              <a:cxn ang="T6">
                <a:pos x="T0" y="T1"/>
              </a:cxn>
              <a:cxn ang="T7">
                <a:pos x="T2" y="T3"/>
              </a:cxn>
              <a:cxn ang="T8">
                <a:pos x="T4" y="T5"/>
              </a:cxn>
            </a:cxnLst>
            <a:rect l="0" t="0" r="r" b="b"/>
            <a:pathLst>
              <a:path w="877" h="507">
                <a:moveTo>
                  <a:pt x="0" y="0"/>
                </a:moveTo>
                <a:lnTo>
                  <a:pt x="877" y="287"/>
                </a:lnTo>
                <a:lnTo>
                  <a:pt x="877" y="507"/>
                </a:lnTo>
              </a:path>
            </a:pathLst>
          </a:custGeom>
          <a:noFill/>
          <a:ln w="38100"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10" name="Freeform 11">
            <a:extLst>
              <a:ext uri="{FF2B5EF4-FFF2-40B4-BE49-F238E27FC236}">
                <a16:creationId xmlns:a16="http://schemas.microsoft.com/office/drawing/2014/main" id="{8056465F-59F2-4921-B87C-88DE3DC7FCCA}"/>
              </a:ext>
            </a:extLst>
          </p:cNvPr>
          <p:cNvSpPr>
            <a:spLocks/>
          </p:cNvSpPr>
          <p:nvPr/>
        </p:nvSpPr>
        <p:spPr bwMode="auto">
          <a:xfrm>
            <a:off x="5791200" y="1593056"/>
            <a:ext cx="2608264" cy="3631979"/>
          </a:xfrm>
          <a:custGeom>
            <a:avLst/>
            <a:gdLst>
              <a:gd name="T0" fmla="*/ 2147483646 w 1787"/>
              <a:gd name="T1" fmla="*/ 2147483646 h 2497"/>
              <a:gd name="T2" fmla="*/ 2147483646 w 1787"/>
              <a:gd name="T3" fmla="*/ 2147483646 h 2497"/>
              <a:gd name="T4" fmla="*/ 2147483646 w 1787"/>
              <a:gd name="T5" fmla="*/ 2147483646 h 2497"/>
              <a:gd name="T6" fmla="*/ 2147483646 w 1787"/>
              <a:gd name="T7" fmla="*/ 2147483646 h 2497"/>
              <a:gd name="T8" fmla="*/ 2147483646 w 1787"/>
              <a:gd name="T9" fmla="*/ 2147483646 h 2497"/>
              <a:gd name="T10" fmla="*/ 2147483646 w 1787"/>
              <a:gd name="T11" fmla="*/ 2147483646 h 2497"/>
              <a:gd name="T12" fmla="*/ 2147483646 w 1787"/>
              <a:gd name="T13" fmla="*/ 2147483646 h 2497"/>
              <a:gd name="T14" fmla="*/ 2147483646 w 1787"/>
              <a:gd name="T15" fmla="*/ 0 h 2497"/>
              <a:gd name="T16" fmla="*/ 2147483646 w 1787"/>
              <a:gd name="T17" fmla="*/ 2147483646 h 2497"/>
              <a:gd name="T18" fmla="*/ 2147483646 w 1787"/>
              <a:gd name="T19" fmla="*/ 2147483646 h 2497"/>
              <a:gd name="T20" fmla="*/ 2147483646 w 1787"/>
              <a:gd name="T21" fmla="*/ 2147483646 h 2497"/>
              <a:gd name="T22" fmla="*/ 2147483646 w 1787"/>
              <a:gd name="T23" fmla="*/ 2147483646 h 2497"/>
              <a:gd name="T24" fmla="*/ 2147483646 w 1787"/>
              <a:gd name="T25" fmla="*/ 2147483646 h 2497"/>
              <a:gd name="T26" fmla="*/ 2147483646 w 1787"/>
              <a:gd name="T27" fmla="*/ 2147483646 h 2497"/>
              <a:gd name="T28" fmla="*/ 2147483646 w 1787"/>
              <a:gd name="T29" fmla="*/ 2147483646 h 2497"/>
              <a:gd name="T30" fmla="*/ 2147483646 w 1787"/>
              <a:gd name="T31" fmla="*/ 2147483646 h 2497"/>
              <a:gd name="T32" fmla="*/ 2147483646 w 1787"/>
              <a:gd name="T33" fmla="*/ 2147483646 h 2497"/>
              <a:gd name="T34" fmla="*/ 2147483646 w 1787"/>
              <a:gd name="T35" fmla="*/ 2147483646 h 2497"/>
              <a:gd name="T36" fmla="*/ 2147483646 w 1787"/>
              <a:gd name="T37" fmla="*/ 2147483646 h 2497"/>
              <a:gd name="T38" fmla="*/ 2147483646 w 1787"/>
              <a:gd name="T39" fmla="*/ 2147483646 h 2497"/>
              <a:gd name="T40" fmla="*/ 2147483646 w 1787"/>
              <a:gd name="T41" fmla="*/ 2147483646 h 2497"/>
              <a:gd name="T42" fmla="*/ 2147483646 w 1787"/>
              <a:gd name="T43" fmla="*/ 2147483646 h 2497"/>
              <a:gd name="T44" fmla="*/ 2147483646 w 1787"/>
              <a:gd name="T45" fmla="*/ 2147483646 h 2497"/>
              <a:gd name="T46" fmla="*/ 2147483646 w 1787"/>
              <a:gd name="T47" fmla="*/ 2147483646 h 249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787" h="2497">
                <a:moveTo>
                  <a:pt x="289" y="1901"/>
                </a:moveTo>
                <a:cubicBezTo>
                  <a:pt x="270" y="1825"/>
                  <a:pt x="157" y="1859"/>
                  <a:pt x="128" y="1797"/>
                </a:cubicBezTo>
                <a:cubicBezTo>
                  <a:pt x="98" y="1735"/>
                  <a:pt x="36" y="1648"/>
                  <a:pt x="15" y="1583"/>
                </a:cubicBezTo>
                <a:cubicBezTo>
                  <a:pt x="0" y="1365"/>
                  <a:pt x="35" y="1221"/>
                  <a:pt x="83" y="1007"/>
                </a:cubicBezTo>
                <a:cubicBezTo>
                  <a:pt x="108" y="892"/>
                  <a:pt x="242" y="711"/>
                  <a:pt x="264" y="596"/>
                </a:cubicBezTo>
                <a:cubicBezTo>
                  <a:pt x="289" y="467"/>
                  <a:pt x="297" y="335"/>
                  <a:pt x="374" y="228"/>
                </a:cubicBezTo>
                <a:cubicBezTo>
                  <a:pt x="395" y="161"/>
                  <a:pt x="438" y="142"/>
                  <a:pt x="496" y="101"/>
                </a:cubicBezTo>
                <a:cubicBezTo>
                  <a:pt x="582" y="42"/>
                  <a:pt x="673" y="15"/>
                  <a:pt x="776" y="0"/>
                </a:cubicBezTo>
                <a:cubicBezTo>
                  <a:pt x="938" y="4"/>
                  <a:pt x="1101" y="5"/>
                  <a:pt x="1263" y="13"/>
                </a:cubicBezTo>
                <a:cubicBezTo>
                  <a:pt x="1339" y="16"/>
                  <a:pt x="1400" y="71"/>
                  <a:pt x="1470" y="89"/>
                </a:cubicBezTo>
                <a:cubicBezTo>
                  <a:pt x="1495" y="106"/>
                  <a:pt x="1527" y="114"/>
                  <a:pt x="1543" y="139"/>
                </a:cubicBezTo>
                <a:cubicBezTo>
                  <a:pt x="1572" y="183"/>
                  <a:pt x="1599" y="211"/>
                  <a:pt x="1641" y="241"/>
                </a:cubicBezTo>
                <a:cubicBezTo>
                  <a:pt x="1694" y="323"/>
                  <a:pt x="1720" y="435"/>
                  <a:pt x="1738" y="532"/>
                </a:cubicBezTo>
                <a:cubicBezTo>
                  <a:pt x="1763" y="984"/>
                  <a:pt x="1720" y="1534"/>
                  <a:pt x="1787" y="1952"/>
                </a:cubicBezTo>
                <a:cubicBezTo>
                  <a:pt x="1783" y="2058"/>
                  <a:pt x="1785" y="2163"/>
                  <a:pt x="1775" y="2269"/>
                </a:cubicBezTo>
                <a:cubicBezTo>
                  <a:pt x="1762" y="2412"/>
                  <a:pt x="1640" y="2472"/>
                  <a:pt x="1519" y="2497"/>
                </a:cubicBezTo>
                <a:cubicBezTo>
                  <a:pt x="1358" y="2489"/>
                  <a:pt x="1280" y="2483"/>
                  <a:pt x="1141" y="2459"/>
                </a:cubicBezTo>
                <a:cubicBezTo>
                  <a:pt x="1086" y="2430"/>
                  <a:pt x="1030" y="2416"/>
                  <a:pt x="971" y="2396"/>
                </a:cubicBezTo>
                <a:cubicBezTo>
                  <a:pt x="934" y="2383"/>
                  <a:pt x="898" y="2339"/>
                  <a:pt x="861" y="2320"/>
                </a:cubicBezTo>
                <a:cubicBezTo>
                  <a:pt x="845" y="2311"/>
                  <a:pt x="827" y="2306"/>
                  <a:pt x="812" y="2294"/>
                </a:cubicBezTo>
                <a:cubicBezTo>
                  <a:pt x="741" y="2234"/>
                  <a:pt x="706" y="2173"/>
                  <a:pt x="618" y="2142"/>
                </a:cubicBezTo>
                <a:cubicBezTo>
                  <a:pt x="542" y="2084"/>
                  <a:pt x="464" y="2031"/>
                  <a:pt x="386" y="1977"/>
                </a:cubicBezTo>
                <a:cubicBezTo>
                  <a:pt x="372" y="1968"/>
                  <a:pt x="364" y="1949"/>
                  <a:pt x="350" y="1939"/>
                </a:cubicBezTo>
                <a:cubicBezTo>
                  <a:pt x="255" y="1874"/>
                  <a:pt x="365" y="1980"/>
                  <a:pt x="289" y="1901"/>
                </a:cubicBezTo>
                <a:close/>
              </a:path>
            </a:pathLst>
          </a:custGeom>
          <a:solidFill>
            <a:schemeClr val="bg1"/>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11" name="Line 12">
            <a:extLst>
              <a:ext uri="{FF2B5EF4-FFF2-40B4-BE49-F238E27FC236}">
                <a16:creationId xmlns:a16="http://schemas.microsoft.com/office/drawing/2014/main" id="{F5589701-5BC8-4D3D-9BFD-5BBBF03549F3}"/>
              </a:ext>
            </a:extLst>
          </p:cNvPr>
          <p:cNvSpPr>
            <a:spLocks noChangeShapeType="1"/>
          </p:cNvSpPr>
          <p:nvPr/>
        </p:nvSpPr>
        <p:spPr bwMode="auto">
          <a:xfrm>
            <a:off x="2449513" y="3881437"/>
            <a:ext cx="4903787" cy="1589"/>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2" name="Line 13">
            <a:extLst>
              <a:ext uri="{FF2B5EF4-FFF2-40B4-BE49-F238E27FC236}">
                <a16:creationId xmlns:a16="http://schemas.microsoft.com/office/drawing/2014/main" id="{CA610306-EBB6-4D74-BCAC-B3A053FDDD4A}"/>
              </a:ext>
            </a:extLst>
          </p:cNvPr>
          <p:cNvSpPr>
            <a:spLocks noChangeShapeType="1"/>
          </p:cNvSpPr>
          <p:nvPr/>
        </p:nvSpPr>
        <p:spPr bwMode="auto">
          <a:xfrm>
            <a:off x="3176588" y="2476500"/>
            <a:ext cx="0" cy="4127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3" name="Freeform 14">
            <a:extLst>
              <a:ext uri="{FF2B5EF4-FFF2-40B4-BE49-F238E27FC236}">
                <a16:creationId xmlns:a16="http://schemas.microsoft.com/office/drawing/2014/main" id="{D813D2E4-500E-4653-AF2C-12C8DBD363C5}"/>
              </a:ext>
            </a:extLst>
          </p:cNvPr>
          <p:cNvSpPr>
            <a:spLocks/>
          </p:cNvSpPr>
          <p:nvPr/>
        </p:nvSpPr>
        <p:spPr bwMode="auto">
          <a:xfrm>
            <a:off x="7059612" y="2659063"/>
            <a:ext cx="495300" cy="508000"/>
          </a:xfrm>
          <a:custGeom>
            <a:avLst/>
            <a:gdLst>
              <a:gd name="T0" fmla="*/ 2147483646 w 308"/>
              <a:gd name="T1" fmla="*/ 0 h 396"/>
              <a:gd name="T2" fmla="*/ 2147483646 w 308"/>
              <a:gd name="T3" fmla="*/ 2147483646 h 396"/>
              <a:gd name="T4" fmla="*/ 0 w 308"/>
              <a:gd name="T5" fmla="*/ 2147483646 h 396"/>
              <a:gd name="T6" fmla="*/ 0 60000 65536"/>
              <a:gd name="T7" fmla="*/ 0 60000 65536"/>
              <a:gd name="T8" fmla="*/ 0 60000 65536"/>
            </a:gdLst>
            <a:ahLst/>
            <a:cxnLst>
              <a:cxn ang="T6">
                <a:pos x="T0" y="T1"/>
              </a:cxn>
              <a:cxn ang="T7">
                <a:pos x="T2" y="T3"/>
              </a:cxn>
              <a:cxn ang="T8">
                <a:pos x="T4" y="T5"/>
              </a:cxn>
            </a:cxnLst>
            <a:rect l="0" t="0" r="r" b="b"/>
            <a:pathLst>
              <a:path w="308" h="396">
                <a:moveTo>
                  <a:pt x="308" y="0"/>
                </a:moveTo>
                <a:lnTo>
                  <a:pt x="308" y="396"/>
                </a:lnTo>
                <a:lnTo>
                  <a:pt x="0" y="392"/>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4" name="Line 15">
            <a:extLst>
              <a:ext uri="{FF2B5EF4-FFF2-40B4-BE49-F238E27FC236}">
                <a16:creationId xmlns:a16="http://schemas.microsoft.com/office/drawing/2014/main" id="{ACCF375A-1A39-4446-9211-6A72B6C45558}"/>
              </a:ext>
            </a:extLst>
          </p:cNvPr>
          <p:cNvSpPr>
            <a:spLocks noChangeShapeType="1"/>
          </p:cNvSpPr>
          <p:nvPr/>
        </p:nvSpPr>
        <p:spPr bwMode="auto">
          <a:xfrm>
            <a:off x="5181600" y="2235200"/>
            <a:ext cx="0" cy="6318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5" name="Line 16">
            <a:extLst>
              <a:ext uri="{FF2B5EF4-FFF2-40B4-BE49-F238E27FC236}">
                <a16:creationId xmlns:a16="http://schemas.microsoft.com/office/drawing/2014/main" id="{A0DFDA20-66DB-4968-8213-FD27D2CA6A5E}"/>
              </a:ext>
            </a:extLst>
          </p:cNvPr>
          <p:cNvSpPr>
            <a:spLocks noChangeShapeType="1"/>
          </p:cNvSpPr>
          <p:nvPr/>
        </p:nvSpPr>
        <p:spPr bwMode="auto">
          <a:xfrm flipV="1">
            <a:off x="5961064" y="4751387"/>
            <a:ext cx="4761" cy="882649"/>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6" name="Line 17">
            <a:extLst>
              <a:ext uri="{FF2B5EF4-FFF2-40B4-BE49-F238E27FC236}">
                <a16:creationId xmlns:a16="http://schemas.microsoft.com/office/drawing/2014/main" id="{CF246BF0-93BF-4302-8C9F-B3DE8A28672E}"/>
              </a:ext>
            </a:extLst>
          </p:cNvPr>
          <p:cNvSpPr>
            <a:spLocks noChangeShapeType="1"/>
          </p:cNvSpPr>
          <p:nvPr/>
        </p:nvSpPr>
        <p:spPr bwMode="auto">
          <a:xfrm flipH="1">
            <a:off x="4003675" y="2365375"/>
            <a:ext cx="0" cy="5238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7" name="Freeform 18">
            <a:extLst>
              <a:ext uri="{FF2B5EF4-FFF2-40B4-BE49-F238E27FC236}">
                <a16:creationId xmlns:a16="http://schemas.microsoft.com/office/drawing/2014/main" id="{E07F8B07-E518-4D07-BF1E-9C30B1D80415}"/>
              </a:ext>
            </a:extLst>
          </p:cNvPr>
          <p:cNvSpPr>
            <a:spLocks/>
          </p:cNvSpPr>
          <p:nvPr/>
        </p:nvSpPr>
        <p:spPr bwMode="auto">
          <a:xfrm>
            <a:off x="6788150" y="2255838"/>
            <a:ext cx="284162" cy="657225"/>
          </a:xfrm>
          <a:custGeom>
            <a:avLst/>
            <a:gdLst>
              <a:gd name="T0" fmla="*/ 0 w 176"/>
              <a:gd name="T1" fmla="*/ 0 h 392"/>
              <a:gd name="T2" fmla="*/ 0 w 176"/>
              <a:gd name="T3" fmla="*/ 2147483646 h 392"/>
              <a:gd name="T4" fmla="*/ 2147483646 w 176"/>
              <a:gd name="T5" fmla="*/ 2147483646 h 392"/>
              <a:gd name="T6" fmla="*/ 0 60000 65536"/>
              <a:gd name="T7" fmla="*/ 0 60000 65536"/>
              <a:gd name="T8" fmla="*/ 0 60000 65536"/>
            </a:gdLst>
            <a:ahLst/>
            <a:cxnLst>
              <a:cxn ang="T6">
                <a:pos x="T0" y="T1"/>
              </a:cxn>
              <a:cxn ang="T7">
                <a:pos x="T2" y="T3"/>
              </a:cxn>
              <a:cxn ang="T8">
                <a:pos x="T4" y="T5"/>
              </a:cxn>
            </a:cxnLst>
            <a:rect l="0" t="0" r="r" b="b"/>
            <a:pathLst>
              <a:path w="176" h="392">
                <a:moveTo>
                  <a:pt x="0" y="0"/>
                </a:moveTo>
                <a:lnTo>
                  <a:pt x="0" y="392"/>
                </a:lnTo>
                <a:lnTo>
                  <a:pt x="176" y="392"/>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8" name="Line 19">
            <a:extLst>
              <a:ext uri="{FF2B5EF4-FFF2-40B4-BE49-F238E27FC236}">
                <a16:creationId xmlns:a16="http://schemas.microsoft.com/office/drawing/2014/main" id="{883E0523-A3A2-4B40-A7CD-2821BCBB543F}"/>
              </a:ext>
            </a:extLst>
          </p:cNvPr>
          <p:cNvSpPr>
            <a:spLocks noChangeShapeType="1"/>
          </p:cNvSpPr>
          <p:nvPr/>
        </p:nvSpPr>
        <p:spPr bwMode="auto">
          <a:xfrm flipH="1" flipV="1">
            <a:off x="4892675" y="4764088"/>
            <a:ext cx="0" cy="6889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19" name="Line 20">
            <a:extLst>
              <a:ext uri="{FF2B5EF4-FFF2-40B4-BE49-F238E27FC236}">
                <a16:creationId xmlns:a16="http://schemas.microsoft.com/office/drawing/2014/main" id="{7C41415E-139E-4A1D-89AA-C60194219AC0}"/>
              </a:ext>
            </a:extLst>
          </p:cNvPr>
          <p:cNvSpPr>
            <a:spLocks noChangeShapeType="1"/>
          </p:cNvSpPr>
          <p:nvPr/>
        </p:nvSpPr>
        <p:spPr bwMode="auto">
          <a:xfrm flipH="1" flipV="1">
            <a:off x="3500438" y="4764088"/>
            <a:ext cx="0" cy="406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sp>
        <p:nvSpPr>
          <p:cNvPr id="20" name="Line 21">
            <a:extLst>
              <a:ext uri="{FF2B5EF4-FFF2-40B4-BE49-F238E27FC236}">
                <a16:creationId xmlns:a16="http://schemas.microsoft.com/office/drawing/2014/main" id="{D32C6559-F454-4721-9A90-CCFB87C68B54}"/>
              </a:ext>
            </a:extLst>
          </p:cNvPr>
          <p:cNvSpPr>
            <a:spLocks noChangeShapeType="1"/>
          </p:cNvSpPr>
          <p:nvPr/>
        </p:nvSpPr>
        <p:spPr bwMode="auto">
          <a:xfrm flipH="1" flipV="1">
            <a:off x="7072312" y="4564063"/>
            <a:ext cx="8509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aseline="0">
              <a:latin typeface="微软雅黑" panose="020B0503020204020204" pitchFamily="34" charset="-122"/>
              <a:ea typeface="微软雅黑" panose="020B0503020204020204" pitchFamily="34" charset="-122"/>
            </a:endParaRPr>
          </a:p>
        </p:txBody>
      </p:sp>
      <p:pic>
        <p:nvPicPr>
          <p:cNvPr id="21" name="Picture 22">
            <a:extLst>
              <a:ext uri="{FF2B5EF4-FFF2-40B4-BE49-F238E27FC236}">
                <a16:creationId xmlns:a16="http://schemas.microsoft.com/office/drawing/2014/main" id="{5035D1EC-39CA-4D97-8E11-9B477B320A6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073275"/>
            <a:ext cx="3825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23">
            <a:extLst>
              <a:ext uri="{FF2B5EF4-FFF2-40B4-BE49-F238E27FC236}">
                <a16:creationId xmlns:a16="http://schemas.microsoft.com/office/drawing/2014/main" id="{0808311A-8CCB-4CE5-A5FA-F36CD22F52A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7" y="3716338"/>
            <a:ext cx="515937"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3" name="Picture 24">
            <a:extLst>
              <a:ext uri="{FF2B5EF4-FFF2-40B4-BE49-F238E27FC236}">
                <a16:creationId xmlns:a16="http://schemas.microsoft.com/office/drawing/2014/main" id="{6C1AABB3-919A-4FC2-A03D-309A053273E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2438" y="2324100"/>
            <a:ext cx="381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5">
            <a:extLst>
              <a:ext uri="{FF2B5EF4-FFF2-40B4-BE49-F238E27FC236}">
                <a16:creationId xmlns:a16="http://schemas.microsoft.com/office/drawing/2014/main" id="{F6F1B8A1-2900-462D-AACB-C8841829760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911350"/>
            <a:ext cx="381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6">
            <a:extLst>
              <a:ext uri="{FF2B5EF4-FFF2-40B4-BE49-F238E27FC236}">
                <a16:creationId xmlns:a16="http://schemas.microsoft.com/office/drawing/2014/main" id="{6C6FBBB4-FCD2-4C2B-9BE5-3DFEC364D02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75" y="2351088"/>
            <a:ext cx="3825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7">
            <a:extLst>
              <a:ext uri="{FF2B5EF4-FFF2-40B4-BE49-F238E27FC236}">
                <a16:creationId xmlns:a16="http://schemas.microsoft.com/office/drawing/2014/main" id="{20AA8DD9-F509-49DD-A2D1-064A8F7A466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8762" y="2158851"/>
            <a:ext cx="381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8">
            <a:extLst>
              <a:ext uri="{FF2B5EF4-FFF2-40B4-BE49-F238E27FC236}">
                <a16:creationId xmlns:a16="http://schemas.microsoft.com/office/drawing/2014/main" id="{6BEDB37B-7C91-46CC-99B2-09040C76F46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3012" y="4284663"/>
            <a:ext cx="3825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9">
            <a:extLst>
              <a:ext uri="{FF2B5EF4-FFF2-40B4-BE49-F238E27FC236}">
                <a16:creationId xmlns:a16="http://schemas.microsoft.com/office/drawing/2014/main" id="{FB76FB8E-62B0-469C-A189-AF681505BBD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3738" y="5410200"/>
            <a:ext cx="3825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0">
            <a:extLst>
              <a:ext uri="{FF2B5EF4-FFF2-40B4-BE49-F238E27FC236}">
                <a16:creationId xmlns:a16="http://schemas.microsoft.com/office/drawing/2014/main" id="{A4A118E4-2D21-40D3-A457-96BAAED24B2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9000" y="5181600"/>
            <a:ext cx="38100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1">
            <a:extLst>
              <a:ext uri="{FF2B5EF4-FFF2-40B4-BE49-F238E27FC236}">
                <a16:creationId xmlns:a16="http://schemas.microsoft.com/office/drawing/2014/main" id="{81DA6914-68BE-4877-951F-BDE168D9AC7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5175" y="5008563"/>
            <a:ext cx="3825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 Box 32">
            <a:extLst>
              <a:ext uri="{FF2B5EF4-FFF2-40B4-BE49-F238E27FC236}">
                <a16:creationId xmlns:a16="http://schemas.microsoft.com/office/drawing/2014/main" id="{BC51AE78-364D-4C9B-BF3E-D7E3631AE352}"/>
              </a:ext>
            </a:extLst>
          </p:cNvPr>
          <p:cNvSpPr txBox="1">
            <a:spLocks noChangeArrowheads="1"/>
          </p:cNvSpPr>
          <p:nvPr/>
        </p:nvSpPr>
        <p:spPr bwMode="auto">
          <a:xfrm>
            <a:off x="2572914" y="2089006"/>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145.13.3.10</a:t>
            </a:r>
          </a:p>
        </p:txBody>
      </p:sp>
      <p:sp>
        <p:nvSpPr>
          <p:cNvPr id="32" name="Text Box 33">
            <a:extLst>
              <a:ext uri="{FF2B5EF4-FFF2-40B4-BE49-F238E27FC236}">
                <a16:creationId xmlns:a16="http://schemas.microsoft.com/office/drawing/2014/main" id="{3DE95AF5-EEA8-4C13-AC39-D09ECAE4A8AE}"/>
              </a:ext>
            </a:extLst>
          </p:cNvPr>
          <p:cNvSpPr txBox="1">
            <a:spLocks noChangeArrowheads="1"/>
          </p:cNvSpPr>
          <p:nvPr/>
        </p:nvSpPr>
        <p:spPr bwMode="auto">
          <a:xfrm>
            <a:off x="3412155" y="1790429"/>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145.13.3.11</a:t>
            </a:r>
          </a:p>
        </p:txBody>
      </p:sp>
      <p:sp>
        <p:nvSpPr>
          <p:cNvPr id="33" name="Text Box 34">
            <a:extLst>
              <a:ext uri="{FF2B5EF4-FFF2-40B4-BE49-F238E27FC236}">
                <a16:creationId xmlns:a16="http://schemas.microsoft.com/office/drawing/2014/main" id="{D36BDDCE-6250-4B10-A6C9-B2BDA0C65229}"/>
              </a:ext>
            </a:extLst>
          </p:cNvPr>
          <p:cNvSpPr txBox="1">
            <a:spLocks noChangeArrowheads="1"/>
          </p:cNvSpPr>
          <p:nvPr/>
        </p:nvSpPr>
        <p:spPr bwMode="auto">
          <a:xfrm>
            <a:off x="4552340" y="1633536"/>
            <a:ext cx="125226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145.13.3.101</a:t>
            </a:r>
          </a:p>
        </p:txBody>
      </p:sp>
      <p:sp>
        <p:nvSpPr>
          <p:cNvPr id="34" name="Text Box 35">
            <a:extLst>
              <a:ext uri="{FF2B5EF4-FFF2-40B4-BE49-F238E27FC236}">
                <a16:creationId xmlns:a16="http://schemas.microsoft.com/office/drawing/2014/main" id="{EEA1F994-CA3F-4BD3-8AA7-620633DB1D62}"/>
              </a:ext>
            </a:extLst>
          </p:cNvPr>
          <p:cNvSpPr txBox="1">
            <a:spLocks noChangeArrowheads="1"/>
          </p:cNvSpPr>
          <p:nvPr/>
        </p:nvSpPr>
        <p:spPr bwMode="auto">
          <a:xfrm>
            <a:off x="6314043" y="1812925"/>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145.13.7.34</a:t>
            </a:r>
          </a:p>
        </p:txBody>
      </p:sp>
      <p:sp>
        <p:nvSpPr>
          <p:cNvPr id="35" name="Text Box 36">
            <a:extLst>
              <a:ext uri="{FF2B5EF4-FFF2-40B4-BE49-F238E27FC236}">
                <a16:creationId xmlns:a16="http://schemas.microsoft.com/office/drawing/2014/main" id="{C28A45FC-31D1-4690-A07A-41CE777440E9}"/>
              </a:ext>
            </a:extLst>
          </p:cNvPr>
          <p:cNvSpPr txBox="1">
            <a:spLocks noChangeArrowheads="1"/>
          </p:cNvSpPr>
          <p:nvPr/>
        </p:nvSpPr>
        <p:spPr bwMode="auto">
          <a:xfrm>
            <a:off x="7072312" y="2074863"/>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145.13.7.35</a:t>
            </a:r>
          </a:p>
        </p:txBody>
      </p:sp>
      <p:sp>
        <p:nvSpPr>
          <p:cNvPr id="36" name="Text Box 37">
            <a:extLst>
              <a:ext uri="{FF2B5EF4-FFF2-40B4-BE49-F238E27FC236}">
                <a16:creationId xmlns:a16="http://schemas.microsoft.com/office/drawing/2014/main" id="{2EA47673-1A4F-4B86-9705-66ABB2452F67}"/>
              </a:ext>
            </a:extLst>
          </p:cNvPr>
          <p:cNvSpPr txBox="1">
            <a:spLocks noChangeArrowheads="1"/>
          </p:cNvSpPr>
          <p:nvPr/>
        </p:nvSpPr>
        <p:spPr bwMode="auto">
          <a:xfrm>
            <a:off x="7231062" y="3989388"/>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145.13.7.56</a:t>
            </a:r>
          </a:p>
        </p:txBody>
      </p:sp>
      <p:sp>
        <p:nvSpPr>
          <p:cNvPr id="37" name="Text Box 38">
            <a:extLst>
              <a:ext uri="{FF2B5EF4-FFF2-40B4-BE49-F238E27FC236}">
                <a16:creationId xmlns:a16="http://schemas.microsoft.com/office/drawing/2014/main" id="{0183F871-FD9F-4460-96A6-06D880E4CB04}"/>
              </a:ext>
            </a:extLst>
          </p:cNvPr>
          <p:cNvSpPr txBox="1">
            <a:spLocks noChangeArrowheads="1"/>
          </p:cNvSpPr>
          <p:nvPr/>
        </p:nvSpPr>
        <p:spPr bwMode="auto">
          <a:xfrm>
            <a:off x="2940322" y="5374278"/>
            <a:ext cx="125226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145.13.21.23</a:t>
            </a:r>
          </a:p>
        </p:txBody>
      </p:sp>
      <p:sp>
        <p:nvSpPr>
          <p:cNvPr id="38" name="Text Box 39">
            <a:extLst>
              <a:ext uri="{FF2B5EF4-FFF2-40B4-BE49-F238E27FC236}">
                <a16:creationId xmlns:a16="http://schemas.microsoft.com/office/drawing/2014/main" id="{842B15C9-D2F7-4D78-83AA-9AC3D0AD6572}"/>
              </a:ext>
            </a:extLst>
          </p:cNvPr>
          <p:cNvSpPr txBox="1">
            <a:spLocks noChangeArrowheads="1"/>
          </p:cNvSpPr>
          <p:nvPr/>
        </p:nvSpPr>
        <p:spPr bwMode="auto">
          <a:xfrm>
            <a:off x="4325938" y="5562600"/>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145.13.21.9</a:t>
            </a:r>
          </a:p>
        </p:txBody>
      </p:sp>
      <p:sp>
        <p:nvSpPr>
          <p:cNvPr id="39" name="Text Box 40">
            <a:extLst>
              <a:ext uri="{FF2B5EF4-FFF2-40B4-BE49-F238E27FC236}">
                <a16:creationId xmlns:a16="http://schemas.microsoft.com/office/drawing/2014/main" id="{1AFBD3C3-EC7B-469C-93A5-2017B9D0175F}"/>
              </a:ext>
            </a:extLst>
          </p:cNvPr>
          <p:cNvSpPr txBox="1">
            <a:spLocks noChangeArrowheads="1"/>
          </p:cNvSpPr>
          <p:nvPr/>
        </p:nvSpPr>
        <p:spPr bwMode="auto">
          <a:xfrm>
            <a:off x="5386227" y="5782927"/>
            <a:ext cx="114967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300" baseline="0" dirty="0">
                <a:solidFill>
                  <a:srgbClr val="333399"/>
                </a:solidFill>
                <a:latin typeface="微软雅黑" panose="020B0503020204020204" pitchFamily="34" charset="-122"/>
                <a:ea typeface="微软雅黑" panose="020B0503020204020204" pitchFamily="34" charset="-122"/>
              </a:rPr>
              <a:t>145.13.21.8</a:t>
            </a:r>
          </a:p>
        </p:txBody>
      </p:sp>
      <p:sp>
        <p:nvSpPr>
          <p:cNvPr id="40" name="Line 41">
            <a:extLst>
              <a:ext uri="{FF2B5EF4-FFF2-40B4-BE49-F238E27FC236}">
                <a16:creationId xmlns:a16="http://schemas.microsoft.com/office/drawing/2014/main" id="{F4F090EA-0301-4F15-BA75-248F9EF72FAB}"/>
              </a:ext>
            </a:extLst>
          </p:cNvPr>
          <p:cNvSpPr>
            <a:spLocks noChangeShapeType="1"/>
          </p:cNvSpPr>
          <p:nvPr/>
        </p:nvSpPr>
        <p:spPr bwMode="auto">
          <a:xfrm flipV="1">
            <a:off x="3146425" y="4751388"/>
            <a:ext cx="3154363" cy="1270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41" name="Line 42">
            <a:extLst>
              <a:ext uri="{FF2B5EF4-FFF2-40B4-BE49-F238E27FC236}">
                <a16:creationId xmlns:a16="http://schemas.microsoft.com/office/drawing/2014/main" id="{BFCC12D6-39A1-47F6-99F0-0E5975B08390}"/>
              </a:ext>
            </a:extLst>
          </p:cNvPr>
          <p:cNvSpPr>
            <a:spLocks noChangeShapeType="1"/>
          </p:cNvSpPr>
          <p:nvPr/>
        </p:nvSpPr>
        <p:spPr bwMode="auto">
          <a:xfrm>
            <a:off x="2914650" y="2876550"/>
            <a:ext cx="2608262"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42" name="Text Box 43">
            <a:extLst>
              <a:ext uri="{FF2B5EF4-FFF2-40B4-BE49-F238E27FC236}">
                <a16:creationId xmlns:a16="http://schemas.microsoft.com/office/drawing/2014/main" id="{5A78FD39-7DD2-41DC-9B9A-6FA23F6B086D}"/>
              </a:ext>
            </a:extLst>
          </p:cNvPr>
          <p:cNvSpPr txBox="1">
            <a:spLocks noChangeArrowheads="1"/>
          </p:cNvSpPr>
          <p:nvPr/>
        </p:nvSpPr>
        <p:spPr bwMode="auto">
          <a:xfrm>
            <a:off x="3989388" y="4894263"/>
            <a:ext cx="4315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2000" baseline="0">
                <a:solidFill>
                  <a:srgbClr val="333399"/>
                </a:solidFill>
                <a:latin typeface="微软雅黑" panose="020B0503020204020204" pitchFamily="34" charset="-122"/>
                <a:ea typeface="微软雅黑" panose="020B0503020204020204" pitchFamily="34" charset="-122"/>
              </a:rPr>
              <a:t>…</a:t>
            </a:r>
          </a:p>
        </p:txBody>
      </p:sp>
      <p:sp>
        <p:nvSpPr>
          <p:cNvPr id="43" name="Text Box 44">
            <a:extLst>
              <a:ext uri="{FF2B5EF4-FFF2-40B4-BE49-F238E27FC236}">
                <a16:creationId xmlns:a16="http://schemas.microsoft.com/office/drawing/2014/main" id="{732094D5-BF68-41F9-BB5E-406A6455F536}"/>
              </a:ext>
            </a:extLst>
          </p:cNvPr>
          <p:cNvSpPr txBox="1">
            <a:spLocks noChangeArrowheads="1"/>
          </p:cNvSpPr>
          <p:nvPr/>
        </p:nvSpPr>
        <p:spPr bwMode="auto">
          <a:xfrm>
            <a:off x="4437063" y="1943100"/>
            <a:ext cx="4315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2000" baseline="0">
                <a:solidFill>
                  <a:srgbClr val="333399"/>
                </a:solidFill>
                <a:latin typeface="微软雅黑" panose="020B0503020204020204" pitchFamily="34" charset="-122"/>
                <a:ea typeface="微软雅黑" panose="020B0503020204020204" pitchFamily="34" charset="-122"/>
              </a:rPr>
              <a:t>…</a:t>
            </a:r>
          </a:p>
        </p:txBody>
      </p:sp>
      <p:sp>
        <p:nvSpPr>
          <p:cNvPr id="44" name="Line 45">
            <a:extLst>
              <a:ext uri="{FF2B5EF4-FFF2-40B4-BE49-F238E27FC236}">
                <a16:creationId xmlns:a16="http://schemas.microsoft.com/office/drawing/2014/main" id="{9B12376B-C062-42EA-ACD4-83F6703857FF}"/>
              </a:ext>
            </a:extLst>
          </p:cNvPr>
          <p:cNvSpPr>
            <a:spLocks noChangeShapeType="1"/>
          </p:cNvSpPr>
          <p:nvPr/>
        </p:nvSpPr>
        <p:spPr bwMode="auto">
          <a:xfrm rot="5400000">
            <a:off x="5903912" y="3678238"/>
            <a:ext cx="23368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aseline="0">
              <a:latin typeface="微软雅黑" panose="020B0503020204020204" pitchFamily="34" charset="-122"/>
              <a:ea typeface="微软雅黑" panose="020B0503020204020204" pitchFamily="34" charset="-122"/>
            </a:endParaRPr>
          </a:p>
        </p:txBody>
      </p:sp>
      <p:sp>
        <p:nvSpPr>
          <p:cNvPr id="45" name="Text Box 46">
            <a:extLst>
              <a:ext uri="{FF2B5EF4-FFF2-40B4-BE49-F238E27FC236}">
                <a16:creationId xmlns:a16="http://schemas.microsoft.com/office/drawing/2014/main" id="{095AE380-2F46-455B-885A-1437EA17618B}"/>
              </a:ext>
            </a:extLst>
          </p:cNvPr>
          <p:cNvSpPr txBox="1">
            <a:spLocks noChangeArrowheads="1"/>
          </p:cNvSpPr>
          <p:nvPr/>
        </p:nvSpPr>
        <p:spPr bwMode="auto">
          <a:xfrm rot="5400000">
            <a:off x="7526474" y="3401983"/>
            <a:ext cx="4315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2000" baseline="0">
                <a:solidFill>
                  <a:srgbClr val="333399"/>
                </a:solidFill>
                <a:latin typeface="微软雅黑" panose="020B0503020204020204" pitchFamily="34" charset="-122"/>
                <a:ea typeface="微软雅黑" panose="020B0503020204020204" pitchFamily="34" charset="-122"/>
              </a:rPr>
              <a:t>…</a:t>
            </a:r>
          </a:p>
        </p:txBody>
      </p:sp>
      <p:sp>
        <p:nvSpPr>
          <p:cNvPr id="46" name="Text Box 47">
            <a:extLst>
              <a:ext uri="{FF2B5EF4-FFF2-40B4-BE49-F238E27FC236}">
                <a16:creationId xmlns:a16="http://schemas.microsoft.com/office/drawing/2014/main" id="{18DB63CF-6A44-4A69-81F3-85232AB9C5CC}"/>
              </a:ext>
            </a:extLst>
          </p:cNvPr>
          <p:cNvSpPr txBox="1">
            <a:spLocks noChangeArrowheads="1"/>
          </p:cNvSpPr>
          <p:nvPr/>
        </p:nvSpPr>
        <p:spPr bwMode="auto">
          <a:xfrm>
            <a:off x="3999489" y="4355527"/>
            <a:ext cx="163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solidFill>
                  <a:srgbClr val="FF8001"/>
                </a:solidFill>
                <a:latin typeface="微软雅黑" panose="020B0503020204020204" pitchFamily="34" charset="-122"/>
                <a:ea typeface="微软雅黑" panose="020B0503020204020204" pitchFamily="34" charset="-122"/>
              </a:rPr>
              <a:t>子网 </a:t>
            </a:r>
            <a:r>
              <a:rPr kumimoji="1" lang="en-US" altLang="zh-CN" sz="1400" baseline="0" dirty="0">
                <a:solidFill>
                  <a:srgbClr val="FF8001"/>
                </a:solidFill>
                <a:latin typeface="微软雅黑" panose="020B0503020204020204" pitchFamily="34" charset="-122"/>
                <a:ea typeface="微软雅黑" panose="020B0503020204020204" pitchFamily="34" charset="-122"/>
              </a:rPr>
              <a:t>145.13.21.0</a:t>
            </a:r>
          </a:p>
        </p:txBody>
      </p:sp>
      <p:sp>
        <p:nvSpPr>
          <p:cNvPr id="47" name="Text Box 48">
            <a:extLst>
              <a:ext uri="{FF2B5EF4-FFF2-40B4-BE49-F238E27FC236}">
                <a16:creationId xmlns:a16="http://schemas.microsoft.com/office/drawing/2014/main" id="{A56BA4BC-9CC1-421E-AAF5-7B531492E051}"/>
              </a:ext>
            </a:extLst>
          </p:cNvPr>
          <p:cNvSpPr txBox="1">
            <a:spLocks noChangeArrowheads="1"/>
          </p:cNvSpPr>
          <p:nvPr/>
        </p:nvSpPr>
        <p:spPr bwMode="auto">
          <a:xfrm>
            <a:off x="3881827" y="2997298"/>
            <a:ext cx="15247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solidFill>
                  <a:srgbClr val="FF8001"/>
                </a:solidFill>
                <a:latin typeface="微软雅黑" panose="020B0503020204020204" pitchFamily="34" charset="-122"/>
                <a:ea typeface="微软雅黑" panose="020B0503020204020204" pitchFamily="34" charset="-122"/>
              </a:rPr>
              <a:t>子网 </a:t>
            </a:r>
            <a:r>
              <a:rPr kumimoji="1" lang="en-US" altLang="zh-CN" sz="1400" baseline="0" dirty="0">
                <a:solidFill>
                  <a:srgbClr val="FF8001"/>
                </a:solidFill>
                <a:latin typeface="微软雅黑" panose="020B0503020204020204" pitchFamily="34" charset="-122"/>
                <a:ea typeface="微软雅黑" panose="020B0503020204020204" pitchFamily="34" charset="-122"/>
              </a:rPr>
              <a:t>145.13.3.0</a:t>
            </a:r>
          </a:p>
        </p:txBody>
      </p:sp>
      <p:sp>
        <p:nvSpPr>
          <p:cNvPr id="48" name="Text Box 49">
            <a:extLst>
              <a:ext uri="{FF2B5EF4-FFF2-40B4-BE49-F238E27FC236}">
                <a16:creationId xmlns:a16="http://schemas.microsoft.com/office/drawing/2014/main" id="{AC08277B-9A2F-4E96-8FD0-8D1A21FA4F1B}"/>
              </a:ext>
            </a:extLst>
          </p:cNvPr>
          <p:cNvSpPr txBox="1">
            <a:spLocks noChangeArrowheads="1"/>
          </p:cNvSpPr>
          <p:nvPr/>
        </p:nvSpPr>
        <p:spPr bwMode="auto">
          <a:xfrm>
            <a:off x="5947276" y="3269679"/>
            <a:ext cx="1112805"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2000" baseline="0" dirty="0">
                <a:solidFill>
                  <a:srgbClr val="333399"/>
                </a:solidFill>
                <a:latin typeface="微软雅黑" panose="020B0503020204020204" pitchFamily="34" charset="-122"/>
                <a:ea typeface="微软雅黑" panose="020B0503020204020204" pitchFamily="34" charset="-122"/>
              </a:rPr>
              <a:t>    </a:t>
            </a:r>
            <a:r>
              <a:rPr kumimoji="1" lang="zh-CN" altLang="en-US" sz="1400" baseline="0" dirty="0">
                <a:solidFill>
                  <a:srgbClr val="FF8001"/>
                </a:solidFill>
                <a:latin typeface="微软雅黑" panose="020B0503020204020204" pitchFamily="34" charset="-122"/>
                <a:ea typeface="微软雅黑" panose="020B0503020204020204" pitchFamily="34" charset="-122"/>
              </a:rPr>
              <a:t>子网 </a:t>
            </a:r>
          </a:p>
          <a:p>
            <a:r>
              <a:rPr kumimoji="1" lang="en-US" altLang="zh-CN" sz="1400" baseline="0" dirty="0">
                <a:solidFill>
                  <a:srgbClr val="FF8001"/>
                </a:solidFill>
                <a:latin typeface="微软雅黑" panose="020B0503020204020204" pitchFamily="34" charset="-122"/>
                <a:ea typeface="微软雅黑" panose="020B0503020204020204" pitchFamily="34" charset="-122"/>
              </a:rPr>
              <a:t>145.13.7.0</a:t>
            </a:r>
          </a:p>
        </p:txBody>
      </p:sp>
      <p:pic>
        <p:nvPicPr>
          <p:cNvPr id="49" name="Picture 50">
            <a:extLst>
              <a:ext uri="{FF2B5EF4-FFF2-40B4-BE49-F238E27FC236}">
                <a16:creationId xmlns:a16="http://schemas.microsoft.com/office/drawing/2014/main" id="{0C4B6A2D-36BD-4822-8110-894782054A5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701" y="4328412"/>
            <a:ext cx="493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0" name="Picture 51">
            <a:extLst>
              <a:ext uri="{FF2B5EF4-FFF2-40B4-BE49-F238E27FC236}">
                <a16:creationId xmlns:a16="http://schemas.microsoft.com/office/drawing/2014/main" id="{FD70953D-7290-49EC-91BF-77A813690FD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756" y="2707555"/>
            <a:ext cx="503237" cy="396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1" name="Text Box 56">
            <a:extLst>
              <a:ext uri="{FF2B5EF4-FFF2-40B4-BE49-F238E27FC236}">
                <a16:creationId xmlns:a16="http://schemas.microsoft.com/office/drawing/2014/main" id="{F871BDEC-091F-4315-B338-A67C1DEE84F0}"/>
              </a:ext>
            </a:extLst>
          </p:cNvPr>
          <p:cNvSpPr txBox="1">
            <a:spLocks noChangeArrowheads="1"/>
          </p:cNvSpPr>
          <p:nvPr/>
        </p:nvSpPr>
        <p:spPr bwMode="auto">
          <a:xfrm>
            <a:off x="7006637" y="5345800"/>
            <a:ext cx="1249060" cy="78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lnSpc>
                <a:spcPct val="150000"/>
              </a:lnSpc>
            </a:pPr>
            <a:r>
              <a:rPr kumimoji="1" lang="zh-CN" altLang="en-US" sz="1600" baseline="0" dirty="0">
                <a:latin typeface="微软雅黑" panose="020B0503020204020204" pitchFamily="34" charset="-122"/>
                <a:ea typeface="微软雅黑" panose="020B0503020204020204" pitchFamily="34" charset="-122"/>
              </a:rPr>
              <a:t>网络</a:t>
            </a:r>
          </a:p>
          <a:p>
            <a:pPr algn="ctr">
              <a:lnSpc>
                <a:spcPct val="150000"/>
              </a:lnSpc>
            </a:pPr>
            <a:r>
              <a:rPr kumimoji="1" lang="en-US" altLang="zh-CN" sz="1600" baseline="0" dirty="0">
                <a:latin typeface="微软雅黑" panose="020B0503020204020204" pitchFamily="34" charset="-122"/>
                <a:ea typeface="微软雅黑" panose="020B0503020204020204" pitchFamily="34" charset="-122"/>
              </a:rPr>
              <a:t>145.13.0.0</a:t>
            </a:r>
          </a:p>
        </p:txBody>
      </p:sp>
      <p:sp>
        <p:nvSpPr>
          <p:cNvPr id="52" name="Text Box 57">
            <a:extLst>
              <a:ext uri="{FF2B5EF4-FFF2-40B4-BE49-F238E27FC236}">
                <a16:creationId xmlns:a16="http://schemas.microsoft.com/office/drawing/2014/main" id="{70C23E7C-DB60-4253-B735-50FFC33E24F3}"/>
              </a:ext>
            </a:extLst>
          </p:cNvPr>
          <p:cNvSpPr txBox="1">
            <a:spLocks noChangeArrowheads="1"/>
          </p:cNvSpPr>
          <p:nvPr/>
        </p:nvSpPr>
        <p:spPr bwMode="auto">
          <a:xfrm>
            <a:off x="1941541" y="4126780"/>
            <a:ext cx="4539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600" baseline="0" dirty="0">
                <a:solidFill>
                  <a:srgbClr val="333399"/>
                </a:solidFill>
                <a:latin typeface="微软雅黑" panose="020B0503020204020204" pitchFamily="34" charset="-122"/>
                <a:ea typeface="微软雅黑" panose="020B0503020204020204" pitchFamily="34" charset="-122"/>
              </a:rPr>
              <a:t>R1</a:t>
            </a:r>
          </a:p>
        </p:txBody>
      </p:sp>
      <p:sp>
        <p:nvSpPr>
          <p:cNvPr id="53" name="Text Box 58">
            <a:extLst>
              <a:ext uri="{FF2B5EF4-FFF2-40B4-BE49-F238E27FC236}">
                <a16:creationId xmlns:a16="http://schemas.microsoft.com/office/drawing/2014/main" id="{E56A7AAF-00C7-460D-A1DD-830ED8E71124}"/>
              </a:ext>
            </a:extLst>
          </p:cNvPr>
          <p:cNvSpPr txBox="1">
            <a:spLocks noChangeArrowheads="1"/>
          </p:cNvSpPr>
          <p:nvPr/>
        </p:nvSpPr>
        <p:spPr bwMode="auto">
          <a:xfrm>
            <a:off x="930359" y="4010499"/>
            <a:ext cx="4539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600" baseline="0" dirty="0">
                <a:solidFill>
                  <a:srgbClr val="333399"/>
                </a:solidFill>
                <a:latin typeface="微软雅黑" panose="020B0503020204020204" pitchFamily="34" charset="-122"/>
                <a:ea typeface="微软雅黑" panose="020B0503020204020204" pitchFamily="34" charset="-122"/>
              </a:rPr>
              <a:t>R3</a:t>
            </a:r>
          </a:p>
        </p:txBody>
      </p:sp>
      <p:sp>
        <p:nvSpPr>
          <p:cNvPr id="54" name="Text Box 59">
            <a:extLst>
              <a:ext uri="{FF2B5EF4-FFF2-40B4-BE49-F238E27FC236}">
                <a16:creationId xmlns:a16="http://schemas.microsoft.com/office/drawing/2014/main" id="{1EC4A2CF-0C19-4036-B44B-B103BF02F557}"/>
              </a:ext>
            </a:extLst>
          </p:cNvPr>
          <p:cNvSpPr txBox="1">
            <a:spLocks noChangeArrowheads="1"/>
          </p:cNvSpPr>
          <p:nvPr/>
        </p:nvSpPr>
        <p:spPr bwMode="auto">
          <a:xfrm>
            <a:off x="955731" y="2428122"/>
            <a:ext cx="4539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en-US" altLang="zh-CN" sz="1600" baseline="0" dirty="0">
                <a:solidFill>
                  <a:srgbClr val="333399"/>
                </a:solidFill>
                <a:latin typeface="微软雅黑" panose="020B0503020204020204" pitchFamily="34" charset="-122"/>
                <a:ea typeface="微软雅黑" panose="020B0503020204020204" pitchFamily="34" charset="-122"/>
              </a:rPr>
              <a:t>R2</a:t>
            </a:r>
          </a:p>
        </p:txBody>
      </p:sp>
      <p:sp>
        <p:nvSpPr>
          <p:cNvPr id="55" name="AutoShape 42">
            <a:extLst>
              <a:ext uri="{FF2B5EF4-FFF2-40B4-BE49-F238E27FC236}">
                <a16:creationId xmlns:a16="http://schemas.microsoft.com/office/drawing/2014/main" id="{D837A63F-0236-414E-96EE-006F677AA6C5}"/>
              </a:ext>
            </a:extLst>
          </p:cNvPr>
          <p:cNvSpPr>
            <a:spLocks noChangeArrowheads="1"/>
          </p:cNvSpPr>
          <p:nvPr/>
        </p:nvSpPr>
        <p:spPr bwMode="auto">
          <a:xfrm rot="13517755">
            <a:off x="1525698" y="3153315"/>
            <a:ext cx="732596" cy="264052"/>
          </a:xfrm>
          <a:prstGeom prst="leftArrow">
            <a:avLst>
              <a:gd name="adj1" fmla="val 42500"/>
              <a:gd name="adj2" fmla="val 89632"/>
            </a:avLst>
          </a:prstGeom>
          <a:solidFill>
            <a:srgbClr val="C1E0FF"/>
          </a:solidFill>
          <a:ln w="9525">
            <a:solidFill>
              <a:srgbClr val="00B0F0"/>
            </a:solidFill>
            <a:miter lim="800000"/>
            <a:headEnd/>
            <a:tailEnd/>
          </a:ln>
          <a:effectLs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AutoShape 41">
            <a:extLst>
              <a:ext uri="{FF2B5EF4-FFF2-40B4-BE49-F238E27FC236}">
                <a16:creationId xmlns:a16="http://schemas.microsoft.com/office/drawing/2014/main" id="{38C3262A-943F-4162-82F1-88E038E6C78F}"/>
              </a:ext>
            </a:extLst>
          </p:cNvPr>
          <p:cNvSpPr>
            <a:spLocks noChangeArrowheads="1"/>
          </p:cNvSpPr>
          <p:nvPr/>
        </p:nvSpPr>
        <p:spPr bwMode="auto">
          <a:xfrm rot="9010171">
            <a:off x="1325876" y="3860127"/>
            <a:ext cx="699425" cy="262181"/>
          </a:xfrm>
          <a:prstGeom prst="leftArrow">
            <a:avLst>
              <a:gd name="adj1" fmla="val 42500"/>
              <a:gd name="adj2" fmla="val 90514"/>
            </a:avLst>
          </a:prstGeom>
          <a:solidFill>
            <a:srgbClr val="C1E0FF"/>
          </a:solidFill>
          <a:ln w="9525">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baseline="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672109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D3F8F68-3149-425B-BC95-AA7707B6D010}"/>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16</a:t>
            </a:fld>
            <a:endParaRPr lang="en-US" altLang="zh-CN" dirty="0"/>
          </a:p>
        </p:txBody>
      </p:sp>
      <p:sp>
        <p:nvSpPr>
          <p:cNvPr id="3" name="Rectangle 2">
            <a:extLst>
              <a:ext uri="{FF2B5EF4-FFF2-40B4-BE49-F238E27FC236}">
                <a16:creationId xmlns:a16="http://schemas.microsoft.com/office/drawing/2014/main" id="{E225FD01-D615-404C-B735-6E8E1F9EE02E}"/>
              </a:ext>
            </a:extLst>
          </p:cNvPr>
          <p:cNvSpPr txBox="1">
            <a:spLocks noChangeArrowheads="1"/>
          </p:cNvSpPr>
          <p:nvPr/>
        </p:nvSpPr>
        <p:spPr bwMode="auto">
          <a:xfrm>
            <a:off x="952500" y="950908"/>
            <a:ext cx="7239000" cy="1464025"/>
          </a:xfrm>
          <a:prstGeom prst="rect">
            <a:avLst/>
          </a:prstGeom>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gn="just" eaLnBrk="1" hangingPunct="1">
              <a:lnSpc>
                <a:spcPct val="150000"/>
              </a:lnSpc>
              <a:spcBef>
                <a:spcPts val="0"/>
              </a:spcBef>
              <a:spcAft>
                <a:spcPct val="30000"/>
              </a:spcAft>
              <a:buFont typeface="Wingdings" panose="05000000000000000000" pitchFamily="2" charset="2"/>
              <a:buNone/>
            </a:pP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发送给网络上某主机的</a:t>
            </a:r>
            <a:r>
              <a:rPr lang="en-US" altLang="zh-CN" sz="14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数据报，首先根据数据报的目的地址网络号</a:t>
            </a:r>
            <a:r>
              <a:rPr lang="en-US" altLang="zh-CN" sz="1400" b="0" kern="0" dirty="0">
                <a:latin typeface="微软雅黑" panose="020B0503020204020204" pitchFamily="34" charset="-122"/>
                <a:ea typeface="微软雅黑" panose="020B0503020204020204" pitchFamily="34" charset="-122"/>
                <a:cs typeface="Times New Roman" panose="02020603050405020304" pitchFamily="18" charset="0"/>
              </a:rPr>
              <a:t>net-id</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，先发送到连接此网络的路由器。之后路由器按目的网络号 </a:t>
            </a:r>
            <a:r>
              <a:rPr lang="en-US" altLang="zh-CN" sz="1400" b="0" kern="0" dirty="0">
                <a:latin typeface="微软雅黑" panose="020B0503020204020204" pitchFamily="34" charset="-122"/>
                <a:ea typeface="微软雅黑" panose="020B0503020204020204" pitchFamily="34" charset="-122"/>
                <a:cs typeface="Times New Roman" panose="02020603050405020304" pitchFamily="18" charset="0"/>
              </a:rPr>
              <a:t>net-id </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和子网号 </a:t>
            </a:r>
            <a:r>
              <a:rPr lang="en-US" altLang="zh-CN" sz="1400" b="0" kern="0" dirty="0">
                <a:latin typeface="微软雅黑" panose="020B0503020204020204" pitchFamily="34" charset="-122"/>
                <a:ea typeface="微软雅黑" panose="020B0503020204020204" pitchFamily="34" charset="-122"/>
                <a:cs typeface="Times New Roman" panose="02020603050405020304" pitchFamily="18" charset="0"/>
              </a:rPr>
              <a:t>subnet-id </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找到目的子网，最后交付目的主机。但是，从一个数据报的</a:t>
            </a:r>
            <a:r>
              <a:rPr lang="en-US" altLang="zh-CN" sz="14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地址</a:t>
            </a:r>
            <a:r>
              <a:rPr lang="zh-CN" altLang="en-US" sz="1400" b="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无法判断</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源主机或目的主机所连接的网络是否进行了子网划分，使用</a:t>
            </a:r>
            <a:r>
              <a:rPr lang="zh-CN" altLang="en-US" sz="1400" b="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子网掩码</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可以找出 </a:t>
            </a:r>
            <a:r>
              <a:rPr lang="en-US" altLang="zh-CN" sz="1400" b="0" kern="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400" b="0" kern="0" dirty="0">
                <a:latin typeface="微软雅黑" panose="020B0503020204020204" pitchFamily="34" charset="-122"/>
                <a:ea typeface="微软雅黑" panose="020B0503020204020204" pitchFamily="34" charset="-122"/>
                <a:cs typeface="Times New Roman" panose="02020603050405020304" pitchFamily="18" charset="0"/>
              </a:rPr>
              <a:t>地址中的子网部分。  </a:t>
            </a:r>
          </a:p>
        </p:txBody>
      </p:sp>
      <p:sp>
        <p:nvSpPr>
          <p:cNvPr id="4" name="Rectangle 3">
            <a:extLst>
              <a:ext uri="{FF2B5EF4-FFF2-40B4-BE49-F238E27FC236}">
                <a16:creationId xmlns:a16="http://schemas.microsoft.com/office/drawing/2014/main" id="{E29F4F5C-BD59-4232-912F-DF6DCAE86DF1}"/>
              </a:ext>
            </a:extLst>
          </p:cNvPr>
          <p:cNvSpPr txBox="1">
            <a:spLocks noChangeArrowheads="1"/>
          </p:cNvSpPr>
          <p:nvPr/>
        </p:nvSpPr>
        <p:spPr bwMode="auto">
          <a:xfrm>
            <a:off x="2893830" y="109533"/>
            <a:ext cx="4725988"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zh-CN" altLang="en-US"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子网掩码 </a:t>
            </a:r>
            <a:r>
              <a:rPr lang="en-US" altLang="zh-CN" sz="28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(Subnet mask)</a:t>
            </a:r>
            <a:endPar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599599BB-E7E7-495D-82B8-523FDA4D3A56}"/>
              </a:ext>
            </a:extLst>
          </p:cNvPr>
          <p:cNvCxnSpPr>
            <a:cxnSpLocks noChangeShapeType="1"/>
          </p:cNvCxnSpPr>
          <p:nvPr/>
        </p:nvCxnSpPr>
        <p:spPr bwMode="auto">
          <a:xfrm flipV="1">
            <a:off x="3409376" y="4476395"/>
            <a:ext cx="515937" cy="0"/>
          </a:xfrm>
          <a:prstGeom prst="line">
            <a:avLst/>
          </a:prstGeom>
          <a:noFill/>
          <a:ln w="38100">
            <a:solidFill>
              <a:srgbClr val="FFC000"/>
            </a:solidFill>
            <a:round/>
            <a:headEnd/>
            <a:tailEnd/>
          </a:ln>
          <a:extLst>
            <a:ext uri="{909E8E84-426E-40DD-AFC4-6F175D3DCCD1}">
              <a14:hiddenFill xmlns:a14="http://schemas.microsoft.com/office/drawing/2010/main">
                <a:noFill/>
              </a14:hiddenFill>
            </a:ext>
          </a:extLst>
        </p:spPr>
      </p:cxnSp>
      <p:sp>
        <p:nvSpPr>
          <p:cNvPr id="6" name="Line 4">
            <a:extLst>
              <a:ext uri="{FF2B5EF4-FFF2-40B4-BE49-F238E27FC236}">
                <a16:creationId xmlns:a16="http://schemas.microsoft.com/office/drawing/2014/main" id="{E64C4C73-0FCE-462A-9A0B-C7E23CDE5D86}"/>
              </a:ext>
            </a:extLst>
          </p:cNvPr>
          <p:cNvSpPr>
            <a:spLocks noChangeShapeType="1"/>
          </p:cNvSpPr>
          <p:nvPr/>
        </p:nvSpPr>
        <p:spPr bwMode="auto">
          <a:xfrm>
            <a:off x="4209995" y="3074632"/>
            <a:ext cx="448034" cy="997487"/>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 name="Line 5">
            <a:extLst>
              <a:ext uri="{FF2B5EF4-FFF2-40B4-BE49-F238E27FC236}">
                <a16:creationId xmlns:a16="http://schemas.microsoft.com/office/drawing/2014/main" id="{169F9AC2-B36B-47EC-8676-261271D496CA}"/>
              </a:ext>
            </a:extLst>
          </p:cNvPr>
          <p:cNvSpPr>
            <a:spLocks noChangeShapeType="1"/>
          </p:cNvSpPr>
          <p:nvPr/>
        </p:nvSpPr>
        <p:spPr bwMode="auto">
          <a:xfrm flipH="1" flipV="1">
            <a:off x="6125312" y="4346592"/>
            <a:ext cx="1324826" cy="177944"/>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 name="Line 8">
            <a:extLst>
              <a:ext uri="{FF2B5EF4-FFF2-40B4-BE49-F238E27FC236}">
                <a16:creationId xmlns:a16="http://schemas.microsoft.com/office/drawing/2014/main" id="{65DAAF17-6BFD-4A64-A221-948AF2D9049E}"/>
              </a:ext>
            </a:extLst>
          </p:cNvPr>
          <p:cNvSpPr>
            <a:spLocks noChangeShapeType="1"/>
          </p:cNvSpPr>
          <p:nvPr/>
        </p:nvSpPr>
        <p:spPr bwMode="auto">
          <a:xfrm flipH="1">
            <a:off x="5430408" y="3086663"/>
            <a:ext cx="67013" cy="774319"/>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 name="Line 9">
            <a:extLst>
              <a:ext uri="{FF2B5EF4-FFF2-40B4-BE49-F238E27FC236}">
                <a16:creationId xmlns:a16="http://schemas.microsoft.com/office/drawing/2014/main" id="{B252F6D7-AC4D-4882-B240-6BF61CD3BC2D}"/>
              </a:ext>
            </a:extLst>
          </p:cNvPr>
          <p:cNvSpPr>
            <a:spLocks noChangeShapeType="1"/>
          </p:cNvSpPr>
          <p:nvPr/>
        </p:nvSpPr>
        <p:spPr bwMode="auto">
          <a:xfrm flipH="1">
            <a:off x="6041506" y="3586324"/>
            <a:ext cx="1383232" cy="496869"/>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 name="Line 10">
            <a:extLst>
              <a:ext uri="{FF2B5EF4-FFF2-40B4-BE49-F238E27FC236}">
                <a16:creationId xmlns:a16="http://schemas.microsoft.com/office/drawing/2014/main" id="{F9909570-87B0-4DC4-80A9-68FA88A0DB4F}"/>
              </a:ext>
            </a:extLst>
          </p:cNvPr>
          <p:cNvSpPr>
            <a:spLocks noChangeShapeType="1"/>
          </p:cNvSpPr>
          <p:nvPr/>
        </p:nvSpPr>
        <p:spPr bwMode="auto">
          <a:xfrm flipH="1" flipV="1">
            <a:off x="5517267" y="4789883"/>
            <a:ext cx="540632" cy="1020528"/>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 name="Line 11">
            <a:extLst>
              <a:ext uri="{FF2B5EF4-FFF2-40B4-BE49-F238E27FC236}">
                <a16:creationId xmlns:a16="http://schemas.microsoft.com/office/drawing/2014/main" id="{99E14B23-DE84-41E9-9D25-694CA75E2F46}"/>
              </a:ext>
            </a:extLst>
          </p:cNvPr>
          <p:cNvSpPr>
            <a:spLocks noChangeShapeType="1"/>
          </p:cNvSpPr>
          <p:nvPr/>
        </p:nvSpPr>
        <p:spPr bwMode="auto">
          <a:xfrm flipV="1">
            <a:off x="4429126" y="4870413"/>
            <a:ext cx="354312" cy="809823"/>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pic>
        <p:nvPicPr>
          <p:cNvPr id="12" name="Picture 13">
            <a:extLst>
              <a:ext uri="{FF2B5EF4-FFF2-40B4-BE49-F238E27FC236}">
                <a16:creationId xmlns:a16="http://schemas.microsoft.com/office/drawing/2014/main" id="{02115931-3E9C-4F27-836F-D1FF6BF4079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4386" y="2861791"/>
            <a:ext cx="3857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4">
            <a:extLst>
              <a:ext uri="{FF2B5EF4-FFF2-40B4-BE49-F238E27FC236}">
                <a16:creationId xmlns:a16="http://schemas.microsoft.com/office/drawing/2014/main" id="{6C4B61A6-920B-4C30-BDBB-BB21DA14B91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470" y="2951317"/>
            <a:ext cx="3857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6">
            <a:extLst>
              <a:ext uri="{FF2B5EF4-FFF2-40B4-BE49-F238E27FC236}">
                <a16:creationId xmlns:a16="http://schemas.microsoft.com/office/drawing/2014/main" id="{335B38DD-E615-478E-923D-AF2179E5FF3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6463" y="4359436"/>
            <a:ext cx="385762"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7">
            <a:extLst>
              <a:ext uri="{FF2B5EF4-FFF2-40B4-BE49-F238E27FC236}">
                <a16:creationId xmlns:a16="http://schemas.microsoft.com/office/drawing/2014/main" id="{BC6CA6A8-4F8D-4094-AFEA-EDB5EC734FF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2650" y="3325974"/>
            <a:ext cx="385763"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0">
            <a:extLst>
              <a:ext uri="{FF2B5EF4-FFF2-40B4-BE49-F238E27FC236}">
                <a16:creationId xmlns:a16="http://schemas.microsoft.com/office/drawing/2014/main" id="{819C970F-5D94-4E48-8887-795F5B06BFD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4863" y="5615149"/>
            <a:ext cx="3857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1">
            <a:extLst>
              <a:ext uri="{FF2B5EF4-FFF2-40B4-BE49-F238E27FC236}">
                <a16:creationId xmlns:a16="http://schemas.microsoft.com/office/drawing/2014/main" id="{4B909D4D-824B-47B5-8283-E8E22A277A7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8775" y="5615149"/>
            <a:ext cx="3857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25">
            <a:extLst>
              <a:ext uri="{FF2B5EF4-FFF2-40B4-BE49-F238E27FC236}">
                <a16:creationId xmlns:a16="http://schemas.microsoft.com/office/drawing/2014/main" id="{195DD449-1EB7-465B-96AC-327D8EDE721D}"/>
              </a:ext>
            </a:extLst>
          </p:cNvPr>
          <p:cNvSpPr txBox="1">
            <a:spLocks noChangeArrowheads="1"/>
          </p:cNvSpPr>
          <p:nvPr/>
        </p:nvSpPr>
        <p:spPr bwMode="auto">
          <a:xfrm>
            <a:off x="3522584" y="2643540"/>
            <a:ext cx="13795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145.13.3.10</a:t>
            </a:r>
          </a:p>
        </p:txBody>
      </p:sp>
      <p:sp>
        <p:nvSpPr>
          <p:cNvPr id="19" name="Text Box 26">
            <a:extLst>
              <a:ext uri="{FF2B5EF4-FFF2-40B4-BE49-F238E27FC236}">
                <a16:creationId xmlns:a16="http://schemas.microsoft.com/office/drawing/2014/main" id="{B5E85579-6B70-44F5-8BD2-EE70383593B2}"/>
              </a:ext>
            </a:extLst>
          </p:cNvPr>
          <p:cNvSpPr txBox="1">
            <a:spLocks noChangeArrowheads="1"/>
          </p:cNvSpPr>
          <p:nvPr/>
        </p:nvSpPr>
        <p:spPr bwMode="auto">
          <a:xfrm>
            <a:off x="4999504" y="2519572"/>
            <a:ext cx="1223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145.13.3.11</a:t>
            </a:r>
          </a:p>
        </p:txBody>
      </p:sp>
      <p:sp>
        <p:nvSpPr>
          <p:cNvPr id="20" name="Text Box 28">
            <a:extLst>
              <a:ext uri="{FF2B5EF4-FFF2-40B4-BE49-F238E27FC236}">
                <a16:creationId xmlns:a16="http://schemas.microsoft.com/office/drawing/2014/main" id="{B5561B25-6099-4152-8AA6-AB64B94EB56B}"/>
              </a:ext>
            </a:extLst>
          </p:cNvPr>
          <p:cNvSpPr txBox="1">
            <a:spLocks noChangeArrowheads="1"/>
          </p:cNvSpPr>
          <p:nvPr/>
        </p:nvSpPr>
        <p:spPr bwMode="auto">
          <a:xfrm>
            <a:off x="6813032" y="3003900"/>
            <a:ext cx="1223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145.13.7.34</a:t>
            </a:r>
          </a:p>
        </p:txBody>
      </p:sp>
      <p:sp>
        <p:nvSpPr>
          <p:cNvPr id="21" name="Text Box 29">
            <a:extLst>
              <a:ext uri="{FF2B5EF4-FFF2-40B4-BE49-F238E27FC236}">
                <a16:creationId xmlns:a16="http://schemas.microsoft.com/office/drawing/2014/main" id="{6A38D71E-EC40-41D9-ABA4-F61FFC2C4F45}"/>
              </a:ext>
            </a:extLst>
          </p:cNvPr>
          <p:cNvSpPr txBox="1">
            <a:spLocks noChangeArrowheads="1"/>
          </p:cNvSpPr>
          <p:nvPr/>
        </p:nvSpPr>
        <p:spPr bwMode="auto">
          <a:xfrm>
            <a:off x="6854825" y="4026061"/>
            <a:ext cx="1223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145.13.7.35</a:t>
            </a:r>
          </a:p>
        </p:txBody>
      </p:sp>
      <p:sp>
        <p:nvSpPr>
          <p:cNvPr id="22" name="Text Box 31">
            <a:extLst>
              <a:ext uri="{FF2B5EF4-FFF2-40B4-BE49-F238E27FC236}">
                <a16:creationId xmlns:a16="http://schemas.microsoft.com/office/drawing/2014/main" id="{DABBA1F9-1702-4910-9DBE-09C32ADEC51C}"/>
              </a:ext>
            </a:extLst>
          </p:cNvPr>
          <p:cNvSpPr txBox="1">
            <a:spLocks noChangeArrowheads="1"/>
          </p:cNvSpPr>
          <p:nvPr/>
        </p:nvSpPr>
        <p:spPr bwMode="auto">
          <a:xfrm>
            <a:off x="3506788" y="6046949"/>
            <a:ext cx="13340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145.13.21.23</a:t>
            </a:r>
          </a:p>
        </p:txBody>
      </p:sp>
      <p:sp>
        <p:nvSpPr>
          <p:cNvPr id="23" name="Text Box 32">
            <a:extLst>
              <a:ext uri="{FF2B5EF4-FFF2-40B4-BE49-F238E27FC236}">
                <a16:creationId xmlns:a16="http://schemas.microsoft.com/office/drawing/2014/main" id="{53D177ED-9BBA-454E-8531-6119F2899C57}"/>
              </a:ext>
            </a:extLst>
          </p:cNvPr>
          <p:cNvSpPr txBox="1">
            <a:spLocks noChangeArrowheads="1"/>
          </p:cNvSpPr>
          <p:nvPr/>
        </p:nvSpPr>
        <p:spPr bwMode="auto">
          <a:xfrm>
            <a:off x="5445542" y="6030677"/>
            <a:ext cx="1223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145.13.21.9</a:t>
            </a:r>
          </a:p>
        </p:txBody>
      </p:sp>
      <p:sp>
        <p:nvSpPr>
          <p:cNvPr id="24" name="Line 34">
            <a:extLst>
              <a:ext uri="{FF2B5EF4-FFF2-40B4-BE49-F238E27FC236}">
                <a16:creationId xmlns:a16="http://schemas.microsoft.com/office/drawing/2014/main" id="{343DD1CE-4C22-4E0D-87E2-6DB1E85E1BDD}"/>
              </a:ext>
            </a:extLst>
          </p:cNvPr>
          <p:cNvSpPr>
            <a:spLocks noChangeShapeType="1"/>
          </p:cNvSpPr>
          <p:nvPr/>
        </p:nvSpPr>
        <p:spPr bwMode="auto">
          <a:xfrm>
            <a:off x="1536126" y="3150832"/>
            <a:ext cx="1482725" cy="1336675"/>
          </a:xfrm>
          <a:prstGeom prst="line">
            <a:avLst/>
          </a:prstGeom>
          <a:noFill/>
          <a:ln w="381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Line 36">
            <a:extLst>
              <a:ext uri="{FF2B5EF4-FFF2-40B4-BE49-F238E27FC236}">
                <a16:creationId xmlns:a16="http://schemas.microsoft.com/office/drawing/2014/main" id="{F21404FF-8E0C-4341-AAE5-017924376613}"/>
              </a:ext>
            </a:extLst>
          </p:cNvPr>
          <p:cNvSpPr>
            <a:spLocks noChangeShapeType="1"/>
          </p:cNvSpPr>
          <p:nvPr/>
        </p:nvSpPr>
        <p:spPr bwMode="auto">
          <a:xfrm flipV="1">
            <a:off x="1458338" y="4563707"/>
            <a:ext cx="1482725" cy="787400"/>
          </a:xfrm>
          <a:prstGeom prst="line">
            <a:avLst/>
          </a:prstGeom>
          <a:noFill/>
          <a:ln w="381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pic>
        <p:nvPicPr>
          <p:cNvPr id="26" name="Picture 39">
            <a:extLst>
              <a:ext uri="{FF2B5EF4-FFF2-40B4-BE49-F238E27FC236}">
                <a16:creationId xmlns:a16="http://schemas.microsoft.com/office/drawing/2014/main" id="{A12C5B40-2FBE-4503-947B-F844427252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620" y="5000291"/>
            <a:ext cx="7016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 name="Picture 40">
            <a:extLst>
              <a:ext uri="{FF2B5EF4-FFF2-40B4-BE49-F238E27FC236}">
                <a16:creationId xmlns:a16="http://schemas.microsoft.com/office/drawing/2014/main" id="{5389D8C4-13AF-4D4D-99B1-0C54B4BCA68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3976" y="3051159"/>
            <a:ext cx="7016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8" name="Text Box 46">
            <a:extLst>
              <a:ext uri="{FF2B5EF4-FFF2-40B4-BE49-F238E27FC236}">
                <a16:creationId xmlns:a16="http://schemas.microsoft.com/office/drawing/2014/main" id="{77D8C27F-BFA7-442E-B970-893889C03730}"/>
              </a:ext>
            </a:extLst>
          </p:cNvPr>
          <p:cNvSpPr txBox="1">
            <a:spLocks noChangeArrowheads="1"/>
          </p:cNvSpPr>
          <p:nvPr/>
        </p:nvSpPr>
        <p:spPr bwMode="auto">
          <a:xfrm>
            <a:off x="2836288" y="4703407"/>
            <a:ext cx="420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R1</a:t>
            </a:r>
          </a:p>
        </p:txBody>
      </p:sp>
      <p:sp>
        <p:nvSpPr>
          <p:cNvPr id="29" name="Text Box 47">
            <a:extLst>
              <a:ext uri="{FF2B5EF4-FFF2-40B4-BE49-F238E27FC236}">
                <a16:creationId xmlns:a16="http://schemas.microsoft.com/office/drawing/2014/main" id="{FAC9C014-3910-4C15-93AB-8750BCF79FD4}"/>
              </a:ext>
            </a:extLst>
          </p:cNvPr>
          <p:cNvSpPr txBox="1">
            <a:spLocks noChangeArrowheads="1"/>
          </p:cNvSpPr>
          <p:nvPr/>
        </p:nvSpPr>
        <p:spPr bwMode="auto">
          <a:xfrm>
            <a:off x="1332563" y="5502634"/>
            <a:ext cx="4445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R3</a:t>
            </a:r>
          </a:p>
        </p:txBody>
      </p:sp>
      <p:sp>
        <p:nvSpPr>
          <p:cNvPr id="30" name="Text Box 48">
            <a:extLst>
              <a:ext uri="{FF2B5EF4-FFF2-40B4-BE49-F238E27FC236}">
                <a16:creationId xmlns:a16="http://schemas.microsoft.com/office/drawing/2014/main" id="{0E4CDACB-E8BE-4BD6-BC25-BE441AD9A498}"/>
              </a:ext>
            </a:extLst>
          </p:cNvPr>
          <p:cNvSpPr txBox="1">
            <a:spLocks noChangeArrowheads="1"/>
          </p:cNvSpPr>
          <p:nvPr/>
        </p:nvSpPr>
        <p:spPr bwMode="auto">
          <a:xfrm>
            <a:off x="1344873" y="2766855"/>
            <a:ext cx="6298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buFont typeface="Wingdings" panose="05000000000000000000" pitchFamily="2" charset="2"/>
              <a:buNone/>
            </a:pPr>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R2</a:t>
            </a:r>
          </a:p>
        </p:txBody>
      </p:sp>
      <p:grpSp>
        <p:nvGrpSpPr>
          <p:cNvPr id="31" name="Group 49">
            <a:extLst>
              <a:ext uri="{FF2B5EF4-FFF2-40B4-BE49-F238E27FC236}">
                <a16:creationId xmlns:a16="http://schemas.microsoft.com/office/drawing/2014/main" id="{2B5774FD-1931-4550-A267-315E3CEE8BC9}"/>
              </a:ext>
            </a:extLst>
          </p:cNvPr>
          <p:cNvGrpSpPr>
            <a:grpSpLocks/>
          </p:cNvGrpSpPr>
          <p:nvPr/>
        </p:nvGrpSpPr>
        <p:grpSpPr bwMode="auto">
          <a:xfrm>
            <a:off x="3868877" y="3665305"/>
            <a:ext cx="2559118" cy="1560905"/>
            <a:chOff x="1746" y="890"/>
            <a:chExt cx="3221" cy="1950"/>
          </a:xfrm>
          <a:solidFill>
            <a:srgbClr val="3FCDFF"/>
          </a:solidFill>
        </p:grpSpPr>
        <p:grpSp>
          <p:nvGrpSpPr>
            <p:cNvPr id="32" name="Group 50">
              <a:extLst>
                <a:ext uri="{FF2B5EF4-FFF2-40B4-BE49-F238E27FC236}">
                  <a16:creationId xmlns:a16="http://schemas.microsoft.com/office/drawing/2014/main" id="{DDD4E019-631E-4803-889F-7692F37F52C8}"/>
                </a:ext>
              </a:extLst>
            </p:cNvPr>
            <p:cNvGrpSpPr>
              <a:grpSpLocks/>
            </p:cNvGrpSpPr>
            <p:nvPr/>
          </p:nvGrpSpPr>
          <p:grpSpPr bwMode="auto">
            <a:xfrm>
              <a:off x="1746" y="890"/>
              <a:ext cx="3221" cy="1950"/>
              <a:chOff x="912" y="768"/>
              <a:chExt cx="2400" cy="1584"/>
            </a:xfrm>
            <a:grpFill/>
          </p:grpSpPr>
          <p:sp>
            <p:nvSpPr>
              <p:cNvPr id="34" name="Oval 51">
                <a:extLst>
                  <a:ext uri="{FF2B5EF4-FFF2-40B4-BE49-F238E27FC236}">
                    <a16:creationId xmlns:a16="http://schemas.microsoft.com/office/drawing/2014/main" id="{38ACB52F-3521-45C7-9956-88CABFB6CFBD}"/>
                  </a:ext>
                </a:extLst>
              </p:cNvPr>
              <p:cNvSpPr>
                <a:spLocks noChangeArrowheads="1"/>
              </p:cNvSpPr>
              <p:nvPr/>
            </p:nvSpPr>
            <p:spPr bwMode="auto">
              <a:xfrm>
                <a:off x="1751" y="799"/>
                <a:ext cx="1026" cy="628"/>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Oval 52">
                <a:extLst>
                  <a:ext uri="{FF2B5EF4-FFF2-40B4-BE49-F238E27FC236}">
                    <a16:creationId xmlns:a16="http://schemas.microsoft.com/office/drawing/2014/main" id="{2AB900C9-8D90-48C5-935C-DECFC0DF134F}"/>
                  </a:ext>
                </a:extLst>
              </p:cNvPr>
              <p:cNvSpPr>
                <a:spLocks noChangeArrowheads="1"/>
              </p:cNvSpPr>
              <p:nvPr/>
            </p:nvSpPr>
            <p:spPr bwMode="auto">
              <a:xfrm>
                <a:off x="1172" y="972"/>
                <a:ext cx="781" cy="627"/>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Oval 53">
                <a:extLst>
                  <a:ext uri="{FF2B5EF4-FFF2-40B4-BE49-F238E27FC236}">
                    <a16:creationId xmlns:a16="http://schemas.microsoft.com/office/drawing/2014/main" id="{BCB80806-6482-4C49-BCE6-88B6B3B9F0E2}"/>
                  </a:ext>
                </a:extLst>
              </p:cNvPr>
              <p:cNvSpPr>
                <a:spLocks noChangeArrowheads="1"/>
              </p:cNvSpPr>
              <p:nvPr/>
            </p:nvSpPr>
            <p:spPr bwMode="auto">
              <a:xfrm>
                <a:off x="926" y="1364"/>
                <a:ext cx="521" cy="502"/>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Oval 54">
                <a:extLst>
                  <a:ext uri="{FF2B5EF4-FFF2-40B4-BE49-F238E27FC236}">
                    <a16:creationId xmlns:a16="http://schemas.microsoft.com/office/drawing/2014/main" id="{A114DC8F-DA77-4CCC-948C-4A33C46B2A65}"/>
                  </a:ext>
                </a:extLst>
              </p:cNvPr>
              <p:cNvSpPr>
                <a:spLocks noChangeArrowheads="1"/>
              </p:cNvSpPr>
              <p:nvPr/>
            </p:nvSpPr>
            <p:spPr bwMode="auto">
              <a:xfrm>
                <a:off x="1085" y="1599"/>
                <a:ext cx="796" cy="549"/>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Oval 55">
                <a:extLst>
                  <a:ext uri="{FF2B5EF4-FFF2-40B4-BE49-F238E27FC236}">
                    <a16:creationId xmlns:a16="http://schemas.microsoft.com/office/drawing/2014/main" id="{96BE5946-9B72-4092-A6F2-A93B097FFB05}"/>
                  </a:ext>
                </a:extLst>
              </p:cNvPr>
              <p:cNvSpPr>
                <a:spLocks noChangeArrowheads="1"/>
              </p:cNvSpPr>
              <p:nvPr/>
            </p:nvSpPr>
            <p:spPr bwMode="auto">
              <a:xfrm>
                <a:off x="1664" y="1693"/>
                <a:ext cx="1200" cy="659"/>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Oval 56">
                <a:extLst>
                  <a:ext uri="{FF2B5EF4-FFF2-40B4-BE49-F238E27FC236}">
                    <a16:creationId xmlns:a16="http://schemas.microsoft.com/office/drawing/2014/main" id="{A236FE44-545A-4F65-B570-7256D2A946FE}"/>
                  </a:ext>
                </a:extLst>
              </p:cNvPr>
              <p:cNvSpPr>
                <a:spLocks noChangeArrowheads="1"/>
              </p:cNvSpPr>
              <p:nvPr/>
            </p:nvSpPr>
            <p:spPr bwMode="auto">
              <a:xfrm>
                <a:off x="2445" y="988"/>
                <a:ext cx="751" cy="486"/>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Oval 57">
                <a:extLst>
                  <a:ext uri="{FF2B5EF4-FFF2-40B4-BE49-F238E27FC236}">
                    <a16:creationId xmlns:a16="http://schemas.microsoft.com/office/drawing/2014/main" id="{22FB541C-868F-49A7-AD77-90D661C1F0AA}"/>
                  </a:ext>
                </a:extLst>
              </p:cNvPr>
              <p:cNvSpPr>
                <a:spLocks noChangeArrowheads="1"/>
              </p:cNvSpPr>
              <p:nvPr/>
            </p:nvSpPr>
            <p:spPr bwMode="auto">
              <a:xfrm>
                <a:off x="2560" y="1317"/>
                <a:ext cx="752" cy="486"/>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Oval 58">
                <a:extLst>
                  <a:ext uri="{FF2B5EF4-FFF2-40B4-BE49-F238E27FC236}">
                    <a16:creationId xmlns:a16="http://schemas.microsoft.com/office/drawing/2014/main" id="{DAA3A748-5BE5-45A3-AE04-AD9E0E4C41D9}"/>
                  </a:ext>
                </a:extLst>
              </p:cNvPr>
              <p:cNvSpPr>
                <a:spLocks noChangeArrowheads="1"/>
              </p:cNvSpPr>
              <p:nvPr/>
            </p:nvSpPr>
            <p:spPr bwMode="auto">
              <a:xfrm>
                <a:off x="2488" y="1427"/>
                <a:ext cx="752" cy="815"/>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Oval 59">
                <a:extLst>
                  <a:ext uri="{FF2B5EF4-FFF2-40B4-BE49-F238E27FC236}">
                    <a16:creationId xmlns:a16="http://schemas.microsoft.com/office/drawing/2014/main" id="{4D28F0D4-09AF-4D0D-AB0A-98D06F0AA722}"/>
                  </a:ext>
                </a:extLst>
              </p:cNvPr>
              <p:cNvSpPr>
                <a:spLocks noChangeArrowheads="1"/>
              </p:cNvSpPr>
              <p:nvPr/>
            </p:nvSpPr>
            <p:spPr bwMode="auto">
              <a:xfrm>
                <a:off x="1360" y="1176"/>
                <a:ext cx="1547" cy="815"/>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3" name="Group 60">
                <a:extLst>
                  <a:ext uri="{FF2B5EF4-FFF2-40B4-BE49-F238E27FC236}">
                    <a16:creationId xmlns:a16="http://schemas.microsoft.com/office/drawing/2014/main" id="{50478A61-CF62-4DDE-B422-1EC95AFD9959}"/>
                  </a:ext>
                </a:extLst>
              </p:cNvPr>
              <p:cNvGrpSpPr>
                <a:grpSpLocks/>
              </p:cNvGrpSpPr>
              <p:nvPr/>
            </p:nvGrpSpPr>
            <p:grpSpPr bwMode="auto">
              <a:xfrm>
                <a:off x="912" y="768"/>
                <a:ext cx="2386" cy="1553"/>
                <a:chOff x="912" y="768"/>
                <a:chExt cx="2386" cy="1553"/>
              </a:xfrm>
              <a:grpFill/>
            </p:grpSpPr>
            <p:sp>
              <p:nvSpPr>
                <p:cNvPr id="44" name="Oval 61">
                  <a:extLst>
                    <a:ext uri="{FF2B5EF4-FFF2-40B4-BE49-F238E27FC236}">
                      <a16:creationId xmlns:a16="http://schemas.microsoft.com/office/drawing/2014/main" id="{DC40177B-4691-4B98-9719-9F7632931D62}"/>
                    </a:ext>
                  </a:extLst>
                </p:cNvPr>
                <p:cNvSpPr>
                  <a:spLocks noChangeArrowheads="1"/>
                </p:cNvSpPr>
                <p:nvPr/>
              </p:nvSpPr>
              <p:spPr bwMode="auto">
                <a:xfrm>
                  <a:off x="1736" y="768"/>
                  <a:ext cx="1027" cy="627"/>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Oval 62">
                  <a:extLst>
                    <a:ext uri="{FF2B5EF4-FFF2-40B4-BE49-F238E27FC236}">
                      <a16:creationId xmlns:a16="http://schemas.microsoft.com/office/drawing/2014/main" id="{AAC23E4E-374B-4CBB-9E6E-2540FB9856B7}"/>
                    </a:ext>
                  </a:extLst>
                </p:cNvPr>
                <p:cNvSpPr>
                  <a:spLocks noChangeArrowheads="1"/>
                </p:cNvSpPr>
                <p:nvPr/>
              </p:nvSpPr>
              <p:spPr bwMode="auto">
                <a:xfrm>
                  <a:off x="1158" y="941"/>
                  <a:ext cx="781" cy="627"/>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 name="Oval 63">
                  <a:extLst>
                    <a:ext uri="{FF2B5EF4-FFF2-40B4-BE49-F238E27FC236}">
                      <a16:creationId xmlns:a16="http://schemas.microsoft.com/office/drawing/2014/main" id="{A5D33791-5FA9-43D8-99E9-9B4AEEAB3E54}"/>
                    </a:ext>
                  </a:extLst>
                </p:cNvPr>
                <p:cNvSpPr>
                  <a:spLocks noChangeArrowheads="1"/>
                </p:cNvSpPr>
                <p:nvPr/>
              </p:nvSpPr>
              <p:spPr bwMode="auto">
                <a:xfrm>
                  <a:off x="912" y="1333"/>
                  <a:ext cx="520" cy="501"/>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7" name="Oval 64">
                  <a:extLst>
                    <a:ext uri="{FF2B5EF4-FFF2-40B4-BE49-F238E27FC236}">
                      <a16:creationId xmlns:a16="http://schemas.microsoft.com/office/drawing/2014/main" id="{7F4F77E5-1F16-4377-84C9-EEF862FDAD3F}"/>
                    </a:ext>
                  </a:extLst>
                </p:cNvPr>
                <p:cNvSpPr>
                  <a:spLocks noChangeArrowheads="1"/>
                </p:cNvSpPr>
                <p:nvPr/>
              </p:nvSpPr>
              <p:spPr bwMode="auto">
                <a:xfrm>
                  <a:off x="1071" y="1568"/>
                  <a:ext cx="795" cy="549"/>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Oval 65">
                  <a:extLst>
                    <a:ext uri="{FF2B5EF4-FFF2-40B4-BE49-F238E27FC236}">
                      <a16:creationId xmlns:a16="http://schemas.microsoft.com/office/drawing/2014/main" id="{6FE22E74-3C52-409B-8458-DE5DC7F33FF0}"/>
                    </a:ext>
                  </a:extLst>
                </p:cNvPr>
                <p:cNvSpPr>
                  <a:spLocks noChangeArrowheads="1"/>
                </p:cNvSpPr>
                <p:nvPr/>
              </p:nvSpPr>
              <p:spPr bwMode="auto">
                <a:xfrm>
                  <a:off x="1649" y="1662"/>
                  <a:ext cx="1200" cy="659"/>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9" name="Oval 66">
                  <a:extLst>
                    <a:ext uri="{FF2B5EF4-FFF2-40B4-BE49-F238E27FC236}">
                      <a16:creationId xmlns:a16="http://schemas.microsoft.com/office/drawing/2014/main" id="{ADDFDB35-BCE8-4D5A-A4E5-D48C6AF4F7AC}"/>
                    </a:ext>
                  </a:extLst>
                </p:cNvPr>
                <p:cNvSpPr>
                  <a:spLocks noChangeArrowheads="1"/>
                </p:cNvSpPr>
                <p:nvPr/>
              </p:nvSpPr>
              <p:spPr bwMode="auto">
                <a:xfrm>
                  <a:off x="2430" y="956"/>
                  <a:ext cx="752" cy="486"/>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Oval 67">
                  <a:extLst>
                    <a:ext uri="{FF2B5EF4-FFF2-40B4-BE49-F238E27FC236}">
                      <a16:creationId xmlns:a16="http://schemas.microsoft.com/office/drawing/2014/main" id="{8171A2CF-577D-44D7-AB25-8CD6EA9D56C0}"/>
                    </a:ext>
                  </a:extLst>
                </p:cNvPr>
                <p:cNvSpPr>
                  <a:spLocks noChangeArrowheads="1"/>
                </p:cNvSpPr>
                <p:nvPr/>
              </p:nvSpPr>
              <p:spPr bwMode="auto">
                <a:xfrm>
                  <a:off x="2546" y="1286"/>
                  <a:ext cx="752" cy="486"/>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 name="Oval 68">
                  <a:extLst>
                    <a:ext uri="{FF2B5EF4-FFF2-40B4-BE49-F238E27FC236}">
                      <a16:creationId xmlns:a16="http://schemas.microsoft.com/office/drawing/2014/main" id="{6DD98249-B560-4245-8DF7-6A25438AF5C1}"/>
                    </a:ext>
                  </a:extLst>
                </p:cNvPr>
                <p:cNvSpPr>
                  <a:spLocks noChangeArrowheads="1"/>
                </p:cNvSpPr>
                <p:nvPr/>
              </p:nvSpPr>
              <p:spPr bwMode="auto">
                <a:xfrm>
                  <a:off x="2473" y="1395"/>
                  <a:ext cx="752" cy="816"/>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Oval 69">
                  <a:extLst>
                    <a:ext uri="{FF2B5EF4-FFF2-40B4-BE49-F238E27FC236}">
                      <a16:creationId xmlns:a16="http://schemas.microsoft.com/office/drawing/2014/main" id="{80BA7B5E-1A2A-4DAB-9A4C-2445E84DC859}"/>
                    </a:ext>
                  </a:extLst>
                </p:cNvPr>
                <p:cNvSpPr>
                  <a:spLocks noChangeArrowheads="1"/>
                </p:cNvSpPr>
                <p:nvPr/>
              </p:nvSpPr>
              <p:spPr bwMode="auto">
                <a:xfrm>
                  <a:off x="1346" y="1144"/>
                  <a:ext cx="1547" cy="816"/>
                </a:xfrm>
                <a:prstGeom prst="ellipse">
                  <a:avLst/>
                </a:prstGeom>
                <a:grpFill/>
                <a:ln>
                  <a:noFill/>
                </a:ln>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grpSp>
        </p:grpSp>
        <p:sp>
          <p:nvSpPr>
            <p:cNvPr id="33" name="Text Box 70">
              <a:extLst>
                <a:ext uri="{FF2B5EF4-FFF2-40B4-BE49-F238E27FC236}">
                  <a16:creationId xmlns:a16="http://schemas.microsoft.com/office/drawing/2014/main" id="{00B90FC4-0B15-44D9-A29A-626CB01AFA28}"/>
                </a:ext>
              </a:extLst>
            </p:cNvPr>
            <p:cNvSpPr txBox="1">
              <a:spLocks noChangeArrowheads="1"/>
            </p:cNvSpPr>
            <p:nvPr/>
          </p:nvSpPr>
          <p:spPr bwMode="auto">
            <a:xfrm>
              <a:off x="2445" y="1504"/>
              <a:ext cx="2027" cy="596"/>
            </a:xfrm>
            <a:prstGeom prst="rect">
              <a:avLst/>
            </a:prstGeom>
            <a:grpFill/>
            <a:ln>
              <a:noFill/>
            </a:ln>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defRPr/>
              </a:pPr>
              <a:r>
                <a:rPr kumimoji="1"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网络</a:t>
              </a:r>
            </a:p>
            <a:p>
              <a:pPr algn="ctr" eaLnBrk="1" hangingPunct="1">
                <a:defRPr/>
              </a:pPr>
              <a:r>
                <a:rPr kumimoji="1"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145.13.0.0</a:t>
              </a:r>
            </a:p>
          </p:txBody>
        </p:sp>
      </p:grpSp>
      <p:pic>
        <p:nvPicPr>
          <p:cNvPr id="53" name="Picture 71">
            <a:extLst>
              <a:ext uri="{FF2B5EF4-FFF2-40B4-BE49-F238E27FC236}">
                <a16:creationId xmlns:a16="http://schemas.microsoft.com/office/drawing/2014/main" id="{EE57B573-E0F1-4FAD-B8A3-A1D42DE901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7701" y="4250970"/>
            <a:ext cx="7016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4" name="矩形 2">
            <a:extLst>
              <a:ext uri="{FF2B5EF4-FFF2-40B4-BE49-F238E27FC236}">
                <a16:creationId xmlns:a16="http://schemas.microsoft.com/office/drawing/2014/main" id="{5101A711-087D-45D1-95E2-F3C5E7991F3D}"/>
              </a:ext>
            </a:extLst>
          </p:cNvPr>
          <p:cNvSpPr>
            <a:spLocks noChangeArrowheads="1"/>
          </p:cNvSpPr>
          <p:nvPr/>
        </p:nvSpPr>
        <p:spPr bwMode="auto">
          <a:xfrm rot="2580000">
            <a:off x="2471163" y="3827107"/>
            <a:ext cx="384175" cy="198438"/>
          </a:xfrm>
          <a:prstGeom prst="rect">
            <a:avLst/>
          </a:prstGeom>
          <a:solidFill>
            <a:srgbClr val="C00000"/>
          </a:solidFill>
          <a:ln w="9525" algn="ctr">
            <a:solidFill>
              <a:srgbClr val="FF0000"/>
            </a:solidFill>
            <a:round/>
            <a:headEnd/>
            <a:tailEnd/>
          </a:ln>
        </p:spPr>
        <p:txBody>
          <a:bodyPr lIns="90000" tIns="46800" rIns="90000" bIns="46800"/>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240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Text Box 25">
            <a:extLst>
              <a:ext uri="{FF2B5EF4-FFF2-40B4-BE49-F238E27FC236}">
                <a16:creationId xmlns:a16="http://schemas.microsoft.com/office/drawing/2014/main" id="{91C7CD5A-C1CB-4D8E-8F1A-B8C823D58F0A}"/>
              </a:ext>
            </a:extLst>
          </p:cNvPr>
          <p:cNvSpPr txBox="1">
            <a:spLocks noChangeArrowheads="1"/>
          </p:cNvSpPr>
          <p:nvPr/>
        </p:nvSpPr>
        <p:spPr bwMode="auto">
          <a:xfrm>
            <a:off x="2615630" y="3381932"/>
            <a:ext cx="12234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目的地址</a:t>
            </a:r>
            <a:endPar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kumimoji="1" lang="en-US" altLang="zh-CN" sz="1400" baseline="0" dirty="0">
                <a:latin typeface="微软雅黑" panose="020B0503020204020204" pitchFamily="34" charset="-122"/>
                <a:ea typeface="微软雅黑" panose="020B0503020204020204" pitchFamily="34" charset="-122"/>
                <a:cs typeface="Times New Roman" panose="02020603050405020304" pitchFamily="18" charset="0"/>
              </a:rPr>
              <a:t>145.13.3.10</a:t>
            </a:r>
          </a:p>
        </p:txBody>
      </p:sp>
    </p:spTree>
    <p:extLst>
      <p:ext uri="{BB962C8B-B14F-4D97-AF65-F5344CB8AC3E}">
        <p14:creationId xmlns:p14="http://schemas.microsoft.com/office/powerpoint/2010/main" val="1459602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25DB42-ED88-47ED-830B-2F3FDBDD3C7A}"/>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17</a:t>
            </a:fld>
            <a:endParaRPr lang="en-US" altLang="zh-CN" dirty="0"/>
          </a:p>
        </p:txBody>
      </p:sp>
      <p:sp>
        <p:nvSpPr>
          <p:cNvPr id="3" name="Rectangle 4">
            <a:extLst>
              <a:ext uri="{FF2B5EF4-FFF2-40B4-BE49-F238E27FC236}">
                <a16:creationId xmlns:a16="http://schemas.microsoft.com/office/drawing/2014/main" id="{67F7E196-FA95-498E-91DA-FE9449F649C0}"/>
              </a:ext>
            </a:extLst>
          </p:cNvPr>
          <p:cNvSpPr txBox="1">
            <a:spLocks noChangeArrowheads="1"/>
          </p:cNvSpPr>
          <p:nvPr/>
        </p:nvSpPr>
        <p:spPr bwMode="auto">
          <a:xfrm>
            <a:off x="1959935" y="5425199"/>
            <a:ext cx="5929800" cy="582613"/>
          </a:xfrm>
          <a:prstGeom prst="rect">
            <a:avLst/>
          </a:prstGeom>
          <a:solidFill>
            <a:srgbClr val="C1E0FF"/>
          </a:solidFill>
          <a:ln w="41275" cmpd="thickThin">
            <a:solidFill>
              <a:schemeClr val="hlink"/>
            </a:solidFill>
          </a:ln>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algn="ctr" eaLnBrk="1" hangingPunct="1"/>
            <a:r>
              <a:rPr lang="en-US" altLang="zh-CN"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IP </a:t>
            </a:r>
            <a:r>
              <a:rPr lang="zh-CN" altLang="en-US"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地址</a:t>
            </a:r>
            <a:r>
              <a:rPr lang="en-US" altLang="zh-CN"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2000" b="1" ker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AND</a:t>
            </a:r>
            <a:r>
              <a:rPr lang="en-US" altLang="zh-CN"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en-US"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子网掩码</a:t>
            </a:r>
            <a:r>
              <a:rPr lang="en-US" altLang="zh-CN"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en-US" sz="2000" b="1" ker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网络地址</a:t>
            </a:r>
            <a:endParaRPr lang="zh-CN" altLang="en-US" sz="2000" b="1" kern="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Rectangle 60">
            <a:extLst>
              <a:ext uri="{FF2B5EF4-FFF2-40B4-BE49-F238E27FC236}">
                <a16:creationId xmlns:a16="http://schemas.microsoft.com/office/drawing/2014/main" id="{6271D339-7051-41DC-8ACC-6F58CED0AA0D}"/>
              </a:ext>
            </a:extLst>
          </p:cNvPr>
          <p:cNvSpPr>
            <a:spLocks noChangeArrowheads="1"/>
          </p:cNvSpPr>
          <p:nvPr/>
        </p:nvSpPr>
        <p:spPr bwMode="auto">
          <a:xfrm>
            <a:off x="2004573" y="2760312"/>
            <a:ext cx="6237497" cy="496078"/>
          </a:xfrm>
          <a:prstGeom prst="rect">
            <a:avLst/>
          </a:prstGeom>
          <a:solidFill>
            <a:srgbClr val="92D050"/>
          </a:solidFill>
          <a:ln>
            <a:noFill/>
          </a:ln>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zh-CN" altLang="en-US" sz="1800" b="0" baseline="0" dirty="0">
                <a:latin typeface="微软雅黑" panose="020B0503020204020204" pitchFamily="34" charset="-122"/>
                <a:ea typeface="微软雅黑" panose="020B0503020204020204" pitchFamily="34" charset="-122"/>
                <a:cs typeface="Times New Roman" panose="02020603050405020304" pitchFamily="18" charset="0"/>
              </a:rPr>
              <a:t>逐位进行 </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AND </a:t>
            </a:r>
            <a:r>
              <a:rPr lang="zh-CN" altLang="en-US" sz="1800" b="0" baseline="0" dirty="0">
                <a:latin typeface="微软雅黑" panose="020B0503020204020204" pitchFamily="34" charset="-122"/>
                <a:ea typeface="微软雅黑" panose="020B0503020204020204" pitchFamily="34" charset="-122"/>
                <a:cs typeface="Times New Roman" panose="02020603050405020304" pitchFamily="18" charset="0"/>
              </a:rPr>
              <a:t>运算</a:t>
            </a:r>
          </a:p>
        </p:txBody>
      </p:sp>
      <p:sp>
        <p:nvSpPr>
          <p:cNvPr id="9" name="AutoShape 61">
            <a:extLst>
              <a:ext uri="{FF2B5EF4-FFF2-40B4-BE49-F238E27FC236}">
                <a16:creationId xmlns:a16="http://schemas.microsoft.com/office/drawing/2014/main" id="{F64009ED-7A7A-4FCE-A224-6BE1C9C006CB}"/>
              </a:ext>
            </a:extLst>
          </p:cNvPr>
          <p:cNvSpPr>
            <a:spLocks noChangeArrowheads="1"/>
          </p:cNvSpPr>
          <p:nvPr/>
        </p:nvSpPr>
        <p:spPr bwMode="auto">
          <a:xfrm>
            <a:off x="4745661" y="4236837"/>
            <a:ext cx="795673" cy="351146"/>
          </a:xfrm>
          <a:prstGeom prst="downArrow">
            <a:avLst>
              <a:gd name="adj1" fmla="val 50000"/>
              <a:gd name="adj2" fmla="val 56011"/>
            </a:avLst>
          </a:prstGeom>
          <a:solidFill>
            <a:srgbClr val="0070C0"/>
          </a:solidFill>
          <a:ln w="9525">
            <a:noFill/>
            <a:miter lim="800000"/>
            <a:headEnd/>
            <a:tailEnd/>
          </a:ln>
        </p:spPr>
        <p:txBody>
          <a:bodyPr vert="eaVert"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 name="组合 9">
            <a:extLst>
              <a:ext uri="{FF2B5EF4-FFF2-40B4-BE49-F238E27FC236}">
                <a16:creationId xmlns:a16="http://schemas.microsoft.com/office/drawing/2014/main" id="{1D9AE490-9F1E-4955-B631-E479F5B6AB1E}"/>
              </a:ext>
            </a:extLst>
          </p:cNvPr>
          <p:cNvGrpSpPr/>
          <p:nvPr/>
        </p:nvGrpSpPr>
        <p:grpSpPr>
          <a:xfrm>
            <a:off x="2017885" y="1285876"/>
            <a:ext cx="6242031" cy="463550"/>
            <a:chOff x="1987569" y="2065137"/>
            <a:chExt cx="6242031" cy="463550"/>
          </a:xfrm>
        </p:grpSpPr>
        <p:sp>
          <p:nvSpPr>
            <p:cNvPr id="11" name="矩形 10">
              <a:extLst>
                <a:ext uri="{FF2B5EF4-FFF2-40B4-BE49-F238E27FC236}">
                  <a16:creationId xmlns:a16="http://schemas.microsoft.com/office/drawing/2014/main" id="{841179EA-D499-4250-9448-D2AD38B9F2D5}"/>
                </a:ext>
              </a:extLst>
            </p:cNvPr>
            <p:cNvSpPr/>
            <p:nvPr/>
          </p:nvSpPr>
          <p:spPr bwMode="auto">
            <a:xfrm>
              <a:off x="5108584" y="2065137"/>
              <a:ext cx="3121016" cy="463550"/>
            </a:xfrm>
            <a:prstGeom prst="rect">
              <a:avLst/>
            </a:prstGeom>
            <a:solidFill>
              <a:srgbClr val="99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zh-CN" altLang="en-US" sz="1600" baseline="0" dirty="0">
                  <a:latin typeface="微软雅黑" panose="020B0503020204020204" pitchFamily="34" charset="-122"/>
                  <a:ea typeface="微软雅黑" panose="020B0503020204020204" pitchFamily="34" charset="-122"/>
                </a:rPr>
                <a:t>主机号</a:t>
              </a:r>
            </a:p>
          </p:txBody>
        </p:sp>
        <p:sp>
          <p:nvSpPr>
            <p:cNvPr id="12" name="矩形 11">
              <a:extLst>
                <a:ext uri="{FF2B5EF4-FFF2-40B4-BE49-F238E27FC236}">
                  <a16:creationId xmlns:a16="http://schemas.microsoft.com/office/drawing/2014/main" id="{B176C75C-CB73-4447-985F-B12E19E3A2A3}"/>
                </a:ext>
              </a:extLst>
            </p:cNvPr>
            <p:cNvSpPr/>
            <p:nvPr/>
          </p:nvSpPr>
          <p:spPr bwMode="auto">
            <a:xfrm>
              <a:off x="1987569" y="2065137"/>
              <a:ext cx="3121015" cy="463550"/>
            </a:xfrm>
            <a:prstGeom prst="rect">
              <a:avLst/>
            </a:prstGeom>
            <a:solidFill>
              <a:srgbClr val="FFC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zh-CN" altLang="en-US" sz="1600" baseline="0" dirty="0">
                  <a:latin typeface="微软雅黑" panose="020B0503020204020204" pitchFamily="34" charset="-122"/>
                  <a:ea typeface="微软雅黑" panose="020B0503020204020204" pitchFamily="34" charset="-122"/>
                </a:rPr>
                <a:t>网络号</a:t>
              </a:r>
            </a:p>
          </p:txBody>
        </p:sp>
      </p:grpSp>
      <p:grpSp>
        <p:nvGrpSpPr>
          <p:cNvPr id="13" name="组合 12">
            <a:extLst>
              <a:ext uri="{FF2B5EF4-FFF2-40B4-BE49-F238E27FC236}">
                <a16:creationId xmlns:a16="http://schemas.microsoft.com/office/drawing/2014/main" id="{A1367895-7B20-4F0C-A3F0-678A7A9328A7}"/>
              </a:ext>
            </a:extLst>
          </p:cNvPr>
          <p:cNvGrpSpPr/>
          <p:nvPr/>
        </p:nvGrpSpPr>
        <p:grpSpPr>
          <a:xfrm>
            <a:off x="2017885" y="2034511"/>
            <a:ext cx="6242031" cy="463550"/>
            <a:chOff x="1987569" y="2813772"/>
            <a:chExt cx="6242031" cy="463550"/>
          </a:xfrm>
        </p:grpSpPr>
        <p:sp>
          <p:nvSpPr>
            <p:cNvPr id="14" name="矩形 13">
              <a:extLst>
                <a:ext uri="{FF2B5EF4-FFF2-40B4-BE49-F238E27FC236}">
                  <a16:creationId xmlns:a16="http://schemas.microsoft.com/office/drawing/2014/main" id="{0DB350D6-9738-499E-8AF8-DFDF41BE2750}"/>
                </a:ext>
              </a:extLst>
            </p:cNvPr>
            <p:cNvSpPr/>
            <p:nvPr/>
          </p:nvSpPr>
          <p:spPr bwMode="auto">
            <a:xfrm>
              <a:off x="1987569" y="2813772"/>
              <a:ext cx="3121015" cy="463550"/>
            </a:xfrm>
            <a:prstGeom prst="rect">
              <a:avLst/>
            </a:prstGeom>
            <a:solidFill>
              <a:srgbClr val="FFC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zh-CN" altLang="en-US" sz="1600" baseline="0" dirty="0">
                  <a:latin typeface="微软雅黑" panose="020B0503020204020204" pitchFamily="34" charset="-122"/>
                  <a:ea typeface="微软雅黑" panose="020B0503020204020204" pitchFamily="34" charset="-122"/>
                </a:rPr>
                <a:t>网络号</a:t>
              </a:r>
            </a:p>
          </p:txBody>
        </p:sp>
        <p:sp>
          <p:nvSpPr>
            <p:cNvPr id="15" name="矩形 14">
              <a:extLst>
                <a:ext uri="{FF2B5EF4-FFF2-40B4-BE49-F238E27FC236}">
                  <a16:creationId xmlns:a16="http://schemas.microsoft.com/office/drawing/2014/main" id="{09288710-304A-45E1-9BE9-6C154D4D0C9B}"/>
                </a:ext>
              </a:extLst>
            </p:cNvPr>
            <p:cNvSpPr/>
            <p:nvPr/>
          </p:nvSpPr>
          <p:spPr bwMode="auto">
            <a:xfrm>
              <a:off x="6669092" y="2813772"/>
              <a:ext cx="1560508" cy="463550"/>
            </a:xfrm>
            <a:prstGeom prst="rect">
              <a:avLst/>
            </a:prstGeom>
            <a:solidFill>
              <a:srgbClr val="99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zh-CN" altLang="en-US" sz="1600" baseline="0" dirty="0">
                  <a:latin typeface="微软雅黑" panose="020B0503020204020204" pitchFamily="34" charset="-122"/>
                  <a:ea typeface="微软雅黑" panose="020B0503020204020204" pitchFamily="34" charset="-122"/>
                </a:rPr>
                <a:t>主机号</a:t>
              </a:r>
            </a:p>
          </p:txBody>
        </p:sp>
        <p:sp>
          <p:nvSpPr>
            <p:cNvPr id="16" name="矩形 15">
              <a:extLst>
                <a:ext uri="{FF2B5EF4-FFF2-40B4-BE49-F238E27FC236}">
                  <a16:creationId xmlns:a16="http://schemas.microsoft.com/office/drawing/2014/main" id="{CDB4E31E-968E-4642-89C0-5C93502E0F05}"/>
                </a:ext>
              </a:extLst>
            </p:cNvPr>
            <p:cNvSpPr/>
            <p:nvPr/>
          </p:nvSpPr>
          <p:spPr bwMode="auto">
            <a:xfrm>
              <a:off x="5108584" y="2813772"/>
              <a:ext cx="1560508" cy="463550"/>
            </a:xfrm>
            <a:prstGeom prst="rect">
              <a:avLst/>
            </a:prstGeom>
            <a:solidFill>
              <a:srgbClr val="FFFF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latinLnBrk="0">
                <a:lnSpc>
                  <a:spcPct val="100000"/>
                </a:lnSpc>
                <a:buClrTx/>
                <a:buSzTx/>
                <a:buFontTx/>
                <a:buNone/>
                <a:tabLst/>
              </a:pPr>
              <a:r>
                <a:rPr lang="zh-CN" altLang="en-US" sz="1600" baseline="0" dirty="0">
                  <a:latin typeface="微软雅黑" panose="020B0503020204020204" pitchFamily="34" charset="-122"/>
                  <a:ea typeface="微软雅黑" panose="020B0503020204020204" pitchFamily="34" charset="-122"/>
                </a:rPr>
                <a:t>子网号</a:t>
              </a:r>
            </a:p>
          </p:txBody>
        </p:sp>
      </p:grpSp>
      <p:grpSp>
        <p:nvGrpSpPr>
          <p:cNvPr id="17" name="组合 16">
            <a:extLst>
              <a:ext uri="{FF2B5EF4-FFF2-40B4-BE49-F238E27FC236}">
                <a16:creationId xmlns:a16="http://schemas.microsoft.com/office/drawing/2014/main" id="{8A3A8146-806E-49C9-A6A5-3CD2044FB6BB}"/>
              </a:ext>
            </a:extLst>
          </p:cNvPr>
          <p:cNvGrpSpPr/>
          <p:nvPr/>
        </p:nvGrpSpPr>
        <p:grpSpPr>
          <a:xfrm>
            <a:off x="2030732" y="3246236"/>
            <a:ext cx="6211339" cy="454025"/>
            <a:chOff x="2030732" y="3152775"/>
            <a:chExt cx="6211339" cy="454025"/>
          </a:xfrm>
        </p:grpSpPr>
        <p:sp>
          <p:nvSpPr>
            <p:cNvPr id="18" name="Line 5">
              <a:extLst>
                <a:ext uri="{FF2B5EF4-FFF2-40B4-BE49-F238E27FC236}">
                  <a16:creationId xmlns:a16="http://schemas.microsoft.com/office/drawing/2014/main" id="{466A8132-5896-4793-800F-E1AC4E46CEB5}"/>
                </a:ext>
              </a:extLst>
            </p:cNvPr>
            <p:cNvSpPr>
              <a:spLocks noChangeShapeType="1"/>
            </p:cNvSpPr>
            <p:nvPr/>
          </p:nvSpPr>
          <p:spPr bwMode="auto">
            <a:xfrm flipV="1">
              <a:off x="2030732" y="3429000"/>
              <a:ext cx="310816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Line 6">
              <a:extLst>
                <a:ext uri="{FF2B5EF4-FFF2-40B4-BE49-F238E27FC236}">
                  <a16:creationId xmlns:a16="http://schemas.microsoft.com/office/drawing/2014/main" id="{6B284ADA-93D8-4443-AB91-7644A1D7628B}"/>
                </a:ext>
              </a:extLst>
            </p:cNvPr>
            <p:cNvSpPr>
              <a:spLocks noChangeShapeType="1"/>
            </p:cNvSpPr>
            <p:nvPr/>
          </p:nvSpPr>
          <p:spPr bwMode="auto">
            <a:xfrm>
              <a:off x="6710517" y="3428999"/>
              <a:ext cx="1517502" cy="3176"/>
            </a:xfrm>
            <a:prstGeom prst="line">
              <a:avLst/>
            </a:prstGeom>
            <a:noFill/>
            <a:ln w="1270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Line 7">
              <a:extLst>
                <a:ext uri="{FF2B5EF4-FFF2-40B4-BE49-F238E27FC236}">
                  <a16:creationId xmlns:a16="http://schemas.microsoft.com/office/drawing/2014/main" id="{C6BD06DC-3D3B-4A1F-88A9-52892B1AAA4A}"/>
                </a:ext>
              </a:extLst>
            </p:cNvPr>
            <p:cNvSpPr>
              <a:spLocks noChangeShapeType="1"/>
            </p:cNvSpPr>
            <p:nvPr/>
          </p:nvSpPr>
          <p:spPr bwMode="auto">
            <a:xfrm flipV="1">
              <a:off x="5135716" y="3429000"/>
              <a:ext cx="157797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Rectangle 14">
              <a:extLst>
                <a:ext uri="{FF2B5EF4-FFF2-40B4-BE49-F238E27FC236}">
                  <a16:creationId xmlns:a16="http://schemas.microsoft.com/office/drawing/2014/main" id="{068937FB-824A-40F8-9A51-552767017349}"/>
                </a:ext>
              </a:extLst>
            </p:cNvPr>
            <p:cNvSpPr>
              <a:spLocks noChangeArrowheads="1"/>
            </p:cNvSpPr>
            <p:nvPr/>
          </p:nvSpPr>
          <p:spPr bwMode="auto">
            <a:xfrm>
              <a:off x="3189441" y="3259343"/>
              <a:ext cx="721352" cy="305212"/>
            </a:xfrm>
            <a:prstGeom prst="rect">
              <a:avLst/>
            </a:prstGeom>
            <a:solidFill>
              <a:schemeClr val="bg1"/>
            </a:solidFill>
            <a:ln>
              <a:noFill/>
            </a:ln>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网络号</a:t>
              </a:r>
            </a:p>
          </p:txBody>
        </p:sp>
        <p:sp>
          <p:nvSpPr>
            <p:cNvPr id="22" name="Rectangle 19">
              <a:extLst>
                <a:ext uri="{FF2B5EF4-FFF2-40B4-BE49-F238E27FC236}">
                  <a16:creationId xmlns:a16="http://schemas.microsoft.com/office/drawing/2014/main" id="{691022D9-BB9C-46D8-AF8A-80FB3839620F}"/>
                </a:ext>
              </a:extLst>
            </p:cNvPr>
            <p:cNvSpPr>
              <a:spLocks noChangeArrowheads="1"/>
            </p:cNvSpPr>
            <p:nvPr/>
          </p:nvSpPr>
          <p:spPr bwMode="auto">
            <a:xfrm>
              <a:off x="7113755" y="3247991"/>
              <a:ext cx="721352" cy="305212"/>
            </a:xfrm>
            <a:prstGeom prst="rect">
              <a:avLst/>
            </a:prstGeom>
            <a:solidFill>
              <a:schemeClr val="bg1"/>
            </a:solidFill>
            <a:ln>
              <a:noFill/>
            </a:ln>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主机号</a:t>
              </a:r>
            </a:p>
          </p:txBody>
        </p:sp>
        <p:sp>
          <p:nvSpPr>
            <p:cNvPr id="23" name="Rectangle 26">
              <a:extLst>
                <a:ext uri="{FF2B5EF4-FFF2-40B4-BE49-F238E27FC236}">
                  <a16:creationId xmlns:a16="http://schemas.microsoft.com/office/drawing/2014/main" id="{FC338E37-D951-49B8-B718-A0C4D2CD8A0C}"/>
                </a:ext>
              </a:extLst>
            </p:cNvPr>
            <p:cNvSpPr>
              <a:spLocks noChangeArrowheads="1"/>
            </p:cNvSpPr>
            <p:nvPr/>
          </p:nvSpPr>
          <p:spPr bwMode="auto">
            <a:xfrm>
              <a:off x="5590306" y="3266138"/>
              <a:ext cx="721352" cy="305212"/>
            </a:xfrm>
            <a:prstGeom prst="rect">
              <a:avLst/>
            </a:prstGeom>
            <a:solidFill>
              <a:schemeClr val="bg1"/>
            </a:solidFill>
            <a:ln>
              <a:noFill/>
            </a:ln>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solidFill>
                    <a:srgbClr val="333399"/>
                  </a:solidFill>
                  <a:latin typeface="微软雅黑" panose="020B0503020204020204" pitchFamily="34" charset="-122"/>
                  <a:ea typeface="微软雅黑" panose="020B0503020204020204" pitchFamily="34" charset="-122"/>
                  <a:cs typeface="Times New Roman" panose="02020603050405020304" pitchFamily="18" charset="0"/>
                </a:rPr>
                <a:t>子网号</a:t>
              </a:r>
            </a:p>
          </p:txBody>
        </p:sp>
        <p:sp>
          <p:nvSpPr>
            <p:cNvPr id="24" name="Line 27">
              <a:extLst>
                <a:ext uri="{FF2B5EF4-FFF2-40B4-BE49-F238E27FC236}">
                  <a16:creationId xmlns:a16="http://schemas.microsoft.com/office/drawing/2014/main" id="{770738AD-3C1A-4AF0-9425-4893CEA829FF}"/>
                </a:ext>
              </a:extLst>
            </p:cNvPr>
            <p:cNvSpPr>
              <a:spLocks noChangeShapeType="1"/>
            </p:cNvSpPr>
            <p:nvPr/>
          </p:nvSpPr>
          <p:spPr bwMode="auto">
            <a:xfrm>
              <a:off x="2030733" y="3187221"/>
              <a:ext cx="0"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Line 28">
              <a:extLst>
                <a:ext uri="{FF2B5EF4-FFF2-40B4-BE49-F238E27FC236}">
                  <a16:creationId xmlns:a16="http://schemas.microsoft.com/office/drawing/2014/main" id="{55CD1409-C6C6-49F7-8F93-CD2C7BA70FBD}"/>
                </a:ext>
              </a:extLst>
            </p:cNvPr>
            <p:cNvSpPr>
              <a:spLocks noChangeShapeType="1"/>
            </p:cNvSpPr>
            <p:nvPr/>
          </p:nvSpPr>
          <p:spPr bwMode="auto">
            <a:xfrm>
              <a:off x="6699408" y="3163408"/>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Line 44">
              <a:extLst>
                <a:ext uri="{FF2B5EF4-FFF2-40B4-BE49-F238E27FC236}">
                  <a16:creationId xmlns:a16="http://schemas.microsoft.com/office/drawing/2014/main" id="{003BB63E-86E6-4A90-BEF3-71A3F1FEA03C}"/>
                </a:ext>
              </a:extLst>
            </p:cNvPr>
            <p:cNvSpPr>
              <a:spLocks noChangeShapeType="1"/>
            </p:cNvSpPr>
            <p:nvPr/>
          </p:nvSpPr>
          <p:spPr bwMode="auto">
            <a:xfrm>
              <a:off x="5138900" y="315277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7" name="Line 28">
              <a:extLst>
                <a:ext uri="{FF2B5EF4-FFF2-40B4-BE49-F238E27FC236}">
                  <a16:creationId xmlns:a16="http://schemas.microsoft.com/office/drawing/2014/main" id="{9C5EB51C-E316-4E31-BE54-21F497F170EB}"/>
                </a:ext>
              </a:extLst>
            </p:cNvPr>
            <p:cNvSpPr>
              <a:spLocks noChangeShapeType="1"/>
            </p:cNvSpPr>
            <p:nvPr/>
          </p:nvSpPr>
          <p:spPr bwMode="auto">
            <a:xfrm>
              <a:off x="8242071" y="3171419"/>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28" name="组合 27">
            <a:extLst>
              <a:ext uri="{FF2B5EF4-FFF2-40B4-BE49-F238E27FC236}">
                <a16:creationId xmlns:a16="http://schemas.microsoft.com/office/drawing/2014/main" id="{E233D781-B7E9-4F68-8E18-5E4249F495AD}"/>
              </a:ext>
            </a:extLst>
          </p:cNvPr>
          <p:cNvGrpSpPr/>
          <p:nvPr/>
        </p:nvGrpSpPr>
        <p:grpSpPr>
          <a:xfrm>
            <a:off x="2004573" y="3773286"/>
            <a:ext cx="6242031" cy="463550"/>
            <a:chOff x="2004573" y="3679825"/>
            <a:chExt cx="6242031" cy="463550"/>
          </a:xfrm>
        </p:grpSpPr>
        <p:sp>
          <p:nvSpPr>
            <p:cNvPr id="29" name="矩形 28">
              <a:extLst>
                <a:ext uri="{FF2B5EF4-FFF2-40B4-BE49-F238E27FC236}">
                  <a16:creationId xmlns:a16="http://schemas.microsoft.com/office/drawing/2014/main" id="{7535F283-400D-4250-BF13-9BABC335FFB3}"/>
                </a:ext>
              </a:extLst>
            </p:cNvPr>
            <p:cNvSpPr/>
            <p:nvPr/>
          </p:nvSpPr>
          <p:spPr bwMode="auto">
            <a:xfrm>
              <a:off x="2004573" y="3679825"/>
              <a:ext cx="4694835" cy="463550"/>
            </a:xfrm>
            <a:prstGeom prst="rect">
              <a:avLst/>
            </a:prstGeom>
            <a:solidFill>
              <a:srgbClr val="FFC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1 1 1 1 1 1 1 1 1 1 1 1 1 1 1 1 1 1 1 1 1 1 1 1</a:t>
              </a:r>
              <a:endParaRPr lang="zh-CN" altLang="en-US" sz="1600" baseline="0" dirty="0">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27DF0123-0F57-47AE-ADB9-5D9C1A725B74}"/>
                </a:ext>
              </a:extLst>
            </p:cNvPr>
            <p:cNvSpPr/>
            <p:nvPr/>
          </p:nvSpPr>
          <p:spPr bwMode="auto">
            <a:xfrm>
              <a:off x="6686096" y="3679825"/>
              <a:ext cx="1560508" cy="463550"/>
            </a:xfrm>
            <a:prstGeom prst="rect">
              <a:avLst/>
            </a:prstGeom>
            <a:solidFill>
              <a:srgbClr val="99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500" baseline="0" dirty="0">
                  <a:latin typeface="微软雅黑" panose="020B0503020204020204" pitchFamily="34" charset="-122"/>
                  <a:ea typeface="微软雅黑" panose="020B0503020204020204" pitchFamily="34" charset="-122"/>
                </a:rPr>
                <a:t>0 0 0 0 0 0 0 0</a:t>
              </a:r>
              <a:endParaRPr lang="zh-CN" altLang="en-US" sz="1500" baseline="0" dirty="0">
                <a:latin typeface="微软雅黑" panose="020B0503020204020204" pitchFamily="34" charset="-122"/>
                <a:ea typeface="微软雅黑" panose="020B0503020204020204" pitchFamily="34" charset="-122"/>
              </a:endParaRPr>
            </a:p>
          </p:txBody>
        </p:sp>
      </p:grpSp>
      <p:grpSp>
        <p:nvGrpSpPr>
          <p:cNvPr id="31" name="组合 30">
            <a:extLst>
              <a:ext uri="{FF2B5EF4-FFF2-40B4-BE49-F238E27FC236}">
                <a16:creationId xmlns:a16="http://schemas.microsoft.com/office/drawing/2014/main" id="{F99ABB31-8D9A-4508-9A21-A20E60941764}"/>
              </a:ext>
            </a:extLst>
          </p:cNvPr>
          <p:cNvGrpSpPr/>
          <p:nvPr/>
        </p:nvGrpSpPr>
        <p:grpSpPr>
          <a:xfrm>
            <a:off x="2014701" y="4572000"/>
            <a:ext cx="6242031" cy="463550"/>
            <a:chOff x="2014701" y="4624589"/>
            <a:chExt cx="6242031" cy="463550"/>
          </a:xfrm>
        </p:grpSpPr>
        <p:sp>
          <p:nvSpPr>
            <p:cNvPr id="32" name="矩形 31">
              <a:extLst>
                <a:ext uri="{FF2B5EF4-FFF2-40B4-BE49-F238E27FC236}">
                  <a16:creationId xmlns:a16="http://schemas.microsoft.com/office/drawing/2014/main" id="{29561273-0B55-40B5-9754-119BE285B634}"/>
                </a:ext>
              </a:extLst>
            </p:cNvPr>
            <p:cNvSpPr/>
            <p:nvPr/>
          </p:nvSpPr>
          <p:spPr bwMode="auto">
            <a:xfrm>
              <a:off x="2014701" y="4624589"/>
              <a:ext cx="3121015" cy="463550"/>
            </a:xfrm>
            <a:prstGeom prst="rect">
              <a:avLst/>
            </a:prstGeom>
            <a:solidFill>
              <a:srgbClr val="FFC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zh-CN" altLang="en-US" sz="1600" baseline="0" dirty="0">
                  <a:latin typeface="微软雅黑" panose="020B0503020204020204" pitchFamily="34" charset="-122"/>
                  <a:ea typeface="微软雅黑" panose="020B0503020204020204" pitchFamily="34" charset="-122"/>
                </a:rPr>
                <a:t>网络号</a:t>
              </a:r>
            </a:p>
          </p:txBody>
        </p:sp>
        <p:sp>
          <p:nvSpPr>
            <p:cNvPr id="33" name="矩形 32">
              <a:extLst>
                <a:ext uri="{FF2B5EF4-FFF2-40B4-BE49-F238E27FC236}">
                  <a16:creationId xmlns:a16="http://schemas.microsoft.com/office/drawing/2014/main" id="{FB9147B4-1FB1-4F50-A35B-F5D0177C16CE}"/>
                </a:ext>
              </a:extLst>
            </p:cNvPr>
            <p:cNvSpPr/>
            <p:nvPr/>
          </p:nvSpPr>
          <p:spPr bwMode="auto">
            <a:xfrm>
              <a:off x="6696224" y="4624589"/>
              <a:ext cx="1560508" cy="463550"/>
            </a:xfrm>
            <a:prstGeom prst="rect">
              <a:avLst/>
            </a:prstGeom>
            <a:solidFill>
              <a:srgbClr val="99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0</a:t>
              </a:r>
              <a:endParaRPr lang="zh-CN" altLang="en-US" sz="1600" baseline="0" dirty="0">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13F53840-DF64-4325-A967-B7DD4705C41E}"/>
                </a:ext>
              </a:extLst>
            </p:cNvPr>
            <p:cNvSpPr/>
            <p:nvPr/>
          </p:nvSpPr>
          <p:spPr bwMode="auto">
            <a:xfrm>
              <a:off x="5135716" y="4624589"/>
              <a:ext cx="1560508" cy="463550"/>
            </a:xfrm>
            <a:prstGeom prst="rect">
              <a:avLst/>
            </a:prstGeom>
            <a:solidFill>
              <a:srgbClr val="FFFF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latinLnBrk="0">
                <a:lnSpc>
                  <a:spcPct val="100000"/>
                </a:lnSpc>
                <a:buClrTx/>
                <a:buSzTx/>
                <a:buFontTx/>
                <a:buNone/>
                <a:tabLst/>
              </a:pPr>
              <a:r>
                <a:rPr lang="zh-CN" altLang="en-US" sz="1600" baseline="0" dirty="0">
                  <a:latin typeface="微软雅黑" panose="020B0503020204020204" pitchFamily="34" charset="-122"/>
                  <a:ea typeface="微软雅黑" panose="020B0503020204020204" pitchFamily="34" charset="-122"/>
                </a:rPr>
                <a:t>子网号</a:t>
              </a:r>
            </a:p>
          </p:txBody>
        </p:sp>
      </p:grpSp>
      <p:sp>
        <p:nvSpPr>
          <p:cNvPr id="35" name="文本框 34">
            <a:extLst>
              <a:ext uri="{FF2B5EF4-FFF2-40B4-BE49-F238E27FC236}">
                <a16:creationId xmlns:a16="http://schemas.microsoft.com/office/drawing/2014/main" id="{2267F3C8-4D66-4A45-B38A-B9AD8FDD5E1A}"/>
              </a:ext>
            </a:extLst>
          </p:cNvPr>
          <p:cNvSpPr txBox="1"/>
          <p:nvPr/>
        </p:nvSpPr>
        <p:spPr>
          <a:xfrm>
            <a:off x="640879" y="1348338"/>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两级 </a:t>
            </a:r>
            <a:r>
              <a:rPr kumimoji="1" lang="en-US" altLang="zh-CN" sz="1600" dirty="0">
                <a:latin typeface="微软雅黑" panose="020B0503020204020204" pitchFamily="34" charset="-122"/>
                <a:ea typeface="微软雅黑" panose="020B0503020204020204" pitchFamily="34" charset="-122"/>
                <a:cs typeface="Times New Roman" panose="02020603050405020304" pitchFamily="18" charset="0"/>
              </a:rPr>
              <a:t>IP </a:t>
            </a:r>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a:t>
            </a:r>
          </a:p>
        </p:txBody>
      </p:sp>
      <p:sp>
        <p:nvSpPr>
          <p:cNvPr id="36" name="文本框 35">
            <a:extLst>
              <a:ext uri="{FF2B5EF4-FFF2-40B4-BE49-F238E27FC236}">
                <a16:creationId xmlns:a16="http://schemas.microsoft.com/office/drawing/2014/main" id="{BF80AD53-6150-4689-B15F-F53D6873A65F}"/>
              </a:ext>
            </a:extLst>
          </p:cNvPr>
          <p:cNvSpPr txBox="1"/>
          <p:nvPr/>
        </p:nvSpPr>
        <p:spPr>
          <a:xfrm>
            <a:off x="640878" y="2108437"/>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三级 </a:t>
            </a:r>
            <a:r>
              <a:rPr kumimoji="1" lang="en-US" altLang="zh-CN" sz="1600" dirty="0">
                <a:latin typeface="微软雅黑" panose="020B0503020204020204" pitchFamily="34" charset="-122"/>
                <a:ea typeface="微软雅黑" panose="020B0503020204020204" pitchFamily="34" charset="-122"/>
                <a:cs typeface="Times New Roman" panose="02020603050405020304" pitchFamily="18" charset="0"/>
              </a:rPr>
              <a:t>IP </a:t>
            </a:r>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a:t>
            </a:r>
          </a:p>
        </p:txBody>
      </p:sp>
      <p:sp>
        <p:nvSpPr>
          <p:cNvPr id="37" name="文本框 36">
            <a:extLst>
              <a:ext uri="{FF2B5EF4-FFF2-40B4-BE49-F238E27FC236}">
                <a16:creationId xmlns:a16="http://schemas.microsoft.com/office/drawing/2014/main" id="{CFC6F920-F318-4A04-AD74-D92117B41050}"/>
              </a:ext>
            </a:extLst>
          </p:cNvPr>
          <p:cNvSpPr txBox="1"/>
          <p:nvPr/>
        </p:nvSpPr>
        <p:spPr>
          <a:xfrm>
            <a:off x="834158" y="3865659"/>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子网掩码</a:t>
            </a:r>
          </a:p>
        </p:txBody>
      </p:sp>
      <p:sp>
        <p:nvSpPr>
          <p:cNvPr id="38" name="文本框 37">
            <a:extLst>
              <a:ext uri="{FF2B5EF4-FFF2-40B4-BE49-F238E27FC236}">
                <a16:creationId xmlns:a16="http://schemas.microsoft.com/office/drawing/2014/main" id="{3666065D-5328-4206-8617-78F491862ADC}"/>
              </a:ext>
            </a:extLst>
          </p:cNvPr>
          <p:cNvSpPr txBox="1"/>
          <p:nvPr/>
        </p:nvSpPr>
        <p:spPr>
          <a:xfrm>
            <a:off x="834158" y="4643433"/>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网络地址</a:t>
            </a:r>
          </a:p>
        </p:txBody>
      </p:sp>
    </p:spTree>
    <p:extLst>
      <p:ext uri="{BB962C8B-B14F-4D97-AF65-F5344CB8AC3E}">
        <p14:creationId xmlns:p14="http://schemas.microsoft.com/office/powerpoint/2010/main" val="11310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500"/>
                                        <p:tgtEl>
                                          <p:spTgt spid="2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par>
                          <p:cTn id="24" fill="hold">
                            <p:stCondLst>
                              <p:cond delay="1000"/>
                            </p:stCondLst>
                            <p:childTnLst>
                              <p:par>
                                <p:cTn id="25" presetID="35" presetClass="emph" presetSubtype="0" fill="hold" grpId="1" nodeType="afterEffect">
                                  <p:stCondLst>
                                    <p:cond delay="500"/>
                                  </p:stCondLst>
                                  <p:childTnLst>
                                    <p:anim calcmode="discrete" valueType="str">
                                      <p:cBhvr>
                                        <p:cTn id="2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up)">
                                      <p:cBhvr>
                                        <p:cTn id="40" dur="500"/>
                                        <p:tgtEl>
                                          <p:spTgt spid="38"/>
                                        </p:tgtEl>
                                      </p:cBhvr>
                                    </p:animEffect>
                                  </p:childTnLst>
                                </p:cTn>
                              </p:par>
                              <p:par>
                                <p:cTn id="41" presetID="22" presetClass="entr" presetSubtype="1"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up)">
                                      <p:cBhvr>
                                        <p:cTn id="43" dur="5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arn(inVertical)">
                                      <p:cBhvr>
                                        <p:cTn id="4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8" grpId="1" animBg="1"/>
      <p:bldP spid="9" grpId="0" animBg="1"/>
      <p:bldP spid="36" grpId="0"/>
      <p:bldP spid="37"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DE966F6-C9F6-4FA2-9ACF-4D19AE000596}"/>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18</a:t>
            </a:fld>
            <a:endParaRPr lang="en-US" altLang="zh-CN" dirty="0"/>
          </a:p>
        </p:txBody>
      </p:sp>
      <p:sp>
        <p:nvSpPr>
          <p:cNvPr id="50" name="箭头: 下 49">
            <a:extLst>
              <a:ext uri="{FF2B5EF4-FFF2-40B4-BE49-F238E27FC236}">
                <a16:creationId xmlns:a16="http://schemas.microsoft.com/office/drawing/2014/main" id="{DC8990AD-633B-462D-B065-3C3FBA0CF289}"/>
              </a:ext>
            </a:extLst>
          </p:cNvPr>
          <p:cNvSpPr/>
          <p:nvPr/>
        </p:nvSpPr>
        <p:spPr bwMode="auto">
          <a:xfrm>
            <a:off x="4787900" y="4819475"/>
            <a:ext cx="762000" cy="463550"/>
          </a:xfrm>
          <a:prstGeom prst="downArrow">
            <a:avLst/>
          </a:prstGeom>
          <a:solidFill>
            <a:srgbClr val="FF0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18000">
              <a:ln>
                <a:noFill/>
              </a:ln>
              <a:solidFill>
                <a:schemeClr val="tx1"/>
              </a:solidFill>
              <a:effectLst/>
              <a:latin typeface="Arial" charset="0"/>
            </a:endParaRPr>
          </a:p>
        </p:txBody>
      </p:sp>
      <p:grpSp>
        <p:nvGrpSpPr>
          <p:cNvPr id="55" name="组合 54">
            <a:extLst>
              <a:ext uri="{FF2B5EF4-FFF2-40B4-BE49-F238E27FC236}">
                <a16:creationId xmlns:a16="http://schemas.microsoft.com/office/drawing/2014/main" id="{55320BBA-3A32-4839-9094-757A77AF4B9C}"/>
              </a:ext>
            </a:extLst>
          </p:cNvPr>
          <p:cNvGrpSpPr/>
          <p:nvPr/>
        </p:nvGrpSpPr>
        <p:grpSpPr>
          <a:xfrm>
            <a:off x="640879" y="1295400"/>
            <a:ext cx="7664921" cy="926306"/>
            <a:chOff x="640879" y="1295400"/>
            <a:chExt cx="7664921" cy="926306"/>
          </a:xfrm>
        </p:grpSpPr>
        <p:grpSp>
          <p:nvGrpSpPr>
            <p:cNvPr id="3" name="组合 2">
              <a:extLst>
                <a:ext uri="{FF2B5EF4-FFF2-40B4-BE49-F238E27FC236}">
                  <a16:creationId xmlns:a16="http://schemas.microsoft.com/office/drawing/2014/main" id="{46CA1423-CE47-45B4-A8B6-D8DC9D54D256}"/>
                </a:ext>
              </a:extLst>
            </p:cNvPr>
            <p:cNvGrpSpPr/>
            <p:nvPr/>
          </p:nvGrpSpPr>
          <p:grpSpPr>
            <a:xfrm>
              <a:off x="2044699" y="1295400"/>
              <a:ext cx="6261101" cy="926306"/>
              <a:chOff x="1828799" y="1408113"/>
              <a:chExt cx="6261101" cy="926306"/>
            </a:xfrm>
          </p:grpSpPr>
          <p:sp>
            <p:nvSpPr>
              <p:cNvPr id="4" name="Line 30">
                <a:extLst>
                  <a:ext uri="{FF2B5EF4-FFF2-40B4-BE49-F238E27FC236}">
                    <a16:creationId xmlns:a16="http://schemas.microsoft.com/office/drawing/2014/main" id="{61B4AFF3-B502-4D41-96E0-76D4CD689E2B}"/>
                  </a:ext>
                </a:extLst>
              </p:cNvPr>
              <p:cNvSpPr>
                <a:spLocks noChangeShapeType="1"/>
              </p:cNvSpPr>
              <p:nvPr/>
            </p:nvSpPr>
            <p:spPr bwMode="auto">
              <a:xfrm>
                <a:off x="1828799" y="1619250"/>
                <a:ext cx="3124201"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Line 31">
                <a:extLst>
                  <a:ext uri="{FF2B5EF4-FFF2-40B4-BE49-F238E27FC236}">
                    <a16:creationId xmlns:a16="http://schemas.microsoft.com/office/drawing/2014/main" id="{20BCE42B-B019-46C4-A701-589A8374B130}"/>
                  </a:ext>
                </a:extLst>
              </p:cNvPr>
              <p:cNvSpPr>
                <a:spLocks noChangeShapeType="1"/>
              </p:cNvSpPr>
              <p:nvPr/>
            </p:nvSpPr>
            <p:spPr bwMode="auto">
              <a:xfrm>
                <a:off x="1850066" y="1408113"/>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 name="Line 32">
                <a:extLst>
                  <a:ext uri="{FF2B5EF4-FFF2-40B4-BE49-F238E27FC236}">
                    <a16:creationId xmlns:a16="http://schemas.microsoft.com/office/drawing/2014/main" id="{A9C070BB-DDEE-4BA0-8F4A-A0D11513E228}"/>
                  </a:ext>
                </a:extLst>
              </p:cNvPr>
              <p:cNvSpPr>
                <a:spLocks noChangeShapeType="1"/>
              </p:cNvSpPr>
              <p:nvPr/>
            </p:nvSpPr>
            <p:spPr bwMode="auto">
              <a:xfrm>
                <a:off x="8077200" y="1408113"/>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Rectangle 33">
                <a:extLst>
                  <a:ext uri="{FF2B5EF4-FFF2-40B4-BE49-F238E27FC236}">
                    <a16:creationId xmlns:a16="http://schemas.microsoft.com/office/drawing/2014/main" id="{6C3C4533-6417-4E36-9CA7-4E8C594C234B}"/>
                  </a:ext>
                </a:extLst>
              </p:cNvPr>
              <p:cNvSpPr>
                <a:spLocks noChangeArrowheads="1"/>
              </p:cNvSpPr>
              <p:nvPr/>
            </p:nvSpPr>
            <p:spPr bwMode="auto">
              <a:xfrm>
                <a:off x="2935287" y="1412709"/>
                <a:ext cx="721352" cy="3052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网络号</a:t>
                </a:r>
              </a:p>
            </p:txBody>
          </p:sp>
          <p:sp>
            <p:nvSpPr>
              <p:cNvPr id="8" name="Line 34">
                <a:extLst>
                  <a:ext uri="{FF2B5EF4-FFF2-40B4-BE49-F238E27FC236}">
                    <a16:creationId xmlns:a16="http://schemas.microsoft.com/office/drawing/2014/main" id="{8425F620-4C2D-4562-9AB1-6226E978A0BA}"/>
                  </a:ext>
                </a:extLst>
              </p:cNvPr>
              <p:cNvSpPr>
                <a:spLocks noChangeShapeType="1"/>
              </p:cNvSpPr>
              <p:nvPr/>
            </p:nvSpPr>
            <p:spPr bwMode="auto">
              <a:xfrm>
                <a:off x="4968884" y="1619250"/>
                <a:ext cx="3108316"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Rectangle 35">
                <a:extLst>
                  <a:ext uri="{FF2B5EF4-FFF2-40B4-BE49-F238E27FC236}">
                    <a16:creationId xmlns:a16="http://schemas.microsoft.com/office/drawing/2014/main" id="{03063C88-246D-497E-ABBA-DB910139EE9F}"/>
                  </a:ext>
                </a:extLst>
              </p:cNvPr>
              <p:cNvSpPr>
                <a:spLocks noChangeArrowheads="1"/>
              </p:cNvSpPr>
              <p:nvPr/>
            </p:nvSpPr>
            <p:spPr bwMode="auto">
              <a:xfrm>
                <a:off x="6223537" y="1417011"/>
                <a:ext cx="721352" cy="3052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主机号</a:t>
                </a:r>
              </a:p>
            </p:txBody>
          </p:sp>
          <p:sp>
            <p:nvSpPr>
              <p:cNvPr id="10" name="Line 36">
                <a:extLst>
                  <a:ext uri="{FF2B5EF4-FFF2-40B4-BE49-F238E27FC236}">
                    <a16:creationId xmlns:a16="http://schemas.microsoft.com/office/drawing/2014/main" id="{9D70288D-8262-483D-A445-55DE8C1E1639}"/>
                  </a:ext>
                </a:extLst>
              </p:cNvPr>
              <p:cNvSpPr>
                <a:spLocks noChangeShapeType="1"/>
              </p:cNvSpPr>
              <p:nvPr/>
            </p:nvSpPr>
            <p:spPr bwMode="auto">
              <a:xfrm>
                <a:off x="4953000" y="1408113"/>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63B58289-8D74-4B75-B96B-A474FFABE701}"/>
                  </a:ext>
                </a:extLst>
              </p:cNvPr>
              <p:cNvGrpSpPr/>
              <p:nvPr/>
            </p:nvGrpSpPr>
            <p:grpSpPr>
              <a:xfrm>
                <a:off x="1847869" y="1870869"/>
                <a:ext cx="6242031" cy="463550"/>
                <a:chOff x="1987569" y="2065137"/>
                <a:chExt cx="6242031" cy="463550"/>
              </a:xfrm>
              <a:solidFill>
                <a:srgbClr val="FFCCFF"/>
              </a:solidFill>
            </p:grpSpPr>
            <p:sp>
              <p:nvSpPr>
                <p:cNvPr id="13" name="矩形 12">
                  <a:extLst>
                    <a:ext uri="{FF2B5EF4-FFF2-40B4-BE49-F238E27FC236}">
                      <a16:creationId xmlns:a16="http://schemas.microsoft.com/office/drawing/2014/main" id="{10C8A9FE-69BB-4B76-9AF3-7599D509690D}"/>
                    </a:ext>
                  </a:extLst>
                </p:cNvPr>
                <p:cNvSpPr/>
                <p:nvPr/>
              </p:nvSpPr>
              <p:spPr bwMode="auto">
                <a:xfrm>
                  <a:off x="5108584" y="2065137"/>
                  <a:ext cx="3121016" cy="463550"/>
                </a:xfrm>
                <a:prstGeom prst="rect">
                  <a:avLst/>
                </a:prstGeom>
                <a:solidFill>
                  <a:srgbClr val="CCE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3.                     10</a:t>
                  </a:r>
                  <a:endParaRPr lang="zh-CN" altLang="en-US" sz="1600" baseline="0" dirty="0">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251C0F51-D29F-4CBE-96FE-F0F0E0058548}"/>
                    </a:ext>
                  </a:extLst>
                </p:cNvPr>
                <p:cNvSpPr/>
                <p:nvPr/>
              </p:nvSpPr>
              <p:spPr bwMode="auto">
                <a:xfrm>
                  <a:off x="1987569" y="2065137"/>
                  <a:ext cx="3121015" cy="463550"/>
                </a:xfrm>
                <a:prstGeom prst="rect">
                  <a:avLst/>
                </a:prstGeom>
                <a:grp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145 .              13.</a:t>
                  </a:r>
                  <a:endParaRPr lang="zh-CN" altLang="en-US" sz="1600" baseline="0" dirty="0">
                    <a:latin typeface="微软雅黑" panose="020B0503020204020204" pitchFamily="34" charset="-122"/>
                    <a:ea typeface="微软雅黑" panose="020B0503020204020204" pitchFamily="34" charset="-122"/>
                  </a:endParaRPr>
                </a:p>
              </p:txBody>
            </p:sp>
          </p:grpSp>
        </p:grpSp>
        <p:sp>
          <p:nvSpPr>
            <p:cNvPr id="51" name="文本框 50">
              <a:extLst>
                <a:ext uri="{FF2B5EF4-FFF2-40B4-BE49-F238E27FC236}">
                  <a16:creationId xmlns:a16="http://schemas.microsoft.com/office/drawing/2014/main" id="{B7A04736-F80B-40C1-BF86-7C8791ED2EA7}"/>
                </a:ext>
              </a:extLst>
            </p:cNvPr>
            <p:cNvSpPr txBox="1"/>
            <p:nvPr/>
          </p:nvSpPr>
          <p:spPr>
            <a:xfrm>
              <a:off x="640879" y="1852751"/>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两级 </a:t>
              </a:r>
              <a:r>
                <a:rPr kumimoji="1" lang="en-US" altLang="zh-CN" sz="1600" dirty="0">
                  <a:latin typeface="微软雅黑" panose="020B0503020204020204" pitchFamily="34" charset="-122"/>
                  <a:ea typeface="微软雅黑" panose="020B0503020204020204" pitchFamily="34" charset="-122"/>
                  <a:cs typeface="Times New Roman" panose="02020603050405020304" pitchFamily="18" charset="0"/>
                </a:rPr>
                <a:t>IP </a:t>
              </a:r>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a:t>
              </a:r>
            </a:p>
          </p:txBody>
        </p:sp>
      </p:grpSp>
      <p:grpSp>
        <p:nvGrpSpPr>
          <p:cNvPr id="56" name="组合 55">
            <a:extLst>
              <a:ext uri="{FF2B5EF4-FFF2-40B4-BE49-F238E27FC236}">
                <a16:creationId xmlns:a16="http://schemas.microsoft.com/office/drawing/2014/main" id="{921F8DFA-D562-4670-BCEB-80CAE2055190}"/>
              </a:ext>
            </a:extLst>
          </p:cNvPr>
          <p:cNvGrpSpPr/>
          <p:nvPr/>
        </p:nvGrpSpPr>
        <p:grpSpPr>
          <a:xfrm>
            <a:off x="675169" y="2555875"/>
            <a:ext cx="7630630" cy="881856"/>
            <a:chOff x="675169" y="2555875"/>
            <a:chExt cx="7630630" cy="881856"/>
          </a:xfrm>
        </p:grpSpPr>
        <p:grpSp>
          <p:nvGrpSpPr>
            <p:cNvPr id="15" name="组合 14">
              <a:extLst>
                <a:ext uri="{FF2B5EF4-FFF2-40B4-BE49-F238E27FC236}">
                  <a16:creationId xmlns:a16="http://schemas.microsoft.com/office/drawing/2014/main" id="{F2FA6827-32E0-4F77-A39B-7ABE8C35D06F}"/>
                </a:ext>
              </a:extLst>
            </p:cNvPr>
            <p:cNvGrpSpPr/>
            <p:nvPr/>
          </p:nvGrpSpPr>
          <p:grpSpPr>
            <a:xfrm>
              <a:off x="2055333" y="2555875"/>
              <a:ext cx="6250466" cy="881856"/>
              <a:chOff x="1839433" y="2668588"/>
              <a:chExt cx="6250466" cy="881856"/>
            </a:xfrm>
          </p:grpSpPr>
          <p:sp>
            <p:nvSpPr>
              <p:cNvPr id="16" name="Line 28">
                <a:extLst>
                  <a:ext uri="{FF2B5EF4-FFF2-40B4-BE49-F238E27FC236}">
                    <a16:creationId xmlns:a16="http://schemas.microsoft.com/office/drawing/2014/main" id="{33656844-4CCB-411B-B909-A199874064C9}"/>
                  </a:ext>
                </a:extLst>
              </p:cNvPr>
              <p:cNvSpPr>
                <a:spLocks noChangeShapeType="1"/>
              </p:cNvSpPr>
              <p:nvPr/>
            </p:nvSpPr>
            <p:spPr bwMode="auto">
              <a:xfrm>
                <a:off x="6531934" y="2668588"/>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Line 37">
                <a:extLst>
                  <a:ext uri="{FF2B5EF4-FFF2-40B4-BE49-F238E27FC236}">
                    <a16:creationId xmlns:a16="http://schemas.microsoft.com/office/drawing/2014/main" id="{3820BD07-E67F-41A4-AF2D-559EFD8B4EA0}"/>
                  </a:ext>
                </a:extLst>
              </p:cNvPr>
              <p:cNvSpPr>
                <a:spLocks noChangeShapeType="1"/>
              </p:cNvSpPr>
              <p:nvPr/>
            </p:nvSpPr>
            <p:spPr bwMode="auto">
              <a:xfrm flipV="1">
                <a:off x="1847869" y="2881397"/>
                <a:ext cx="3105132" cy="11281"/>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Line 38">
                <a:extLst>
                  <a:ext uri="{FF2B5EF4-FFF2-40B4-BE49-F238E27FC236}">
                    <a16:creationId xmlns:a16="http://schemas.microsoft.com/office/drawing/2014/main" id="{EA133CC9-4A8D-4A1F-956A-9A4966BB9C7C}"/>
                  </a:ext>
                </a:extLst>
              </p:cNvPr>
              <p:cNvSpPr>
                <a:spLocks noChangeShapeType="1"/>
              </p:cNvSpPr>
              <p:nvPr/>
            </p:nvSpPr>
            <p:spPr bwMode="auto">
              <a:xfrm>
                <a:off x="1839433" y="2682875"/>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Line 39">
                <a:extLst>
                  <a:ext uri="{FF2B5EF4-FFF2-40B4-BE49-F238E27FC236}">
                    <a16:creationId xmlns:a16="http://schemas.microsoft.com/office/drawing/2014/main" id="{B8C5562D-CE2C-44FE-8B94-8671ED6C4AF0}"/>
                  </a:ext>
                </a:extLst>
              </p:cNvPr>
              <p:cNvSpPr>
                <a:spLocks noChangeShapeType="1"/>
              </p:cNvSpPr>
              <p:nvPr/>
            </p:nvSpPr>
            <p:spPr bwMode="auto">
              <a:xfrm>
                <a:off x="8077200" y="2671763"/>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Line 41">
                <a:extLst>
                  <a:ext uri="{FF2B5EF4-FFF2-40B4-BE49-F238E27FC236}">
                    <a16:creationId xmlns:a16="http://schemas.microsoft.com/office/drawing/2014/main" id="{33981727-198B-4DD0-A0C7-FB42595BB8EE}"/>
                  </a:ext>
                </a:extLst>
              </p:cNvPr>
              <p:cNvSpPr>
                <a:spLocks noChangeShapeType="1"/>
              </p:cNvSpPr>
              <p:nvPr/>
            </p:nvSpPr>
            <p:spPr bwMode="auto">
              <a:xfrm flipV="1">
                <a:off x="6529391" y="2872451"/>
                <a:ext cx="1547810" cy="5506"/>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Line 43">
                <a:extLst>
                  <a:ext uri="{FF2B5EF4-FFF2-40B4-BE49-F238E27FC236}">
                    <a16:creationId xmlns:a16="http://schemas.microsoft.com/office/drawing/2014/main" id="{B665D1BB-E1AA-4594-B939-DDE91F987C44}"/>
                  </a:ext>
                </a:extLst>
              </p:cNvPr>
              <p:cNvSpPr>
                <a:spLocks noChangeShapeType="1"/>
              </p:cNvSpPr>
              <p:nvPr/>
            </p:nvSpPr>
            <p:spPr bwMode="auto">
              <a:xfrm>
                <a:off x="4963633" y="2671763"/>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Rectangle 60">
                <a:extLst>
                  <a:ext uri="{FF2B5EF4-FFF2-40B4-BE49-F238E27FC236}">
                    <a16:creationId xmlns:a16="http://schemas.microsoft.com/office/drawing/2014/main" id="{67BFD7BF-EC4E-4B25-BEC9-544ED35165A7}"/>
                  </a:ext>
                </a:extLst>
              </p:cNvPr>
              <p:cNvSpPr>
                <a:spLocks noChangeArrowheads="1"/>
              </p:cNvSpPr>
              <p:nvPr/>
            </p:nvSpPr>
            <p:spPr bwMode="auto">
              <a:xfrm>
                <a:off x="2935288" y="2668588"/>
                <a:ext cx="721352" cy="3052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网络号</a:t>
                </a:r>
              </a:p>
            </p:txBody>
          </p:sp>
          <p:sp>
            <p:nvSpPr>
              <p:cNvPr id="23" name="Rectangle 17">
                <a:extLst>
                  <a:ext uri="{FF2B5EF4-FFF2-40B4-BE49-F238E27FC236}">
                    <a16:creationId xmlns:a16="http://schemas.microsoft.com/office/drawing/2014/main" id="{ED07E871-CD96-4B2C-BB82-82ACE9FC027F}"/>
                  </a:ext>
                </a:extLst>
              </p:cNvPr>
              <p:cNvSpPr>
                <a:spLocks noChangeArrowheads="1"/>
              </p:cNvSpPr>
              <p:nvPr/>
            </p:nvSpPr>
            <p:spPr bwMode="auto">
              <a:xfrm>
                <a:off x="6973897" y="2701925"/>
                <a:ext cx="721352" cy="3052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主机号</a:t>
                </a:r>
              </a:p>
            </p:txBody>
          </p:sp>
          <p:grpSp>
            <p:nvGrpSpPr>
              <p:cNvPr id="24" name="组合 23">
                <a:extLst>
                  <a:ext uri="{FF2B5EF4-FFF2-40B4-BE49-F238E27FC236}">
                    <a16:creationId xmlns:a16="http://schemas.microsoft.com/office/drawing/2014/main" id="{73F69C2A-1589-419E-A3CB-AC7B511A2284}"/>
                  </a:ext>
                </a:extLst>
              </p:cNvPr>
              <p:cNvGrpSpPr/>
              <p:nvPr/>
            </p:nvGrpSpPr>
            <p:grpSpPr>
              <a:xfrm>
                <a:off x="1847868" y="3086894"/>
                <a:ext cx="6242031" cy="463550"/>
                <a:chOff x="1987569" y="2813772"/>
                <a:chExt cx="6242031" cy="463550"/>
              </a:xfrm>
            </p:grpSpPr>
            <p:sp>
              <p:nvSpPr>
                <p:cNvPr id="28" name="矩形 27">
                  <a:extLst>
                    <a:ext uri="{FF2B5EF4-FFF2-40B4-BE49-F238E27FC236}">
                      <a16:creationId xmlns:a16="http://schemas.microsoft.com/office/drawing/2014/main" id="{A19B1606-4AA6-49BD-A4E9-958E8A7CCBB5}"/>
                    </a:ext>
                  </a:extLst>
                </p:cNvPr>
                <p:cNvSpPr/>
                <p:nvPr/>
              </p:nvSpPr>
              <p:spPr bwMode="auto">
                <a:xfrm>
                  <a:off x="1987569" y="2813772"/>
                  <a:ext cx="3121015" cy="463550"/>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145.               13.</a:t>
                  </a:r>
                  <a:endParaRPr lang="zh-CN" altLang="en-US" sz="1600" baseline="0" dirty="0">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612E75A3-D8A5-4E53-9CF1-7A6214011293}"/>
                    </a:ext>
                  </a:extLst>
                </p:cNvPr>
                <p:cNvSpPr/>
                <p:nvPr/>
              </p:nvSpPr>
              <p:spPr bwMode="auto">
                <a:xfrm>
                  <a:off x="6669092" y="2813772"/>
                  <a:ext cx="1560508" cy="463550"/>
                </a:xfrm>
                <a:prstGeom prst="rect">
                  <a:avLst/>
                </a:prstGeom>
                <a:solidFill>
                  <a:srgbClr val="CCE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10</a:t>
                  </a:r>
                  <a:endParaRPr lang="zh-CN" altLang="en-US" sz="1600" baseline="0" dirty="0">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63C974AD-C9D5-493D-90B9-6B56D605D121}"/>
                    </a:ext>
                  </a:extLst>
                </p:cNvPr>
                <p:cNvSpPr/>
                <p:nvPr/>
              </p:nvSpPr>
              <p:spPr bwMode="auto">
                <a:xfrm>
                  <a:off x="5108584" y="2813772"/>
                  <a:ext cx="1560508" cy="463550"/>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latinLnBrk="0">
                    <a:lnSpc>
                      <a:spcPct val="100000"/>
                    </a:lnSpc>
                    <a:buClrTx/>
                    <a:buSzTx/>
                    <a:buFontTx/>
                    <a:buNone/>
                    <a:tabLst/>
                  </a:pPr>
                  <a:r>
                    <a:rPr lang="en-US" altLang="zh-CN" sz="1600" baseline="0" dirty="0">
                      <a:latin typeface="微软雅黑" panose="020B0503020204020204" pitchFamily="34" charset="-122"/>
                      <a:ea typeface="微软雅黑" panose="020B0503020204020204" pitchFamily="34" charset="-122"/>
                    </a:rPr>
                    <a:t>3.</a:t>
                  </a:r>
                  <a:endParaRPr lang="zh-CN" altLang="en-US" sz="1600" baseline="0" dirty="0">
                    <a:latin typeface="微软雅黑" panose="020B0503020204020204" pitchFamily="34" charset="-122"/>
                    <a:ea typeface="微软雅黑" panose="020B0503020204020204" pitchFamily="34" charset="-122"/>
                  </a:endParaRPr>
                </a:p>
              </p:txBody>
            </p:sp>
          </p:grpSp>
          <p:sp>
            <p:nvSpPr>
              <p:cNvPr id="25" name="Line 41">
                <a:extLst>
                  <a:ext uri="{FF2B5EF4-FFF2-40B4-BE49-F238E27FC236}">
                    <a16:creationId xmlns:a16="http://schemas.microsoft.com/office/drawing/2014/main" id="{78A48BE6-10DE-489E-9C02-E99AD93592F9}"/>
                  </a:ext>
                </a:extLst>
              </p:cNvPr>
              <p:cNvSpPr>
                <a:spLocks noChangeShapeType="1"/>
              </p:cNvSpPr>
              <p:nvPr/>
            </p:nvSpPr>
            <p:spPr bwMode="auto">
              <a:xfrm flipV="1">
                <a:off x="4979988" y="2877956"/>
                <a:ext cx="1549402"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Rectangle 25">
                <a:extLst>
                  <a:ext uri="{FF2B5EF4-FFF2-40B4-BE49-F238E27FC236}">
                    <a16:creationId xmlns:a16="http://schemas.microsoft.com/office/drawing/2014/main" id="{195F58A6-9DCC-4D25-B742-DF89B07FFFCF}"/>
                  </a:ext>
                </a:extLst>
              </p:cNvPr>
              <p:cNvSpPr>
                <a:spLocks noChangeArrowheads="1"/>
              </p:cNvSpPr>
              <p:nvPr/>
            </p:nvSpPr>
            <p:spPr bwMode="auto">
              <a:xfrm>
                <a:off x="5410846" y="2680494"/>
                <a:ext cx="721352" cy="305212"/>
              </a:xfrm>
              <a:prstGeom prst="rect">
                <a:avLst/>
              </a:prstGeom>
              <a:solidFill>
                <a:schemeClr val="bg1"/>
              </a:solidFill>
              <a:ln>
                <a:noFill/>
              </a:ln>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子网号</a:t>
                </a:r>
              </a:p>
            </p:txBody>
          </p:sp>
        </p:grpSp>
        <p:sp>
          <p:nvSpPr>
            <p:cNvPr id="52" name="文本框 51">
              <a:extLst>
                <a:ext uri="{FF2B5EF4-FFF2-40B4-BE49-F238E27FC236}">
                  <a16:creationId xmlns:a16="http://schemas.microsoft.com/office/drawing/2014/main" id="{A0F18EA6-66F1-45FC-AA21-7F05CC695D1F}"/>
                </a:ext>
              </a:extLst>
            </p:cNvPr>
            <p:cNvSpPr txBox="1"/>
            <p:nvPr/>
          </p:nvSpPr>
          <p:spPr>
            <a:xfrm>
              <a:off x="675169" y="3013744"/>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三级 </a:t>
              </a:r>
              <a:r>
                <a:rPr kumimoji="1" lang="en-US" altLang="zh-CN" sz="1600" dirty="0">
                  <a:latin typeface="微软雅黑" panose="020B0503020204020204" pitchFamily="34" charset="-122"/>
                  <a:ea typeface="微软雅黑" panose="020B0503020204020204" pitchFamily="34" charset="-122"/>
                  <a:cs typeface="Times New Roman" panose="02020603050405020304" pitchFamily="18" charset="0"/>
                </a:rPr>
                <a:t>IP </a:t>
              </a:r>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a:t>
              </a:r>
            </a:p>
          </p:txBody>
        </p:sp>
      </p:grpSp>
      <p:grpSp>
        <p:nvGrpSpPr>
          <p:cNvPr id="57" name="组合 56">
            <a:extLst>
              <a:ext uri="{FF2B5EF4-FFF2-40B4-BE49-F238E27FC236}">
                <a16:creationId xmlns:a16="http://schemas.microsoft.com/office/drawing/2014/main" id="{6F88AB3A-E559-4965-BE16-E8060E45BAF2}"/>
              </a:ext>
            </a:extLst>
          </p:cNvPr>
          <p:cNvGrpSpPr/>
          <p:nvPr/>
        </p:nvGrpSpPr>
        <p:grpSpPr>
          <a:xfrm>
            <a:off x="834158" y="3717925"/>
            <a:ext cx="7466390" cy="950118"/>
            <a:chOff x="834158" y="3717925"/>
            <a:chExt cx="7466390" cy="950118"/>
          </a:xfrm>
        </p:grpSpPr>
        <p:grpSp>
          <p:nvGrpSpPr>
            <p:cNvPr id="31" name="组合 30">
              <a:extLst>
                <a:ext uri="{FF2B5EF4-FFF2-40B4-BE49-F238E27FC236}">
                  <a16:creationId xmlns:a16="http://schemas.microsoft.com/office/drawing/2014/main" id="{D72F522B-D81C-44FD-8FD7-E113D6860C4F}"/>
                </a:ext>
              </a:extLst>
            </p:cNvPr>
            <p:cNvGrpSpPr/>
            <p:nvPr/>
          </p:nvGrpSpPr>
          <p:grpSpPr>
            <a:xfrm>
              <a:off x="2044699" y="3717925"/>
              <a:ext cx="6255849" cy="950118"/>
              <a:chOff x="1828799" y="3830638"/>
              <a:chExt cx="6255849" cy="950118"/>
            </a:xfrm>
          </p:grpSpPr>
          <p:sp>
            <p:nvSpPr>
              <p:cNvPr id="32" name="Line 5">
                <a:extLst>
                  <a:ext uri="{FF2B5EF4-FFF2-40B4-BE49-F238E27FC236}">
                    <a16:creationId xmlns:a16="http://schemas.microsoft.com/office/drawing/2014/main" id="{A80672AA-F3BA-4525-90E7-DE562AACEB38}"/>
                  </a:ext>
                </a:extLst>
              </p:cNvPr>
              <p:cNvSpPr>
                <a:spLocks noChangeShapeType="1"/>
              </p:cNvSpPr>
              <p:nvPr/>
            </p:nvSpPr>
            <p:spPr bwMode="auto">
              <a:xfrm>
                <a:off x="1828799" y="4094169"/>
                <a:ext cx="470059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Line 6">
                <a:extLst>
                  <a:ext uri="{FF2B5EF4-FFF2-40B4-BE49-F238E27FC236}">
                    <a16:creationId xmlns:a16="http://schemas.microsoft.com/office/drawing/2014/main" id="{4D48F65D-F61D-45B0-9D91-729C6CBE912F}"/>
                  </a:ext>
                </a:extLst>
              </p:cNvPr>
              <p:cNvSpPr>
                <a:spLocks noChangeShapeType="1"/>
              </p:cNvSpPr>
              <p:nvPr/>
            </p:nvSpPr>
            <p:spPr bwMode="auto">
              <a:xfrm flipV="1">
                <a:off x="6537452" y="4091559"/>
                <a:ext cx="1547196" cy="0"/>
              </a:xfrm>
              <a:prstGeom prst="line">
                <a:avLst/>
              </a:prstGeom>
              <a:noFill/>
              <a:ln w="1270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Rectangle 12">
                <a:extLst>
                  <a:ext uri="{FF2B5EF4-FFF2-40B4-BE49-F238E27FC236}">
                    <a16:creationId xmlns:a16="http://schemas.microsoft.com/office/drawing/2014/main" id="{28DD03B6-1861-4768-A3A1-E3A3B3712582}"/>
                  </a:ext>
                </a:extLst>
              </p:cNvPr>
              <p:cNvSpPr>
                <a:spLocks noChangeArrowheads="1"/>
              </p:cNvSpPr>
              <p:nvPr/>
            </p:nvSpPr>
            <p:spPr bwMode="auto">
              <a:xfrm>
                <a:off x="2759075" y="3830638"/>
                <a:ext cx="1160463" cy="261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Rectangle 14">
                <a:extLst>
                  <a:ext uri="{FF2B5EF4-FFF2-40B4-BE49-F238E27FC236}">
                    <a16:creationId xmlns:a16="http://schemas.microsoft.com/office/drawing/2014/main" id="{444B625B-3B64-42C9-813D-809A3F303704}"/>
                  </a:ext>
                </a:extLst>
              </p:cNvPr>
              <p:cNvSpPr>
                <a:spLocks noChangeArrowheads="1"/>
              </p:cNvSpPr>
              <p:nvPr/>
            </p:nvSpPr>
            <p:spPr bwMode="auto">
              <a:xfrm>
                <a:off x="3655432" y="3909108"/>
                <a:ext cx="721352" cy="3052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pPr>
                  <a:buFont typeface="Wingdings" panose="05000000000000000000" pitchFamily="2" charset="2"/>
                  <a:buNone/>
                </a:pPr>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网络号</a:t>
                </a:r>
              </a:p>
            </p:txBody>
          </p:sp>
          <p:sp>
            <p:nvSpPr>
              <p:cNvPr id="36" name="Rectangle 21">
                <a:extLst>
                  <a:ext uri="{FF2B5EF4-FFF2-40B4-BE49-F238E27FC236}">
                    <a16:creationId xmlns:a16="http://schemas.microsoft.com/office/drawing/2014/main" id="{8D936FA6-57EE-46D2-B3D9-5E9988664D9D}"/>
                  </a:ext>
                </a:extLst>
              </p:cNvPr>
              <p:cNvSpPr>
                <a:spLocks noChangeArrowheads="1"/>
              </p:cNvSpPr>
              <p:nvPr/>
            </p:nvSpPr>
            <p:spPr bwMode="auto">
              <a:xfrm>
                <a:off x="6962594" y="3909108"/>
                <a:ext cx="721352" cy="305212"/>
              </a:xfrm>
              <a:prstGeom prst="rect">
                <a:avLst/>
              </a:prstGeom>
              <a:solidFill>
                <a:schemeClr val="bg1"/>
              </a:solidFill>
              <a:ln>
                <a:noFill/>
              </a:ln>
              <a:extLst/>
            </p:spPr>
            <p:txBody>
              <a:bodyPr wrap="none" lIns="90488" tIns="44450" rIns="90488" bIns="44450">
                <a:spAutoFit/>
              </a:bodyPr>
              <a:lstStyle>
                <a:lvl1pPr defTabSz="762000">
                  <a:defRPr sz="3200" b="1" baseline="-18000">
                    <a:solidFill>
                      <a:schemeClr val="tx1"/>
                    </a:solidFill>
                    <a:latin typeface="Arial" panose="020B0604020202020204" pitchFamily="34" charset="0"/>
                  </a:defRPr>
                </a:lvl1pPr>
                <a:lvl2pPr marL="742950" indent="-285750" defTabSz="762000">
                  <a:defRPr sz="3200" b="1" baseline="-18000">
                    <a:solidFill>
                      <a:schemeClr val="tx1"/>
                    </a:solidFill>
                    <a:latin typeface="Arial" panose="020B0604020202020204" pitchFamily="34" charset="0"/>
                  </a:defRPr>
                </a:lvl2pPr>
                <a:lvl3pPr marL="1143000" indent="-228600" defTabSz="762000">
                  <a:defRPr sz="3200" b="1" baseline="-18000">
                    <a:solidFill>
                      <a:schemeClr val="tx1"/>
                    </a:solidFill>
                    <a:latin typeface="Arial" panose="020B0604020202020204" pitchFamily="34" charset="0"/>
                  </a:defRPr>
                </a:lvl3pPr>
                <a:lvl4pPr marL="1600200" indent="-228600" defTabSz="762000">
                  <a:defRPr sz="3200" b="1" baseline="-18000">
                    <a:solidFill>
                      <a:schemeClr val="tx1"/>
                    </a:solidFill>
                    <a:latin typeface="Arial" panose="020B0604020202020204" pitchFamily="34" charset="0"/>
                  </a:defRPr>
                </a:lvl4pPr>
                <a:lvl5pPr marL="2057400" indent="-228600" defTabSz="762000">
                  <a:defRPr sz="3200" b="1" baseline="-180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baseline="-18000">
                    <a:solidFill>
                      <a:schemeClr val="tx1"/>
                    </a:solidFill>
                    <a:latin typeface="Arial" panose="020B0604020202020204" pitchFamily="34" charset="0"/>
                  </a:defRPr>
                </a:lvl9pPr>
              </a:lstStyle>
              <a:p>
                <a:r>
                  <a:rPr kumimoji="1" lang="zh-CN" altLang="en-US" sz="1400" baseline="0" dirty="0">
                    <a:latin typeface="微软雅黑" panose="020B0503020204020204" pitchFamily="34" charset="-122"/>
                    <a:ea typeface="微软雅黑" panose="020B0503020204020204" pitchFamily="34" charset="-122"/>
                    <a:cs typeface="Times New Roman" panose="02020603050405020304" pitchFamily="18" charset="0"/>
                  </a:rPr>
                  <a:t>主机号</a:t>
                </a:r>
              </a:p>
            </p:txBody>
          </p:sp>
          <p:sp>
            <p:nvSpPr>
              <p:cNvPr id="37" name="Line 27">
                <a:extLst>
                  <a:ext uri="{FF2B5EF4-FFF2-40B4-BE49-F238E27FC236}">
                    <a16:creationId xmlns:a16="http://schemas.microsoft.com/office/drawing/2014/main" id="{36E9917E-8DF3-44FF-8A87-E405AF681DDA}"/>
                  </a:ext>
                </a:extLst>
              </p:cNvPr>
              <p:cNvSpPr>
                <a:spLocks noChangeShapeType="1"/>
              </p:cNvSpPr>
              <p:nvPr/>
            </p:nvSpPr>
            <p:spPr bwMode="auto">
              <a:xfrm>
                <a:off x="1839433" y="3884133"/>
                <a:ext cx="0"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Line 44">
                <a:extLst>
                  <a:ext uri="{FF2B5EF4-FFF2-40B4-BE49-F238E27FC236}">
                    <a16:creationId xmlns:a16="http://schemas.microsoft.com/office/drawing/2014/main" id="{5ECCEA3A-16AA-4BF4-A2D2-EB021BE9EFD9}"/>
                  </a:ext>
                </a:extLst>
              </p:cNvPr>
              <p:cNvSpPr>
                <a:spLocks noChangeShapeType="1"/>
              </p:cNvSpPr>
              <p:nvPr/>
            </p:nvSpPr>
            <p:spPr bwMode="auto">
              <a:xfrm>
                <a:off x="6529245" y="3853970"/>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9" name="Line 45">
                <a:extLst>
                  <a:ext uri="{FF2B5EF4-FFF2-40B4-BE49-F238E27FC236}">
                    <a16:creationId xmlns:a16="http://schemas.microsoft.com/office/drawing/2014/main" id="{147C21AD-8AB0-43F0-92D5-65BDB2D16EFE}"/>
                  </a:ext>
                </a:extLst>
              </p:cNvPr>
              <p:cNvSpPr>
                <a:spLocks noChangeShapeType="1"/>
              </p:cNvSpPr>
              <p:nvPr/>
            </p:nvSpPr>
            <p:spPr bwMode="auto">
              <a:xfrm>
                <a:off x="8079747" y="3863181"/>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40" name="组合 39">
                <a:extLst>
                  <a:ext uri="{FF2B5EF4-FFF2-40B4-BE49-F238E27FC236}">
                    <a16:creationId xmlns:a16="http://schemas.microsoft.com/office/drawing/2014/main" id="{B5F8F4DB-12A6-4B91-B12F-F8FCBCA41A28}"/>
                  </a:ext>
                </a:extLst>
              </p:cNvPr>
              <p:cNvGrpSpPr/>
              <p:nvPr/>
            </p:nvGrpSpPr>
            <p:grpSpPr>
              <a:xfrm>
                <a:off x="1842617" y="4317206"/>
                <a:ext cx="6242031" cy="463550"/>
                <a:chOff x="2004573" y="3679825"/>
                <a:chExt cx="6242031" cy="463550"/>
              </a:xfrm>
            </p:grpSpPr>
            <p:sp>
              <p:nvSpPr>
                <p:cNvPr id="42" name="矩形 41">
                  <a:extLst>
                    <a:ext uri="{FF2B5EF4-FFF2-40B4-BE49-F238E27FC236}">
                      <a16:creationId xmlns:a16="http://schemas.microsoft.com/office/drawing/2014/main" id="{96339026-0E80-402B-8254-EB5D272E1A1E}"/>
                    </a:ext>
                  </a:extLst>
                </p:cNvPr>
                <p:cNvSpPr/>
                <p:nvPr/>
              </p:nvSpPr>
              <p:spPr bwMode="auto">
                <a:xfrm>
                  <a:off x="2004573" y="3679825"/>
                  <a:ext cx="4694835" cy="463550"/>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1 1 1 1 1 1 1 1 1 1 1 1 1 1 1 1 1 1 1 1 1 1 1 1</a:t>
                  </a:r>
                  <a:endParaRPr lang="zh-CN" altLang="en-US" sz="1600" baseline="0" dirty="0">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78E97863-5A09-4345-8003-B0A0DB2D7AC6}"/>
                    </a:ext>
                  </a:extLst>
                </p:cNvPr>
                <p:cNvSpPr/>
                <p:nvPr/>
              </p:nvSpPr>
              <p:spPr bwMode="auto">
                <a:xfrm>
                  <a:off x="6686096" y="3679825"/>
                  <a:ext cx="1560508" cy="463550"/>
                </a:xfrm>
                <a:prstGeom prst="rect">
                  <a:avLst/>
                </a:prstGeom>
                <a:solidFill>
                  <a:srgbClr val="CCE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500" baseline="0" dirty="0">
                      <a:latin typeface="微软雅黑" panose="020B0503020204020204" pitchFamily="34" charset="-122"/>
                      <a:ea typeface="微软雅黑" panose="020B0503020204020204" pitchFamily="34" charset="-122"/>
                    </a:rPr>
                    <a:t>0 0 0 0 0 0 0 0</a:t>
                  </a:r>
                  <a:endParaRPr lang="zh-CN" altLang="en-US" sz="1500" baseline="0" dirty="0">
                    <a:latin typeface="微软雅黑" panose="020B0503020204020204" pitchFamily="34" charset="-122"/>
                    <a:ea typeface="微软雅黑" panose="020B0503020204020204" pitchFamily="34" charset="-122"/>
                  </a:endParaRPr>
                </a:p>
              </p:txBody>
            </p:sp>
          </p:grpSp>
        </p:grpSp>
        <p:sp>
          <p:nvSpPr>
            <p:cNvPr id="53" name="文本框 52">
              <a:extLst>
                <a:ext uri="{FF2B5EF4-FFF2-40B4-BE49-F238E27FC236}">
                  <a16:creationId xmlns:a16="http://schemas.microsoft.com/office/drawing/2014/main" id="{5FF42199-2682-4AE2-89E8-F839E5E981F7}"/>
                </a:ext>
              </a:extLst>
            </p:cNvPr>
            <p:cNvSpPr txBox="1"/>
            <p:nvPr/>
          </p:nvSpPr>
          <p:spPr>
            <a:xfrm>
              <a:off x="834158" y="4278630"/>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子网掩码</a:t>
              </a:r>
            </a:p>
          </p:txBody>
        </p:sp>
      </p:grpSp>
      <p:grpSp>
        <p:nvGrpSpPr>
          <p:cNvPr id="58" name="组合 57">
            <a:extLst>
              <a:ext uri="{FF2B5EF4-FFF2-40B4-BE49-F238E27FC236}">
                <a16:creationId xmlns:a16="http://schemas.microsoft.com/office/drawing/2014/main" id="{9421F2EF-B6D6-4830-B9B3-A002681D1700}"/>
              </a:ext>
            </a:extLst>
          </p:cNvPr>
          <p:cNvGrpSpPr/>
          <p:nvPr/>
        </p:nvGrpSpPr>
        <p:grpSpPr>
          <a:xfrm>
            <a:off x="834158" y="5372894"/>
            <a:ext cx="7471641" cy="463550"/>
            <a:chOff x="834158" y="5372894"/>
            <a:chExt cx="7471641" cy="463550"/>
          </a:xfrm>
        </p:grpSpPr>
        <p:grpSp>
          <p:nvGrpSpPr>
            <p:cNvPr id="45" name="组合 44">
              <a:extLst>
                <a:ext uri="{FF2B5EF4-FFF2-40B4-BE49-F238E27FC236}">
                  <a16:creationId xmlns:a16="http://schemas.microsoft.com/office/drawing/2014/main" id="{9FDD4CA1-DCC4-49E8-9F54-ADC37A568D3B}"/>
                </a:ext>
              </a:extLst>
            </p:cNvPr>
            <p:cNvGrpSpPr/>
            <p:nvPr/>
          </p:nvGrpSpPr>
          <p:grpSpPr>
            <a:xfrm>
              <a:off x="2063768" y="5372894"/>
              <a:ext cx="6242031" cy="463550"/>
              <a:chOff x="1987569" y="2813772"/>
              <a:chExt cx="6242031" cy="463550"/>
            </a:xfrm>
          </p:grpSpPr>
          <p:sp>
            <p:nvSpPr>
              <p:cNvPr id="47" name="矩形 46">
                <a:extLst>
                  <a:ext uri="{FF2B5EF4-FFF2-40B4-BE49-F238E27FC236}">
                    <a16:creationId xmlns:a16="http://schemas.microsoft.com/office/drawing/2014/main" id="{0FC3B3D0-AFAE-4F10-B095-523A32104707}"/>
                  </a:ext>
                </a:extLst>
              </p:cNvPr>
              <p:cNvSpPr/>
              <p:nvPr/>
            </p:nvSpPr>
            <p:spPr bwMode="auto">
              <a:xfrm>
                <a:off x="1987569" y="2813772"/>
                <a:ext cx="3121015" cy="463550"/>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145.                13.</a:t>
                </a:r>
                <a:endParaRPr lang="zh-CN" altLang="en-US" sz="1600" baseline="0" dirty="0">
                  <a:latin typeface="微软雅黑" panose="020B0503020204020204" pitchFamily="34" charset="-122"/>
                  <a:ea typeface="微软雅黑" panose="020B0503020204020204" pitchFamily="34" charset="-122"/>
                </a:endParaRPr>
              </a:p>
            </p:txBody>
          </p:sp>
          <p:sp>
            <p:nvSpPr>
              <p:cNvPr id="48" name="矩形 47">
                <a:extLst>
                  <a:ext uri="{FF2B5EF4-FFF2-40B4-BE49-F238E27FC236}">
                    <a16:creationId xmlns:a16="http://schemas.microsoft.com/office/drawing/2014/main" id="{0E72583B-B69F-424A-9903-154A8E37E4EF}"/>
                  </a:ext>
                </a:extLst>
              </p:cNvPr>
              <p:cNvSpPr/>
              <p:nvPr/>
            </p:nvSpPr>
            <p:spPr bwMode="auto">
              <a:xfrm>
                <a:off x="6669092" y="2813772"/>
                <a:ext cx="1560508" cy="463550"/>
              </a:xfrm>
              <a:prstGeom prst="rect">
                <a:avLst/>
              </a:prstGeom>
              <a:solidFill>
                <a:srgbClr val="CCE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en-US" altLang="zh-CN" sz="1600" baseline="0" dirty="0">
                    <a:latin typeface="微软雅黑" panose="020B0503020204020204" pitchFamily="34" charset="-122"/>
                    <a:ea typeface="微软雅黑" panose="020B0503020204020204" pitchFamily="34" charset="-122"/>
                  </a:rPr>
                  <a:t>0</a:t>
                </a:r>
                <a:endParaRPr lang="zh-CN" altLang="en-US" sz="1600" baseline="0" dirty="0">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61418684-5572-48E7-9213-0E65A8FB9BAD}"/>
                  </a:ext>
                </a:extLst>
              </p:cNvPr>
              <p:cNvSpPr/>
              <p:nvPr/>
            </p:nvSpPr>
            <p:spPr bwMode="auto">
              <a:xfrm>
                <a:off x="5108584" y="2813772"/>
                <a:ext cx="1560508" cy="463550"/>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latinLnBrk="0">
                  <a:lnSpc>
                    <a:spcPct val="100000"/>
                  </a:lnSpc>
                  <a:buClrTx/>
                  <a:buSzTx/>
                  <a:buFontTx/>
                  <a:buNone/>
                  <a:tabLst/>
                </a:pPr>
                <a:r>
                  <a:rPr lang="en-US" altLang="zh-CN" sz="1600" baseline="0" dirty="0">
                    <a:latin typeface="微软雅黑" panose="020B0503020204020204" pitchFamily="34" charset="-122"/>
                    <a:ea typeface="微软雅黑" panose="020B0503020204020204" pitchFamily="34" charset="-122"/>
                  </a:rPr>
                  <a:t>3.</a:t>
                </a:r>
                <a:endParaRPr lang="zh-CN" altLang="en-US" sz="1600" baseline="0" dirty="0">
                  <a:latin typeface="微软雅黑" panose="020B0503020204020204" pitchFamily="34" charset="-122"/>
                  <a:ea typeface="微软雅黑" panose="020B0503020204020204" pitchFamily="34" charset="-122"/>
                </a:endParaRPr>
              </a:p>
            </p:txBody>
          </p:sp>
        </p:grpSp>
        <p:sp>
          <p:nvSpPr>
            <p:cNvPr id="54" name="文本框 53">
              <a:extLst>
                <a:ext uri="{FF2B5EF4-FFF2-40B4-BE49-F238E27FC236}">
                  <a16:creationId xmlns:a16="http://schemas.microsoft.com/office/drawing/2014/main" id="{E91E77A3-A3AC-4B3E-99A1-095ADF8880D0}"/>
                </a:ext>
              </a:extLst>
            </p:cNvPr>
            <p:cNvSpPr txBox="1"/>
            <p:nvPr/>
          </p:nvSpPr>
          <p:spPr>
            <a:xfrm>
              <a:off x="834158" y="5452646"/>
              <a:ext cx="1536137" cy="338554"/>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cs typeface="Times New Roman" panose="02020603050405020304" pitchFamily="18" charset="0"/>
                </a:rPr>
                <a:t>网络地址</a:t>
              </a:r>
            </a:p>
          </p:txBody>
        </p:sp>
      </p:grpSp>
    </p:spTree>
    <p:extLst>
      <p:ext uri="{BB962C8B-B14F-4D97-AF65-F5344CB8AC3E}">
        <p14:creationId xmlns:p14="http://schemas.microsoft.com/office/powerpoint/2010/main" val="276996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up)">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up)">
                                      <p:cBhvr>
                                        <p:cTn id="12" dur="500"/>
                                        <p:tgtEl>
                                          <p:spTgt spid="5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up)">
                                      <p:cBhvr>
                                        <p:cTn id="16" dur="500"/>
                                        <p:tgtEl>
                                          <p:spTgt spid="50"/>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wipe(up)">
                                      <p:cBhvr>
                                        <p:cTn id="2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A9B13B6-FDBA-4C88-86EB-084E7481574A}"/>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19</a:t>
            </a:fld>
            <a:endParaRPr lang="en-US" altLang="zh-CN" dirty="0"/>
          </a:p>
        </p:txBody>
      </p:sp>
      <p:sp>
        <p:nvSpPr>
          <p:cNvPr id="5" name="Rectangle 4">
            <a:extLst>
              <a:ext uri="{FF2B5EF4-FFF2-40B4-BE49-F238E27FC236}">
                <a16:creationId xmlns:a16="http://schemas.microsoft.com/office/drawing/2014/main" id="{14055338-2CDA-426C-92A9-0A4D81F288E9}"/>
              </a:ext>
            </a:extLst>
          </p:cNvPr>
          <p:cNvSpPr txBox="1">
            <a:spLocks noChangeArrowheads="1"/>
          </p:cNvSpPr>
          <p:nvPr/>
        </p:nvSpPr>
        <p:spPr bwMode="auto">
          <a:xfrm>
            <a:off x="2932814" y="79265"/>
            <a:ext cx="5410200" cy="600075"/>
          </a:xfrm>
          <a:prstGeom prst="rect">
            <a:avLst/>
          </a:prstGeom>
          <a:noFill/>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defRPr/>
            </a:pPr>
            <a:r>
              <a:rPr lang="zh-CN" altLang="en-US" sz="2800"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默认子网掩码</a:t>
            </a:r>
          </a:p>
        </p:txBody>
      </p:sp>
      <p:sp>
        <p:nvSpPr>
          <p:cNvPr id="6" name="矩形 5">
            <a:extLst>
              <a:ext uri="{FF2B5EF4-FFF2-40B4-BE49-F238E27FC236}">
                <a16:creationId xmlns:a16="http://schemas.microsoft.com/office/drawing/2014/main" id="{8F600F3B-7DAC-4E68-B7C6-4FE60FA235BB}"/>
              </a:ext>
            </a:extLst>
          </p:cNvPr>
          <p:cNvSpPr/>
          <p:nvPr/>
        </p:nvSpPr>
        <p:spPr>
          <a:xfrm>
            <a:off x="1010954" y="1066800"/>
            <a:ext cx="7411762" cy="1363835"/>
          </a:xfrm>
          <a:prstGeom prst="rect">
            <a:avLst/>
          </a:prstGeom>
        </p:spPr>
        <p:txBody>
          <a:bodyPr wrap="square">
            <a:spAutoFit/>
          </a:bodyPr>
          <a:lstStyle/>
          <a:p>
            <a:pPr algn="just">
              <a:lnSpc>
                <a:spcPct val="250000"/>
              </a:lnSpc>
            </a:pPr>
            <a:r>
              <a:rPr lang="zh-CN" altLang="en-US" sz="1800" b="0" baseline="0" dirty="0">
                <a:solidFill>
                  <a:srgbClr val="333333"/>
                </a:solidFill>
                <a:latin typeface="微软雅黑" panose="020B0503020204020204" pitchFamily="34" charset="-122"/>
                <a:ea typeface="微软雅黑" panose="020B0503020204020204" pitchFamily="34" charset="-122"/>
              </a:rPr>
              <a:t>默认子网掩码是根据</a:t>
            </a:r>
            <a:r>
              <a:rPr lang="en-US" altLang="zh-CN" sz="1800" b="0" baseline="0" dirty="0">
                <a:solidFill>
                  <a:srgbClr val="333333"/>
                </a:solidFill>
                <a:latin typeface="微软雅黑" panose="020B0503020204020204" pitchFamily="34" charset="-122"/>
                <a:ea typeface="微软雅黑" panose="020B0503020204020204" pitchFamily="34" charset="-122"/>
              </a:rPr>
              <a:t>IP</a:t>
            </a:r>
            <a:r>
              <a:rPr lang="zh-CN" altLang="en-US" sz="1800" b="0" baseline="0" dirty="0">
                <a:solidFill>
                  <a:srgbClr val="333333"/>
                </a:solidFill>
                <a:latin typeface="微软雅黑" panose="020B0503020204020204" pitchFamily="34" charset="-122"/>
                <a:ea typeface="微软雅黑" panose="020B0503020204020204" pitchFamily="34" charset="-122"/>
              </a:rPr>
              <a:t>地址</a:t>
            </a:r>
            <a:r>
              <a:rPr lang="zh-CN" altLang="en-US" sz="1800" baseline="0" dirty="0">
                <a:solidFill>
                  <a:srgbClr val="FF0000"/>
                </a:solidFill>
                <a:latin typeface="微软雅黑" panose="020B0503020204020204" pitchFamily="34" charset="-122"/>
                <a:ea typeface="微软雅黑" panose="020B0503020204020204" pitchFamily="34" charset="-122"/>
              </a:rPr>
              <a:t>类别</a:t>
            </a:r>
            <a:r>
              <a:rPr lang="zh-CN" altLang="en-US" sz="1800" b="0" baseline="0" dirty="0">
                <a:solidFill>
                  <a:srgbClr val="333333"/>
                </a:solidFill>
                <a:latin typeface="微软雅黑" panose="020B0503020204020204" pitchFamily="34" charset="-122"/>
                <a:ea typeface="微软雅黑" panose="020B0503020204020204" pitchFamily="34" charset="-122"/>
              </a:rPr>
              <a:t>预定义的固定值，用于将</a:t>
            </a:r>
            <a:r>
              <a:rPr lang="en-US" altLang="zh-CN" sz="1800" b="0" baseline="0" dirty="0">
                <a:solidFill>
                  <a:srgbClr val="333333"/>
                </a:solidFill>
                <a:latin typeface="微软雅黑" panose="020B0503020204020204" pitchFamily="34" charset="-122"/>
                <a:ea typeface="微软雅黑" panose="020B0503020204020204" pitchFamily="34" charset="-122"/>
              </a:rPr>
              <a:t>IP</a:t>
            </a:r>
            <a:r>
              <a:rPr lang="zh-CN" altLang="en-US" sz="1800" b="0" baseline="0" dirty="0">
                <a:solidFill>
                  <a:srgbClr val="333333"/>
                </a:solidFill>
                <a:latin typeface="微软雅黑" panose="020B0503020204020204" pitchFamily="34" charset="-122"/>
                <a:ea typeface="微软雅黑" panose="020B0503020204020204" pitchFamily="34" charset="-122"/>
              </a:rPr>
              <a:t>地址分成网络部分和主机部分。</a:t>
            </a:r>
            <a:endParaRPr lang="zh-CN" altLang="en-US" sz="1800" b="0" i="0" baseline="0" dirty="0">
              <a:solidFill>
                <a:srgbClr val="333333"/>
              </a:solidFill>
              <a:effectLst/>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C5A9115-E4F4-42E5-88B2-F5FE890C2C48}"/>
              </a:ext>
            </a:extLst>
          </p:cNvPr>
          <p:cNvSpPr txBox="1"/>
          <p:nvPr/>
        </p:nvSpPr>
        <p:spPr>
          <a:xfrm>
            <a:off x="1066800" y="2819400"/>
            <a:ext cx="3505200" cy="338554"/>
          </a:xfrm>
          <a:prstGeom prst="rect">
            <a:avLst/>
          </a:prstGeom>
          <a:noFill/>
        </p:spPr>
        <p:txBody>
          <a:bodyPr wrap="square" rtlCol="0">
            <a:spAutoFit/>
          </a:bodyPr>
          <a:lstStyle/>
          <a:p>
            <a:r>
              <a:rPr lang="en-US" altLang="zh-CN" sz="1600" dirty="0">
                <a:solidFill>
                  <a:schemeClr val="folHlink"/>
                </a:solidFill>
                <a:ea typeface="宋体" panose="02010600030101010101" pitchFamily="2" charset="-122"/>
              </a:rPr>
              <a:t>Table 19.2  </a:t>
            </a:r>
            <a:r>
              <a:rPr lang="zh-CN" altLang="en-US" sz="1600" dirty="0">
                <a:ea typeface="宋体" panose="02010600030101010101" pitchFamily="2" charset="-122"/>
              </a:rPr>
              <a:t>分类寻址的默认掩码</a:t>
            </a:r>
          </a:p>
        </p:txBody>
      </p:sp>
      <p:graphicFrame>
        <p:nvGraphicFramePr>
          <p:cNvPr id="3" name="表格 2">
            <a:extLst>
              <a:ext uri="{FF2B5EF4-FFF2-40B4-BE49-F238E27FC236}">
                <a16:creationId xmlns:a16="http://schemas.microsoft.com/office/drawing/2014/main" id="{444C2A6E-F924-4608-98AA-A281A10E2AB1}"/>
              </a:ext>
            </a:extLst>
          </p:cNvPr>
          <p:cNvGraphicFramePr>
            <a:graphicFrameLocks noGrp="1"/>
          </p:cNvGraphicFramePr>
          <p:nvPr>
            <p:extLst>
              <p:ext uri="{D42A27DB-BD31-4B8C-83A1-F6EECF244321}">
                <p14:modId xmlns:p14="http://schemas.microsoft.com/office/powerpoint/2010/main" val="2206211323"/>
              </p:ext>
            </p:extLst>
          </p:nvPr>
        </p:nvGraphicFramePr>
        <p:xfrm>
          <a:off x="990600" y="3376318"/>
          <a:ext cx="7432116" cy="2271452"/>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465440796"/>
                    </a:ext>
                  </a:extLst>
                </a:gridCol>
                <a:gridCol w="3886200">
                  <a:extLst>
                    <a:ext uri="{9D8B030D-6E8A-4147-A177-3AD203B41FA5}">
                      <a16:colId xmlns:a16="http://schemas.microsoft.com/office/drawing/2014/main" val="292112825"/>
                    </a:ext>
                  </a:extLst>
                </a:gridCol>
                <a:gridCol w="1981200">
                  <a:extLst>
                    <a:ext uri="{9D8B030D-6E8A-4147-A177-3AD203B41FA5}">
                      <a16:colId xmlns:a16="http://schemas.microsoft.com/office/drawing/2014/main" val="1888620621"/>
                    </a:ext>
                  </a:extLst>
                </a:gridCol>
                <a:gridCol w="802716">
                  <a:extLst>
                    <a:ext uri="{9D8B030D-6E8A-4147-A177-3AD203B41FA5}">
                      <a16:colId xmlns:a16="http://schemas.microsoft.com/office/drawing/2014/main" val="2028939225"/>
                    </a:ext>
                  </a:extLst>
                </a:gridCol>
              </a:tblGrid>
              <a:tr h="567863">
                <a:tc>
                  <a:txBody>
                    <a:bodyPr/>
                    <a:lstStyle/>
                    <a:p>
                      <a:pPr algn="ctr"/>
                      <a:r>
                        <a:rPr lang="en-US" altLang="zh-CN" b="1" dirty="0">
                          <a:latin typeface="Times New Roman" panose="02020603050405020304" pitchFamily="18" charset="0"/>
                          <a:cs typeface="Times New Roman" panose="02020603050405020304" pitchFamily="18" charset="0"/>
                        </a:rPr>
                        <a:t>Class</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tc>
                  <a:txBody>
                    <a:bodyPr/>
                    <a:lstStyle/>
                    <a:p>
                      <a:pPr algn="ctr"/>
                      <a:r>
                        <a:rPr lang="en-US" altLang="zh-CN" b="1" dirty="0">
                          <a:latin typeface="Times New Roman" panose="02020603050405020304" pitchFamily="18" charset="0"/>
                          <a:cs typeface="Times New Roman" panose="02020603050405020304" pitchFamily="18" charset="0"/>
                        </a:rPr>
                        <a:t>Binary</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tc>
                  <a:txBody>
                    <a:bodyPr/>
                    <a:lstStyle/>
                    <a:p>
                      <a:pPr algn="ctr"/>
                      <a:r>
                        <a:rPr lang="en-US" altLang="zh-CN" b="1" dirty="0">
                          <a:latin typeface="Times New Roman" panose="02020603050405020304" pitchFamily="18" charset="0"/>
                          <a:cs typeface="Times New Roman" panose="02020603050405020304" pitchFamily="18" charset="0"/>
                        </a:rPr>
                        <a:t>Dotted-Decimal</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tc>
                  <a:txBody>
                    <a:bodyPr/>
                    <a:lstStyle/>
                    <a:p>
                      <a:pPr algn="ctr"/>
                      <a:r>
                        <a:rPr lang="en-US" altLang="zh-CN" b="1" dirty="0">
                          <a:latin typeface="Times New Roman" panose="02020603050405020304" pitchFamily="18" charset="0"/>
                          <a:cs typeface="Times New Roman" panose="02020603050405020304" pitchFamily="18" charset="0"/>
                        </a:rPr>
                        <a:t>CIDR</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CCECFF"/>
                    </a:solidFill>
                  </a:tcPr>
                </a:tc>
                <a:extLst>
                  <a:ext uri="{0D108BD9-81ED-4DB2-BD59-A6C34878D82A}">
                    <a16:rowId xmlns:a16="http://schemas.microsoft.com/office/drawing/2014/main" val="1102966393"/>
                  </a:ext>
                </a:extLst>
              </a:tr>
              <a:tr h="567863">
                <a:tc>
                  <a:txBody>
                    <a:bodyPr/>
                    <a:lstStyle/>
                    <a:p>
                      <a:pPr algn="ctr"/>
                      <a:r>
                        <a:rPr lang="en-US" altLang="zh-CN" dirty="0">
                          <a:latin typeface="Times New Roman" panose="02020603050405020304" pitchFamily="18" charset="0"/>
                          <a:cs typeface="Times New Roman" panose="02020603050405020304" pitchFamily="18" charset="0"/>
                        </a:rPr>
                        <a:t>A</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sz="1600" dirty="0">
                          <a:solidFill>
                            <a:srgbClr val="FF0000"/>
                          </a:solidFill>
                          <a:latin typeface="Times New Roman" panose="02020603050405020304" pitchFamily="18" charset="0"/>
                          <a:cs typeface="Times New Roman" panose="02020603050405020304" pitchFamily="18" charset="0"/>
                        </a:rPr>
                        <a:t>11111111</a:t>
                      </a:r>
                      <a:r>
                        <a:rPr lang="en-US" altLang="zh-CN" sz="1600" dirty="0">
                          <a:latin typeface="Times New Roman" panose="02020603050405020304" pitchFamily="18" charset="0"/>
                          <a:cs typeface="Times New Roman" panose="02020603050405020304" pitchFamily="18" charset="0"/>
                        </a:rPr>
                        <a:t> 00000000 00000000 00000000</a:t>
                      </a:r>
                      <a:endParaRPr lang="zh-CN" altLang="en-US" sz="160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b="0" dirty="0">
                          <a:solidFill>
                            <a:srgbClr val="FF0000"/>
                          </a:solidFill>
                          <a:latin typeface="Times New Roman" panose="02020603050405020304" pitchFamily="18" charset="0"/>
                          <a:cs typeface="Times New Roman" panose="02020603050405020304" pitchFamily="18" charset="0"/>
                        </a:rPr>
                        <a:t>255</a:t>
                      </a:r>
                      <a:r>
                        <a:rPr lang="en-US" altLang="zh-CN" dirty="0">
                          <a:latin typeface="Times New Roman" panose="02020603050405020304" pitchFamily="18" charset="0"/>
                          <a:cs typeface="Times New Roman" panose="02020603050405020304" pitchFamily="18" charset="0"/>
                        </a:rPr>
                        <a:t>.0.0.0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2674550824"/>
                  </a:ext>
                </a:extLst>
              </a:tr>
              <a:tr h="567863">
                <a:tc>
                  <a:txBody>
                    <a:bodyPr/>
                    <a:lstStyle/>
                    <a:p>
                      <a:pPr algn="ctr"/>
                      <a:r>
                        <a:rPr lang="en-US" altLang="zh-CN" dirty="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sz="1600" dirty="0">
                          <a:solidFill>
                            <a:srgbClr val="FF0000"/>
                          </a:solidFill>
                          <a:latin typeface="Times New Roman" panose="02020603050405020304" pitchFamily="18" charset="0"/>
                          <a:cs typeface="Times New Roman" panose="02020603050405020304" pitchFamily="18" charset="0"/>
                        </a:rPr>
                        <a:t>11111111 11111111 </a:t>
                      </a:r>
                      <a:r>
                        <a:rPr lang="en-US" altLang="zh-CN" sz="1600" dirty="0">
                          <a:latin typeface="Times New Roman" panose="02020603050405020304" pitchFamily="18" charset="0"/>
                          <a:cs typeface="Times New Roman" panose="02020603050405020304" pitchFamily="18" charset="0"/>
                        </a:rPr>
                        <a:t>00000000 00000000</a:t>
                      </a:r>
                      <a:endParaRPr lang="zh-CN" altLang="en-US" sz="160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sz="1800" b="0" kern="1200" dirty="0">
                          <a:solidFill>
                            <a:srgbClr val="FF0000"/>
                          </a:solidFill>
                          <a:latin typeface="Times New Roman" panose="02020603050405020304" pitchFamily="18" charset="0"/>
                          <a:ea typeface="+mn-ea"/>
                          <a:cs typeface="Times New Roman" panose="02020603050405020304" pitchFamily="18" charset="0"/>
                        </a:rPr>
                        <a:t>255.255</a:t>
                      </a: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dirty="0">
                          <a:latin typeface="Times New Roman" panose="02020603050405020304" pitchFamily="18" charset="0"/>
                          <a:cs typeface="Times New Roman" panose="02020603050405020304" pitchFamily="18" charset="0"/>
                        </a:rPr>
                        <a:t>/16</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2566495921"/>
                  </a:ext>
                </a:extLst>
              </a:tr>
              <a:tr h="567863">
                <a:tc>
                  <a:txBody>
                    <a:bodyPr/>
                    <a:lstStyle/>
                    <a:p>
                      <a:pPr algn="ctr"/>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sz="1600" dirty="0">
                          <a:solidFill>
                            <a:srgbClr val="FF0000"/>
                          </a:solidFill>
                          <a:latin typeface="Times New Roman" panose="02020603050405020304" pitchFamily="18" charset="0"/>
                          <a:cs typeface="Times New Roman" panose="02020603050405020304" pitchFamily="18" charset="0"/>
                        </a:rPr>
                        <a:t>11111111 11111111 11111111 </a:t>
                      </a:r>
                      <a:r>
                        <a:rPr lang="en-US" altLang="zh-CN" sz="1600" dirty="0">
                          <a:latin typeface="Times New Roman" panose="02020603050405020304" pitchFamily="18" charset="0"/>
                          <a:cs typeface="Times New Roman" panose="02020603050405020304" pitchFamily="18" charset="0"/>
                        </a:rPr>
                        <a:t>00000000</a:t>
                      </a:r>
                      <a:endParaRPr lang="zh-CN" altLang="en-US" sz="1600"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sz="1800" b="0" kern="1200" dirty="0">
                          <a:solidFill>
                            <a:srgbClr val="FF0000"/>
                          </a:solidFill>
                          <a:latin typeface="Times New Roman" panose="02020603050405020304" pitchFamily="18" charset="0"/>
                          <a:ea typeface="+mn-ea"/>
                          <a:cs typeface="Times New Roman" panose="02020603050405020304" pitchFamily="18" charset="0"/>
                        </a:rPr>
                        <a:t>255.255.255</a:t>
                      </a: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tc>
                  <a:txBody>
                    <a:bodyPr/>
                    <a:lstStyle/>
                    <a:p>
                      <a:pPr algn="ctr"/>
                      <a:r>
                        <a:rPr lang="en-US" altLang="zh-CN" dirty="0">
                          <a:latin typeface="Times New Roman" panose="02020603050405020304" pitchFamily="18" charset="0"/>
                          <a:cs typeface="Times New Roman" panose="02020603050405020304" pitchFamily="18" charset="0"/>
                        </a:rPr>
                        <a:t>/24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solidFill>
                      <a:srgbClr val="EBF7FF"/>
                    </a:solidFill>
                  </a:tcPr>
                </a:tc>
                <a:extLst>
                  <a:ext uri="{0D108BD9-81ED-4DB2-BD59-A6C34878D82A}">
                    <a16:rowId xmlns:a16="http://schemas.microsoft.com/office/drawing/2014/main" val="1353447108"/>
                  </a:ext>
                </a:extLst>
              </a:tr>
            </a:tbl>
          </a:graphicData>
        </a:graphic>
      </p:graphicFrame>
    </p:spTree>
    <p:extLst>
      <p:ext uri="{BB962C8B-B14F-4D97-AF65-F5344CB8AC3E}">
        <p14:creationId xmlns:p14="http://schemas.microsoft.com/office/powerpoint/2010/main" val="1972451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3F7E464-2441-4D00-9F71-5A29795963E4}"/>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20</a:t>
            </a:fld>
            <a:endParaRPr lang="en-US" altLang="zh-CN" dirty="0"/>
          </a:p>
        </p:txBody>
      </p:sp>
      <p:sp>
        <p:nvSpPr>
          <p:cNvPr id="3" name="Rectangle 2">
            <a:extLst>
              <a:ext uri="{FF2B5EF4-FFF2-40B4-BE49-F238E27FC236}">
                <a16:creationId xmlns:a16="http://schemas.microsoft.com/office/drawing/2014/main" id="{A604ECCB-21B1-4364-AF4C-ABE79DEF669A}"/>
              </a:ext>
            </a:extLst>
          </p:cNvPr>
          <p:cNvSpPr txBox="1">
            <a:spLocks noChangeArrowheads="1"/>
          </p:cNvSpPr>
          <p:nvPr/>
        </p:nvSpPr>
        <p:spPr bwMode="auto">
          <a:xfrm>
            <a:off x="3075439" y="114738"/>
            <a:ext cx="4853811" cy="517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思考和讨论</a:t>
            </a:r>
            <a:endParaRPr lang="en-US" altLang="zh-CN"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TextBox 78">
            <a:extLst>
              <a:ext uri="{FF2B5EF4-FFF2-40B4-BE49-F238E27FC236}">
                <a16:creationId xmlns:a16="http://schemas.microsoft.com/office/drawing/2014/main" id="{41B9D413-7D29-41B1-AD71-8221C199B7DE}"/>
              </a:ext>
            </a:extLst>
          </p:cNvPr>
          <p:cNvSpPr txBox="1">
            <a:spLocks noChangeArrowheads="1"/>
          </p:cNvSpPr>
          <p:nvPr/>
        </p:nvSpPr>
        <p:spPr bwMode="auto">
          <a:xfrm>
            <a:off x="1089596" y="3348383"/>
            <a:ext cx="6964808" cy="1002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nSpc>
                <a:spcPct val="200000"/>
              </a:lnSpc>
            </a:pPr>
            <a:r>
              <a:rPr lang="zh-CN" altLang="en-US" sz="1600" baseline="0" dirty="0">
                <a:solidFill>
                  <a:srgbClr val="FF0000"/>
                </a:solidFill>
                <a:latin typeface="微软雅黑" panose="020B0503020204020204" pitchFamily="34" charset="-122"/>
                <a:ea typeface="微软雅黑" panose="020B0503020204020204" pitchFamily="34" charset="-122"/>
              </a:rPr>
              <a:t>问题</a:t>
            </a:r>
            <a:r>
              <a:rPr lang="en-US" altLang="zh-CN" sz="1600" baseline="0" dirty="0">
                <a:solidFill>
                  <a:srgbClr val="FF0000"/>
                </a:solidFill>
                <a:latin typeface="微软雅黑" panose="020B0503020204020204" pitchFamily="34" charset="-122"/>
                <a:ea typeface="微软雅黑" panose="020B0503020204020204" pitchFamily="34" charset="-122"/>
              </a:rPr>
              <a:t>1</a:t>
            </a:r>
            <a:r>
              <a:rPr lang="zh-CN" altLang="en-US" sz="1600" b="0" baseline="0" dirty="0">
                <a:solidFill>
                  <a:srgbClr val="FF0000"/>
                </a:solidFill>
                <a:latin typeface="微软雅黑" panose="020B0503020204020204" pitchFamily="34" charset="-122"/>
                <a:ea typeface="微软雅黑" panose="020B0503020204020204" pitchFamily="34" charset="-122"/>
              </a:rPr>
              <a:t>：</a:t>
            </a:r>
            <a:r>
              <a:rPr lang="zh-CN" altLang="en-US" sz="1600" b="0" baseline="0" dirty="0">
                <a:latin typeface="微软雅黑" panose="020B0503020204020204" pitchFamily="34" charset="-122"/>
                <a:ea typeface="微软雅黑" panose="020B0503020204020204" pitchFamily="34" charset="-122"/>
              </a:rPr>
              <a:t>如果 </a:t>
            </a:r>
            <a:r>
              <a:rPr lang="en-US" altLang="zh-CN" sz="1600" b="0" baseline="0" dirty="0">
                <a:latin typeface="微软雅黑" panose="020B0503020204020204" pitchFamily="34" charset="-122"/>
                <a:ea typeface="微软雅黑" panose="020B0503020204020204" pitchFamily="34" charset="-122"/>
              </a:rPr>
              <a:t>A </a:t>
            </a:r>
            <a:r>
              <a:rPr lang="zh-CN" altLang="en-US" sz="1600" b="0" baseline="0" dirty="0">
                <a:latin typeface="微软雅黑" panose="020B0503020204020204" pitchFamily="34" charset="-122"/>
                <a:ea typeface="微软雅黑" panose="020B0503020204020204" pitchFamily="34" charset="-122"/>
              </a:rPr>
              <a:t>和 </a:t>
            </a:r>
            <a:r>
              <a:rPr lang="en-US" altLang="zh-CN" sz="1600" b="0" baseline="0" dirty="0">
                <a:latin typeface="微软雅黑" panose="020B0503020204020204" pitchFamily="34" charset="-122"/>
                <a:ea typeface="微软雅黑" panose="020B0503020204020204" pitchFamily="34" charset="-122"/>
              </a:rPr>
              <a:t>B </a:t>
            </a:r>
            <a:r>
              <a:rPr lang="zh-CN" altLang="en-US" sz="1600" b="0" baseline="0" dirty="0">
                <a:latin typeface="微软雅黑" panose="020B0503020204020204" pitchFamily="34" charset="-122"/>
                <a:ea typeface="微软雅黑" panose="020B0503020204020204" pitchFamily="34" charset="-122"/>
              </a:rPr>
              <a:t>的 </a:t>
            </a:r>
            <a:r>
              <a:rPr lang="en-US" altLang="zh-CN" sz="1600" b="0" baseline="0" dirty="0">
                <a:latin typeface="微软雅黑" panose="020B0503020204020204" pitchFamily="34" charset="-122"/>
                <a:ea typeface="微软雅黑" panose="020B0503020204020204" pitchFamily="34" charset="-122"/>
              </a:rPr>
              <a:t>IP </a:t>
            </a:r>
            <a:r>
              <a:rPr lang="zh-CN" altLang="en-US" sz="1600" b="0" baseline="0" dirty="0">
                <a:latin typeface="微软雅黑" panose="020B0503020204020204" pitchFamily="34" charset="-122"/>
                <a:ea typeface="微软雅黑" panose="020B0503020204020204" pitchFamily="34" charset="-122"/>
              </a:rPr>
              <a:t>地址分别为 </a:t>
            </a:r>
            <a:r>
              <a:rPr lang="en-US" altLang="zh-CN" sz="1600" b="0" baseline="0" dirty="0">
                <a:latin typeface="微软雅黑" panose="020B0503020204020204" pitchFamily="34" charset="-122"/>
                <a:ea typeface="微软雅黑" panose="020B0503020204020204" pitchFamily="34" charset="-122"/>
              </a:rPr>
              <a:t>192.168.1.1 </a:t>
            </a:r>
            <a:r>
              <a:rPr lang="zh-CN" altLang="en-US" sz="1600" b="0" baseline="0" dirty="0">
                <a:latin typeface="微软雅黑" panose="020B0503020204020204" pitchFamily="34" charset="-122"/>
                <a:ea typeface="微软雅黑" panose="020B0503020204020204" pitchFamily="34" charset="-122"/>
              </a:rPr>
              <a:t>和 </a:t>
            </a:r>
            <a:r>
              <a:rPr lang="en-US" altLang="zh-CN" sz="1600" b="0" baseline="0" dirty="0">
                <a:latin typeface="微软雅黑" panose="020B0503020204020204" pitchFamily="34" charset="-122"/>
                <a:ea typeface="微软雅黑" panose="020B0503020204020204" pitchFamily="34" charset="-122"/>
              </a:rPr>
              <a:t>192.168.1.2</a:t>
            </a:r>
            <a:r>
              <a:rPr lang="zh-CN" altLang="en-US" sz="1600" b="0" baseline="0" dirty="0">
                <a:latin typeface="微软雅黑" panose="020B0503020204020204" pitchFamily="34" charset="-122"/>
                <a:ea typeface="微软雅黑" panose="020B0503020204020204" pitchFamily="34" charset="-122"/>
              </a:rPr>
              <a:t>，要使它们处于同一子网，子网掩码应该是多少？</a:t>
            </a:r>
            <a:endParaRPr lang="en-US" altLang="zh-CN" sz="1600" b="0" baseline="0" dirty="0">
              <a:latin typeface="微软雅黑" panose="020B0503020204020204" pitchFamily="34" charset="-122"/>
              <a:ea typeface="微软雅黑" panose="020B0503020204020204" pitchFamily="34" charset="-122"/>
            </a:endParaRPr>
          </a:p>
        </p:txBody>
      </p:sp>
      <p:sp>
        <p:nvSpPr>
          <p:cNvPr id="47" name="TextBox 78">
            <a:extLst>
              <a:ext uri="{FF2B5EF4-FFF2-40B4-BE49-F238E27FC236}">
                <a16:creationId xmlns:a16="http://schemas.microsoft.com/office/drawing/2014/main" id="{191B0622-B149-4B1F-9C3D-673354635583}"/>
              </a:ext>
            </a:extLst>
          </p:cNvPr>
          <p:cNvSpPr txBox="1">
            <a:spLocks noChangeArrowheads="1"/>
          </p:cNvSpPr>
          <p:nvPr/>
        </p:nvSpPr>
        <p:spPr bwMode="auto">
          <a:xfrm>
            <a:off x="1089596" y="4501609"/>
            <a:ext cx="6964808" cy="1002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nSpc>
                <a:spcPct val="200000"/>
              </a:lnSpc>
            </a:pPr>
            <a:r>
              <a:rPr lang="zh-CN" altLang="en-US" sz="1600" baseline="0" dirty="0">
                <a:solidFill>
                  <a:srgbClr val="FF0000"/>
                </a:solidFill>
                <a:latin typeface="微软雅黑" panose="020B0503020204020204" pitchFamily="34" charset="-122"/>
                <a:ea typeface="微软雅黑" panose="020B0503020204020204" pitchFamily="34" charset="-122"/>
              </a:rPr>
              <a:t>问题</a:t>
            </a:r>
            <a:r>
              <a:rPr lang="en-US" altLang="zh-CN" sz="1600" baseline="0" dirty="0">
                <a:solidFill>
                  <a:srgbClr val="FF0000"/>
                </a:solidFill>
                <a:latin typeface="微软雅黑" panose="020B0503020204020204" pitchFamily="34" charset="-122"/>
                <a:ea typeface="微软雅黑" panose="020B0503020204020204" pitchFamily="34" charset="-122"/>
              </a:rPr>
              <a:t>2</a:t>
            </a:r>
            <a:r>
              <a:rPr lang="zh-CN" altLang="en-US" sz="1600" b="0" baseline="0" dirty="0">
                <a:solidFill>
                  <a:srgbClr val="FF0000"/>
                </a:solidFill>
                <a:latin typeface="微软雅黑" panose="020B0503020204020204" pitchFamily="34" charset="-122"/>
                <a:ea typeface="微软雅黑" panose="020B0503020204020204" pitchFamily="34" charset="-122"/>
              </a:rPr>
              <a:t>：</a:t>
            </a:r>
            <a:r>
              <a:rPr lang="zh-CN" altLang="en-US" sz="1600" b="0" baseline="0" dirty="0">
                <a:latin typeface="微软雅黑" panose="020B0503020204020204" pitchFamily="34" charset="-122"/>
                <a:ea typeface="微软雅黑" panose="020B0503020204020204" pitchFamily="34" charset="-122"/>
              </a:rPr>
              <a:t>如果 </a:t>
            </a:r>
            <a:r>
              <a:rPr lang="en-US" altLang="zh-CN" sz="1600" b="0" baseline="0" dirty="0">
                <a:latin typeface="微软雅黑" panose="020B0503020204020204" pitchFamily="34" charset="-122"/>
                <a:ea typeface="微软雅黑" panose="020B0503020204020204" pitchFamily="34" charset="-122"/>
              </a:rPr>
              <a:t>A </a:t>
            </a:r>
            <a:r>
              <a:rPr lang="zh-CN" altLang="en-US" sz="1600" b="0" baseline="0" dirty="0">
                <a:latin typeface="微软雅黑" panose="020B0503020204020204" pitchFamily="34" charset="-122"/>
                <a:ea typeface="微软雅黑" panose="020B0503020204020204" pitchFamily="34" charset="-122"/>
              </a:rPr>
              <a:t>和 </a:t>
            </a:r>
            <a:r>
              <a:rPr lang="en-US" altLang="zh-CN" sz="1600" b="0" baseline="0" dirty="0">
                <a:latin typeface="微软雅黑" panose="020B0503020204020204" pitchFamily="34" charset="-122"/>
                <a:ea typeface="微软雅黑" panose="020B0503020204020204" pitchFamily="34" charset="-122"/>
              </a:rPr>
              <a:t>B </a:t>
            </a:r>
            <a:r>
              <a:rPr lang="zh-CN" altLang="en-US" sz="1600" b="0" baseline="0" dirty="0">
                <a:latin typeface="微软雅黑" panose="020B0503020204020204" pitchFamily="34" charset="-122"/>
                <a:ea typeface="微软雅黑" panose="020B0503020204020204" pitchFamily="34" charset="-122"/>
              </a:rPr>
              <a:t>处于同一子网，子网掩码均为 </a:t>
            </a:r>
            <a:r>
              <a:rPr lang="en-US" altLang="zh-CN" sz="1600" b="0" baseline="0" dirty="0">
                <a:latin typeface="微软雅黑" panose="020B0503020204020204" pitchFamily="34" charset="-122"/>
                <a:ea typeface="微软雅黑" panose="020B0503020204020204" pitchFamily="34" charset="-122"/>
              </a:rPr>
              <a:t>255.255.0.0</a:t>
            </a:r>
            <a:r>
              <a:rPr lang="zh-CN" altLang="en-US" sz="1600" b="0" baseline="0" dirty="0">
                <a:latin typeface="微软雅黑" panose="020B0503020204020204" pitchFamily="34" charset="-122"/>
                <a:ea typeface="微软雅黑" panose="020B0503020204020204" pitchFamily="34" charset="-122"/>
              </a:rPr>
              <a:t>，仍然使用</a:t>
            </a:r>
            <a:r>
              <a:rPr lang="en-US" altLang="zh-CN" sz="1600" b="0" baseline="0" dirty="0">
                <a:latin typeface="微软雅黑" panose="020B0503020204020204" pitchFamily="34" charset="-122"/>
                <a:ea typeface="微软雅黑" panose="020B0503020204020204" pitchFamily="34" charset="-122"/>
              </a:rPr>
              <a:t> 192.168.1.1 </a:t>
            </a:r>
            <a:r>
              <a:rPr lang="zh-CN" altLang="en-US" sz="1600" b="0" baseline="0" dirty="0">
                <a:latin typeface="微软雅黑" panose="020B0503020204020204" pitchFamily="34" charset="-122"/>
                <a:ea typeface="微软雅黑" panose="020B0503020204020204" pitchFamily="34" charset="-122"/>
              </a:rPr>
              <a:t>和 </a:t>
            </a:r>
            <a:r>
              <a:rPr lang="en-US" altLang="zh-CN" sz="1600" b="0" baseline="0" dirty="0">
                <a:latin typeface="微软雅黑" panose="020B0503020204020204" pitchFamily="34" charset="-122"/>
                <a:ea typeface="微软雅黑" panose="020B0503020204020204" pitchFamily="34" charset="-122"/>
              </a:rPr>
              <a:t>192.168.1.2 </a:t>
            </a:r>
            <a:r>
              <a:rPr lang="zh-CN" altLang="en-US" sz="1600" b="0" baseline="0" dirty="0">
                <a:latin typeface="微软雅黑" panose="020B0503020204020204" pitchFamily="34" charset="-122"/>
                <a:ea typeface="微软雅黑" panose="020B0503020204020204" pitchFamily="34" charset="-122"/>
              </a:rPr>
              <a:t>这两个地址可以吗？</a:t>
            </a:r>
            <a:endParaRPr lang="en-US" altLang="zh-CN" sz="1600" b="0" baseline="0" dirty="0">
              <a:latin typeface="微软雅黑" panose="020B0503020204020204" pitchFamily="34" charset="-122"/>
              <a:ea typeface="微软雅黑" panose="020B0503020204020204" pitchFamily="34" charset="-122"/>
            </a:endParaRPr>
          </a:p>
        </p:txBody>
      </p:sp>
      <p:grpSp>
        <p:nvGrpSpPr>
          <p:cNvPr id="51" name="组合 50">
            <a:extLst>
              <a:ext uri="{FF2B5EF4-FFF2-40B4-BE49-F238E27FC236}">
                <a16:creationId xmlns:a16="http://schemas.microsoft.com/office/drawing/2014/main" id="{EDC4452B-907B-4021-8425-71192D2AFBE1}"/>
              </a:ext>
            </a:extLst>
          </p:cNvPr>
          <p:cNvGrpSpPr/>
          <p:nvPr/>
        </p:nvGrpSpPr>
        <p:grpSpPr>
          <a:xfrm>
            <a:off x="1840230" y="1360169"/>
            <a:ext cx="5429250" cy="1451211"/>
            <a:chOff x="1840230" y="1360169"/>
            <a:chExt cx="5429250" cy="1451211"/>
          </a:xfrm>
        </p:grpSpPr>
        <p:cxnSp>
          <p:nvCxnSpPr>
            <p:cNvPr id="5" name="直接连接符 4">
              <a:extLst>
                <a:ext uri="{FF2B5EF4-FFF2-40B4-BE49-F238E27FC236}">
                  <a16:creationId xmlns:a16="http://schemas.microsoft.com/office/drawing/2014/main" id="{E2BA536B-B1D1-4143-9428-139959DF3962}"/>
                </a:ext>
              </a:extLst>
            </p:cNvPr>
            <p:cNvCxnSpPr>
              <a:cxnSpLocks/>
            </p:cNvCxnSpPr>
            <p:nvPr/>
          </p:nvCxnSpPr>
          <p:spPr bwMode="auto">
            <a:xfrm flipH="1">
              <a:off x="1938383" y="1407358"/>
              <a:ext cx="5224417"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EBE13DF1-D354-4699-BE7C-1D627B725D80}"/>
                </a:ext>
              </a:extLst>
            </p:cNvPr>
            <p:cNvCxnSpPr>
              <a:cxnSpLocks/>
            </p:cNvCxnSpPr>
            <p:nvPr/>
          </p:nvCxnSpPr>
          <p:spPr bwMode="auto">
            <a:xfrm flipV="1">
              <a:off x="3402640" y="1407358"/>
              <a:ext cx="0" cy="1153653"/>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5E285D9-9624-4A79-A8CA-5D9416780E17}"/>
                </a:ext>
              </a:extLst>
            </p:cNvPr>
            <p:cNvCxnSpPr>
              <a:cxnSpLocks/>
            </p:cNvCxnSpPr>
            <p:nvPr/>
          </p:nvCxnSpPr>
          <p:spPr bwMode="auto">
            <a:xfrm flipV="1">
              <a:off x="5678245" y="1401752"/>
              <a:ext cx="0" cy="1159259"/>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extBox 96">
              <a:extLst>
                <a:ext uri="{FF2B5EF4-FFF2-40B4-BE49-F238E27FC236}">
                  <a16:creationId xmlns:a16="http://schemas.microsoft.com/office/drawing/2014/main" id="{CB2BA061-DC96-40C5-AACF-D86447EAB427}"/>
                </a:ext>
              </a:extLst>
            </p:cNvPr>
            <p:cNvSpPr txBox="1">
              <a:spLocks noChangeArrowheads="1"/>
            </p:cNvSpPr>
            <p:nvPr/>
          </p:nvSpPr>
          <p:spPr bwMode="auto">
            <a:xfrm>
              <a:off x="2778625" y="2449179"/>
              <a:ext cx="313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solidFill>
                    <a:srgbClr val="0070C0"/>
                  </a:solidFill>
                  <a:latin typeface="微软雅黑" panose="020B0503020204020204" pitchFamily="34" charset="-122"/>
                  <a:ea typeface="微软雅黑" panose="020B0503020204020204" pitchFamily="34" charset="-122"/>
                </a:rPr>
                <a:t>A</a:t>
              </a:r>
              <a:endParaRPr lang="zh-CN" altLang="en-US" sz="1400" baseline="0" dirty="0">
                <a:solidFill>
                  <a:srgbClr val="0070C0"/>
                </a:solidFill>
                <a:latin typeface="微软雅黑" panose="020B0503020204020204" pitchFamily="34" charset="-122"/>
                <a:ea typeface="微软雅黑" panose="020B0503020204020204" pitchFamily="34" charset="-122"/>
              </a:endParaRPr>
            </a:p>
          </p:txBody>
        </p:sp>
        <p:sp>
          <p:nvSpPr>
            <p:cNvPr id="21" name="TextBox 97">
              <a:extLst>
                <a:ext uri="{FF2B5EF4-FFF2-40B4-BE49-F238E27FC236}">
                  <a16:creationId xmlns:a16="http://schemas.microsoft.com/office/drawing/2014/main" id="{E74A7302-D79F-45C4-B08B-772F6FE427FF}"/>
                </a:ext>
              </a:extLst>
            </p:cNvPr>
            <p:cNvSpPr txBox="1">
              <a:spLocks noChangeArrowheads="1"/>
            </p:cNvSpPr>
            <p:nvPr/>
          </p:nvSpPr>
          <p:spPr bwMode="auto">
            <a:xfrm>
              <a:off x="6036702" y="2409352"/>
              <a:ext cx="313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400" baseline="0" dirty="0">
                  <a:solidFill>
                    <a:srgbClr val="0070C0"/>
                  </a:solidFill>
                  <a:latin typeface="微软雅黑" panose="020B0503020204020204" pitchFamily="34" charset="-122"/>
                  <a:ea typeface="微软雅黑" panose="020B0503020204020204" pitchFamily="34" charset="-122"/>
                </a:rPr>
                <a:t>B</a:t>
              </a:r>
              <a:endParaRPr lang="zh-CN" altLang="en-US" sz="1400" baseline="0" dirty="0">
                <a:solidFill>
                  <a:srgbClr val="0070C0"/>
                </a:solidFill>
                <a:latin typeface="微软雅黑" panose="020B0503020204020204" pitchFamily="34" charset="-122"/>
                <a:ea typeface="微软雅黑" panose="020B0503020204020204" pitchFamily="34" charset="-122"/>
              </a:endParaRPr>
            </a:p>
          </p:txBody>
        </p:sp>
        <p:pic>
          <p:nvPicPr>
            <p:cNvPr id="29" name="图片 33" descr="PC.png">
              <a:extLst>
                <a:ext uri="{FF2B5EF4-FFF2-40B4-BE49-F238E27FC236}">
                  <a16:creationId xmlns:a16="http://schemas.microsoft.com/office/drawing/2014/main" id="{65C29789-B7F6-4594-9C2B-B5184A37D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5059" y="2397231"/>
              <a:ext cx="515163" cy="414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图片 36" descr="PC.png">
              <a:extLst>
                <a:ext uri="{FF2B5EF4-FFF2-40B4-BE49-F238E27FC236}">
                  <a16:creationId xmlns:a16="http://schemas.microsoft.com/office/drawing/2014/main" id="{BBD90440-E7B6-4883-AF5A-1CA1D03DE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517" y="2395992"/>
              <a:ext cx="515163" cy="414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椭圆 48">
              <a:extLst>
                <a:ext uri="{FF2B5EF4-FFF2-40B4-BE49-F238E27FC236}">
                  <a16:creationId xmlns:a16="http://schemas.microsoft.com/office/drawing/2014/main" id="{03A7926B-D5C4-4606-A107-2A9A9E836F98}"/>
                </a:ext>
              </a:extLst>
            </p:cNvPr>
            <p:cNvSpPr/>
            <p:nvPr/>
          </p:nvSpPr>
          <p:spPr bwMode="auto">
            <a:xfrm>
              <a:off x="1840230" y="1360169"/>
              <a:ext cx="100716" cy="101847"/>
            </a:xfrm>
            <a:prstGeom prst="ellipse">
              <a:avLst/>
            </a:prstGeom>
            <a:noFill/>
            <a:ln w="19050" cap="flat" cmpd="sng" algn="ctr">
              <a:solidFill>
                <a:srgbClr val="0070C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Times New Roman" pitchFamily="18" charset="0"/>
              </a:endParaRPr>
            </a:p>
          </p:txBody>
        </p:sp>
        <p:sp>
          <p:nvSpPr>
            <p:cNvPr id="50" name="椭圆 49">
              <a:extLst>
                <a:ext uri="{FF2B5EF4-FFF2-40B4-BE49-F238E27FC236}">
                  <a16:creationId xmlns:a16="http://schemas.microsoft.com/office/drawing/2014/main" id="{979A968A-B01E-4D9F-BA0D-F5700B23AF0B}"/>
                </a:ext>
              </a:extLst>
            </p:cNvPr>
            <p:cNvSpPr/>
            <p:nvPr/>
          </p:nvSpPr>
          <p:spPr bwMode="auto">
            <a:xfrm>
              <a:off x="7168764" y="1360170"/>
              <a:ext cx="100716" cy="101847"/>
            </a:xfrm>
            <a:prstGeom prst="ellipse">
              <a:avLst/>
            </a:prstGeom>
            <a:noFill/>
            <a:ln w="19050" cap="flat" cmpd="sng" algn="ctr">
              <a:solidFill>
                <a:srgbClr val="0070C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386982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left)">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5203669" cy="584775"/>
          </a:xfrm>
          <a:prstGeom prst="rect">
            <a:avLst/>
          </a:prstGeom>
          <a:noFill/>
          <a:ln>
            <a:noFill/>
          </a:ln>
          <a:effectLst/>
        </p:spPr>
        <p:txBody>
          <a:bodyPr wrap="none">
            <a:spAutoFit/>
          </a:bodyPr>
          <a:lstStyle/>
          <a:p>
            <a:pPr>
              <a:defRPr/>
            </a:pPr>
            <a:r>
              <a:rPr lang="en-US" altLang="zh-CN" sz="3200" dirty="0">
                <a:latin typeface="微软雅黑" panose="020B0503020204020204" pitchFamily="34" charset="-122"/>
                <a:ea typeface="微软雅黑" panose="020B0503020204020204" pitchFamily="34" charset="-122"/>
              </a:rPr>
              <a:t>19.3  </a:t>
            </a:r>
            <a:r>
              <a:rPr lang="zh-CN" altLang="en-US" sz="3200" dirty="0">
                <a:latin typeface="微软雅黑" panose="020B0503020204020204" pitchFamily="34" charset="-122"/>
                <a:ea typeface="微软雅黑" panose="020B0503020204020204" pitchFamily="34" charset="-122"/>
              </a:rPr>
              <a:t>无分类编址（</a:t>
            </a:r>
            <a:r>
              <a:rPr lang="en-US" altLang="zh-CN" sz="3200" dirty="0">
                <a:latin typeface="微软雅黑" panose="020B0503020204020204" pitchFamily="34" charset="-122"/>
                <a:ea typeface="微软雅黑" panose="020B0503020204020204" pitchFamily="34" charset="-122"/>
              </a:rPr>
              <a:t>CIDR</a:t>
            </a:r>
            <a:r>
              <a:rPr lang="zh-CN" altLang="en-US" sz="3200" dirty="0">
                <a:latin typeface="微软雅黑" panose="020B0503020204020204" pitchFamily="34" charset="-122"/>
                <a:ea typeface="微软雅黑" panose="020B0503020204020204" pitchFamily="34" charset="-122"/>
              </a:rPr>
              <a:t>）</a:t>
            </a: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42B3F993-6CE3-45C9-AF2E-CF16B9EFEF04}"/>
              </a:ext>
            </a:extLst>
          </p:cNvPr>
          <p:cNvSpPr txBox="1"/>
          <p:nvPr/>
        </p:nvSpPr>
        <p:spPr>
          <a:xfrm>
            <a:off x="593725" y="1531479"/>
            <a:ext cx="7727950" cy="4111510"/>
          </a:xfrm>
          <a:prstGeom prst="rect">
            <a:avLst/>
          </a:prstGeom>
          <a:noFill/>
        </p:spPr>
        <p:txBody>
          <a:bodyPr wrap="square" rtlCol="0">
            <a:spAutoFit/>
          </a:bodyPr>
          <a:lstStyle/>
          <a:p>
            <a:pPr marL="0" indent="0" algn="just" eaLnBrk="1" hangingPunct="1">
              <a:lnSpc>
                <a:spcPct val="150000"/>
              </a:lnSpc>
              <a:buFont typeface="Wingdings" panose="05000000000000000000" pitchFamily="2" charset="2"/>
              <a:buNone/>
            </a:pP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划分子网虽然在一定程度上提高了</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地址空间的利用，但是互联网编号分配机构</a:t>
            </a:r>
            <a:r>
              <a:rPr lang="en-US" altLang="zh-CN" sz="1600" b="0" kern="0" dirty="0">
                <a:latin typeface="微软雅黑" panose="020B0503020204020204" pitchFamily="34" charset="-122"/>
                <a:ea typeface="微软雅黑" panose="020B0503020204020204" pitchFamily="34" charset="-122"/>
              </a:rPr>
              <a:t>ICANN</a:t>
            </a:r>
            <a:r>
              <a:rPr lang="zh-CN" altLang="en-US" sz="1600" b="0" kern="0" dirty="0">
                <a:latin typeface="微软雅黑" panose="020B0503020204020204" pitchFamily="34" charset="-122"/>
                <a:ea typeface="微软雅黑" panose="020B0503020204020204" pitchFamily="34" charset="-122"/>
              </a:rPr>
              <a:t>已</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无</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IPv4</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地址可以分配给网络服务提供商。</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年所有的</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IPv4</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地址空间已分配给全球五大区域互联网注册机构。</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2011</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年亚太区互联网注册机构分配了最后一个</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IPv4</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区块，</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2014</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年拉丁美洲和加勒比海区分配了最后一个</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IPv4</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区块，</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2015</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年北美区分配了最后一个</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IPv4</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区块，</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2019</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年欧洲区也全部分配完毕。</a:t>
            </a:r>
            <a:endPar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eaLnBrk="1" hangingPunct="1">
              <a:lnSpc>
                <a:spcPct val="150000"/>
              </a:lnSpc>
              <a:buFont typeface="Wingdings" panose="05000000000000000000" pitchFamily="2" charset="2"/>
              <a:buNone/>
            </a:pPr>
            <a:endPar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eaLnBrk="1" hangingPunct="1">
              <a:lnSpc>
                <a:spcPct val="150000"/>
              </a:lnSpc>
              <a:buFont typeface="Wingdings" panose="05000000000000000000" pitchFamily="2" charset="2"/>
              <a:buNone/>
            </a:pP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为了解决这个问题，提出了无分类编址的方法。以前在一个局域网中划分子网后其子网号的长度是固定的，即所有的子网的掩码都是相同的，之后提出变长的子网掩码</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VLSM </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Variable Length Subnet Mask</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）则进一步提高了</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地址资源利用率，在变长子网掩码基础上研究出的无分类编址方法，称为无分类域间路由选择</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Classless Inter-Domain Routing</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1" name="灯片编号占位符 1">
            <a:extLst>
              <a:ext uri="{FF2B5EF4-FFF2-40B4-BE49-F238E27FC236}">
                <a16:creationId xmlns:a16="http://schemas.microsoft.com/office/drawing/2014/main" id="{565F0B7F-6683-406D-8F56-37920A3B0D11}"/>
              </a:ext>
            </a:extLst>
          </p:cNvPr>
          <p:cNvSpPr>
            <a:spLocks noGrp="1"/>
          </p:cNvSpPr>
          <p:nvPr>
            <p:ph type="sldNum" sz="quarter" idx="10"/>
          </p:nvPr>
        </p:nvSpPr>
        <p:spPr>
          <a:xfrm>
            <a:off x="8305800" y="6400800"/>
            <a:ext cx="914400" cy="457200"/>
          </a:xfrm>
        </p:spPr>
        <p:txBody>
          <a:bodyPr/>
          <a:lstStyle/>
          <a:p>
            <a:pPr>
              <a:defRPr/>
            </a:pPr>
            <a:r>
              <a:rPr lang="en-US" altLang="zh-CN"/>
              <a:t>19.</a:t>
            </a:r>
            <a:fld id="{5483FF8B-C8DA-4D33-BDB7-8D1F50DE62E2}" type="slidenum">
              <a:rPr lang="en-US" altLang="zh-CN" smtClean="0"/>
              <a:pPr>
                <a:defRPr/>
              </a:pPr>
              <a:t>21</a:t>
            </a:fld>
            <a:endParaRPr lang="en-US" altLang="zh-CN" dirty="0"/>
          </a:p>
        </p:txBody>
      </p:sp>
    </p:spTree>
    <p:extLst>
      <p:ext uri="{BB962C8B-B14F-4D97-AF65-F5344CB8AC3E}">
        <p14:creationId xmlns:p14="http://schemas.microsoft.com/office/powerpoint/2010/main" val="2619137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ABC6ADC-4F80-4357-BF86-56FA07DD13E6}"/>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22</a:t>
            </a:fld>
            <a:endParaRPr lang="en-US" altLang="zh-CN" dirty="0"/>
          </a:p>
        </p:txBody>
      </p:sp>
      <p:sp>
        <p:nvSpPr>
          <p:cNvPr id="4" name="Rectangle 3">
            <a:extLst>
              <a:ext uri="{FF2B5EF4-FFF2-40B4-BE49-F238E27FC236}">
                <a16:creationId xmlns:a16="http://schemas.microsoft.com/office/drawing/2014/main" id="{B5377AB6-ACEA-4428-9641-BE13BC648DE8}"/>
              </a:ext>
            </a:extLst>
          </p:cNvPr>
          <p:cNvSpPr txBox="1">
            <a:spLocks noChangeArrowheads="1"/>
          </p:cNvSpPr>
          <p:nvPr/>
        </p:nvSpPr>
        <p:spPr bwMode="auto">
          <a:xfrm>
            <a:off x="2971800" y="97466"/>
            <a:ext cx="5715000" cy="612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en-US" altLang="zh-CN"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的主要特点 </a:t>
            </a:r>
          </a:p>
        </p:txBody>
      </p:sp>
      <p:sp>
        <p:nvSpPr>
          <p:cNvPr id="3" name="文本框 2">
            <a:extLst>
              <a:ext uri="{FF2B5EF4-FFF2-40B4-BE49-F238E27FC236}">
                <a16:creationId xmlns:a16="http://schemas.microsoft.com/office/drawing/2014/main" id="{77D7EA3A-7E42-4E8A-A9CD-E2C6963AB01A}"/>
              </a:ext>
            </a:extLst>
          </p:cNvPr>
          <p:cNvSpPr txBox="1"/>
          <p:nvPr/>
        </p:nvSpPr>
        <p:spPr>
          <a:xfrm>
            <a:off x="838200" y="1296301"/>
            <a:ext cx="7467600" cy="4265398"/>
          </a:xfrm>
          <a:prstGeom prst="rect">
            <a:avLst/>
          </a:prstGeom>
          <a:noFill/>
        </p:spPr>
        <p:txBody>
          <a:bodyPr wrap="square" rtlCol="0">
            <a:spAutoFit/>
          </a:bodyPr>
          <a:lstStyle/>
          <a:p>
            <a:pPr marL="354013" indent="-354013" algn="just" eaLnBrk="1" hangingPunct="1">
              <a:lnSpc>
                <a:spcPct val="200000"/>
              </a:lnSpc>
              <a:buClr>
                <a:srgbClr val="FF0000"/>
              </a:buClr>
              <a:buSzPct val="80000"/>
              <a:buFont typeface="Wingdings" panose="05000000000000000000" pitchFamily="2" charset="2"/>
              <a:buChar char="u"/>
            </a:pP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消除了传统</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类和</a:t>
            </a:r>
            <a:r>
              <a:rPr lang="en-US" altLang="zh-CN" sz="1600" kern="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类地址以及划分子网的概念</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，可以更有效地分配</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地址空间。</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使用各种长度的“网络前缀”</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(network-prefix) </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代替分类地址中的网络号和子网号，而不是像分类地址中只能使用</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字节、</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字节、</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字节长的网络号。</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中</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地址从三级编址又回到了两级编址，其记法是：</a:t>
            </a:r>
            <a:r>
              <a:rPr lang="en-US" altLang="zh-CN" sz="1600" kern="0" dirty="0">
                <a:solidFill>
                  <a:srgbClr val="FF0000"/>
                </a:solidFill>
                <a:latin typeface="微软雅黑" panose="020B0503020204020204" pitchFamily="34" charset="-122"/>
                <a:ea typeface="微软雅黑" panose="020B0503020204020204" pitchFamily="34" charset="-122"/>
              </a:rPr>
              <a:t>IP</a:t>
            </a:r>
            <a:r>
              <a:rPr lang="zh-CN" altLang="en-US" sz="1600" kern="0" dirty="0">
                <a:solidFill>
                  <a:srgbClr val="FF0000"/>
                </a:solidFill>
                <a:latin typeface="微软雅黑" panose="020B0503020204020204" pitchFamily="34" charset="-122"/>
                <a:ea typeface="微软雅黑" panose="020B0503020204020204" pitchFamily="34" charset="-122"/>
              </a:rPr>
              <a:t>地址 </a:t>
            </a:r>
            <a:r>
              <a:rPr lang="en-US" altLang="zh-CN" sz="1600" kern="0" dirty="0">
                <a:solidFill>
                  <a:srgbClr val="FF0000"/>
                </a:solidFill>
                <a:latin typeface="微软雅黑" panose="020B0503020204020204" pitchFamily="34" charset="-122"/>
                <a:ea typeface="微软雅黑" panose="020B0503020204020204" pitchFamily="34" charset="-122"/>
              </a:rPr>
              <a:t>= {&lt;</a:t>
            </a:r>
            <a:r>
              <a:rPr lang="zh-CN" altLang="en-US" sz="1600" kern="0" dirty="0">
                <a:solidFill>
                  <a:srgbClr val="FF0000"/>
                </a:solidFill>
                <a:latin typeface="微软雅黑" panose="020B0503020204020204" pitchFamily="34" charset="-122"/>
                <a:ea typeface="微软雅黑" panose="020B0503020204020204" pitchFamily="34" charset="-122"/>
              </a:rPr>
              <a:t>网络前缀</a:t>
            </a:r>
            <a:r>
              <a:rPr lang="en-US" altLang="zh-CN" sz="1600" kern="0" dirty="0">
                <a:solidFill>
                  <a:srgbClr val="FF0000"/>
                </a:solidFill>
                <a:latin typeface="微软雅黑" panose="020B0503020204020204" pitchFamily="34" charset="-122"/>
                <a:ea typeface="微软雅黑" panose="020B0503020204020204" pitchFamily="34" charset="-122"/>
              </a:rPr>
              <a:t>&gt;, &lt;</a:t>
            </a:r>
            <a:r>
              <a:rPr lang="zh-CN" altLang="en-US" sz="1600" kern="0" dirty="0">
                <a:solidFill>
                  <a:srgbClr val="FF0000"/>
                </a:solidFill>
                <a:latin typeface="微软雅黑" panose="020B0503020204020204" pitchFamily="34" charset="-122"/>
                <a:ea typeface="微软雅黑" panose="020B0503020204020204" pitchFamily="34" charset="-122"/>
              </a:rPr>
              <a:t>主机号</a:t>
            </a:r>
            <a:r>
              <a:rPr lang="en-US" altLang="zh-CN" sz="1600" kern="0" dirty="0">
                <a:solidFill>
                  <a:srgbClr val="FF0000"/>
                </a:solidFill>
                <a:latin typeface="微软雅黑" panose="020B0503020204020204" pitchFamily="34" charset="-122"/>
                <a:ea typeface="微软雅黑" panose="020B0503020204020204" pitchFamily="34" charset="-122"/>
              </a:rPr>
              <a:t>&gt;}</a:t>
            </a:r>
          </a:p>
          <a:p>
            <a:pPr algn="just" eaLnBrk="1" hangingPunct="1">
              <a:lnSpc>
                <a:spcPct val="200000"/>
              </a:lnSpc>
              <a:buClr>
                <a:srgbClr val="FF0000"/>
              </a:buClr>
              <a:buSzPct val="80000"/>
            </a:pPr>
            <a:endParaRPr lang="en-US" altLang="zh-CN" sz="1000" kern="0" dirty="0">
              <a:solidFill>
                <a:srgbClr val="FF0000"/>
              </a:solidFill>
              <a:latin typeface="微软雅黑" panose="020B0503020204020204" pitchFamily="34" charset="-122"/>
              <a:ea typeface="微软雅黑" panose="020B0503020204020204" pitchFamily="34" charset="-122"/>
            </a:endParaRPr>
          </a:p>
          <a:p>
            <a:pPr marL="354013" indent="-354013" algn="just" eaLnBrk="1" hangingPunct="1">
              <a:lnSpc>
                <a:spcPct val="200000"/>
              </a:lnSpc>
              <a:buClr>
                <a:srgbClr val="FF0000"/>
              </a:buClr>
              <a:buSzPct val="80000"/>
              <a:buFont typeface="Wingdings" panose="05000000000000000000" pitchFamily="2" charset="2"/>
              <a:buChar char="u"/>
            </a:pP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CIDR </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使用“斜线记法”</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(slash notation)</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，又称为</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记法，即在 </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IP </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地址后面加上一个斜线“</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，然后写上网络前缀所占的位数，</a:t>
            </a:r>
            <a:r>
              <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1600" b="0" kern="0" dirty="0">
                <a:latin typeface="微软雅黑" panose="020B0503020204020204" pitchFamily="34" charset="-122"/>
                <a:ea typeface="微软雅黑" panose="020B0503020204020204" pitchFamily="34" charset="-122"/>
                <a:cs typeface="Times New Roman" panose="02020603050405020304" pitchFamily="18" charset="0"/>
              </a:rPr>
              <a:t>中的地址掩码依然称为子网掩码。</a:t>
            </a:r>
            <a:endParaRPr lang="en-US" altLang="zh-CN" sz="16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35830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237D956-583C-4914-B1F9-5AF636B2344D}"/>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23</a:t>
            </a:fld>
            <a:endParaRPr lang="en-US" altLang="zh-CN" dirty="0"/>
          </a:p>
        </p:txBody>
      </p:sp>
      <p:sp>
        <p:nvSpPr>
          <p:cNvPr id="3" name="矩形 2">
            <a:extLst>
              <a:ext uri="{FF2B5EF4-FFF2-40B4-BE49-F238E27FC236}">
                <a16:creationId xmlns:a16="http://schemas.microsoft.com/office/drawing/2014/main" id="{6D781EA6-E6C5-4DE7-87B9-731E9025CCB9}"/>
              </a:ext>
            </a:extLst>
          </p:cNvPr>
          <p:cNvSpPr/>
          <p:nvPr/>
        </p:nvSpPr>
        <p:spPr>
          <a:xfrm>
            <a:off x="1021080" y="1447800"/>
            <a:ext cx="7315200" cy="4302268"/>
          </a:xfrm>
          <a:prstGeom prst="rect">
            <a:avLst/>
          </a:prstGeom>
        </p:spPr>
        <p:txBody>
          <a:bodyPr wrap="square">
            <a:spAutoFit/>
          </a:bodyPr>
          <a:lstStyle/>
          <a:p>
            <a:pPr algn="just" eaLnBrk="1" hangingPunct="1">
              <a:lnSpc>
                <a:spcPct val="200000"/>
              </a:lnSpc>
              <a:buClr>
                <a:srgbClr val="FF0000"/>
              </a:buClr>
              <a:buSzPct val="80000"/>
            </a:pPr>
            <a:r>
              <a:rPr lang="en-US" altLang="zh-CN"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把网络前缀都相同的连续</a:t>
            </a:r>
            <a:r>
              <a:rPr lang="en-US" altLang="zh-CN"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地址组成“</a:t>
            </a:r>
            <a:r>
              <a:rPr lang="en-US" altLang="zh-CN"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地址块”，由地址块的起始地址和地址块中的地址数来定义。</a:t>
            </a:r>
            <a:endParaRPr lang="en-US" altLang="zh-CN" b="0" kern="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buClr>
                <a:srgbClr val="FF0000"/>
              </a:buClr>
              <a:buSzPct val="80000"/>
            </a:pPr>
            <a:endParaRPr lang="en-US" altLang="zh-CN" sz="900" b="0" kern="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200000"/>
              </a:lnSpc>
              <a:buClr>
                <a:srgbClr val="FF0000"/>
              </a:buClr>
              <a:buSzPct val="80000"/>
            </a:pP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由于一个</a:t>
            </a:r>
            <a:r>
              <a:rPr lang="en-US" altLang="zh-CN"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地址块可以表示多个地址，在路由表中就可利用</a:t>
            </a:r>
            <a:r>
              <a:rPr lang="en-US" altLang="zh-CN" b="0" kern="0" dirty="0">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地址块来查找目的网络，使路由表中的一个项目可以表示原来传统分类地址的多个路由，称为</a:t>
            </a:r>
            <a:r>
              <a:rPr lang="zh-CN" altLang="en-US" kern="0" dirty="0">
                <a:latin typeface="微软雅黑" panose="020B0503020204020204" pitchFamily="34" charset="-122"/>
                <a:ea typeface="微软雅黑" panose="020B0503020204020204" pitchFamily="34" charset="-122"/>
                <a:cs typeface="Times New Roman" panose="02020603050405020304" pitchFamily="18" charset="0"/>
              </a:rPr>
              <a:t>路由聚合</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或</a:t>
            </a:r>
            <a:r>
              <a:rPr lang="zh-CN" altLang="en-US" kern="0" dirty="0">
                <a:latin typeface="微软雅黑" panose="020B0503020204020204" pitchFamily="34" charset="-122"/>
                <a:ea typeface="微软雅黑" panose="020B0503020204020204" pitchFamily="34" charset="-122"/>
                <a:cs typeface="Times New Roman" panose="02020603050405020304" pitchFamily="18" charset="0"/>
              </a:rPr>
              <a:t>构成超网</a:t>
            </a: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0" kern="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buClr>
                <a:srgbClr val="FF0000"/>
              </a:buClr>
              <a:buSzPct val="80000"/>
            </a:pPr>
            <a:endParaRPr lang="en-US" altLang="zh-CN" sz="900" b="0" kern="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ct val="200000"/>
              </a:lnSpc>
              <a:buClr>
                <a:srgbClr val="FF0000"/>
              </a:buClr>
              <a:buSzPct val="80000"/>
            </a:pPr>
            <a:r>
              <a:rPr lang="zh-CN" altLang="en-US" b="0" kern="0" dirty="0">
                <a:latin typeface="微软雅黑" panose="020B0503020204020204" pitchFamily="34" charset="-122"/>
                <a:ea typeface="微软雅黑" panose="020B0503020204020204" pitchFamily="34" charset="-122"/>
                <a:cs typeface="Times New Roman" panose="02020603050405020304" pitchFamily="18" charset="0"/>
              </a:rPr>
              <a:t>路由聚合有利于减少路由器之间路由选择信息的交换，从而提高了整个因特网的性能。 </a:t>
            </a:r>
          </a:p>
        </p:txBody>
      </p:sp>
      <p:sp>
        <p:nvSpPr>
          <p:cNvPr id="5" name="矩形 4">
            <a:extLst>
              <a:ext uri="{FF2B5EF4-FFF2-40B4-BE49-F238E27FC236}">
                <a16:creationId xmlns:a16="http://schemas.microsoft.com/office/drawing/2014/main" id="{11FC94C8-9667-4F04-BBF9-FEC08F301913}"/>
              </a:ext>
            </a:extLst>
          </p:cNvPr>
          <p:cNvSpPr/>
          <p:nvPr/>
        </p:nvSpPr>
        <p:spPr>
          <a:xfrm>
            <a:off x="2996763" y="95250"/>
            <a:ext cx="1620957"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路由聚合</a:t>
            </a:r>
          </a:p>
        </p:txBody>
      </p:sp>
    </p:spTree>
    <p:extLst>
      <p:ext uri="{BB962C8B-B14F-4D97-AF65-F5344CB8AC3E}">
        <p14:creationId xmlns:p14="http://schemas.microsoft.com/office/powerpoint/2010/main" val="2773073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15A5EAF-F684-4039-93EA-4B9C6D58016F}"/>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24</a:t>
            </a:fld>
            <a:endParaRPr lang="en-US" altLang="zh-CN" dirty="0"/>
          </a:p>
        </p:txBody>
      </p:sp>
      <p:graphicFrame>
        <p:nvGraphicFramePr>
          <p:cNvPr id="3" name="Group 91">
            <a:extLst>
              <a:ext uri="{FF2B5EF4-FFF2-40B4-BE49-F238E27FC236}">
                <a16:creationId xmlns:a16="http://schemas.microsoft.com/office/drawing/2014/main" id="{2E593AC1-74BC-4F15-98DC-370A34D17B40}"/>
              </a:ext>
            </a:extLst>
          </p:cNvPr>
          <p:cNvGraphicFramePr>
            <a:graphicFrameLocks/>
          </p:cNvGraphicFramePr>
          <p:nvPr>
            <p:extLst>
              <p:ext uri="{D42A27DB-BD31-4B8C-83A1-F6EECF244321}">
                <p14:modId xmlns:p14="http://schemas.microsoft.com/office/powerpoint/2010/main" val="1806615002"/>
              </p:ext>
            </p:extLst>
          </p:nvPr>
        </p:nvGraphicFramePr>
        <p:xfrm>
          <a:off x="914400" y="914400"/>
          <a:ext cx="7446168" cy="5551590"/>
        </p:xfrm>
        <a:graphic>
          <a:graphicData uri="http://schemas.openxmlformats.org/drawingml/2006/table">
            <a:tbl>
              <a:tblPr/>
              <a:tblGrid>
                <a:gridCol w="1551285">
                  <a:extLst>
                    <a:ext uri="{9D8B030D-6E8A-4147-A177-3AD203B41FA5}">
                      <a16:colId xmlns:a16="http://schemas.microsoft.com/office/drawing/2014/main" val="20000"/>
                    </a:ext>
                  </a:extLst>
                </a:gridCol>
                <a:gridCol w="1939106">
                  <a:extLst>
                    <a:ext uri="{9D8B030D-6E8A-4147-A177-3AD203B41FA5}">
                      <a16:colId xmlns:a16="http://schemas.microsoft.com/office/drawing/2014/main" val="20001"/>
                    </a:ext>
                  </a:extLst>
                </a:gridCol>
                <a:gridCol w="1486648">
                  <a:extLst>
                    <a:ext uri="{9D8B030D-6E8A-4147-A177-3AD203B41FA5}">
                      <a16:colId xmlns:a16="http://schemas.microsoft.com/office/drawing/2014/main" val="20002"/>
                    </a:ext>
                  </a:extLst>
                </a:gridCol>
                <a:gridCol w="2469129">
                  <a:extLst>
                    <a:ext uri="{9D8B030D-6E8A-4147-A177-3AD203B41FA5}">
                      <a16:colId xmlns:a16="http://schemas.microsoft.com/office/drawing/2014/main" val="20003"/>
                    </a:ext>
                  </a:extLst>
                </a:gridCol>
              </a:tblGrid>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CIDR</a:t>
                      </a:r>
                      <a:r>
                        <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前缀</a:t>
                      </a:r>
                      <a:r>
                        <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长度</a:t>
                      </a:r>
                    </a:p>
                  </a:txBody>
                  <a:tcPr anchor="ctr" horzOverflow="overflow">
                    <a:lnL w="12700" cap="flat" cmpd="sng" algn="ctr">
                      <a:solidFill>
                        <a:srgbClr val="00589A"/>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点分十进制</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包含的地址数</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相当于包含分类的网络数</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/13</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255.248.0.0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512K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8</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B</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类或</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2048</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01"/>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/14</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255.252.0.0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256K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4</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B</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类或</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1024</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02"/>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/15</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255.254.0.0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128K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B</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类或</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512</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03"/>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/16</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255.255.0.0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64K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B</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类或</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256</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04"/>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/17</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255.255.128.0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32K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128</a:t>
                      </a:r>
                      <a:r>
                        <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05"/>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/18</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255.255.192.0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16K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64</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06"/>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/19</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255.255.224.0</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8K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32</a:t>
                      </a:r>
                      <a:r>
                        <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07"/>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255.255.240.0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4K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16</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08"/>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/21</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255.255.248.0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8</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09"/>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/22</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255.255.252.0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1K</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4</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10"/>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/23</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255.255.254.0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512</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11"/>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/24</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255.255.255.0</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256</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12"/>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/25</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255.255.255.128</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128</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1/2</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13"/>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/26</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255.255.255.192</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64</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1/4</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D9F1FF"/>
                    </a:solidFill>
                  </a:tcPr>
                </a:tc>
                <a:extLst>
                  <a:ext uri="{0D108BD9-81ED-4DB2-BD59-A6C34878D82A}">
                    <a16:rowId xmlns:a16="http://schemas.microsoft.com/office/drawing/2014/main" val="10014"/>
                  </a:ext>
                </a:extLst>
              </a:tr>
              <a:tr h="33962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rPr>
                        <a:t>/27</a:t>
                      </a:r>
                      <a:endParaRPr kumimoji="0" lang="zh-CN" altLang="en-US" sz="1400" b="0" i="0" u="none" strike="noStrike" cap="none" normalizeH="0" baseline="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255.255.255.224</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32</a:t>
                      </a:r>
                      <a:endPar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1/8</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个</a:t>
                      </a:r>
                      <a:r>
                        <a:rPr kumimoji="0" lang="en-US" altLang="zh-CN"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C</a:t>
                      </a:r>
                      <a:r>
                        <a:rPr kumimoji="0" lang="zh-CN" altLang="en-US" sz="1400" b="0" i="0" u="none" strike="noStrike" cap="none" normalizeH="0" baseline="0" dirty="0">
                          <a:ln>
                            <a:noFill/>
                          </a:ln>
                          <a:solidFill>
                            <a:srgbClr val="003333"/>
                          </a:solidFill>
                          <a:effectLst/>
                          <a:latin typeface="微软雅黑" panose="020B0503020204020204" pitchFamily="34" charset="-122"/>
                          <a:ea typeface="微软雅黑" panose="020B0503020204020204" pitchFamily="34" charset="-122"/>
                        </a:rPr>
                        <a:t>类</a:t>
                      </a:r>
                    </a:p>
                  </a:txBody>
                  <a:tcPr horzOverflow="overflow">
                    <a:lnL w="12700" cap="flat" cmpd="sng" algn="ctr">
                      <a:solidFill>
                        <a:srgbClr val="00589A"/>
                      </a:solidFill>
                      <a:prstDash val="solid"/>
                      <a:round/>
                      <a:headEnd type="none" w="med" len="med"/>
                      <a:tailEnd type="none" w="med" len="med"/>
                    </a:lnL>
                    <a:lnR w="12700" cap="flat" cmpd="sng" algn="ctr">
                      <a:solidFill>
                        <a:srgbClr val="00589A"/>
                      </a:solidFill>
                      <a:prstDash val="solid"/>
                      <a:round/>
                      <a:headEnd type="none" w="med" len="med"/>
                      <a:tailEnd type="none" w="med" len="med"/>
                    </a:lnR>
                    <a:lnT w="12700" cap="flat" cmpd="sng" algn="ctr">
                      <a:solidFill>
                        <a:srgbClr val="00589A"/>
                      </a:solidFill>
                      <a:prstDash val="solid"/>
                      <a:round/>
                      <a:headEnd type="none" w="med" len="med"/>
                      <a:tailEnd type="none" w="med" len="med"/>
                    </a:lnT>
                    <a:lnB w="12700" cap="flat" cmpd="sng" algn="ctr">
                      <a:solidFill>
                        <a:srgbClr val="00589A"/>
                      </a:solidFill>
                      <a:prstDash val="solid"/>
                      <a:round/>
                      <a:headEnd type="none" w="med" len="med"/>
                      <a:tailEnd type="none" w="med" len="med"/>
                    </a:lnB>
                    <a:lnTlToBr>
                      <a:noFill/>
                    </a:lnTlToBr>
                    <a:lnBlToTr>
                      <a:noFill/>
                    </a:lnBlToTr>
                    <a:solidFill>
                      <a:srgbClr val="BDE6FF"/>
                    </a:solidFill>
                  </a:tcPr>
                </a:tc>
                <a:extLst>
                  <a:ext uri="{0D108BD9-81ED-4DB2-BD59-A6C34878D82A}">
                    <a16:rowId xmlns:a16="http://schemas.microsoft.com/office/drawing/2014/main" val="10015"/>
                  </a:ext>
                </a:extLst>
              </a:tr>
            </a:tbl>
          </a:graphicData>
        </a:graphic>
      </p:graphicFrame>
      <p:sp>
        <p:nvSpPr>
          <p:cNvPr id="5" name="Rectangle 3">
            <a:extLst>
              <a:ext uri="{FF2B5EF4-FFF2-40B4-BE49-F238E27FC236}">
                <a16:creationId xmlns:a16="http://schemas.microsoft.com/office/drawing/2014/main" id="{CEB75AD9-97BD-412E-826B-FE217654170E}"/>
              </a:ext>
            </a:extLst>
          </p:cNvPr>
          <p:cNvSpPr txBox="1">
            <a:spLocks noChangeArrowheads="1"/>
          </p:cNvSpPr>
          <p:nvPr/>
        </p:nvSpPr>
        <p:spPr bwMode="auto">
          <a:xfrm>
            <a:off x="2971800" y="97466"/>
            <a:ext cx="5715000" cy="612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marL="838200" indent="-838200" eaLnBrk="1" hangingPunct="1"/>
            <a:r>
              <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常用</a:t>
            </a:r>
            <a:r>
              <a:rPr lang="en-US" altLang="zh-CN"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CIDR</a:t>
            </a:r>
            <a:r>
              <a:rPr lang="zh-CN" altLang="en-US" sz="2800"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地址块</a:t>
            </a:r>
          </a:p>
        </p:txBody>
      </p:sp>
    </p:spTree>
    <p:extLst>
      <p:ext uri="{BB962C8B-B14F-4D97-AF65-F5344CB8AC3E}">
        <p14:creationId xmlns:p14="http://schemas.microsoft.com/office/powerpoint/2010/main" val="272745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D63EB28-DE84-4351-9309-F6FFEA4CC00F}"/>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25</a:t>
            </a:fld>
            <a:endParaRPr lang="en-US" altLang="zh-CN" dirty="0"/>
          </a:p>
        </p:txBody>
      </p:sp>
      <p:graphicFrame>
        <p:nvGraphicFramePr>
          <p:cNvPr id="3" name="表格 2">
            <a:extLst>
              <a:ext uri="{FF2B5EF4-FFF2-40B4-BE49-F238E27FC236}">
                <a16:creationId xmlns:a16="http://schemas.microsoft.com/office/drawing/2014/main" id="{3D78AD7E-11F1-471E-B935-070779D2BFB3}"/>
              </a:ext>
            </a:extLst>
          </p:cNvPr>
          <p:cNvGraphicFramePr>
            <a:graphicFrameLocks noGrp="1"/>
          </p:cNvGraphicFramePr>
          <p:nvPr>
            <p:extLst>
              <p:ext uri="{D42A27DB-BD31-4B8C-83A1-F6EECF244321}">
                <p14:modId xmlns:p14="http://schemas.microsoft.com/office/powerpoint/2010/main" val="3856542276"/>
              </p:ext>
            </p:extLst>
          </p:nvPr>
        </p:nvGraphicFramePr>
        <p:xfrm>
          <a:off x="1130603" y="3886200"/>
          <a:ext cx="7086602" cy="2618427"/>
        </p:xfrm>
        <a:graphic>
          <a:graphicData uri="http://schemas.openxmlformats.org/drawingml/2006/table">
            <a:tbl>
              <a:tblPr/>
              <a:tblGrid>
                <a:gridCol w="7086602">
                  <a:extLst>
                    <a:ext uri="{9D8B030D-6E8A-4147-A177-3AD203B41FA5}">
                      <a16:colId xmlns:a16="http://schemas.microsoft.com/office/drawing/2014/main" val="1141969618"/>
                    </a:ext>
                  </a:extLst>
                </a:gridCol>
              </a:tblGrid>
              <a:tr h="2618427">
                <a:tc>
                  <a:txBody>
                    <a:bodyPr/>
                    <a:lstStyle/>
                    <a:p>
                      <a:endParaRPr lang="zh-CN" altLang="en-US" dirty="0"/>
                    </a:p>
                  </a:txBody>
                  <a:tcPr>
                    <a:lnL w="19050" cmpd="sng">
                      <a:solidFill>
                        <a:schemeClr val="accent2">
                          <a:lumMod val="75000"/>
                        </a:schemeClr>
                      </a:solidFill>
                      <a:prstDash val="solid"/>
                    </a:lnL>
                    <a:lnR w="19050" cmpd="sng">
                      <a:solidFill>
                        <a:schemeClr val="accent2">
                          <a:lumMod val="75000"/>
                        </a:schemeClr>
                      </a:solidFill>
                      <a:prstDash val="solid"/>
                    </a:lnR>
                    <a:lnT w="19050" cmpd="sng">
                      <a:solidFill>
                        <a:schemeClr val="accent2">
                          <a:lumMod val="75000"/>
                        </a:schemeClr>
                      </a:solidFill>
                      <a:prstDash val="solid"/>
                    </a:lnT>
                    <a:lnB w="19050" cmpd="sng">
                      <a:solidFill>
                        <a:schemeClr val="accent2">
                          <a:lumMod val="75000"/>
                        </a:schemeClr>
                      </a:solidFill>
                      <a:prstDash val="solid"/>
                    </a:lnB>
                  </a:tcPr>
                </a:tc>
                <a:extLst>
                  <a:ext uri="{0D108BD9-81ED-4DB2-BD59-A6C34878D82A}">
                    <a16:rowId xmlns:a16="http://schemas.microsoft.com/office/drawing/2014/main" val="2098963244"/>
                  </a:ext>
                </a:extLst>
              </a:tr>
            </a:tbl>
          </a:graphicData>
        </a:graphic>
      </p:graphicFrame>
      <p:grpSp>
        <p:nvGrpSpPr>
          <p:cNvPr id="4" name="Group 4">
            <a:extLst>
              <a:ext uri="{FF2B5EF4-FFF2-40B4-BE49-F238E27FC236}">
                <a16:creationId xmlns:a16="http://schemas.microsoft.com/office/drawing/2014/main" id="{F6645721-F7BD-4B4E-9671-5AD1610871F0}"/>
              </a:ext>
            </a:extLst>
          </p:cNvPr>
          <p:cNvGrpSpPr>
            <a:grpSpLocks/>
          </p:cNvGrpSpPr>
          <p:nvPr/>
        </p:nvGrpSpPr>
        <p:grpSpPr bwMode="auto">
          <a:xfrm>
            <a:off x="6799845" y="1142373"/>
            <a:ext cx="1511300" cy="738188"/>
            <a:chOff x="2592" y="1200"/>
            <a:chExt cx="2400" cy="1584"/>
          </a:xfrm>
          <a:solidFill>
            <a:schemeClr val="bg1">
              <a:lumMod val="75000"/>
            </a:schemeClr>
          </a:solidFill>
        </p:grpSpPr>
        <p:grpSp>
          <p:nvGrpSpPr>
            <p:cNvPr id="5" name="Group 5">
              <a:extLst>
                <a:ext uri="{FF2B5EF4-FFF2-40B4-BE49-F238E27FC236}">
                  <a16:creationId xmlns:a16="http://schemas.microsoft.com/office/drawing/2014/main" id="{B2D23370-EBB0-413C-80F7-3062C41819B5}"/>
                </a:ext>
              </a:extLst>
            </p:cNvPr>
            <p:cNvGrpSpPr>
              <a:grpSpLocks/>
            </p:cNvGrpSpPr>
            <p:nvPr/>
          </p:nvGrpSpPr>
          <p:grpSpPr bwMode="auto">
            <a:xfrm>
              <a:off x="2606" y="1231"/>
              <a:ext cx="2386" cy="1553"/>
              <a:chOff x="3134" y="1375"/>
              <a:chExt cx="2386" cy="1553"/>
            </a:xfrm>
            <a:grpFill/>
          </p:grpSpPr>
          <p:sp>
            <p:nvSpPr>
              <p:cNvPr id="15" name="Oval 6">
                <a:extLst>
                  <a:ext uri="{FF2B5EF4-FFF2-40B4-BE49-F238E27FC236}">
                    <a16:creationId xmlns:a16="http://schemas.microsoft.com/office/drawing/2014/main" id="{299F26E1-3F04-441A-B56D-4096D5F2D2D1}"/>
                  </a:ext>
                </a:extLst>
              </p:cNvPr>
              <p:cNvSpPr>
                <a:spLocks noChangeArrowheads="1"/>
              </p:cNvSpPr>
              <p:nvPr/>
            </p:nvSpPr>
            <p:spPr bwMode="auto">
              <a:xfrm>
                <a:off x="3959" y="1375"/>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6" name="Oval 7">
                <a:extLst>
                  <a:ext uri="{FF2B5EF4-FFF2-40B4-BE49-F238E27FC236}">
                    <a16:creationId xmlns:a16="http://schemas.microsoft.com/office/drawing/2014/main" id="{733CFAC4-F311-416A-8260-2DD7F6CD0CE4}"/>
                  </a:ext>
                </a:extLst>
              </p:cNvPr>
              <p:cNvSpPr>
                <a:spLocks noChangeArrowheads="1"/>
              </p:cNvSpPr>
              <p:nvPr/>
            </p:nvSpPr>
            <p:spPr bwMode="auto">
              <a:xfrm>
                <a:off x="3380" y="1548"/>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7" name="Oval 8">
                <a:extLst>
                  <a:ext uri="{FF2B5EF4-FFF2-40B4-BE49-F238E27FC236}">
                    <a16:creationId xmlns:a16="http://schemas.microsoft.com/office/drawing/2014/main" id="{8E8720DE-51AE-4EF6-BB5E-5C2E3790647F}"/>
                  </a:ext>
                </a:extLst>
              </p:cNvPr>
              <p:cNvSpPr>
                <a:spLocks noChangeArrowheads="1"/>
              </p:cNvSpPr>
              <p:nvPr/>
            </p:nvSpPr>
            <p:spPr bwMode="auto">
              <a:xfrm>
                <a:off x="3134" y="1940"/>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8" name="Oval 9">
                <a:extLst>
                  <a:ext uri="{FF2B5EF4-FFF2-40B4-BE49-F238E27FC236}">
                    <a16:creationId xmlns:a16="http://schemas.microsoft.com/office/drawing/2014/main" id="{50425861-17A3-479E-85E2-E46908860411}"/>
                  </a:ext>
                </a:extLst>
              </p:cNvPr>
              <p:cNvSpPr>
                <a:spLocks noChangeArrowheads="1"/>
              </p:cNvSpPr>
              <p:nvPr/>
            </p:nvSpPr>
            <p:spPr bwMode="auto">
              <a:xfrm>
                <a:off x="3293" y="2175"/>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9" name="Oval 10">
                <a:extLst>
                  <a:ext uri="{FF2B5EF4-FFF2-40B4-BE49-F238E27FC236}">
                    <a16:creationId xmlns:a16="http://schemas.microsoft.com/office/drawing/2014/main" id="{CD83B4EF-C69C-494A-9C83-5BB7FA27E9A4}"/>
                  </a:ext>
                </a:extLst>
              </p:cNvPr>
              <p:cNvSpPr>
                <a:spLocks noChangeArrowheads="1"/>
              </p:cNvSpPr>
              <p:nvPr/>
            </p:nvSpPr>
            <p:spPr bwMode="auto">
              <a:xfrm>
                <a:off x="3872" y="2269"/>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0" name="Oval 11">
                <a:extLst>
                  <a:ext uri="{FF2B5EF4-FFF2-40B4-BE49-F238E27FC236}">
                    <a16:creationId xmlns:a16="http://schemas.microsoft.com/office/drawing/2014/main" id="{4B425AF0-FFB1-471E-BD76-B2341564A7E1}"/>
                  </a:ext>
                </a:extLst>
              </p:cNvPr>
              <p:cNvSpPr>
                <a:spLocks noChangeArrowheads="1"/>
              </p:cNvSpPr>
              <p:nvPr/>
            </p:nvSpPr>
            <p:spPr bwMode="auto">
              <a:xfrm>
                <a:off x="4653" y="1564"/>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1" name="Oval 12">
                <a:extLst>
                  <a:ext uri="{FF2B5EF4-FFF2-40B4-BE49-F238E27FC236}">
                    <a16:creationId xmlns:a16="http://schemas.microsoft.com/office/drawing/2014/main" id="{8FA140FA-F95F-445E-A767-96C537397837}"/>
                  </a:ext>
                </a:extLst>
              </p:cNvPr>
              <p:cNvSpPr>
                <a:spLocks noChangeArrowheads="1"/>
              </p:cNvSpPr>
              <p:nvPr/>
            </p:nvSpPr>
            <p:spPr bwMode="auto">
              <a:xfrm>
                <a:off x="4768" y="1893"/>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2" name="Oval 13">
                <a:extLst>
                  <a:ext uri="{FF2B5EF4-FFF2-40B4-BE49-F238E27FC236}">
                    <a16:creationId xmlns:a16="http://schemas.microsoft.com/office/drawing/2014/main" id="{29B4387B-2313-4573-89F0-7D47474593A4}"/>
                  </a:ext>
                </a:extLst>
              </p:cNvPr>
              <p:cNvSpPr>
                <a:spLocks noChangeArrowheads="1"/>
              </p:cNvSpPr>
              <p:nvPr/>
            </p:nvSpPr>
            <p:spPr bwMode="auto">
              <a:xfrm>
                <a:off x="4696" y="2003"/>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3" name="Oval 14">
                <a:extLst>
                  <a:ext uri="{FF2B5EF4-FFF2-40B4-BE49-F238E27FC236}">
                    <a16:creationId xmlns:a16="http://schemas.microsoft.com/office/drawing/2014/main" id="{C403B67D-630B-4A50-98B9-22021075B639}"/>
                  </a:ext>
                </a:extLst>
              </p:cNvPr>
              <p:cNvSpPr>
                <a:spLocks noChangeArrowheads="1"/>
              </p:cNvSpPr>
              <p:nvPr/>
            </p:nvSpPr>
            <p:spPr bwMode="auto">
              <a:xfrm>
                <a:off x="3568" y="1752"/>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grpSp>
        <p:sp>
          <p:nvSpPr>
            <p:cNvPr id="6" name="Oval 15">
              <a:extLst>
                <a:ext uri="{FF2B5EF4-FFF2-40B4-BE49-F238E27FC236}">
                  <a16:creationId xmlns:a16="http://schemas.microsoft.com/office/drawing/2014/main" id="{8D1612FE-643B-4EA8-970B-34C2E1C51D0E}"/>
                </a:ext>
              </a:extLst>
            </p:cNvPr>
            <p:cNvSpPr>
              <a:spLocks noChangeArrowheads="1"/>
            </p:cNvSpPr>
            <p:nvPr/>
          </p:nvSpPr>
          <p:spPr bwMode="auto">
            <a:xfrm>
              <a:off x="3416" y="1200"/>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7" name="Oval 16">
              <a:extLst>
                <a:ext uri="{FF2B5EF4-FFF2-40B4-BE49-F238E27FC236}">
                  <a16:creationId xmlns:a16="http://schemas.microsoft.com/office/drawing/2014/main" id="{71643C20-BE86-483E-B074-7A1811A013A5}"/>
                </a:ext>
              </a:extLst>
            </p:cNvPr>
            <p:cNvSpPr>
              <a:spLocks noChangeArrowheads="1"/>
            </p:cNvSpPr>
            <p:nvPr/>
          </p:nvSpPr>
          <p:spPr bwMode="auto">
            <a:xfrm>
              <a:off x="2838" y="1373"/>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8" name="Oval 17">
              <a:extLst>
                <a:ext uri="{FF2B5EF4-FFF2-40B4-BE49-F238E27FC236}">
                  <a16:creationId xmlns:a16="http://schemas.microsoft.com/office/drawing/2014/main" id="{C1EB1343-7054-43FB-938E-693374374D42}"/>
                </a:ext>
              </a:extLst>
            </p:cNvPr>
            <p:cNvSpPr>
              <a:spLocks noChangeArrowheads="1"/>
            </p:cNvSpPr>
            <p:nvPr/>
          </p:nvSpPr>
          <p:spPr bwMode="auto">
            <a:xfrm>
              <a:off x="2592" y="1765"/>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9" name="Oval 18">
              <a:extLst>
                <a:ext uri="{FF2B5EF4-FFF2-40B4-BE49-F238E27FC236}">
                  <a16:creationId xmlns:a16="http://schemas.microsoft.com/office/drawing/2014/main" id="{3ABFD5F8-F408-447F-A042-BAC637E3E040}"/>
                </a:ext>
              </a:extLst>
            </p:cNvPr>
            <p:cNvSpPr>
              <a:spLocks noChangeArrowheads="1"/>
            </p:cNvSpPr>
            <p:nvPr/>
          </p:nvSpPr>
          <p:spPr bwMode="auto">
            <a:xfrm>
              <a:off x="2751" y="2000"/>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0" name="Oval 19">
              <a:extLst>
                <a:ext uri="{FF2B5EF4-FFF2-40B4-BE49-F238E27FC236}">
                  <a16:creationId xmlns:a16="http://schemas.microsoft.com/office/drawing/2014/main" id="{73E4D334-B628-4619-8677-C9A7D5C27F42}"/>
                </a:ext>
              </a:extLst>
            </p:cNvPr>
            <p:cNvSpPr>
              <a:spLocks noChangeArrowheads="1"/>
            </p:cNvSpPr>
            <p:nvPr/>
          </p:nvSpPr>
          <p:spPr bwMode="auto">
            <a:xfrm>
              <a:off x="3329" y="2094"/>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1" name="Oval 20">
              <a:extLst>
                <a:ext uri="{FF2B5EF4-FFF2-40B4-BE49-F238E27FC236}">
                  <a16:creationId xmlns:a16="http://schemas.microsoft.com/office/drawing/2014/main" id="{EF91E5F5-8605-43CB-A55B-19AB9EF61A5A}"/>
                </a:ext>
              </a:extLst>
            </p:cNvPr>
            <p:cNvSpPr>
              <a:spLocks noChangeArrowheads="1"/>
            </p:cNvSpPr>
            <p:nvPr/>
          </p:nvSpPr>
          <p:spPr bwMode="auto">
            <a:xfrm>
              <a:off x="4110" y="1388"/>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2" name="Oval 21">
              <a:extLst>
                <a:ext uri="{FF2B5EF4-FFF2-40B4-BE49-F238E27FC236}">
                  <a16:creationId xmlns:a16="http://schemas.microsoft.com/office/drawing/2014/main" id="{2D4A7451-7DA6-40C9-84AA-03C74699E5D7}"/>
                </a:ext>
              </a:extLst>
            </p:cNvPr>
            <p:cNvSpPr>
              <a:spLocks noChangeArrowheads="1"/>
            </p:cNvSpPr>
            <p:nvPr/>
          </p:nvSpPr>
          <p:spPr bwMode="auto">
            <a:xfrm>
              <a:off x="4226" y="1718"/>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3" name="Oval 22">
              <a:extLst>
                <a:ext uri="{FF2B5EF4-FFF2-40B4-BE49-F238E27FC236}">
                  <a16:creationId xmlns:a16="http://schemas.microsoft.com/office/drawing/2014/main" id="{39A01407-1C92-45C8-B5CD-2C4F6896057D}"/>
                </a:ext>
              </a:extLst>
            </p:cNvPr>
            <p:cNvSpPr>
              <a:spLocks noChangeArrowheads="1"/>
            </p:cNvSpPr>
            <p:nvPr/>
          </p:nvSpPr>
          <p:spPr bwMode="auto">
            <a:xfrm>
              <a:off x="4153" y="1827"/>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4" name="Oval 23">
              <a:extLst>
                <a:ext uri="{FF2B5EF4-FFF2-40B4-BE49-F238E27FC236}">
                  <a16:creationId xmlns:a16="http://schemas.microsoft.com/office/drawing/2014/main" id="{432BC728-39FA-4A33-AF62-863ADA6BBDCC}"/>
                </a:ext>
              </a:extLst>
            </p:cNvPr>
            <p:cNvSpPr>
              <a:spLocks noChangeArrowheads="1"/>
            </p:cNvSpPr>
            <p:nvPr/>
          </p:nvSpPr>
          <p:spPr bwMode="auto">
            <a:xfrm>
              <a:off x="3026" y="1576"/>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grpSp>
      <p:sp>
        <p:nvSpPr>
          <p:cNvPr id="24" name="Text Box 24">
            <a:extLst>
              <a:ext uri="{FF2B5EF4-FFF2-40B4-BE49-F238E27FC236}">
                <a16:creationId xmlns:a16="http://schemas.microsoft.com/office/drawing/2014/main" id="{0AE2A6A3-8CD1-464B-968E-4587EA1CC465}"/>
              </a:ext>
            </a:extLst>
          </p:cNvPr>
          <p:cNvSpPr txBox="1">
            <a:spLocks noChangeArrowheads="1"/>
          </p:cNvSpPr>
          <p:nvPr/>
        </p:nvSpPr>
        <p:spPr bwMode="auto">
          <a:xfrm>
            <a:off x="7186388" y="1346380"/>
            <a:ext cx="800219" cy="338554"/>
          </a:xfrm>
          <a:prstGeom prst="rect">
            <a:avLst/>
          </a:prstGeom>
          <a:solidFill>
            <a:schemeClr val="bg1">
              <a:lumMod val="75000"/>
            </a:schemeClr>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因特网</a:t>
            </a:r>
          </a:p>
        </p:txBody>
      </p:sp>
      <p:sp>
        <p:nvSpPr>
          <p:cNvPr id="25" name="Oval 25">
            <a:extLst>
              <a:ext uri="{FF2B5EF4-FFF2-40B4-BE49-F238E27FC236}">
                <a16:creationId xmlns:a16="http://schemas.microsoft.com/office/drawing/2014/main" id="{6608AE60-351A-4903-905E-AA45922F35A2}"/>
              </a:ext>
            </a:extLst>
          </p:cNvPr>
          <p:cNvSpPr>
            <a:spLocks noChangeArrowheads="1"/>
          </p:cNvSpPr>
          <p:nvPr/>
        </p:nvSpPr>
        <p:spPr bwMode="auto">
          <a:xfrm>
            <a:off x="3116289" y="947184"/>
            <a:ext cx="2625725" cy="958850"/>
          </a:xfrm>
          <a:prstGeom prst="ellipse">
            <a:avLst/>
          </a:prstGeom>
          <a:solidFill>
            <a:srgbClr val="0070C0"/>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6" name="Oval 26">
            <a:extLst>
              <a:ext uri="{FF2B5EF4-FFF2-40B4-BE49-F238E27FC236}">
                <a16:creationId xmlns:a16="http://schemas.microsoft.com/office/drawing/2014/main" id="{2B5B3898-E46D-47FB-A1CF-C3D9E0A4538D}"/>
              </a:ext>
            </a:extLst>
          </p:cNvPr>
          <p:cNvSpPr>
            <a:spLocks noChangeArrowheads="1"/>
          </p:cNvSpPr>
          <p:nvPr/>
        </p:nvSpPr>
        <p:spPr bwMode="auto">
          <a:xfrm>
            <a:off x="3541953" y="1072012"/>
            <a:ext cx="1671638" cy="665163"/>
          </a:xfrm>
          <a:prstGeom prst="ellipse">
            <a:avLst/>
          </a:prstGeom>
          <a:solidFill>
            <a:srgbClr val="CCECFF"/>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7" name="Text Box 27">
            <a:extLst>
              <a:ext uri="{FF2B5EF4-FFF2-40B4-BE49-F238E27FC236}">
                <a16:creationId xmlns:a16="http://schemas.microsoft.com/office/drawing/2014/main" id="{30F15C3B-7162-42C8-A73C-F95C9AAF52AF}"/>
              </a:ext>
            </a:extLst>
          </p:cNvPr>
          <p:cNvSpPr txBox="1">
            <a:spLocks noChangeArrowheads="1"/>
          </p:cNvSpPr>
          <p:nvPr/>
        </p:nvSpPr>
        <p:spPr bwMode="auto">
          <a:xfrm>
            <a:off x="3681848" y="1091469"/>
            <a:ext cx="14189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r>
              <a:rPr kumimoji="1" lang="zh-CN" altLang="en-US" sz="1400" baseline="0" dirty="0">
                <a:latin typeface="微软雅黑" panose="020B0503020204020204" pitchFamily="34" charset="-122"/>
                <a:ea typeface="微软雅黑" panose="020B0503020204020204" pitchFamily="34" charset="-122"/>
              </a:rPr>
              <a:t>大学 </a:t>
            </a:r>
            <a:endParaRPr kumimoji="1" lang="en-US" altLang="zh-CN" sz="1400" baseline="0" dirty="0">
              <a:latin typeface="微软雅黑" panose="020B0503020204020204" pitchFamily="34" charset="-122"/>
              <a:ea typeface="微软雅黑" panose="020B0503020204020204" pitchFamily="34" charset="-122"/>
            </a:endParaRPr>
          </a:p>
          <a:p>
            <a:pPr algn="ctr" eaLnBrk="1" hangingPunct="1"/>
            <a:r>
              <a:rPr kumimoji="1" lang="en-US" altLang="zh-CN" sz="1400" baseline="0" dirty="0">
                <a:latin typeface="微软雅黑" panose="020B0503020204020204" pitchFamily="34" charset="-122"/>
                <a:ea typeface="微软雅黑" panose="020B0503020204020204" pitchFamily="34" charset="-122"/>
              </a:rPr>
              <a:t>206.0.68.0/22</a:t>
            </a:r>
          </a:p>
        </p:txBody>
      </p:sp>
      <p:sp>
        <p:nvSpPr>
          <p:cNvPr id="28" name="Text Box 28">
            <a:extLst>
              <a:ext uri="{FF2B5EF4-FFF2-40B4-BE49-F238E27FC236}">
                <a16:creationId xmlns:a16="http://schemas.microsoft.com/office/drawing/2014/main" id="{49D37DB7-66CE-485B-9F80-EA2D4E8FD643}"/>
              </a:ext>
            </a:extLst>
          </p:cNvPr>
          <p:cNvSpPr txBox="1">
            <a:spLocks noChangeArrowheads="1"/>
          </p:cNvSpPr>
          <p:nvPr/>
        </p:nvSpPr>
        <p:spPr bwMode="auto">
          <a:xfrm>
            <a:off x="5664556" y="1083792"/>
            <a:ext cx="133081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206.0.64.0/18</a:t>
            </a:r>
          </a:p>
        </p:txBody>
      </p:sp>
      <p:sp>
        <p:nvSpPr>
          <p:cNvPr id="29" name="AutoShape 29">
            <a:extLst>
              <a:ext uri="{FF2B5EF4-FFF2-40B4-BE49-F238E27FC236}">
                <a16:creationId xmlns:a16="http://schemas.microsoft.com/office/drawing/2014/main" id="{7EA62816-C010-4979-BD0D-23C86A31053E}"/>
              </a:ext>
            </a:extLst>
          </p:cNvPr>
          <p:cNvSpPr>
            <a:spLocks noChangeArrowheads="1"/>
          </p:cNvSpPr>
          <p:nvPr/>
        </p:nvSpPr>
        <p:spPr bwMode="auto">
          <a:xfrm rot="10800000">
            <a:off x="5808246" y="1377549"/>
            <a:ext cx="959378" cy="217879"/>
          </a:xfrm>
          <a:prstGeom prst="leftArrow">
            <a:avLst>
              <a:gd name="adj1" fmla="val 50000"/>
              <a:gd name="adj2" fmla="val 198202"/>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0" name="Text Box 30">
            <a:extLst>
              <a:ext uri="{FF2B5EF4-FFF2-40B4-BE49-F238E27FC236}">
                <a16:creationId xmlns:a16="http://schemas.microsoft.com/office/drawing/2014/main" id="{483AEDC9-C8FC-4D2D-8505-331A8BD08F12}"/>
              </a:ext>
            </a:extLst>
          </p:cNvPr>
          <p:cNvSpPr txBox="1">
            <a:spLocks noChangeArrowheads="1"/>
          </p:cNvSpPr>
          <p:nvPr/>
        </p:nvSpPr>
        <p:spPr bwMode="auto">
          <a:xfrm>
            <a:off x="5223619" y="1210072"/>
            <a:ext cx="5116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2400" dirty="0">
                <a:solidFill>
                  <a:schemeClr val="bg1"/>
                </a:solidFill>
                <a:latin typeface="微软雅黑" panose="020B0503020204020204" pitchFamily="34" charset="-122"/>
                <a:ea typeface="微软雅黑" panose="020B0503020204020204" pitchFamily="34" charset="-122"/>
              </a:rPr>
              <a:t>ISP</a:t>
            </a:r>
          </a:p>
        </p:txBody>
      </p:sp>
      <p:sp>
        <p:nvSpPr>
          <p:cNvPr id="31" name="Text Box 33">
            <a:extLst>
              <a:ext uri="{FF2B5EF4-FFF2-40B4-BE49-F238E27FC236}">
                <a16:creationId xmlns:a16="http://schemas.microsoft.com/office/drawing/2014/main" id="{2A37F2FB-0114-4E95-8F9C-FD6B3090E4B1}"/>
              </a:ext>
            </a:extLst>
          </p:cNvPr>
          <p:cNvSpPr txBox="1">
            <a:spLocks noChangeArrowheads="1"/>
          </p:cNvSpPr>
          <p:nvPr/>
        </p:nvSpPr>
        <p:spPr bwMode="auto">
          <a:xfrm>
            <a:off x="2085775" y="3314263"/>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一系</a:t>
            </a:r>
          </a:p>
        </p:txBody>
      </p:sp>
      <p:sp>
        <p:nvSpPr>
          <p:cNvPr id="32" name="Text Box 34">
            <a:extLst>
              <a:ext uri="{FF2B5EF4-FFF2-40B4-BE49-F238E27FC236}">
                <a16:creationId xmlns:a16="http://schemas.microsoft.com/office/drawing/2014/main" id="{31936C74-1116-4F77-B092-10B0013F2B2F}"/>
              </a:ext>
            </a:extLst>
          </p:cNvPr>
          <p:cNvSpPr txBox="1">
            <a:spLocks noChangeArrowheads="1"/>
          </p:cNvSpPr>
          <p:nvPr/>
        </p:nvSpPr>
        <p:spPr bwMode="auto">
          <a:xfrm>
            <a:off x="4297939" y="3324363"/>
            <a:ext cx="59848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二系</a:t>
            </a:r>
          </a:p>
        </p:txBody>
      </p:sp>
      <p:sp>
        <p:nvSpPr>
          <p:cNvPr id="33" name="Text Box 35">
            <a:extLst>
              <a:ext uri="{FF2B5EF4-FFF2-40B4-BE49-F238E27FC236}">
                <a16:creationId xmlns:a16="http://schemas.microsoft.com/office/drawing/2014/main" id="{F3B7771B-2D9A-467A-8845-1CFB2C6A9FE5}"/>
              </a:ext>
            </a:extLst>
          </p:cNvPr>
          <p:cNvSpPr txBox="1">
            <a:spLocks noChangeArrowheads="1"/>
          </p:cNvSpPr>
          <p:nvPr/>
        </p:nvSpPr>
        <p:spPr bwMode="auto">
          <a:xfrm>
            <a:off x="6254174" y="3258855"/>
            <a:ext cx="5984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三系</a:t>
            </a:r>
          </a:p>
        </p:txBody>
      </p:sp>
      <p:sp>
        <p:nvSpPr>
          <p:cNvPr id="34" name="Text Box 36">
            <a:extLst>
              <a:ext uri="{FF2B5EF4-FFF2-40B4-BE49-F238E27FC236}">
                <a16:creationId xmlns:a16="http://schemas.microsoft.com/office/drawing/2014/main" id="{A97048F4-F051-4B76-98C6-9358EDCB8463}"/>
              </a:ext>
            </a:extLst>
          </p:cNvPr>
          <p:cNvSpPr txBox="1">
            <a:spLocks noChangeArrowheads="1"/>
          </p:cNvSpPr>
          <p:nvPr/>
        </p:nvSpPr>
        <p:spPr bwMode="auto">
          <a:xfrm>
            <a:off x="8231388" y="3227931"/>
            <a:ext cx="5984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四系</a:t>
            </a:r>
          </a:p>
        </p:txBody>
      </p:sp>
      <p:sp>
        <p:nvSpPr>
          <p:cNvPr id="35" name="AutoShape 37">
            <a:extLst>
              <a:ext uri="{FF2B5EF4-FFF2-40B4-BE49-F238E27FC236}">
                <a16:creationId xmlns:a16="http://schemas.microsoft.com/office/drawing/2014/main" id="{80904673-BB8A-498A-8908-8CD643A882F8}"/>
              </a:ext>
            </a:extLst>
          </p:cNvPr>
          <p:cNvSpPr>
            <a:spLocks noChangeArrowheads="1"/>
          </p:cNvSpPr>
          <p:nvPr/>
        </p:nvSpPr>
        <p:spPr bwMode="auto">
          <a:xfrm rot="1853933">
            <a:off x="5019150" y="2060396"/>
            <a:ext cx="2464593" cy="261919"/>
          </a:xfrm>
          <a:prstGeom prst="leftArrow">
            <a:avLst>
              <a:gd name="adj1" fmla="val 27083"/>
              <a:gd name="adj2" fmla="val 235562"/>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6" name="Oval 38">
            <a:extLst>
              <a:ext uri="{FF2B5EF4-FFF2-40B4-BE49-F238E27FC236}">
                <a16:creationId xmlns:a16="http://schemas.microsoft.com/office/drawing/2014/main" id="{3D5FE1D6-F438-470F-BFA4-64E375ABB933}"/>
              </a:ext>
            </a:extLst>
          </p:cNvPr>
          <p:cNvSpPr>
            <a:spLocks noChangeArrowheads="1"/>
          </p:cNvSpPr>
          <p:nvPr/>
        </p:nvSpPr>
        <p:spPr bwMode="auto">
          <a:xfrm>
            <a:off x="6635766" y="2727175"/>
            <a:ext cx="1757991" cy="710339"/>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8" name="AutoShape 40">
            <a:extLst>
              <a:ext uri="{FF2B5EF4-FFF2-40B4-BE49-F238E27FC236}">
                <a16:creationId xmlns:a16="http://schemas.microsoft.com/office/drawing/2014/main" id="{4D06856B-C373-44AF-9CA5-93A6DD879349}"/>
              </a:ext>
            </a:extLst>
          </p:cNvPr>
          <p:cNvSpPr>
            <a:spLocks noChangeArrowheads="1"/>
          </p:cNvSpPr>
          <p:nvPr/>
        </p:nvSpPr>
        <p:spPr bwMode="auto">
          <a:xfrm rot="8870696">
            <a:off x="1715149" y="2078070"/>
            <a:ext cx="2434117" cy="299854"/>
          </a:xfrm>
          <a:prstGeom prst="leftArrow">
            <a:avLst>
              <a:gd name="adj1" fmla="val 27083"/>
              <a:gd name="adj2" fmla="val 208929"/>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9" name="Oval 41">
            <a:extLst>
              <a:ext uri="{FF2B5EF4-FFF2-40B4-BE49-F238E27FC236}">
                <a16:creationId xmlns:a16="http://schemas.microsoft.com/office/drawing/2014/main" id="{5B156ED6-1721-4B3F-B0FC-4E44075331A5}"/>
              </a:ext>
            </a:extLst>
          </p:cNvPr>
          <p:cNvSpPr>
            <a:spLocks noChangeArrowheads="1"/>
          </p:cNvSpPr>
          <p:nvPr/>
        </p:nvSpPr>
        <p:spPr bwMode="auto">
          <a:xfrm>
            <a:off x="457200" y="2438401"/>
            <a:ext cx="1974223" cy="107041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1" name="AutoShape 43">
            <a:extLst>
              <a:ext uri="{FF2B5EF4-FFF2-40B4-BE49-F238E27FC236}">
                <a16:creationId xmlns:a16="http://schemas.microsoft.com/office/drawing/2014/main" id="{5105B707-C0BB-497F-80CE-5C8B1DD58F40}"/>
              </a:ext>
            </a:extLst>
          </p:cNvPr>
          <p:cNvSpPr>
            <a:spLocks noChangeArrowheads="1"/>
          </p:cNvSpPr>
          <p:nvPr/>
        </p:nvSpPr>
        <p:spPr bwMode="auto">
          <a:xfrm rot="7490917">
            <a:off x="3001797" y="2299106"/>
            <a:ext cx="1900163" cy="267719"/>
          </a:xfrm>
          <a:prstGeom prst="leftArrow">
            <a:avLst>
              <a:gd name="adj1" fmla="val 27083"/>
              <a:gd name="adj2" fmla="val 175230"/>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2" name="Oval 44">
            <a:extLst>
              <a:ext uri="{FF2B5EF4-FFF2-40B4-BE49-F238E27FC236}">
                <a16:creationId xmlns:a16="http://schemas.microsoft.com/office/drawing/2014/main" id="{35990742-32FB-4B3C-80E7-4D577238DF22}"/>
              </a:ext>
            </a:extLst>
          </p:cNvPr>
          <p:cNvSpPr>
            <a:spLocks noChangeArrowheads="1"/>
          </p:cNvSpPr>
          <p:nvPr/>
        </p:nvSpPr>
        <p:spPr bwMode="auto">
          <a:xfrm>
            <a:off x="2575470" y="2487382"/>
            <a:ext cx="1908035" cy="112372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5" name="AutoShape 48">
            <a:extLst>
              <a:ext uri="{FF2B5EF4-FFF2-40B4-BE49-F238E27FC236}">
                <a16:creationId xmlns:a16="http://schemas.microsoft.com/office/drawing/2014/main" id="{C8CEB175-C913-4685-9C47-91B13CAF14A0}"/>
              </a:ext>
            </a:extLst>
          </p:cNvPr>
          <p:cNvSpPr>
            <a:spLocks noChangeArrowheads="1"/>
          </p:cNvSpPr>
          <p:nvPr/>
        </p:nvSpPr>
        <p:spPr bwMode="auto">
          <a:xfrm rot="14062002" flipH="1">
            <a:off x="4465596" y="2284355"/>
            <a:ext cx="1878341" cy="268083"/>
          </a:xfrm>
          <a:prstGeom prst="leftArrow">
            <a:avLst>
              <a:gd name="adj1" fmla="val 27083"/>
              <a:gd name="adj2" fmla="val 184417"/>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7" name="Oval 51">
            <a:extLst>
              <a:ext uri="{FF2B5EF4-FFF2-40B4-BE49-F238E27FC236}">
                <a16:creationId xmlns:a16="http://schemas.microsoft.com/office/drawing/2014/main" id="{3A1CB327-DCFD-40B0-B780-EA354E694ABD}"/>
              </a:ext>
            </a:extLst>
          </p:cNvPr>
          <p:cNvSpPr>
            <a:spLocks noChangeArrowheads="1"/>
          </p:cNvSpPr>
          <p:nvPr/>
        </p:nvSpPr>
        <p:spPr bwMode="auto">
          <a:xfrm>
            <a:off x="4712974" y="2715525"/>
            <a:ext cx="1757991" cy="724014"/>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grpSp>
        <p:nvGrpSpPr>
          <p:cNvPr id="53" name="组合 52">
            <a:extLst>
              <a:ext uri="{FF2B5EF4-FFF2-40B4-BE49-F238E27FC236}">
                <a16:creationId xmlns:a16="http://schemas.microsoft.com/office/drawing/2014/main" id="{564FD93C-7AC1-4BBF-B552-AE4FEFEF2AD6}"/>
              </a:ext>
            </a:extLst>
          </p:cNvPr>
          <p:cNvGrpSpPr/>
          <p:nvPr/>
        </p:nvGrpSpPr>
        <p:grpSpPr>
          <a:xfrm>
            <a:off x="800755" y="2552985"/>
            <a:ext cx="7478901" cy="914664"/>
            <a:chOff x="800755" y="2552985"/>
            <a:chExt cx="7478901" cy="914664"/>
          </a:xfrm>
        </p:grpSpPr>
        <p:sp>
          <p:nvSpPr>
            <p:cNvPr id="37" name="Text Box 39">
              <a:extLst>
                <a:ext uri="{FF2B5EF4-FFF2-40B4-BE49-F238E27FC236}">
                  <a16:creationId xmlns:a16="http://schemas.microsoft.com/office/drawing/2014/main" id="{7E0ECD1F-DF31-41E8-9516-DFF9ED1F6DED}"/>
                </a:ext>
              </a:extLst>
            </p:cNvPr>
            <p:cNvSpPr txBox="1">
              <a:spLocks noChangeArrowheads="1"/>
            </p:cNvSpPr>
            <p:nvPr/>
          </p:nvSpPr>
          <p:spPr bwMode="auto">
            <a:xfrm>
              <a:off x="6852662" y="2855730"/>
              <a:ext cx="14269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206.0.71.128/26</a:t>
              </a:r>
            </a:p>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206.0.71.192/26</a:t>
              </a:r>
            </a:p>
          </p:txBody>
        </p:sp>
        <p:sp>
          <p:nvSpPr>
            <p:cNvPr id="40" name="Text Box 42">
              <a:extLst>
                <a:ext uri="{FF2B5EF4-FFF2-40B4-BE49-F238E27FC236}">
                  <a16:creationId xmlns:a16="http://schemas.microsoft.com/office/drawing/2014/main" id="{57B67691-4C2F-4B32-82B6-DC1404630296}"/>
                </a:ext>
              </a:extLst>
            </p:cNvPr>
            <p:cNvSpPr txBox="1">
              <a:spLocks noChangeArrowheads="1"/>
            </p:cNvSpPr>
            <p:nvPr/>
          </p:nvSpPr>
          <p:spPr bwMode="auto">
            <a:xfrm>
              <a:off x="800755" y="2552985"/>
              <a:ext cx="14269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78A2"/>
                  </a:solidFill>
                  <a:latin typeface="微软雅黑" panose="020B0503020204020204" pitchFamily="34" charset="-122"/>
                  <a:ea typeface="微软雅黑" panose="020B0503020204020204" pitchFamily="34" charset="-122"/>
                </a:rPr>
                <a:t>206.0.68.0/25</a:t>
              </a:r>
            </a:p>
            <a:p>
              <a:pPr eaLnBrk="1" hangingPunct="1"/>
              <a:r>
                <a:rPr kumimoji="1" lang="en-US" altLang="zh-CN" sz="1200" baseline="0" dirty="0">
                  <a:solidFill>
                    <a:srgbClr val="0078A2"/>
                  </a:solidFill>
                  <a:latin typeface="微软雅黑" panose="020B0503020204020204" pitchFamily="34" charset="-122"/>
                  <a:ea typeface="微软雅黑" panose="020B0503020204020204" pitchFamily="34" charset="-122"/>
                </a:rPr>
                <a:t>206.0.68.128/25</a:t>
              </a:r>
            </a:p>
            <a:p>
              <a:pPr eaLnBrk="1" hangingPunct="1"/>
              <a:r>
                <a:rPr kumimoji="1" lang="en-US" altLang="zh-CN" sz="1200" baseline="0" dirty="0">
                  <a:solidFill>
                    <a:srgbClr val="0078A2"/>
                  </a:solidFill>
                  <a:latin typeface="微软雅黑" panose="020B0503020204020204" pitchFamily="34" charset="-122"/>
                  <a:ea typeface="微软雅黑" panose="020B0503020204020204" pitchFamily="34" charset="-122"/>
                </a:rPr>
                <a:t>206.0.69.0/25</a:t>
              </a:r>
            </a:p>
            <a:p>
              <a:pPr eaLnBrk="1" hangingPunct="1"/>
              <a:r>
                <a:rPr kumimoji="1" lang="en-US" altLang="zh-CN" sz="1200" baseline="0" dirty="0">
                  <a:solidFill>
                    <a:srgbClr val="0078A2"/>
                  </a:solidFill>
                  <a:latin typeface="微软雅黑" panose="020B0503020204020204" pitchFamily="34" charset="-122"/>
                  <a:ea typeface="微软雅黑" panose="020B0503020204020204" pitchFamily="34" charset="-122"/>
                </a:rPr>
                <a:t>206.0.69.128/25</a:t>
              </a:r>
            </a:p>
          </p:txBody>
        </p:sp>
        <p:sp>
          <p:nvSpPr>
            <p:cNvPr id="43" name="Text Box 45">
              <a:extLst>
                <a:ext uri="{FF2B5EF4-FFF2-40B4-BE49-F238E27FC236}">
                  <a16:creationId xmlns:a16="http://schemas.microsoft.com/office/drawing/2014/main" id="{3FC674DE-705D-45B3-802C-F716DF966C5A}"/>
                </a:ext>
              </a:extLst>
            </p:cNvPr>
            <p:cNvSpPr txBox="1">
              <a:spLocks noChangeArrowheads="1"/>
            </p:cNvSpPr>
            <p:nvPr/>
          </p:nvSpPr>
          <p:spPr bwMode="auto">
            <a:xfrm>
              <a:off x="2890941" y="2636652"/>
              <a:ext cx="14269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206.0.70.0/26</a:t>
              </a:r>
            </a:p>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206.0.70.64/26</a:t>
              </a:r>
            </a:p>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206.0.70.128/26</a:t>
              </a:r>
            </a:p>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206.0.70.192/26</a:t>
              </a:r>
            </a:p>
          </p:txBody>
        </p:sp>
        <p:sp>
          <p:nvSpPr>
            <p:cNvPr id="48" name="Text Box 52">
              <a:extLst>
                <a:ext uri="{FF2B5EF4-FFF2-40B4-BE49-F238E27FC236}">
                  <a16:creationId xmlns:a16="http://schemas.microsoft.com/office/drawing/2014/main" id="{9CDF298D-2D1F-4995-A381-BFA1C5FBF93E}"/>
                </a:ext>
              </a:extLst>
            </p:cNvPr>
            <p:cNvSpPr txBox="1">
              <a:spLocks noChangeArrowheads="1"/>
            </p:cNvSpPr>
            <p:nvPr/>
          </p:nvSpPr>
          <p:spPr bwMode="auto">
            <a:xfrm>
              <a:off x="5003676" y="2862182"/>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206.0.71.0/26</a:t>
              </a:r>
            </a:p>
            <a:p>
              <a:pPr eaLnBrk="1" hangingPunct="1"/>
              <a:r>
                <a:rPr kumimoji="1" lang="en-US" altLang="zh-CN" sz="1200" baseline="0" dirty="0">
                  <a:solidFill>
                    <a:srgbClr val="008EC0"/>
                  </a:solidFill>
                  <a:latin typeface="微软雅黑" panose="020B0503020204020204" pitchFamily="34" charset="-122"/>
                  <a:ea typeface="微软雅黑" panose="020B0503020204020204" pitchFamily="34" charset="-122"/>
                </a:rPr>
                <a:t>206.0.71.64/26</a:t>
              </a:r>
            </a:p>
          </p:txBody>
        </p:sp>
      </p:grpSp>
      <p:grpSp>
        <p:nvGrpSpPr>
          <p:cNvPr id="54" name="组合 53">
            <a:extLst>
              <a:ext uri="{FF2B5EF4-FFF2-40B4-BE49-F238E27FC236}">
                <a16:creationId xmlns:a16="http://schemas.microsoft.com/office/drawing/2014/main" id="{713ED5A1-7922-4C45-9EAB-5418A3387B9C}"/>
              </a:ext>
            </a:extLst>
          </p:cNvPr>
          <p:cNvGrpSpPr/>
          <p:nvPr/>
        </p:nvGrpSpPr>
        <p:grpSpPr>
          <a:xfrm>
            <a:off x="1989671" y="2130623"/>
            <a:ext cx="5578893" cy="463228"/>
            <a:chOff x="1989671" y="2130623"/>
            <a:chExt cx="5578893" cy="463228"/>
          </a:xfrm>
        </p:grpSpPr>
        <p:sp>
          <p:nvSpPr>
            <p:cNvPr id="44" name="Text Box 47">
              <a:extLst>
                <a:ext uri="{FF2B5EF4-FFF2-40B4-BE49-F238E27FC236}">
                  <a16:creationId xmlns:a16="http://schemas.microsoft.com/office/drawing/2014/main" id="{E0C5A91D-3429-41A9-90F3-E2EBC06C187D}"/>
                </a:ext>
              </a:extLst>
            </p:cNvPr>
            <p:cNvSpPr txBox="1">
              <a:spLocks noChangeArrowheads="1"/>
            </p:cNvSpPr>
            <p:nvPr/>
          </p:nvSpPr>
          <p:spPr bwMode="auto">
            <a:xfrm>
              <a:off x="3431611" y="2146012"/>
              <a:ext cx="1330814"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206.0.70.0/24</a:t>
              </a:r>
            </a:p>
          </p:txBody>
        </p:sp>
        <p:sp>
          <p:nvSpPr>
            <p:cNvPr id="46" name="Text Box 50">
              <a:extLst>
                <a:ext uri="{FF2B5EF4-FFF2-40B4-BE49-F238E27FC236}">
                  <a16:creationId xmlns:a16="http://schemas.microsoft.com/office/drawing/2014/main" id="{E63D1BC7-AB50-444A-806C-637919E3B0F5}"/>
                </a:ext>
              </a:extLst>
            </p:cNvPr>
            <p:cNvSpPr txBox="1">
              <a:spLocks noChangeArrowheads="1"/>
            </p:cNvSpPr>
            <p:nvPr/>
          </p:nvSpPr>
          <p:spPr bwMode="auto">
            <a:xfrm>
              <a:off x="4667766" y="2301463"/>
              <a:ext cx="1330814"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206.0.71.0/25</a:t>
              </a:r>
            </a:p>
          </p:txBody>
        </p:sp>
        <p:sp>
          <p:nvSpPr>
            <p:cNvPr id="49" name="Text Box 54">
              <a:extLst>
                <a:ext uri="{FF2B5EF4-FFF2-40B4-BE49-F238E27FC236}">
                  <a16:creationId xmlns:a16="http://schemas.microsoft.com/office/drawing/2014/main" id="{552412CC-EA6A-4A3B-A602-0A8DD10CBDB5}"/>
                </a:ext>
              </a:extLst>
            </p:cNvPr>
            <p:cNvSpPr txBox="1">
              <a:spLocks noChangeArrowheads="1"/>
            </p:cNvSpPr>
            <p:nvPr/>
          </p:nvSpPr>
          <p:spPr bwMode="auto">
            <a:xfrm>
              <a:off x="6032566" y="2130623"/>
              <a:ext cx="1535998"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206.0.71.128/25</a:t>
              </a:r>
            </a:p>
          </p:txBody>
        </p:sp>
        <p:sp>
          <p:nvSpPr>
            <p:cNvPr id="50" name="Text Box 56">
              <a:extLst>
                <a:ext uri="{FF2B5EF4-FFF2-40B4-BE49-F238E27FC236}">
                  <a16:creationId xmlns:a16="http://schemas.microsoft.com/office/drawing/2014/main" id="{84339BF0-32C0-43CA-88EC-B202F9549A41}"/>
                </a:ext>
              </a:extLst>
            </p:cNvPr>
            <p:cNvSpPr txBox="1">
              <a:spLocks noChangeArrowheads="1"/>
            </p:cNvSpPr>
            <p:nvPr/>
          </p:nvSpPr>
          <p:spPr bwMode="auto">
            <a:xfrm>
              <a:off x="1989671" y="2138336"/>
              <a:ext cx="1330814"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206.0.68.0/23</a:t>
              </a:r>
            </a:p>
          </p:txBody>
        </p:sp>
      </p:grpSp>
      <p:graphicFrame>
        <p:nvGraphicFramePr>
          <p:cNvPr id="51" name="表格 50">
            <a:extLst>
              <a:ext uri="{FF2B5EF4-FFF2-40B4-BE49-F238E27FC236}">
                <a16:creationId xmlns:a16="http://schemas.microsoft.com/office/drawing/2014/main" id="{7C86A0AA-9F67-49CE-85D3-50A2433DF823}"/>
              </a:ext>
            </a:extLst>
          </p:cNvPr>
          <p:cNvGraphicFramePr>
            <a:graphicFrameLocks noGrp="1"/>
          </p:cNvGraphicFramePr>
          <p:nvPr>
            <p:extLst>
              <p:ext uri="{D42A27DB-BD31-4B8C-83A1-F6EECF244321}">
                <p14:modId xmlns:p14="http://schemas.microsoft.com/office/powerpoint/2010/main" val="3948124433"/>
              </p:ext>
            </p:extLst>
          </p:nvPr>
        </p:nvGraphicFramePr>
        <p:xfrm>
          <a:off x="1130602" y="3886200"/>
          <a:ext cx="7086602" cy="2604747"/>
        </p:xfrm>
        <a:graphic>
          <a:graphicData uri="http://schemas.openxmlformats.org/drawingml/2006/table">
            <a:tbl>
              <a:tblPr firstRow="1" bandRow="1">
                <a:tableStyleId>{5DA37D80-6434-44D0-A028-1B22A696006F}</a:tableStyleId>
              </a:tblPr>
              <a:tblGrid>
                <a:gridCol w="723901">
                  <a:extLst>
                    <a:ext uri="{9D8B030D-6E8A-4147-A177-3AD203B41FA5}">
                      <a16:colId xmlns:a16="http://schemas.microsoft.com/office/drawing/2014/main" val="1366699708"/>
                    </a:ext>
                  </a:extLst>
                </a:gridCol>
                <a:gridCol w="1905000">
                  <a:extLst>
                    <a:ext uri="{9D8B030D-6E8A-4147-A177-3AD203B41FA5}">
                      <a16:colId xmlns:a16="http://schemas.microsoft.com/office/drawing/2014/main" val="2170664510"/>
                    </a:ext>
                  </a:extLst>
                </a:gridCol>
                <a:gridCol w="3306128">
                  <a:extLst>
                    <a:ext uri="{9D8B030D-6E8A-4147-A177-3AD203B41FA5}">
                      <a16:colId xmlns:a16="http://schemas.microsoft.com/office/drawing/2014/main" val="3625009731"/>
                    </a:ext>
                  </a:extLst>
                </a:gridCol>
                <a:gridCol w="1151573">
                  <a:extLst>
                    <a:ext uri="{9D8B030D-6E8A-4147-A177-3AD203B41FA5}">
                      <a16:colId xmlns:a16="http://schemas.microsoft.com/office/drawing/2014/main" val="1401040804"/>
                    </a:ext>
                  </a:extLst>
                </a:gridCol>
              </a:tblGrid>
              <a:tr h="326627">
                <a:tc>
                  <a:txBody>
                    <a:bodyPr/>
                    <a:lstStyle/>
                    <a:p>
                      <a:pPr algn="ctr"/>
                      <a:r>
                        <a:rPr kumimoji="1" lang="zh-CN" altLang="en-US" sz="1400" dirty="0">
                          <a:solidFill>
                            <a:schemeClr val="tx1"/>
                          </a:solidFill>
                          <a:latin typeface="微软雅黑" panose="020B0503020204020204" pitchFamily="34" charset="-122"/>
                          <a:ea typeface="微软雅黑" panose="020B0503020204020204" pitchFamily="34" charset="-122"/>
                        </a:rPr>
                        <a:t>单位</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zh-CN" altLang="en-US" sz="1400" dirty="0">
                          <a:solidFill>
                            <a:schemeClr val="tx1"/>
                          </a:solidFill>
                          <a:latin typeface="微软雅黑" panose="020B0503020204020204" pitchFamily="34" charset="-122"/>
                          <a:ea typeface="微软雅黑" panose="020B0503020204020204" pitchFamily="34" charset="-122"/>
                        </a:rPr>
                        <a:t>地址块</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zh-CN" altLang="en-US" sz="1400" dirty="0">
                          <a:solidFill>
                            <a:schemeClr val="tx1"/>
                          </a:solidFill>
                          <a:latin typeface="微软雅黑" panose="020B0503020204020204" pitchFamily="34" charset="-122"/>
                          <a:ea typeface="微软雅黑" panose="020B0503020204020204" pitchFamily="34" charset="-122"/>
                        </a:rPr>
                        <a:t>二进制表示 </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zh-CN" altLang="en-US" sz="1400" dirty="0">
                          <a:solidFill>
                            <a:schemeClr val="tx1"/>
                          </a:solidFill>
                          <a:latin typeface="微软雅黑" panose="020B0503020204020204" pitchFamily="34" charset="-122"/>
                          <a:ea typeface="微软雅黑" panose="020B0503020204020204" pitchFamily="34" charset="-122"/>
                        </a:rPr>
                        <a:t>地址数</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923221995"/>
                  </a:ext>
                </a:extLst>
              </a:tr>
              <a:tr h="375491">
                <a:tc>
                  <a:txBody>
                    <a:bodyPr/>
                    <a:lstStyle/>
                    <a:p>
                      <a:pPr algn="ctr"/>
                      <a:r>
                        <a:rPr kumimoji="1" lang="en-US" altLang="zh-CN" sz="1400" b="1" dirty="0">
                          <a:solidFill>
                            <a:schemeClr val="tx1"/>
                          </a:solidFill>
                          <a:latin typeface="微软雅黑" panose="020B0503020204020204" pitchFamily="34" charset="-122"/>
                          <a:ea typeface="微软雅黑" panose="020B0503020204020204" pitchFamily="34" charset="-122"/>
                        </a:rPr>
                        <a:t>ISP</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265113" algn="just"/>
                      <a:r>
                        <a:rPr kumimoji="1" lang="en-US" altLang="zh-CN" sz="1400" b="0" dirty="0">
                          <a:solidFill>
                            <a:schemeClr val="tx1"/>
                          </a:solidFill>
                          <a:latin typeface="微软雅黑" panose="020B0503020204020204" pitchFamily="34" charset="-122"/>
                          <a:ea typeface="微软雅黑" panose="020B0503020204020204" pitchFamily="34" charset="-122"/>
                        </a:rPr>
                        <a:t>206.0.64.0/18</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kumimoji="1" lang="en-US" altLang="zh-CN" sz="1400" b="0" dirty="0">
                          <a:solidFill>
                            <a:schemeClr val="tx1"/>
                          </a:solidFill>
                          <a:latin typeface="微软雅黑" panose="020B0503020204020204" pitchFamily="34" charset="-122"/>
                          <a:ea typeface="微软雅黑" panose="020B0503020204020204" pitchFamily="34" charset="-122"/>
                        </a:rPr>
                        <a:t>11001110.00000000.01* </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en-US" altLang="zh-CN" sz="1400" b="0" dirty="0">
                          <a:solidFill>
                            <a:schemeClr val="tx1"/>
                          </a:solidFill>
                          <a:latin typeface="微软雅黑" panose="020B0503020204020204" pitchFamily="34" charset="-122"/>
                          <a:ea typeface="微软雅黑" panose="020B0503020204020204" pitchFamily="34" charset="-122"/>
                        </a:rPr>
                        <a:t>16382</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38330409"/>
                  </a:ext>
                </a:extLst>
              </a:tr>
              <a:tr h="375491">
                <a:tc>
                  <a:txBody>
                    <a:bodyPr/>
                    <a:lstStyle/>
                    <a:p>
                      <a:pPr algn="ctr"/>
                      <a:r>
                        <a:rPr kumimoji="1" lang="zh-CN" altLang="en-US" sz="1400" b="1" dirty="0">
                          <a:solidFill>
                            <a:schemeClr val="tx1"/>
                          </a:solidFill>
                          <a:latin typeface="微软雅黑" panose="020B0503020204020204" pitchFamily="34" charset="-122"/>
                          <a:ea typeface="微软雅黑" panose="020B0503020204020204" pitchFamily="34" charset="-122"/>
                        </a:rPr>
                        <a:t>大学</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265113" algn="just" defTabSz="914400" rtl="0" eaLnBrk="1" latinLnBrk="0" hangingPunct="1"/>
                      <a:r>
                        <a:rPr kumimoji="1" lang="en-US" altLang="zh-CN" sz="1400" b="0" kern="1200" dirty="0">
                          <a:solidFill>
                            <a:schemeClr val="tx1"/>
                          </a:solidFill>
                          <a:latin typeface="微软雅黑" panose="020B0503020204020204" pitchFamily="34" charset="-122"/>
                          <a:ea typeface="微软雅黑" panose="020B0503020204020204" pitchFamily="34" charset="-122"/>
                          <a:cs typeface="+mn-cs"/>
                        </a:rPr>
                        <a:t>206.0.68.0/22</a:t>
                      </a:r>
                      <a:endParaRPr kumimoji="1" lang="zh-CN" altLang="en-US" sz="14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r>
                        <a:rPr kumimoji="1" lang="en-US" altLang="zh-CN" sz="1400" b="0" dirty="0">
                          <a:solidFill>
                            <a:schemeClr val="tx1"/>
                          </a:solidFill>
                          <a:latin typeface="微软雅黑" panose="020B0503020204020204" pitchFamily="34" charset="-122"/>
                          <a:ea typeface="微软雅黑" panose="020B0503020204020204" pitchFamily="34" charset="-122"/>
                        </a:rPr>
                        <a:t>11001110.00000000.010001* </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en-US" altLang="zh-CN" sz="1400" b="0" dirty="0">
                          <a:solidFill>
                            <a:schemeClr val="tx1"/>
                          </a:solidFill>
                          <a:latin typeface="微软雅黑" panose="020B0503020204020204" pitchFamily="34" charset="-122"/>
                          <a:ea typeface="微软雅黑" panose="020B0503020204020204" pitchFamily="34" charset="-122"/>
                        </a:rPr>
                        <a:t>1022</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58915637"/>
                  </a:ext>
                </a:extLst>
              </a:tr>
              <a:tr h="375491">
                <a:tc>
                  <a:txBody>
                    <a:bodyPr/>
                    <a:lstStyle/>
                    <a:p>
                      <a:pPr algn="ctr"/>
                      <a:r>
                        <a:rPr kumimoji="1" lang="zh-CN" altLang="en-US" sz="1400" b="1" dirty="0">
                          <a:solidFill>
                            <a:schemeClr val="tx1"/>
                          </a:solidFill>
                          <a:latin typeface="微软雅黑" panose="020B0503020204020204" pitchFamily="34" charset="-122"/>
                          <a:ea typeface="微软雅黑" panose="020B0503020204020204" pitchFamily="34" charset="-122"/>
                        </a:rPr>
                        <a:t>一系 </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265113" algn="just" defTabSz="914400" rtl="0" eaLnBrk="1" latinLnBrk="0" hangingPunct="1"/>
                      <a:r>
                        <a:rPr kumimoji="1" lang="en-US" altLang="zh-CN" sz="1400" b="0" kern="1200" dirty="0">
                          <a:solidFill>
                            <a:schemeClr val="tx1"/>
                          </a:solidFill>
                          <a:latin typeface="微软雅黑" panose="020B0503020204020204" pitchFamily="34" charset="-122"/>
                          <a:ea typeface="微软雅黑" panose="020B0503020204020204" pitchFamily="34" charset="-122"/>
                          <a:cs typeface="+mn-cs"/>
                        </a:rPr>
                        <a:t>206.0.68.0/23</a:t>
                      </a:r>
                      <a:endParaRPr kumimoji="1" lang="zh-CN" altLang="en-US" sz="14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r>
                        <a:rPr kumimoji="1" lang="en-US" altLang="zh-CN" sz="1400" b="0" dirty="0">
                          <a:solidFill>
                            <a:schemeClr val="tx1"/>
                          </a:solidFill>
                          <a:latin typeface="微软雅黑" panose="020B0503020204020204" pitchFamily="34" charset="-122"/>
                          <a:ea typeface="微软雅黑" panose="020B0503020204020204" pitchFamily="34" charset="-122"/>
                        </a:rPr>
                        <a:t>11001110.00000000.0100010*</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en-US" altLang="zh-CN" sz="1400" b="0" dirty="0">
                          <a:solidFill>
                            <a:schemeClr val="tx1"/>
                          </a:solidFill>
                          <a:latin typeface="微软雅黑" panose="020B0503020204020204" pitchFamily="34" charset="-122"/>
                          <a:ea typeface="微软雅黑" panose="020B0503020204020204" pitchFamily="34" charset="-122"/>
                        </a:rPr>
                        <a:t>510</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25920144"/>
                  </a:ext>
                </a:extLst>
              </a:tr>
              <a:tr h="375491">
                <a:tc>
                  <a:txBody>
                    <a:bodyPr/>
                    <a:lstStyle/>
                    <a:p>
                      <a:pPr algn="ctr"/>
                      <a:r>
                        <a:rPr kumimoji="1" lang="zh-CN" altLang="en-US" sz="1400" b="1" dirty="0">
                          <a:solidFill>
                            <a:schemeClr val="tx1"/>
                          </a:solidFill>
                          <a:latin typeface="微软雅黑" panose="020B0503020204020204" pitchFamily="34" charset="-122"/>
                          <a:ea typeface="微软雅黑" panose="020B0503020204020204" pitchFamily="34" charset="-122"/>
                        </a:rPr>
                        <a:t>二系 </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265113" algn="just" defTabSz="914400" rtl="0" eaLnBrk="1" latinLnBrk="0" hangingPunct="1"/>
                      <a:r>
                        <a:rPr kumimoji="1" lang="en-US" altLang="zh-CN" sz="1400" b="0" kern="1200" dirty="0">
                          <a:solidFill>
                            <a:schemeClr val="tx1"/>
                          </a:solidFill>
                          <a:latin typeface="微软雅黑" panose="020B0503020204020204" pitchFamily="34" charset="-122"/>
                          <a:ea typeface="微软雅黑" panose="020B0503020204020204" pitchFamily="34" charset="-122"/>
                          <a:cs typeface="+mn-cs"/>
                        </a:rPr>
                        <a:t>206.0.70.0/24</a:t>
                      </a:r>
                      <a:endParaRPr kumimoji="1" lang="zh-CN" altLang="en-US" sz="14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r>
                        <a:rPr kumimoji="1" lang="en-US" altLang="zh-CN" sz="1400" b="0" dirty="0">
                          <a:solidFill>
                            <a:schemeClr val="tx1"/>
                          </a:solidFill>
                          <a:latin typeface="微软雅黑" panose="020B0503020204020204" pitchFamily="34" charset="-122"/>
                          <a:ea typeface="微软雅黑" panose="020B0503020204020204" pitchFamily="34" charset="-122"/>
                        </a:rPr>
                        <a:t>11001110.00000000.01000110.* </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en-US" altLang="zh-CN" sz="1400" b="0" dirty="0">
                          <a:solidFill>
                            <a:schemeClr val="tx1"/>
                          </a:solidFill>
                          <a:latin typeface="微软雅黑" panose="020B0503020204020204" pitchFamily="34" charset="-122"/>
                          <a:ea typeface="微软雅黑" panose="020B0503020204020204" pitchFamily="34" charset="-122"/>
                        </a:rPr>
                        <a:t>254</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10568740"/>
                  </a:ext>
                </a:extLst>
              </a:tr>
              <a:tr h="375491">
                <a:tc>
                  <a:txBody>
                    <a:bodyPr/>
                    <a:lstStyle/>
                    <a:p>
                      <a:pPr algn="ctr"/>
                      <a:r>
                        <a:rPr kumimoji="1" lang="zh-CN" altLang="en-US" sz="1400" b="1" dirty="0">
                          <a:solidFill>
                            <a:schemeClr val="tx1"/>
                          </a:solidFill>
                          <a:latin typeface="微软雅黑" panose="020B0503020204020204" pitchFamily="34" charset="-122"/>
                          <a:ea typeface="微软雅黑" panose="020B0503020204020204" pitchFamily="34" charset="-122"/>
                        </a:rPr>
                        <a:t>三系 </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265113" algn="just" defTabSz="914400" rtl="0" eaLnBrk="1" latinLnBrk="0" hangingPunct="1"/>
                      <a:r>
                        <a:rPr kumimoji="1" lang="en-US" altLang="zh-CN" sz="1400" b="0" kern="1200" dirty="0">
                          <a:solidFill>
                            <a:schemeClr val="tx1"/>
                          </a:solidFill>
                          <a:latin typeface="微软雅黑" panose="020B0503020204020204" pitchFamily="34" charset="-122"/>
                          <a:ea typeface="微软雅黑" panose="020B0503020204020204" pitchFamily="34" charset="-122"/>
                          <a:cs typeface="+mn-cs"/>
                        </a:rPr>
                        <a:t>206.0.71.0/25 </a:t>
                      </a:r>
                      <a:endParaRPr kumimoji="1" lang="zh-CN" altLang="en-US" sz="14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r>
                        <a:rPr kumimoji="1" lang="en-US" altLang="zh-CN" sz="1400" b="0" dirty="0">
                          <a:solidFill>
                            <a:schemeClr val="tx1"/>
                          </a:solidFill>
                          <a:latin typeface="微软雅黑" panose="020B0503020204020204" pitchFamily="34" charset="-122"/>
                          <a:ea typeface="微软雅黑" panose="020B0503020204020204" pitchFamily="34" charset="-122"/>
                        </a:rPr>
                        <a:t>11001110.00000000.01000111.0*</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en-US" altLang="zh-CN" sz="1400" b="0" dirty="0">
                          <a:solidFill>
                            <a:schemeClr val="tx1"/>
                          </a:solidFill>
                          <a:latin typeface="微软雅黑" panose="020B0503020204020204" pitchFamily="34" charset="-122"/>
                          <a:ea typeface="微软雅黑" panose="020B0503020204020204" pitchFamily="34" charset="-122"/>
                        </a:rPr>
                        <a:t>126</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623035700"/>
                  </a:ext>
                </a:extLst>
              </a:tr>
              <a:tr h="400665">
                <a:tc>
                  <a:txBody>
                    <a:bodyPr/>
                    <a:lstStyle/>
                    <a:p>
                      <a:pPr algn="ctr"/>
                      <a:r>
                        <a:rPr kumimoji="1" lang="en-US" altLang="zh-CN" sz="1400" b="1" dirty="0">
                          <a:solidFill>
                            <a:schemeClr val="tx1"/>
                          </a:solidFill>
                          <a:latin typeface="微软雅黑" panose="020B0503020204020204" pitchFamily="34" charset="-122"/>
                          <a:ea typeface="微软雅黑" panose="020B0503020204020204" pitchFamily="34" charset="-122"/>
                        </a:rPr>
                        <a:t> </a:t>
                      </a:r>
                      <a:r>
                        <a:rPr kumimoji="1" lang="zh-CN" altLang="en-US" sz="1400" b="1" dirty="0">
                          <a:solidFill>
                            <a:schemeClr val="tx1"/>
                          </a:solidFill>
                          <a:latin typeface="微软雅黑" panose="020B0503020204020204" pitchFamily="34" charset="-122"/>
                          <a:ea typeface="微软雅黑" panose="020B0503020204020204" pitchFamily="34" charset="-122"/>
                        </a:rPr>
                        <a:t>四系 </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indent="265113" algn="just" defTabSz="914400" rtl="0" eaLnBrk="1" latinLnBrk="0" hangingPunct="1"/>
                      <a:r>
                        <a:rPr kumimoji="1" lang="en-US" altLang="zh-CN" sz="1400" b="0" kern="1200" dirty="0">
                          <a:solidFill>
                            <a:schemeClr val="tx1"/>
                          </a:solidFill>
                          <a:latin typeface="微软雅黑" panose="020B0503020204020204" pitchFamily="34" charset="-122"/>
                          <a:ea typeface="微软雅黑" panose="020B0503020204020204" pitchFamily="34" charset="-122"/>
                          <a:cs typeface="+mn-cs"/>
                        </a:rPr>
                        <a:t>206.0.71.128/25 </a:t>
                      </a:r>
                      <a:endParaRPr kumimoji="1" lang="zh-CN" altLang="en-US" sz="14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r>
                        <a:rPr kumimoji="1" lang="en-US" altLang="zh-CN" sz="1400" b="0" dirty="0">
                          <a:solidFill>
                            <a:schemeClr val="tx1"/>
                          </a:solidFill>
                          <a:latin typeface="微软雅黑" panose="020B0503020204020204" pitchFamily="34" charset="-122"/>
                          <a:ea typeface="微软雅黑" panose="020B0503020204020204" pitchFamily="34" charset="-122"/>
                        </a:rPr>
                        <a:t>11001110.00000000.01000111.1*</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en-US" altLang="zh-CN" sz="1400" b="0" dirty="0">
                          <a:solidFill>
                            <a:schemeClr val="tx1"/>
                          </a:solidFill>
                          <a:latin typeface="微软雅黑" panose="020B0503020204020204" pitchFamily="34" charset="-122"/>
                          <a:ea typeface="微软雅黑" panose="020B0503020204020204" pitchFamily="34" charset="-122"/>
                        </a:rPr>
                        <a:t>126</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23604197"/>
                  </a:ext>
                </a:extLst>
              </a:tr>
            </a:tbl>
          </a:graphicData>
        </a:graphic>
      </p:graphicFrame>
      <p:sp>
        <p:nvSpPr>
          <p:cNvPr id="52" name="文本框 51">
            <a:extLst>
              <a:ext uri="{FF2B5EF4-FFF2-40B4-BE49-F238E27FC236}">
                <a16:creationId xmlns:a16="http://schemas.microsoft.com/office/drawing/2014/main" id="{63177FA2-1E59-4046-907A-72D45B9DC3B0}"/>
              </a:ext>
            </a:extLst>
          </p:cNvPr>
          <p:cNvSpPr txBox="1"/>
          <p:nvPr/>
        </p:nvSpPr>
        <p:spPr>
          <a:xfrm>
            <a:off x="763689" y="1031840"/>
            <a:ext cx="1482932" cy="461665"/>
          </a:xfrm>
          <a:prstGeom prst="rect">
            <a:avLst/>
          </a:prstGeom>
          <a:noFill/>
        </p:spPr>
        <p:txBody>
          <a:bodyPr wrap="square" rtlCol="0">
            <a:spAutoFit/>
          </a:bodyPr>
          <a:lstStyle/>
          <a:p>
            <a:r>
              <a:rPr lang="zh-CN" altLang="en-US" sz="2400" baseline="0" dirty="0">
                <a:latin typeface="微软雅黑" panose="020B0503020204020204" pitchFamily="34" charset="-122"/>
                <a:ea typeface="微软雅黑" panose="020B0503020204020204" pitchFamily="34" charset="-122"/>
              </a:rPr>
              <a:t>例</a:t>
            </a:r>
            <a:r>
              <a:rPr lang="en-US" altLang="zh-CN" sz="2400" baseline="0" dirty="0">
                <a:latin typeface="微软雅黑" panose="020B0503020204020204" pitchFamily="34" charset="-122"/>
                <a:ea typeface="微软雅黑" panose="020B0503020204020204" pitchFamily="34" charset="-122"/>
              </a:rPr>
              <a:t>1</a:t>
            </a:r>
            <a:endParaRPr lang="zh-CN" altLang="en-US" sz="2400" baseline="0" dirty="0">
              <a:latin typeface="微软雅黑" panose="020B0503020204020204" pitchFamily="34" charset="-122"/>
              <a:ea typeface="微软雅黑" panose="020B0503020204020204" pitchFamily="34" charset="-122"/>
            </a:endParaRPr>
          </a:p>
        </p:txBody>
      </p:sp>
      <p:grpSp>
        <p:nvGrpSpPr>
          <p:cNvPr id="59" name="组合 58">
            <a:extLst>
              <a:ext uri="{FF2B5EF4-FFF2-40B4-BE49-F238E27FC236}">
                <a16:creationId xmlns:a16="http://schemas.microsoft.com/office/drawing/2014/main" id="{DC08AE7D-0ABC-4CBD-8532-5817BC7ADC2C}"/>
              </a:ext>
            </a:extLst>
          </p:cNvPr>
          <p:cNvGrpSpPr/>
          <p:nvPr/>
        </p:nvGrpSpPr>
        <p:grpSpPr>
          <a:xfrm>
            <a:off x="1115282" y="2783817"/>
            <a:ext cx="6830118" cy="505336"/>
            <a:chOff x="1115282" y="2783817"/>
            <a:chExt cx="6830118" cy="505336"/>
          </a:xfrm>
        </p:grpSpPr>
        <p:sp>
          <p:nvSpPr>
            <p:cNvPr id="55" name="文本框 54">
              <a:extLst>
                <a:ext uri="{FF2B5EF4-FFF2-40B4-BE49-F238E27FC236}">
                  <a16:creationId xmlns:a16="http://schemas.microsoft.com/office/drawing/2014/main" id="{316EA8A9-19D1-4C4D-8EDC-89ED8C72B0DF}"/>
                </a:ext>
              </a:extLst>
            </p:cNvPr>
            <p:cNvSpPr txBox="1"/>
            <p:nvPr/>
          </p:nvSpPr>
          <p:spPr>
            <a:xfrm>
              <a:off x="1115282" y="2783817"/>
              <a:ext cx="934654" cy="369332"/>
            </a:xfrm>
            <a:prstGeom prst="rect">
              <a:avLst/>
            </a:prstGeom>
            <a:noFill/>
          </p:spPr>
          <p:txBody>
            <a:bodyPr wrap="square" rtlCol="0">
              <a:spAutoFit/>
            </a:bodyPr>
            <a:lstStyle/>
            <a:p>
              <a:r>
                <a:rPr lang="en-US" altLang="zh-CN" b="0" dirty="0">
                  <a:solidFill>
                    <a:srgbClr val="FF0000"/>
                  </a:solidFill>
                  <a:latin typeface="微软雅黑" panose="020B0503020204020204" pitchFamily="34" charset="-122"/>
                  <a:ea typeface="微软雅黑" panose="020B0503020204020204" pitchFamily="34" charset="-122"/>
                </a:rPr>
                <a:t>510</a:t>
              </a:r>
              <a:r>
                <a:rPr lang="zh-CN" altLang="en-US" b="0" dirty="0">
                  <a:solidFill>
                    <a:srgbClr val="FF0000"/>
                  </a:solidFill>
                  <a:latin typeface="微软雅黑" panose="020B0503020204020204" pitchFamily="34" charset="-122"/>
                  <a:ea typeface="微软雅黑" panose="020B0503020204020204" pitchFamily="34" charset="-122"/>
                </a:rPr>
                <a:t>台</a:t>
              </a:r>
            </a:p>
          </p:txBody>
        </p:sp>
        <p:sp>
          <p:nvSpPr>
            <p:cNvPr id="56" name="文本框 55">
              <a:extLst>
                <a:ext uri="{FF2B5EF4-FFF2-40B4-BE49-F238E27FC236}">
                  <a16:creationId xmlns:a16="http://schemas.microsoft.com/office/drawing/2014/main" id="{C0B1FBCB-8693-4384-9E0B-966A3A786578}"/>
                </a:ext>
              </a:extLst>
            </p:cNvPr>
            <p:cNvSpPr txBox="1"/>
            <p:nvPr/>
          </p:nvSpPr>
          <p:spPr>
            <a:xfrm>
              <a:off x="3217253" y="2859915"/>
              <a:ext cx="1114023" cy="382724"/>
            </a:xfrm>
            <a:prstGeom prst="rect">
              <a:avLst/>
            </a:prstGeom>
            <a:noFill/>
          </p:spPr>
          <p:txBody>
            <a:bodyPr wrap="square" rtlCol="0">
              <a:spAutoFit/>
            </a:bodyPr>
            <a:lstStyle/>
            <a:p>
              <a:r>
                <a:rPr lang="en-US" altLang="zh-CN" b="0" dirty="0">
                  <a:solidFill>
                    <a:srgbClr val="FF0000"/>
                  </a:solidFill>
                  <a:latin typeface="微软雅黑" panose="020B0503020204020204" pitchFamily="34" charset="-122"/>
                  <a:ea typeface="微软雅黑" panose="020B0503020204020204" pitchFamily="34" charset="-122"/>
                </a:rPr>
                <a:t>254</a:t>
              </a:r>
              <a:r>
                <a:rPr lang="zh-CN" altLang="en-US" b="0" dirty="0">
                  <a:solidFill>
                    <a:srgbClr val="FF0000"/>
                  </a:solidFill>
                  <a:latin typeface="微软雅黑" panose="020B0503020204020204" pitchFamily="34" charset="-122"/>
                  <a:ea typeface="微软雅黑" panose="020B0503020204020204" pitchFamily="34" charset="-122"/>
                </a:rPr>
                <a:t>台</a:t>
              </a:r>
            </a:p>
          </p:txBody>
        </p:sp>
        <p:sp>
          <p:nvSpPr>
            <p:cNvPr id="57" name="文本框 56">
              <a:extLst>
                <a:ext uri="{FF2B5EF4-FFF2-40B4-BE49-F238E27FC236}">
                  <a16:creationId xmlns:a16="http://schemas.microsoft.com/office/drawing/2014/main" id="{DDD0C400-2B05-47A7-8FE0-A0F786DB7EAE}"/>
                </a:ext>
              </a:extLst>
            </p:cNvPr>
            <p:cNvSpPr txBox="1"/>
            <p:nvPr/>
          </p:nvSpPr>
          <p:spPr>
            <a:xfrm>
              <a:off x="5223619" y="2907259"/>
              <a:ext cx="846238" cy="369332"/>
            </a:xfrm>
            <a:prstGeom prst="rect">
              <a:avLst/>
            </a:prstGeom>
            <a:noFill/>
          </p:spPr>
          <p:txBody>
            <a:bodyPr wrap="square" rtlCol="0">
              <a:spAutoFit/>
            </a:bodyPr>
            <a:lstStyle/>
            <a:p>
              <a:r>
                <a:rPr lang="en-US" altLang="zh-CN" b="0" dirty="0">
                  <a:solidFill>
                    <a:srgbClr val="FF0000"/>
                  </a:solidFill>
                  <a:latin typeface="微软雅黑" panose="020B0503020204020204" pitchFamily="34" charset="-122"/>
                  <a:ea typeface="微软雅黑" panose="020B0503020204020204" pitchFamily="34" charset="-122"/>
                </a:rPr>
                <a:t>126</a:t>
              </a:r>
              <a:r>
                <a:rPr lang="zh-CN" altLang="en-US" b="0" dirty="0">
                  <a:solidFill>
                    <a:srgbClr val="FF0000"/>
                  </a:solidFill>
                  <a:latin typeface="微软雅黑" panose="020B0503020204020204" pitchFamily="34" charset="-122"/>
                  <a:ea typeface="微软雅黑" panose="020B0503020204020204" pitchFamily="34" charset="-122"/>
                </a:rPr>
                <a:t>台</a:t>
              </a:r>
            </a:p>
          </p:txBody>
        </p:sp>
        <p:sp>
          <p:nvSpPr>
            <p:cNvPr id="58" name="文本框 57">
              <a:extLst>
                <a:ext uri="{FF2B5EF4-FFF2-40B4-BE49-F238E27FC236}">
                  <a16:creationId xmlns:a16="http://schemas.microsoft.com/office/drawing/2014/main" id="{C986BE05-37E8-413F-8B51-5B8CAB69E01C}"/>
                </a:ext>
              </a:extLst>
            </p:cNvPr>
            <p:cNvSpPr txBox="1"/>
            <p:nvPr/>
          </p:nvSpPr>
          <p:spPr>
            <a:xfrm>
              <a:off x="7131044" y="2919821"/>
              <a:ext cx="814356" cy="369332"/>
            </a:xfrm>
            <a:prstGeom prst="rect">
              <a:avLst/>
            </a:prstGeom>
            <a:noFill/>
          </p:spPr>
          <p:txBody>
            <a:bodyPr wrap="square" rtlCol="0">
              <a:spAutoFit/>
            </a:bodyPr>
            <a:lstStyle/>
            <a:p>
              <a:r>
                <a:rPr lang="en-US" altLang="zh-CN" b="0" dirty="0">
                  <a:solidFill>
                    <a:srgbClr val="FF0000"/>
                  </a:solidFill>
                  <a:latin typeface="微软雅黑" panose="020B0503020204020204" pitchFamily="34" charset="-122"/>
                  <a:ea typeface="微软雅黑" panose="020B0503020204020204" pitchFamily="34" charset="-122"/>
                </a:rPr>
                <a:t>126</a:t>
              </a:r>
              <a:r>
                <a:rPr lang="zh-CN" altLang="en-US" b="0" dirty="0">
                  <a:solidFill>
                    <a:srgbClr val="FF0000"/>
                  </a:solidFill>
                  <a:latin typeface="微软雅黑" panose="020B0503020204020204" pitchFamily="34" charset="-122"/>
                  <a:ea typeface="微软雅黑" panose="020B0503020204020204" pitchFamily="34" charset="-122"/>
                </a:rPr>
                <a:t>台</a:t>
              </a:r>
            </a:p>
          </p:txBody>
        </p:sp>
      </p:grpSp>
      <p:sp>
        <p:nvSpPr>
          <p:cNvPr id="60" name="矩形 59">
            <a:extLst>
              <a:ext uri="{FF2B5EF4-FFF2-40B4-BE49-F238E27FC236}">
                <a16:creationId xmlns:a16="http://schemas.microsoft.com/office/drawing/2014/main" id="{E2EE0F58-0335-461C-92BC-82E8A96FE514}"/>
              </a:ext>
            </a:extLst>
          </p:cNvPr>
          <p:cNvSpPr/>
          <p:nvPr/>
        </p:nvSpPr>
        <p:spPr bwMode="auto">
          <a:xfrm>
            <a:off x="6251446" y="5410200"/>
            <a:ext cx="84646" cy="228600"/>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65787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up)">
                                      <p:cBhvr>
                                        <p:cTn id="10" dur="500"/>
                                        <p:tgtEl>
                                          <p:spTgt spid="5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wipe(left)">
                                      <p:cBhvr>
                                        <p:cTn id="20" dur="500"/>
                                        <p:tgtEl>
                                          <p:spTgt spid="54"/>
                                        </p:tgtEl>
                                      </p:cBhvr>
                                    </p:animEffect>
                                  </p:childTnLst>
                                </p:cTn>
                              </p:par>
                            </p:childTnLst>
                          </p:cTn>
                        </p:par>
                        <p:par>
                          <p:cTn id="21" fill="hold">
                            <p:stCondLst>
                              <p:cond delay="500"/>
                            </p:stCondLst>
                            <p:childTnLst>
                              <p:par>
                                <p:cTn id="22" presetID="1" presetClass="exit" presetSubtype="0" fill="hold" nodeType="afterEffect">
                                  <p:stCondLst>
                                    <p:cond delay="0"/>
                                  </p:stCondLst>
                                  <p:childTnLst>
                                    <p:set>
                                      <p:cBhvr>
                                        <p:cTn id="23" dur="1" fill="hold">
                                          <p:stCondLst>
                                            <p:cond delay="0"/>
                                          </p:stCondLst>
                                        </p:cTn>
                                        <p:tgtEl>
                                          <p:spTgt spid="59"/>
                                        </p:tgtEl>
                                        <p:attrNameLst>
                                          <p:attrName>style.visibility</p:attrName>
                                        </p:attrNameLst>
                                      </p:cBhvr>
                                      <p:to>
                                        <p:strVal val="hidden"/>
                                      </p:to>
                                    </p:se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wipe(left)">
                                      <p:cBhvr>
                                        <p:cTn id="2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6844B91-628A-469C-A621-F632319F8581}"/>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26</a:t>
            </a:fld>
            <a:endParaRPr lang="en-US" altLang="zh-CN" dirty="0"/>
          </a:p>
        </p:txBody>
      </p:sp>
      <p:grpSp>
        <p:nvGrpSpPr>
          <p:cNvPr id="4" name="Group 4">
            <a:extLst>
              <a:ext uri="{FF2B5EF4-FFF2-40B4-BE49-F238E27FC236}">
                <a16:creationId xmlns:a16="http://schemas.microsoft.com/office/drawing/2014/main" id="{33B62CF6-5D65-4B80-AA53-B8B479B2E141}"/>
              </a:ext>
            </a:extLst>
          </p:cNvPr>
          <p:cNvGrpSpPr>
            <a:grpSpLocks/>
          </p:cNvGrpSpPr>
          <p:nvPr/>
        </p:nvGrpSpPr>
        <p:grpSpPr bwMode="auto">
          <a:xfrm>
            <a:off x="6799845" y="1366072"/>
            <a:ext cx="1511300" cy="738188"/>
            <a:chOff x="2592" y="1200"/>
            <a:chExt cx="2400" cy="1584"/>
          </a:xfrm>
          <a:solidFill>
            <a:schemeClr val="bg1">
              <a:lumMod val="75000"/>
            </a:schemeClr>
          </a:solidFill>
        </p:grpSpPr>
        <p:grpSp>
          <p:nvGrpSpPr>
            <p:cNvPr id="5" name="Group 5">
              <a:extLst>
                <a:ext uri="{FF2B5EF4-FFF2-40B4-BE49-F238E27FC236}">
                  <a16:creationId xmlns:a16="http://schemas.microsoft.com/office/drawing/2014/main" id="{619BA5D5-9F04-4283-B7FC-8A344CCEA3C4}"/>
                </a:ext>
              </a:extLst>
            </p:cNvPr>
            <p:cNvGrpSpPr>
              <a:grpSpLocks/>
            </p:cNvGrpSpPr>
            <p:nvPr/>
          </p:nvGrpSpPr>
          <p:grpSpPr bwMode="auto">
            <a:xfrm>
              <a:off x="2606" y="1231"/>
              <a:ext cx="2386" cy="1553"/>
              <a:chOff x="3134" y="1375"/>
              <a:chExt cx="2386" cy="1553"/>
            </a:xfrm>
            <a:grpFill/>
          </p:grpSpPr>
          <p:sp>
            <p:nvSpPr>
              <p:cNvPr id="15" name="Oval 6">
                <a:extLst>
                  <a:ext uri="{FF2B5EF4-FFF2-40B4-BE49-F238E27FC236}">
                    <a16:creationId xmlns:a16="http://schemas.microsoft.com/office/drawing/2014/main" id="{5A0F00D7-3149-4396-8FB9-DD548082D1E4}"/>
                  </a:ext>
                </a:extLst>
              </p:cNvPr>
              <p:cNvSpPr>
                <a:spLocks noChangeArrowheads="1"/>
              </p:cNvSpPr>
              <p:nvPr/>
            </p:nvSpPr>
            <p:spPr bwMode="auto">
              <a:xfrm>
                <a:off x="3959" y="1375"/>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6" name="Oval 7">
                <a:extLst>
                  <a:ext uri="{FF2B5EF4-FFF2-40B4-BE49-F238E27FC236}">
                    <a16:creationId xmlns:a16="http://schemas.microsoft.com/office/drawing/2014/main" id="{66E557FD-3C11-4495-B518-9BA750FC96FC}"/>
                  </a:ext>
                </a:extLst>
              </p:cNvPr>
              <p:cNvSpPr>
                <a:spLocks noChangeArrowheads="1"/>
              </p:cNvSpPr>
              <p:nvPr/>
            </p:nvSpPr>
            <p:spPr bwMode="auto">
              <a:xfrm>
                <a:off x="3380" y="1548"/>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7" name="Oval 8">
                <a:extLst>
                  <a:ext uri="{FF2B5EF4-FFF2-40B4-BE49-F238E27FC236}">
                    <a16:creationId xmlns:a16="http://schemas.microsoft.com/office/drawing/2014/main" id="{6F7F7184-719E-4B1D-9FCB-86D56B9A5C4D}"/>
                  </a:ext>
                </a:extLst>
              </p:cNvPr>
              <p:cNvSpPr>
                <a:spLocks noChangeArrowheads="1"/>
              </p:cNvSpPr>
              <p:nvPr/>
            </p:nvSpPr>
            <p:spPr bwMode="auto">
              <a:xfrm>
                <a:off x="3134" y="1940"/>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8" name="Oval 9">
                <a:extLst>
                  <a:ext uri="{FF2B5EF4-FFF2-40B4-BE49-F238E27FC236}">
                    <a16:creationId xmlns:a16="http://schemas.microsoft.com/office/drawing/2014/main" id="{C5AD14BE-797B-4E02-816A-37AF8BF20151}"/>
                  </a:ext>
                </a:extLst>
              </p:cNvPr>
              <p:cNvSpPr>
                <a:spLocks noChangeArrowheads="1"/>
              </p:cNvSpPr>
              <p:nvPr/>
            </p:nvSpPr>
            <p:spPr bwMode="auto">
              <a:xfrm>
                <a:off x="3293" y="2175"/>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9" name="Oval 10">
                <a:extLst>
                  <a:ext uri="{FF2B5EF4-FFF2-40B4-BE49-F238E27FC236}">
                    <a16:creationId xmlns:a16="http://schemas.microsoft.com/office/drawing/2014/main" id="{1EC14A85-EFF7-4FC8-B239-0167496E5A48}"/>
                  </a:ext>
                </a:extLst>
              </p:cNvPr>
              <p:cNvSpPr>
                <a:spLocks noChangeArrowheads="1"/>
              </p:cNvSpPr>
              <p:nvPr/>
            </p:nvSpPr>
            <p:spPr bwMode="auto">
              <a:xfrm>
                <a:off x="3872" y="2269"/>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0" name="Oval 11">
                <a:extLst>
                  <a:ext uri="{FF2B5EF4-FFF2-40B4-BE49-F238E27FC236}">
                    <a16:creationId xmlns:a16="http://schemas.microsoft.com/office/drawing/2014/main" id="{FFC4EC8A-1402-41D8-BC5E-3D1BCA1DF68B}"/>
                  </a:ext>
                </a:extLst>
              </p:cNvPr>
              <p:cNvSpPr>
                <a:spLocks noChangeArrowheads="1"/>
              </p:cNvSpPr>
              <p:nvPr/>
            </p:nvSpPr>
            <p:spPr bwMode="auto">
              <a:xfrm>
                <a:off x="4653" y="1564"/>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1" name="Oval 12">
                <a:extLst>
                  <a:ext uri="{FF2B5EF4-FFF2-40B4-BE49-F238E27FC236}">
                    <a16:creationId xmlns:a16="http://schemas.microsoft.com/office/drawing/2014/main" id="{5A1DBDB3-B96C-4EFA-B38D-2989C32951B8}"/>
                  </a:ext>
                </a:extLst>
              </p:cNvPr>
              <p:cNvSpPr>
                <a:spLocks noChangeArrowheads="1"/>
              </p:cNvSpPr>
              <p:nvPr/>
            </p:nvSpPr>
            <p:spPr bwMode="auto">
              <a:xfrm>
                <a:off x="4768" y="1893"/>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2" name="Oval 13">
                <a:extLst>
                  <a:ext uri="{FF2B5EF4-FFF2-40B4-BE49-F238E27FC236}">
                    <a16:creationId xmlns:a16="http://schemas.microsoft.com/office/drawing/2014/main" id="{86E94767-7A8C-4143-81FE-3F4939928CC1}"/>
                  </a:ext>
                </a:extLst>
              </p:cNvPr>
              <p:cNvSpPr>
                <a:spLocks noChangeArrowheads="1"/>
              </p:cNvSpPr>
              <p:nvPr/>
            </p:nvSpPr>
            <p:spPr bwMode="auto">
              <a:xfrm>
                <a:off x="4696" y="2003"/>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3" name="Oval 14">
                <a:extLst>
                  <a:ext uri="{FF2B5EF4-FFF2-40B4-BE49-F238E27FC236}">
                    <a16:creationId xmlns:a16="http://schemas.microsoft.com/office/drawing/2014/main" id="{B83F9971-8FFA-42E0-AAB5-30D90B798B9C}"/>
                  </a:ext>
                </a:extLst>
              </p:cNvPr>
              <p:cNvSpPr>
                <a:spLocks noChangeArrowheads="1"/>
              </p:cNvSpPr>
              <p:nvPr/>
            </p:nvSpPr>
            <p:spPr bwMode="auto">
              <a:xfrm>
                <a:off x="3568" y="1752"/>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grpSp>
        <p:sp>
          <p:nvSpPr>
            <p:cNvPr id="6" name="Oval 15">
              <a:extLst>
                <a:ext uri="{FF2B5EF4-FFF2-40B4-BE49-F238E27FC236}">
                  <a16:creationId xmlns:a16="http://schemas.microsoft.com/office/drawing/2014/main" id="{23E2D466-FA0B-4385-AED6-237AF59B4E18}"/>
                </a:ext>
              </a:extLst>
            </p:cNvPr>
            <p:cNvSpPr>
              <a:spLocks noChangeArrowheads="1"/>
            </p:cNvSpPr>
            <p:nvPr/>
          </p:nvSpPr>
          <p:spPr bwMode="auto">
            <a:xfrm>
              <a:off x="3416" y="1200"/>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7" name="Oval 16">
              <a:extLst>
                <a:ext uri="{FF2B5EF4-FFF2-40B4-BE49-F238E27FC236}">
                  <a16:creationId xmlns:a16="http://schemas.microsoft.com/office/drawing/2014/main" id="{D6CB7C23-85CC-4879-AF3B-CCC408A7DDF2}"/>
                </a:ext>
              </a:extLst>
            </p:cNvPr>
            <p:cNvSpPr>
              <a:spLocks noChangeArrowheads="1"/>
            </p:cNvSpPr>
            <p:nvPr/>
          </p:nvSpPr>
          <p:spPr bwMode="auto">
            <a:xfrm>
              <a:off x="2838" y="1373"/>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8" name="Oval 17">
              <a:extLst>
                <a:ext uri="{FF2B5EF4-FFF2-40B4-BE49-F238E27FC236}">
                  <a16:creationId xmlns:a16="http://schemas.microsoft.com/office/drawing/2014/main" id="{1F5E924B-9205-4875-B44F-D1175689DB66}"/>
                </a:ext>
              </a:extLst>
            </p:cNvPr>
            <p:cNvSpPr>
              <a:spLocks noChangeArrowheads="1"/>
            </p:cNvSpPr>
            <p:nvPr/>
          </p:nvSpPr>
          <p:spPr bwMode="auto">
            <a:xfrm>
              <a:off x="2592" y="1765"/>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9" name="Oval 18">
              <a:extLst>
                <a:ext uri="{FF2B5EF4-FFF2-40B4-BE49-F238E27FC236}">
                  <a16:creationId xmlns:a16="http://schemas.microsoft.com/office/drawing/2014/main" id="{08C5E962-F5CA-4C4B-A99B-C5E1CF17B5BE}"/>
                </a:ext>
              </a:extLst>
            </p:cNvPr>
            <p:cNvSpPr>
              <a:spLocks noChangeArrowheads="1"/>
            </p:cNvSpPr>
            <p:nvPr/>
          </p:nvSpPr>
          <p:spPr bwMode="auto">
            <a:xfrm>
              <a:off x="2751" y="2000"/>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0" name="Oval 19">
              <a:extLst>
                <a:ext uri="{FF2B5EF4-FFF2-40B4-BE49-F238E27FC236}">
                  <a16:creationId xmlns:a16="http://schemas.microsoft.com/office/drawing/2014/main" id="{C0E307A4-7DF5-4BAF-8DE5-7E469245B81D}"/>
                </a:ext>
              </a:extLst>
            </p:cNvPr>
            <p:cNvSpPr>
              <a:spLocks noChangeArrowheads="1"/>
            </p:cNvSpPr>
            <p:nvPr/>
          </p:nvSpPr>
          <p:spPr bwMode="auto">
            <a:xfrm>
              <a:off x="3329" y="2094"/>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1" name="Oval 20">
              <a:extLst>
                <a:ext uri="{FF2B5EF4-FFF2-40B4-BE49-F238E27FC236}">
                  <a16:creationId xmlns:a16="http://schemas.microsoft.com/office/drawing/2014/main" id="{D39BD296-F442-4705-B3D6-2C64B1A69DF9}"/>
                </a:ext>
              </a:extLst>
            </p:cNvPr>
            <p:cNvSpPr>
              <a:spLocks noChangeArrowheads="1"/>
            </p:cNvSpPr>
            <p:nvPr/>
          </p:nvSpPr>
          <p:spPr bwMode="auto">
            <a:xfrm>
              <a:off x="4110" y="1388"/>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2" name="Oval 21">
              <a:extLst>
                <a:ext uri="{FF2B5EF4-FFF2-40B4-BE49-F238E27FC236}">
                  <a16:creationId xmlns:a16="http://schemas.microsoft.com/office/drawing/2014/main" id="{DBB2BCD7-7D97-4437-AADA-11ABE92DCB20}"/>
                </a:ext>
              </a:extLst>
            </p:cNvPr>
            <p:cNvSpPr>
              <a:spLocks noChangeArrowheads="1"/>
            </p:cNvSpPr>
            <p:nvPr/>
          </p:nvSpPr>
          <p:spPr bwMode="auto">
            <a:xfrm>
              <a:off x="4226" y="1718"/>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3" name="Oval 22">
              <a:extLst>
                <a:ext uri="{FF2B5EF4-FFF2-40B4-BE49-F238E27FC236}">
                  <a16:creationId xmlns:a16="http://schemas.microsoft.com/office/drawing/2014/main" id="{C0AC58B4-C0B4-406C-AA3D-B0505704AFC8}"/>
                </a:ext>
              </a:extLst>
            </p:cNvPr>
            <p:cNvSpPr>
              <a:spLocks noChangeArrowheads="1"/>
            </p:cNvSpPr>
            <p:nvPr/>
          </p:nvSpPr>
          <p:spPr bwMode="auto">
            <a:xfrm>
              <a:off x="4153" y="1827"/>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14" name="Oval 23">
              <a:extLst>
                <a:ext uri="{FF2B5EF4-FFF2-40B4-BE49-F238E27FC236}">
                  <a16:creationId xmlns:a16="http://schemas.microsoft.com/office/drawing/2014/main" id="{9D2F3A1B-23E9-4C87-8304-26E2C328C4E7}"/>
                </a:ext>
              </a:extLst>
            </p:cNvPr>
            <p:cNvSpPr>
              <a:spLocks noChangeArrowheads="1"/>
            </p:cNvSpPr>
            <p:nvPr/>
          </p:nvSpPr>
          <p:spPr bwMode="auto">
            <a:xfrm>
              <a:off x="3026" y="1576"/>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grpSp>
      <p:sp>
        <p:nvSpPr>
          <p:cNvPr id="24" name="Text Box 24">
            <a:extLst>
              <a:ext uri="{FF2B5EF4-FFF2-40B4-BE49-F238E27FC236}">
                <a16:creationId xmlns:a16="http://schemas.microsoft.com/office/drawing/2014/main" id="{79B74210-B75E-4618-8BAD-D8E93FC5A6BF}"/>
              </a:ext>
            </a:extLst>
          </p:cNvPr>
          <p:cNvSpPr txBox="1">
            <a:spLocks noChangeArrowheads="1"/>
          </p:cNvSpPr>
          <p:nvPr/>
        </p:nvSpPr>
        <p:spPr bwMode="auto">
          <a:xfrm>
            <a:off x="7186388" y="1570079"/>
            <a:ext cx="800219" cy="338554"/>
          </a:xfrm>
          <a:prstGeom prst="rect">
            <a:avLst/>
          </a:prstGeom>
          <a:solidFill>
            <a:schemeClr val="bg1">
              <a:lumMod val="75000"/>
            </a:schemeClr>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因特网</a:t>
            </a:r>
          </a:p>
        </p:txBody>
      </p:sp>
      <p:sp>
        <p:nvSpPr>
          <p:cNvPr id="25" name="Oval 25">
            <a:extLst>
              <a:ext uri="{FF2B5EF4-FFF2-40B4-BE49-F238E27FC236}">
                <a16:creationId xmlns:a16="http://schemas.microsoft.com/office/drawing/2014/main" id="{AA0B2E4E-DBF8-4895-AF15-D168CD827765}"/>
              </a:ext>
            </a:extLst>
          </p:cNvPr>
          <p:cNvSpPr>
            <a:spLocks noChangeArrowheads="1"/>
          </p:cNvSpPr>
          <p:nvPr/>
        </p:nvSpPr>
        <p:spPr bwMode="auto">
          <a:xfrm>
            <a:off x="3116289" y="1170883"/>
            <a:ext cx="2625725" cy="958850"/>
          </a:xfrm>
          <a:prstGeom prst="ellipse">
            <a:avLst/>
          </a:prstGeom>
          <a:solidFill>
            <a:srgbClr val="0070C0"/>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6" name="Oval 26">
            <a:extLst>
              <a:ext uri="{FF2B5EF4-FFF2-40B4-BE49-F238E27FC236}">
                <a16:creationId xmlns:a16="http://schemas.microsoft.com/office/drawing/2014/main" id="{A2CF18B6-AA20-4DF4-8D92-5B5CCD1FDB36}"/>
              </a:ext>
            </a:extLst>
          </p:cNvPr>
          <p:cNvSpPr>
            <a:spLocks noChangeArrowheads="1"/>
          </p:cNvSpPr>
          <p:nvPr/>
        </p:nvSpPr>
        <p:spPr bwMode="auto">
          <a:xfrm>
            <a:off x="3541953" y="1295711"/>
            <a:ext cx="1671638" cy="665163"/>
          </a:xfrm>
          <a:prstGeom prst="ellipse">
            <a:avLst/>
          </a:prstGeom>
          <a:solidFill>
            <a:srgbClr val="CCECFF"/>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27" name="Text Box 27">
            <a:extLst>
              <a:ext uri="{FF2B5EF4-FFF2-40B4-BE49-F238E27FC236}">
                <a16:creationId xmlns:a16="http://schemas.microsoft.com/office/drawing/2014/main" id="{21BE9A10-6BC5-4292-86A1-05C9B706EE82}"/>
              </a:ext>
            </a:extLst>
          </p:cNvPr>
          <p:cNvSpPr txBox="1">
            <a:spLocks noChangeArrowheads="1"/>
          </p:cNvSpPr>
          <p:nvPr/>
        </p:nvSpPr>
        <p:spPr bwMode="auto">
          <a:xfrm>
            <a:off x="3784541" y="1339638"/>
            <a:ext cx="14189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r>
              <a:rPr kumimoji="1" lang="zh-CN" altLang="en-US" sz="1400" baseline="0" dirty="0">
                <a:latin typeface="微软雅黑" panose="020B0503020204020204" pitchFamily="34" charset="-122"/>
                <a:ea typeface="微软雅黑" panose="020B0503020204020204" pitchFamily="34" charset="-122"/>
              </a:rPr>
              <a:t>大学 </a:t>
            </a:r>
            <a:endParaRPr kumimoji="1" lang="en-US" altLang="zh-CN" sz="1400" baseline="0" dirty="0">
              <a:latin typeface="微软雅黑" panose="020B0503020204020204" pitchFamily="34" charset="-122"/>
              <a:ea typeface="微软雅黑" panose="020B0503020204020204" pitchFamily="34" charset="-122"/>
            </a:endParaRPr>
          </a:p>
          <a:p>
            <a:pPr algn="ctr" eaLnBrk="1" hangingPunct="1"/>
            <a:r>
              <a:rPr kumimoji="1" lang="en-US" altLang="zh-CN" sz="1400" baseline="0" dirty="0">
                <a:latin typeface="微软雅黑" panose="020B0503020204020204" pitchFamily="34" charset="-122"/>
                <a:ea typeface="微软雅黑" panose="020B0503020204020204" pitchFamily="34" charset="-122"/>
              </a:rPr>
              <a:t>206.0.68.0/22</a:t>
            </a:r>
          </a:p>
        </p:txBody>
      </p:sp>
      <p:sp>
        <p:nvSpPr>
          <p:cNvPr id="28" name="Text Box 28">
            <a:extLst>
              <a:ext uri="{FF2B5EF4-FFF2-40B4-BE49-F238E27FC236}">
                <a16:creationId xmlns:a16="http://schemas.microsoft.com/office/drawing/2014/main" id="{9AD16E7B-37D1-4E81-A0EA-0B7625ECFA4E}"/>
              </a:ext>
            </a:extLst>
          </p:cNvPr>
          <p:cNvSpPr txBox="1">
            <a:spLocks noChangeArrowheads="1"/>
          </p:cNvSpPr>
          <p:nvPr/>
        </p:nvSpPr>
        <p:spPr bwMode="auto">
          <a:xfrm>
            <a:off x="5664556" y="1307491"/>
            <a:ext cx="133081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206.0.64.0/18</a:t>
            </a:r>
          </a:p>
        </p:txBody>
      </p:sp>
      <p:sp>
        <p:nvSpPr>
          <p:cNvPr id="29" name="AutoShape 29">
            <a:extLst>
              <a:ext uri="{FF2B5EF4-FFF2-40B4-BE49-F238E27FC236}">
                <a16:creationId xmlns:a16="http://schemas.microsoft.com/office/drawing/2014/main" id="{B92F9DC6-2D5A-43F8-AFEC-BCABB87107C3}"/>
              </a:ext>
            </a:extLst>
          </p:cNvPr>
          <p:cNvSpPr>
            <a:spLocks noChangeArrowheads="1"/>
          </p:cNvSpPr>
          <p:nvPr/>
        </p:nvSpPr>
        <p:spPr bwMode="auto">
          <a:xfrm rot="10800000">
            <a:off x="5808246" y="1601248"/>
            <a:ext cx="959378" cy="217879"/>
          </a:xfrm>
          <a:prstGeom prst="leftArrow">
            <a:avLst>
              <a:gd name="adj1" fmla="val 50000"/>
              <a:gd name="adj2" fmla="val 198202"/>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0" name="Text Box 30">
            <a:extLst>
              <a:ext uri="{FF2B5EF4-FFF2-40B4-BE49-F238E27FC236}">
                <a16:creationId xmlns:a16="http://schemas.microsoft.com/office/drawing/2014/main" id="{371E8BEE-E734-4E5E-ADB1-AD5F62DE24CC}"/>
              </a:ext>
            </a:extLst>
          </p:cNvPr>
          <p:cNvSpPr txBox="1">
            <a:spLocks noChangeArrowheads="1"/>
          </p:cNvSpPr>
          <p:nvPr/>
        </p:nvSpPr>
        <p:spPr bwMode="auto">
          <a:xfrm>
            <a:off x="5223619" y="1433771"/>
            <a:ext cx="5116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2400" dirty="0">
                <a:solidFill>
                  <a:schemeClr val="bg1"/>
                </a:solidFill>
                <a:latin typeface="微软雅黑" panose="020B0503020204020204" pitchFamily="34" charset="-122"/>
                <a:ea typeface="微软雅黑" panose="020B0503020204020204" pitchFamily="34" charset="-122"/>
              </a:rPr>
              <a:t>ISP</a:t>
            </a:r>
          </a:p>
        </p:txBody>
      </p:sp>
      <p:sp>
        <p:nvSpPr>
          <p:cNvPr id="31" name="Text Box 33">
            <a:extLst>
              <a:ext uri="{FF2B5EF4-FFF2-40B4-BE49-F238E27FC236}">
                <a16:creationId xmlns:a16="http://schemas.microsoft.com/office/drawing/2014/main" id="{AA0C8599-C5F5-44D8-B067-6D352D6C8A90}"/>
              </a:ext>
            </a:extLst>
          </p:cNvPr>
          <p:cNvSpPr txBox="1">
            <a:spLocks noChangeArrowheads="1"/>
          </p:cNvSpPr>
          <p:nvPr/>
        </p:nvSpPr>
        <p:spPr bwMode="auto">
          <a:xfrm>
            <a:off x="2085775" y="3537962"/>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一系</a:t>
            </a:r>
          </a:p>
        </p:txBody>
      </p:sp>
      <p:sp>
        <p:nvSpPr>
          <p:cNvPr id="32" name="Text Box 34">
            <a:extLst>
              <a:ext uri="{FF2B5EF4-FFF2-40B4-BE49-F238E27FC236}">
                <a16:creationId xmlns:a16="http://schemas.microsoft.com/office/drawing/2014/main" id="{DB639270-3B7D-44B2-B471-F784F930F1B6}"/>
              </a:ext>
            </a:extLst>
          </p:cNvPr>
          <p:cNvSpPr txBox="1">
            <a:spLocks noChangeArrowheads="1"/>
          </p:cNvSpPr>
          <p:nvPr/>
        </p:nvSpPr>
        <p:spPr bwMode="auto">
          <a:xfrm>
            <a:off x="4297939" y="3548062"/>
            <a:ext cx="59848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二系</a:t>
            </a:r>
          </a:p>
        </p:txBody>
      </p:sp>
      <p:sp>
        <p:nvSpPr>
          <p:cNvPr id="33" name="Text Box 35">
            <a:extLst>
              <a:ext uri="{FF2B5EF4-FFF2-40B4-BE49-F238E27FC236}">
                <a16:creationId xmlns:a16="http://schemas.microsoft.com/office/drawing/2014/main" id="{8822D201-2F85-48E2-BF4E-EDEF29709DAE}"/>
              </a:ext>
            </a:extLst>
          </p:cNvPr>
          <p:cNvSpPr txBox="1">
            <a:spLocks noChangeArrowheads="1"/>
          </p:cNvSpPr>
          <p:nvPr/>
        </p:nvSpPr>
        <p:spPr bwMode="auto">
          <a:xfrm>
            <a:off x="6254174" y="3482554"/>
            <a:ext cx="5984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三系</a:t>
            </a:r>
          </a:p>
        </p:txBody>
      </p:sp>
      <p:sp>
        <p:nvSpPr>
          <p:cNvPr id="34" name="Text Box 36">
            <a:extLst>
              <a:ext uri="{FF2B5EF4-FFF2-40B4-BE49-F238E27FC236}">
                <a16:creationId xmlns:a16="http://schemas.microsoft.com/office/drawing/2014/main" id="{2A2CECD5-64EC-4016-842D-F13141CA7D37}"/>
              </a:ext>
            </a:extLst>
          </p:cNvPr>
          <p:cNvSpPr txBox="1">
            <a:spLocks noChangeArrowheads="1"/>
          </p:cNvSpPr>
          <p:nvPr/>
        </p:nvSpPr>
        <p:spPr bwMode="auto">
          <a:xfrm>
            <a:off x="8231388" y="3451630"/>
            <a:ext cx="5984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zh-CN" altLang="en-US" sz="1600" baseline="0" dirty="0">
                <a:latin typeface="微软雅黑" panose="020B0503020204020204" pitchFamily="34" charset="-122"/>
                <a:ea typeface="微软雅黑" panose="020B0503020204020204" pitchFamily="34" charset="-122"/>
              </a:rPr>
              <a:t>四系</a:t>
            </a:r>
          </a:p>
        </p:txBody>
      </p:sp>
      <p:sp>
        <p:nvSpPr>
          <p:cNvPr id="35" name="AutoShape 37">
            <a:extLst>
              <a:ext uri="{FF2B5EF4-FFF2-40B4-BE49-F238E27FC236}">
                <a16:creationId xmlns:a16="http://schemas.microsoft.com/office/drawing/2014/main" id="{DE21116F-36EA-4975-B5B3-BDA59810B4C7}"/>
              </a:ext>
            </a:extLst>
          </p:cNvPr>
          <p:cNvSpPr>
            <a:spLocks noChangeArrowheads="1"/>
          </p:cNvSpPr>
          <p:nvPr/>
        </p:nvSpPr>
        <p:spPr bwMode="auto">
          <a:xfrm rot="1853933">
            <a:off x="5019150" y="2284095"/>
            <a:ext cx="2464593" cy="261919"/>
          </a:xfrm>
          <a:prstGeom prst="leftArrow">
            <a:avLst>
              <a:gd name="adj1" fmla="val 27083"/>
              <a:gd name="adj2" fmla="val 235562"/>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6" name="Oval 38">
            <a:extLst>
              <a:ext uri="{FF2B5EF4-FFF2-40B4-BE49-F238E27FC236}">
                <a16:creationId xmlns:a16="http://schemas.microsoft.com/office/drawing/2014/main" id="{5199B97D-5874-41F3-B11C-D4EF26089C31}"/>
              </a:ext>
            </a:extLst>
          </p:cNvPr>
          <p:cNvSpPr>
            <a:spLocks noChangeArrowheads="1"/>
          </p:cNvSpPr>
          <p:nvPr/>
        </p:nvSpPr>
        <p:spPr bwMode="auto">
          <a:xfrm>
            <a:off x="6635766" y="2950874"/>
            <a:ext cx="1757991" cy="710339"/>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7" name="Text Box 39">
            <a:extLst>
              <a:ext uri="{FF2B5EF4-FFF2-40B4-BE49-F238E27FC236}">
                <a16:creationId xmlns:a16="http://schemas.microsoft.com/office/drawing/2014/main" id="{F585FD2D-1289-4D84-B5D4-D4928D31C8E5}"/>
              </a:ext>
            </a:extLst>
          </p:cNvPr>
          <p:cNvSpPr txBox="1">
            <a:spLocks noChangeArrowheads="1"/>
          </p:cNvSpPr>
          <p:nvPr/>
        </p:nvSpPr>
        <p:spPr bwMode="auto">
          <a:xfrm>
            <a:off x="6852662" y="3079429"/>
            <a:ext cx="14269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206.0.71.128/26</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206.0.71.192/26</a:t>
            </a:r>
          </a:p>
        </p:txBody>
      </p:sp>
      <p:sp>
        <p:nvSpPr>
          <p:cNvPr id="38" name="AutoShape 40">
            <a:extLst>
              <a:ext uri="{FF2B5EF4-FFF2-40B4-BE49-F238E27FC236}">
                <a16:creationId xmlns:a16="http://schemas.microsoft.com/office/drawing/2014/main" id="{8E730A03-E429-40A0-918A-EE4A95813717}"/>
              </a:ext>
            </a:extLst>
          </p:cNvPr>
          <p:cNvSpPr>
            <a:spLocks noChangeArrowheads="1"/>
          </p:cNvSpPr>
          <p:nvPr/>
        </p:nvSpPr>
        <p:spPr bwMode="auto">
          <a:xfrm rot="8870696">
            <a:off x="1715149" y="2301769"/>
            <a:ext cx="2434117" cy="299854"/>
          </a:xfrm>
          <a:prstGeom prst="leftArrow">
            <a:avLst>
              <a:gd name="adj1" fmla="val 27083"/>
              <a:gd name="adj2" fmla="val 208929"/>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39" name="Oval 41">
            <a:extLst>
              <a:ext uri="{FF2B5EF4-FFF2-40B4-BE49-F238E27FC236}">
                <a16:creationId xmlns:a16="http://schemas.microsoft.com/office/drawing/2014/main" id="{CE980FB8-22C9-473E-B14D-22A34A9A791C}"/>
              </a:ext>
            </a:extLst>
          </p:cNvPr>
          <p:cNvSpPr>
            <a:spLocks noChangeArrowheads="1"/>
          </p:cNvSpPr>
          <p:nvPr/>
        </p:nvSpPr>
        <p:spPr bwMode="auto">
          <a:xfrm>
            <a:off x="457200" y="2662099"/>
            <a:ext cx="1911541" cy="1172705"/>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0" name="Text Box 42">
            <a:extLst>
              <a:ext uri="{FF2B5EF4-FFF2-40B4-BE49-F238E27FC236}">
                <a16:creationId xmlns:a16="http://schemas.microsoft.com/office/drawing/2014/main" id="{0772E8D0-E861-4906-BE7D-90D1F43BE749}"/>
              </a:ext>
            </a:extLst>
          </p:cNvPr>
          <p:cNvSpPr txBox="1">
            <a:spLocks noChangeArrowheads="1"/>
          </p:cNvSpPr>
          <p:nvPr/>
        </p:nvSpPr>
        <p:spPr bwMode="auto">
          <a:xfrm>
            <a:off x="744980" y="2827605"/>
            <a:ext cx="14269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206.0.68.0/25</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206.0.68.128/25</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206.0.69.0/25</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206.0.69.128/25</a:t>
            </a:r>
          </a:p>
        </p:txBody>
      </p:sp>
      <p:sp>
        <p:nvSpPr>
          <p:cNvPr id="41" name="AutoShape 43">
            <a:extLst>
              <a:ext uri="{FF2B5EF4-FFF2-40B4-BE49-F238E27FC236}">
                <a16:creationId xmlns:a16="http://schemas.microsoft.com/office/drawing/2014/main" id="{7AF35DF0-D611-49D4-975B-0D397CF7FFEC}"/>
              </a:ext>
            </a:extLst>
          </p:cNvPr>
          <p:cNvSpPr>
            <a:spLocks noChangeArrowheads="1"/>
          </p:cNvSpPr>
          <p:nvPr/>
        </p:nvSpPr>
        <p:spPr bwMode="auto">
          <a:xfrm rot="7490917">
            <a:off x="3001797" y="2522805"/>
            <a:ext cx="1900163" cy="267719"/>
          </a:xfrm>
          <a:prstGeom prst="leftArrow">
            <a:avLst>
              <a:gd name="adj1" fmla="val 27083"/>
              <a:gd name="adj2" fmla="val 175230"/>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2" name="Oval 44">
            <a:extLst>
              <a:ext uri="{FF2B5EF4-FFF2-40B4-BE49-F238E27FC236}">
                <a16:creationId xmlns:a16="http://schemas.microsoft.com/office/drawing/2014/main" id="{3C734BFF-3DCA-4CDF-8851-F29A1887C410}"/>
              </a:ext>
            </a:extLst>
          </p:cNvPr>
          <p:cNvSpPr>
            <a:spLocks noChangeArrowheads="1"/>
          </p:cNvSpPr>
          <p:nvPr/>
        </p:nvSpPr>
        <p:spPr bwMode="auto">
          <a:xfrm>
            <a:off x="2575470" y="2711081"/>
            <a:ext cx="1908035" cy="112372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3" name="Text Box 45">
            <a:extLst>
              <a:ext uri="{FF2B5EF4-FFF2-40B4-BE49-F238E27FC236}">
                <a16:creationId xmlns:a16="http://schemas.microsoft.com/office/drawing/2014/main" id="{13907C00-9CD6-40D8-AE2B-D2DBB6815FB1}"/>
              </a:ext>
            </a:extLst>
          </p:cNvPr>
          <p:cNvSpPr txBox="1">
            <a:spLocks noChangeArrowheads="1"/>
          </p:cNvSpPr>
          <p:nvPr/>
        </p:nvSpPr>
        <p:spPr bwMode="auto">
          <a:xfrm>
            <a:off x="2890941" y="2860351"/>
            <a:ext cx="14269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206.0.70.0/26</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206.0.70.64/26</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206.0.70.128/26</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206.0.70.192/26</a:t>
            </a:r>
          </a:p>
        </p:txBody>
      </p:sp>
      <p:sp>
        <p:nvSpPr>
          <p:cNvPr id="44" name="Text Box 47">
            <a:extLst>
              <a:ext uri="{FF2B5EF4-FFF2-40B4-BE49-F238E27FC236}">
                <a16:creationId xmlns:a16="http://schemas.microsoft.com/office/drawing/2014/main" id="{7944C9FE-1974-46C0-A251-422777E0AC24}"/>
              </a:ext>
            </a:extLst>
          </p:cNvPr>
          <p:cNvSpPr txBox="1">
            <a:spLocks noChangeArrowheads="1"/>
          </p:cNvSpPr>
          <p:nvPr/>
        </p:nvSpPr>
        <p:spPr bwMode="auto">
          <a:xfrm>
            <a:off x="3431611" y="2369711"/>
            <a:ext cx="1330814"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206.0.70.0/24</a:t>
            </a:r>
          </a:p>
        </p:txBody>
      </p:sp>
      <p:sp>
        <p:nvSpPr>
          <p:cNvPr id="45" name="AutoShape 48">
            <a:extLst>
              <a:ext uri="{FF2B5EF4-FFF2-40B4-BE49-F238E27FC236}">
                <a16:creationId xmlns:a16="http://schemas.microsoft.com/office/drawing/2014/main" id="{0EC8CFF4-CDBA-4828-AF82-B76FBCADE12E}"/>
              </a:ext>
            </a:extLst>
          </p:cNvPr>
          <p:cNvSpPr>
            <a:spLocks noChangeArrowheads="1"/>
          </p:cNvSpPr>
          <p:nvPr/>
        </p:nvSpPr>
        <p:spPr bwMode="auto">
          <a:xfrm rot="14062002" flipH="1">
            <a:off x="4465596" y="2508054"/>
            <a:ext cx="1878341" cy="268083"/>
          </a:xfrm>
          <a:prstGeom prst="leftArrow">
            <a:avLst>
              <a:gd name="adj1" fmla="val 27083"/>
              <a:gd name="adj2" fmla="val 184417"/>
            </a:avLst>
          </a:prstGeom>
          <a:solidFill>
            <a:srgbClr val="66C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6" name="Text Box 50">
            <a:extLst>
              <a:ext uri="{FF2B5EF4-FFF2-40B4-BE49-F238E27FC236}">
                <a16:creationId xmlns:a16="http://schemas.microsoft.com/office/drawing/2014/main" id="{2DEB774E-F7E0-4208-B612-6E44D84E88F7}"/>
              </a:ext>
            </a:extLst>
          </p:cNvPr>
          <p:cNvSpPr txBox="1">
            <a:spLocks noChangeArrowheads="1"/>
          </p:cNvSpPr>
          <p:nvPr/>
        </p:nvSpPr>
        <p:spPr bwMode="auto">
          <a:xfrm>
            <a:off x="4667766" y="2525162"/>
            <a:ext cx="1330814"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206.0.71.0/25</a:t>
            </a:r>
          </a:p>
        </p:txBody>
      </p:sp>
      <p:sp>
        <p:nvSpPr>
          <p:cNvPr id="47" name="Oval 51">
            <a:extLst>
              <a:ext uri="{FF2B5EF4-FFF2-40B4-BE49-F238E27FC236}">
                <a16:creationId xmlns:a16="http://schemas.microsoft.com/office/drawing/2014/main" id="{56A13E92-23A0-416E-951C-0671B79CA97F}"/>
              </a:ext>
            </a:extLst>
          </p:cNvPr>
          <p:cNvSpPr>
            <a:spLocks noChangeArrowheads="1"/>
          </p:cNvSpPr>
          <p:nvPr/>
        </p:nvSpPr>
        <p:spPr bwMode="auto">
          <a:xfrm>
            <a:off x="4712974" y="2939224"/>
            <a:ext cx="1757991" cy="724014"/>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a:latin typeface="微软雅黑" panose="020B0503020204020204" pitchFamily="34" charset="-122"/>
              <a:ea typeface="微软雅黑" panose="020B0503020204020204" pitchFamily="34" charset="-122"/>
            </a:endParaRPr>
          </a:p>
        </p:txBody>
      </p:sp>
      <p:sp>
        <p:nvSpPr>
          <p:cNvPr id="48" name="Text Box 52">
            <a:extLst>
              <a:ext uri="{FF2B5EF4-FFF2-40B4-BE49-F238E27FC236}">
                <a16:creationId xmlns:a16="http://schemas.microsoft.com/office/drawing/2014/main" id="{2AAE6D6C-2F16-4910-8D79-FAD39566A9C8}"/>
              </a:ext>
            </a:extLst>
          </p:cNvPr>
          <p:cNvSpPr txBox="1">
            <a:spLocks noChangeArrowheads="1"/>
          </p:cNvSpPr>
          <p:nvPr/>
        </p:nvSpPr>
        <p:spPr bwMode="auto">
          <a:xfrm>
            <a:off x="5003676" y="3085881"/>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206.0.71.0/26</a:t>
            </a:r>
          </a:p>
          <a:p>
            <a:pPr eaLnBrk="1" hangingPunct="1"/>
            <a:r>
              <a:rPr kumimoji="1" lang="en-US" altLang="zh-CN" sz="1200" baseline="0" dirty="0">
                <a:solidFill>
                  <a:srgbClr val="000066"/>
                </a:solidFill>
                <a:latin typeface="微软雅黑" panose="020B0503020204020204" pitchFamily="34" charset="-122"/>
                <a:ea typeface="微软雅黑" panose="020B0503020204020204" pitchFamily="34" charset="-122"/>
              </a:rPr>
              <a:t>206.0.71.64/26</a:t>
            </a:r>
          </a:p>
        </p:txBody>
      </p:sp>
      <p:sp>
        <p:nvSpPr>
          <p:cNvPr id="49" name="Text Box 54">
            <a:extLst>
              <a:ext uri="{FF2B5EF4-FFF2-40B4-BE49-F238E27FC236}">
                <a16:creationId xmlns:a16="http://schemas.microsoft.com/office/drawing/2014/main" id="{DE6B907A-4254-47CC-8DA8-97F88C5D05D2}"/>
              </a:ext>
            </a:extLst>
          </p:cNvPr>
          <p:cNvSpPr txBox="1">
            <a:spLocks noChangeArrowheads="1"/>
          </p:cNvSpPr>
          <p:nvPr/>
        </p:nvSpPr>
        <p:spPr bwMode="auto">
          <a:xfrm>
            <a:off x="6032566" y="2354322"/>
            <a:ext cx="1535998"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206.0.71.128/25</a:t>
            </a:r>
          </a:p>
        </p:txBody>
      </p:sp>
      <p:sp>
        <p:nvSpPr>
          <p:cNvPr id="50" name="Text Box 56">
            <a:extLst>
              <a:ext uri="{FF2B5EF4-FFF2-40B4-BE49-F238E27FC236}">
                <a16:creationId xmlns:a16="http://schemas.microsoft.com/office/drawing/2014/main" id="{27C9AC5A-4E8E-4B57-8FEC-682457692A83}"/>
              </a:ext>
            </a:extLst>
          </p:cNvPr>
          <p:cNvSpPr txBox="1">
            <a:spLocks noChangeArrowheads="1"/>
          </p:cNvSpPr>
          <p:nvPr/>
        </p:nvSpPr>
        <p:spPr bwMode="auto">
          <a:xfrm>
            <a:off x="1989671" y="2362035"/>
            <a:ext cx="1330814" cy="292388"/>
          </a:xfrm>
          <a:prstGeom prst="rect">
            <a:avLst/>
          </a:prstGeom>
          <a:solidFill>
            <a:schemeClr val="bg1"/>
          </a:solidFill>
          <a:ln>
            <a:noFill/>
          </a:ln>
          <a:effectLs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1" hangingPunct="1"/>
            <a:r>
              <a:rPr kumimoji="1" lang="en-US" altLang="zh-CN" sz="1300" baseline="0" dirty="0">
                <a:latin typeface="微软雅黑" panose="020B0503020204020204" pitchFamily="34" charset="-122"/>
                <a:ea typeface="微软雅黑" panose="020B0503020204020204" pitchFamily="34" charset="-122"/>
              </a:rPr>
              <a:t>206.0.68.0/23</a:t>
            </a:r>
          </a:p>
        </p:txBody>
      </p:sp>
      <p:sp>
        <p:nvSpPr>
          <p:cNvPr id="51" name="文本框 50">
            <a:extLst>
              <a:ext uri="{FF2B5EF4-FFF2-40B4-BE49-F238E27FC236}">
                <a16:creationId xmlns:a16="http://schemas.microsoft.com/office/drawing/2014/main" id="{70834593-EF84-4E24-8AB1-B9E3D94227E7}"/>
              </a:ext>
            </a:extLst>
          </p:cNvPr>
          <p:cNvSpPr txBox="1"/>
          <p:nvPr/>
        </p:nvSpPr>
        <p:spPr>
          <a:xfrm>
            <a:off x="762000" y="4290524"/>
            <a:ext cx="7649916" cy="1907702"/>
          </a:xfrm>
          <a:prstGeom prst="rect">
            <a:avLst/>
          </a:prstGeom>
          <a:noFill/>
        </p:spPr>
        <p:txBody>
          <a:bodyPr wrap="square" rtlCol="0">
            <a:spAutoFit/>
          </a:bodyPr>
          <a:lstStyle/>
          <a:p>
            <a:pPr algn="just" eaLnBrk="1" hangingPunct="1">
              <a:lnSpc>
                <a:spcPts val="2900"/>
              </a:lnSpc>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注意</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：块中的起始地址通常不分配给任何设备，用来表示该网络的网络地址；块中的最后地址也不分，用来做广播地址。</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1" hangingPunct="1">
              <a:lnSpc>
                <a:spcPts val="2900"/>
              </a:lnSpc>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这个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ISP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共有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64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类网络。如果不采用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CIDR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技术，则在与该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ISP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的路由器交换路由信息的每一个路由器的路由表中，就需要有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64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个项目。但采用地址聚合后，只需用路由聚合后的一个项目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206.0.64.0/18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就能找到该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ISP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 </a:t>
            </a:r>
          </a:p>
        </p:txBody>
      </p:sp>
    </p:spTree>
    <p:extLst>
      <p:ext uri="{BB962C8B-B14F-4D97-AF65-F5344CB8AC3E}">
        <p14:creationId xmlns:p14="http://schemas.microsoft.com/office/powerpoint/2010/main" val="2002885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1B48D7F-8525-4697-B06D-76CDB5D56AAA}"/>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27</a:t>
            </a:fld>
            <a:endParaRPr lang="en-US" altLang="zh-CN" dirty="0"/>
          </a:p>
        </p:txBody>
      </p:sp>
      <p:pic>
        <p:nvPicPr>
          <p:cNvPr id="4" name="Picture 6">
            <a:extLst>
              <a:ext uri="{FF2B5EF4-FFF2-40B4-BE49-F238E27FC236}">
                <a16:creationId xmlns:a16="http://schemas.microsoft.com/office/drawing/2014/main" id="{6AC8DFBB-176F-431C-A41C-669817AC4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7600" y="1858068"/>
            <a:ext cx="4914900" cy="4078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a:extLst>
              <a:ext uri="{FF2B5EF4-FFF2-40B4-BE49-F238E27FC236}">
                <a16:creationId xmlns:a16="http://schemas.microsoft.com/office/drawing/2014/main" id="{25E98A0C-BBA0-4409-B9FD-598CDCE3A18C}"/>
              </a:ext>
            </a:extLst>
          </p:cNvPr>
          <p:cNvSpPr txBox="1"/>
          <p:nvPr/>
        </p:nvSpPr>
        <p:spPr>
          <a:xfrm>
            <a:off x="999350" y="921488"/>
            <a:ext cx="7391400" cy="787523"/>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已给一个组织分配了</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17.12.14.0/26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的地址块，该组织有</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个部门，需要划分为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32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个地址的子块。</a:t>
            </a:r>
          </a:p>
        </p:txBody>
      </p:sp>
      <p:sp>
        <p:nvSpPr>
          <p:cNvPr id="7" name="文本框 6">
            <a:extLst>
              <a:ext uri="{FF2B5EF4-FFF2-40B4-BE49-F238E27FC236}">
                <a16:creationId xmlns:a16="http://schemas.microsoft.com/office/drawing/2014/main" id="{E0A0B9B9-7ADB-4E3F-9DDD-2C89F2159C8B}"/>
              </a:ext>
            </a:extLst>
          </p:cNvPr>
          <p:cNvSpPr txBox="1"/>
          <p:nvPr/>
        </p:nvSpPr>
        <p:spPr>
          <a:xfrm>
            <a:off x="2628900" y="6085569"/>
            <a:ext cx="4914900" cy="338554"/>
          </a:xfrm>
          <a:prstGeom prst="rect">
            <a:avLst/>
          </a:prstGeom>
          <a:noFill/>
        </p:spPr>
        <p:txBody>
          <a:bodyPr wrap="square" rtlCol="0">
            <a:spAutoFit/>
          </a:bodyPr>
          <a:lstStyle/>
          <a:p>
            <a:r>
              <a:rPr lang="en-US" altLang="zh-CN" sz="1600" dirty="0">
                <a:solidFill>
                  <a:schemeClr val="folHlink"/>
                </a:solidFill>
                <a:ea typeface="宋体" panose="02010600030101010101" pitchFamily="2" charset="-122"/>
              </a:rPr>
              <a:t>Figure 19.7  </a:t>
            </a:r>
            <a:r>
              <a:rPr lang="zh-CN" altLang="en-US" sz="1600" dirty="0">
                <a:ea typeface="宋体" panose="02010600030101010101" pitchFamily="2" charset="-122"/>
              </a:rPr>
              <a:t>一个子网化网络中的配置和地址</a:t>
            </a:r>
          </a:p>
        </p:txBody>
      </p:sp>
    </p:spTree>
    <p:extLst>
      <p:ext uri="{BB962C8B-B14F-4D97-AF65-F5344CB8AC3E}">
        <p14:creationId xmlns:p14="http://schemas.microsoft.com/office/powerpoint/2010/main" val="208485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EFF06C8-4B64-42F8-9D2B-2871397B0E2F}"/>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28</a:t>
            </a:fld>
            <a:endParaRPr lang="en-US" altLang="zh-CN" dirty="0"/>
          </a:p>
        </p:txBody>
      </p:sp>
      <p:sp>
        <p:nvSpPr>
          <p:cNvPr id="3" name="内容占位符 2">
            <a:extLst>
              <a:ext uri="{FF2B5EF4-FFF2-40B4-BE49-F238E27FC236}">
                <a16:creationId xmlns:a16="http://schemas.microsoft.com/office/drawing/2014/main" id="{1A92494A-6960-4381-B469-98E682FF2FAA}"/>
              </a:ext>
            </a:extLst>
          </p:cNvPr>
          <p:cNvSpPr txBox="1">
            <a:spLocks/>
          </p:cNvSpPr>
          <p:nvPr/>
        </p:nvSpPr>
        <p:spPr bwMode="auto">
          <a:xfrm>
            <a:off x="814802" y="3784728"/>
            <a:ext cx="8024397" cy="1886320"/>
          </a:xfrm>
          <a:prstGeom prst="rect">
            <a:avLst/>
          </a:prstGeom>
          <a:noFill/>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gn="just">
              <a:lnSpc>
                <a:spcPct val="200000"/>
              </a:lnSpc>
              <a:spcBef>
                <a:spcPct val="0"/>
              </a:spcBef>
              <a:buFont typeface="Wingdings" panose="05000000000000000000" pitchFamily="2" charset="2"/>
              <a:buNone/>
              <a:defRPr/>
            </a:pPr>
            <a:r>
              <a:rPr lang="zh-CN" altLang="en-US" sz="1800" b="0" kern="1200" dirty="0">
                <a:latin typeface="微软雅黑" panose="020B0503020204020204" pitchFamily="34" charset="-122"/>
                <a:ea typeface="微软雅黑" panose="020B0503020204020204" pitchFamily="34" charset="-122"/>
                <a:cs typeface="Times New Roman" panose="02020603050405020304" pitchFamily="18" charset="0"/>
              </a:rPr>
              <a:t>解</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4000/16 = 250</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，平均每个地点</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 250 </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台机器</a:t>
            </a:r>
            <a:r>
              <a:rPr lang="zh-CN" altLang="en-US" sz="1800" b="0" kern="1200" dirty="0">
                <a:latin typeface="微软雅黑" panose="020B0503020204020204" pitchFamily="34" charset="-122"/>
                <a:ea typeface="微软雅黑" panose="020B0503020204020204" pitchFamily="34" charset="-122"/>
                <a:cs typeface="Times New Roman" panose="02020603050405020304" pitchFamily="18" charset="0"/>
              </a:rPr>
              <a:t>，需要</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1800" b="0" kern="1200" dirty="0">
                <a:latin typeface="微软雅黑" panose="020B0503020204020204" pitchFamily="34" charset="-122"/>
                <a:ea typeface="微软雅黑" panose="020B0503020204020204" pitchFamily="34" charset="-122"/>
                <a:cs typeface="Times New Roman" panose="02020603050405020304" pitchFamily="18" charset="0"/>
              </a:rPr>
              <a:t>位</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spcBef>
                <a:spcPct val="0"/>
              </a:spcBef>
              <a:buFont typeface="Wingdings" panose="05000000000000000000" pitchFamily="2" charset="2"/>
              <a:buNone/>
              <a:defRPr/>
            </a:pP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选</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255.255.255.0</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为掩码，则每个网络所连主</a:t>
            </a:r>
            <a:r>
              <a:rPr lang="zh-CN" altLang="en-US" sz="1800" b="0" kern="1200" dirty="0">
                <a:latin typeface="微软雅黑" panose="020B0503020204020204" pitchFamily="34" charset="-122"/>
                <a:ea typeface="微软雅黑" panose="020B0503020204020204" pitchFamily="34" charset="-122"/>
                <a:cs typeface="Times New Roman" panose="02020603050405020304" pitchFamily="18" charset="0"/>
              </a:rPr>
              <a:t>机</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数</a:t>
            </a:r>
            <a:r>
              <a:rPr lang="zh-CN" altLang="en-US" sz="1800" b="0" kern="1200" dirty="0">
                <a:latin typeface="微软雅黑" panose="020B0503020204020204" pitchFamily="34" charset="-122"/>
                <a:ea typeface="微软雅黑" panose="020B0503020204020204" pitchFamily="34" charset="-122"/>
                <a:cs typeface="Times New Roman" panose="02020603050405020304" pitchFamily="18" charset="0"/>
              </a:rPr>
              <a:t>为 </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1800" b="0" kern="1200" baseline="30000" dirty="0">
                <a:latin typeface="微软雅黑" panose="020B0503020204020204" pitchFamily="34" charset="-122"/>
                <a:ea typeface="微软雅黑" panose="020B0503020204020204" pitchFamily="34" charset="-122"/>
                <a:cs typeface="Times New Roman" panose="02020603050405020304" pitchFamily="18" charset="0"/>
              </a:rPr>
              <a:t>8</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 – 2 = 254 &gt; 250</a:t>
            </a:r>
          </a:p>
          <a:p>
            <a:pPr algn="just">
              <a:lnSpc>
                <a:spcPct val="200000"/>
              </a:lnSpc>
              <a:spcBef>
                <a:spcPct val="0"/>
              </a:spcBef>
              <a:buFont typeface="Wingdings" panose="05000000000000000000" pitchFamily="2" charset="2"/>
              <a:buNone/>
              <a:defRPr/>
            </a:pP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共有子网数</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1800" b="0" kern="1200" baseline="30000" dirty="0">
                <a:latin typeface="微软雅黑" panose="020B0503020204020204" pitchFamily="34" charset="-122"/>
                <a:ea typeface="微软雅黑" panose="020B0503020204020204" pitchFamily="34" charset="-122"/>
                <a:cs typeface="Times New Roman" panose="02020603050405020304" pitchFamily="18" charset="0"/>
              </a:rPr>
              <a:t>8</a:t>
            </a:r>
            <a:r>
              <a:rPr lang="en-US"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=256</a:t>
            </a:r>
            <a:r>
              <a:rPr lang="zh-CN" altLang="zh-CN" sz="1800" b="0" kern="1200" dirty="0">
                <a:latin typeface="微软雅黑" panose="020B0503020204020204" pitchFamily="34" charset="-122"/>
                <a:ea typeface="微软雅黑" panose="020B0503020204020204" pitchFamily="34" charset="-122"/>
                <a:cs typeface="Times New Roman" panose="02020603050405020304" pitchFamily="18" charset="0"/>
              </a:rPr>
              <a:t>，能满足实际需求。</a:t>
            </a:r>
          </a:p>
        </p:txBody>
      </p:sp>
      <p:sp>
        <p:nvSpPr>
          <p:cNvPr id="4" name="文本框 3">
            <a:extLst>
              <a:ext uri="{FF2B5EF4-FFF2-40B4-BE49-F238E27FC236}">
                <a16:creationId xmlns:a16="http://schemas.microsoft.com/office/drawing/2014/main" id="{48B9E076-D04E-4397-99D2-0AA2A85FDC63}"/>
              </a:ext>
            </a:extLst>
          </p:cNvPr>
          <p:cNvSpPr txBox="1"/>
          <p:nvPr/>
        </p:nvSpPr>
        <p:spPr>
          <a:xfrm>
            <a:off x="814803" y="1186952"/>
            <a:ext cx="7731162" cy="2224327"/>
          </a:xfrm>
          <a:prstGeom prst="rect">
            <a:avLst/>
          </a:prstGeom>
          <a:noFill/>
        </p:spPr>
        <p:txBody>
          <a:bodyPr wrap="square" rtlCol="0">
            <a:spAutoFit/>
          </a:bodyPr>
          <a:lstStyle/>
          <a:p>
            <a:pPr algn="just">
              <a:lnSpc>
                <a:spcPct val="200000"/>
              </a:lnSpc>
            </a:pP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某单位分配到一个</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 B </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 IP </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地址，其</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net-id</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129.250.0.0</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。该单位有</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4000</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台机器，平均分布在</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16</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个不同的地点。如选用子网掩码为</a:t>
            </a:r>
            <a:r>
              <a:rPr lang="en-US"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255.255.255.0</a:t>
            </a:r>
            <a:r>
              <a:rPr lang="zh-CN" altLang="zh-CN" sz="1800" b="0" baseline="0" dirty="0">
                <a:latin typeface="微软雅黑" panose="020B0503020204020204" pitchFamily="34" charset="-122"/>
                <a:ea typeface="微软雅黑" panose="020B0503020204020204" pitchFamily="34" charset="-122"/>
                <a:cs typeface="Times New Roman" panose="02020603050405020304" pitchFamily="18" charset="0"/>
              </a:rPr>
              <a:t>，试给每一地点分配一个子网号码，并计算出每个地点主机号码的最小值和最大值。</a:t>
            </a:r>
            <a:endParaRPr lang="zh-CN" altLang="en-US" sz="1800" b="0" baseline="0" dirty="0"/>
          </a:p>
        </p:txBody>
      </p:sp>
    </p:spTree>
    <p:extLst>
      <p:ext uri="{BB962C8B-B14F-4D97-AF65-F5344CB8AC3E}">
        <p14:creationId xmlns:p14="http://schemas.microsoft.com/office/powerpoint/2010/main" val="106097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288C34-FB7B-4CEE-923F-257343B1B1E6}"/>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29</a:t>
            </a:fld>
            <a:endParaRPr lang="en-US" altLang="zh-CN" dirty="0"/>
          </a:p>
        </p:txBody>
      </p:sp>
      <p:sp>
        <p:nvSpPr>
          <p:cNvPr id="3" name="内容占位符 2">
            <a:extLst>
              <a:ext uri="{FF2B5EF4-FFF2-40B4-BE49-F238E27FC236}">
                <a16:creationId xmlns:a16="http://schemas.microsoft.com/office/drawing/2014/main" id="{906AAE80-16FE-4FDB-BCB3-773FC710668A}"/>
              </a:ext>
            </a:extLst>
          </p:cNvPr>
          <p:cNvSpPr txBox="1">
            <a:spLocks/>
          </p:cNvSpPr>
          <p:nvPr/>
        </p:nvSpPr>
        <p:spPr bwMode="auto">
          <a:xfrm>
            <a:off x="1219200" y="990600"/>
            <a:ext cx="7315200" cy="5638800"/>
          </a:xfrm>
          <a:prstGeom prst="rect">
            <a:avLst/>
          </a:prstGeom>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nSpc>
                <a:spcPts val="2200"/>
              </a:lnSpc>
              <a:buFont typeface="Wingdings" panose="05000000000000000000" pitchFamily="2" charset="2"/>
              <a:buNone/>
              <a:defRPr/>
            </a:pPr>
            <a:r>
              <a:rPr lang="en-US" altLang="zh-CN" sz="1400" b="1"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b="1" kern="0" dirty="0">
                <a:latin typeface="微软雅黑" panose="020B0503020204020204" pitchFamily="34" charset="-122"/>
                <a:ea typeface="微软雅黑" panose="020B0503020204020204" pitchFamily="34" charset="-122"/>
                <a:cs typeface="Times New Roman" panose="02020603050405020304" pitchFamily="18" charset="0"/>
              </a:rPr>
              <a:t>地点 </a:t>
            </a:r>
            <a:r>
              <a:rPr lang="en-US" altLang="zh-CN" sz="1400" b="1"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b="1" kern="0" dirty="0">
                <a:latin typeface="微软雅黑" panose="020B0503020204020204" pitchFamily="34" charset="-122"/>
                <a:ea typeface="微软雅黑" panose="020B0503020204020204" pitchFamily="34" charset="-122"/>
                <a:cs typeface="Times New Roman" panose="02020603050405020304" pitchFamily="18" charset="0"/>
              </a:rPr>
              <a:t>子网号</a:t>
            </a:r>
            <a:r>
              <a:rPr lang="en-US" altLang="zh-CN" sz="1400" b="1"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b="1" kern="0" dirty="0">
                <a:latin typeface="微软雅黑" panose="020B0503020204020204" pitchFamily="34" charset="-122"/>
                <a:ea typeface="微软雅黑" panose="020B0503020204020204" pitchFamily="34" charset="-122"/>
                <a:cs typeface="Times New Roman" panose="02020603050405020304" pitchFamily="18" charset="0"/>
              </a:rPr>
              <a:t>网络</a:t>
            </a:r>
            <a:r>
              <a:rPr lang="zh-CN" altLang="en-US" sz="1400" b="1" kern="0" dirty="0">
                <a:latin typeface="微软雅黑" panose="020B0503020204020204" pitchFamily="34" charset="-122"/>
                <a:ea typeface="微软雅黑" panose="020B0503020204020204" pitchFamily="34" charset="-122"/>
                <a:cs typeface="Times New Roman" panose="02020603050405020304" pitchFamily="18" charset="0"/>
              </a:rPr>
              <a:t>地址</a:t>
            </a:r>
            <a:r>
              <a:rPr lang="en-US" altLang="zh-CN" sz="1400" b="1"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b="1" kern="0" dirty="0">
                <a:latin typeface="微软雅黑" panose="020B0503020204020204" pitchFamily="34" charset="-122"/>
                <a:ea typeface="微软雅黑" panose="020B0503020204020204" pitchFamily="34" charset="-122"/>
                <a:cs typeface="Times New Roman" panose="02020603050405020304" pitchFamily="18" charset="0"/>
              </a:rPr>
              <a:t>主机</a:t>
            </a:r>
            <a:r>
              <a:rPr lang="en-US" altLang="zh-CN" sz="1400" b="1"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zh-CN" sz="1400" b="1" kern="0"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400" b="1" kern="0" dirty="0">
                <a:latin typeface="微软雅黑" panose="020B0503020204020204" pitchFamily="34" charset="-122"/>
                <a:ea typeface="微软雅黑" panose="020B0503020204020204" pitchFamily="34" charset="-122"/>
                <a:cs typeface="Times New Roman" panose="02020603050405020304" pitchFamily="18" charset="0"/>
              </a:rPr>
              <a:t>地址范围</a:t>
            </a:r>
            <a:endParaRPr lang="en-US" altLang="zh-CN" sz="1400" b="1"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              00000001               129.250.1.0               129.250.1.1 --- 129.250.1.254   </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2              00000010               129.250.2.0               129.250.2.1 --- 129.250.2.254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3              00000011               129.250.3.0               129.250.3.1 --- 129.250.3.254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4              00000100               129.250.4.0               129.250.4.1 --- 129.250.4.254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5              00000101               129.250.5.0               129.250.5.1 --- 129.250.5.254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6              00000110               129.250.6.0               129.250.6.1 --- 129.250.6.254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7              00000111               129.250.7.0               129.250.7.1 --- 129.250.7.254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8              00001000               129.250.8.0               129.250.8.1 --- 129.250.8.254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9              00001001               129.250.9.0               129.250.9.1 --- 129.250.9.254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10             00001010               129.250.10.0             129.250.10.1---129.250.10.254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11             00001011               129.250.11.0             129.250.11.1---129.250.11.254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12             00001100               129.250.12.0             129.250.12.1---129.250.12.254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13             00001101               129.250.13.0             129.250.13.1---129.250.13.254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14             00001110               129.250.14.0             129.250.14.1---129.250.14.254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15             00001111               129.250.15.0             129.250.15.1---129.250.15.254</a:t>
            </a:r>
            <a:endParaRPr lang="zh-CN" altLang="zh-CN" sz="1300" b="0" kern="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ts val="2200"/>
              </a:lnSpc>
              <a:buFont typeface="Wingdings" panose="05000000000000000000" pitchFamily="2" charset="2"/>
              <a:buNone/>
              <a:defRPr/>
            </a:pPr>
            <a:r>
              <a:rPr lang="en-US" altLang="zh-CN" sz="1300" b="0" kern="0" dirty="0">
                <a:latin typeface="微软雅黑" panose="020B0503020204020204" pitchFamily="34" charset="-122"/>
                <a:ea typeface="微软雅黑" panose="020B0503020204020204" pitchFamily="34" charset="-122"/>
                <a:cs typeface="Times New Roman" panose="02020603050405020304" pitchFamily="18" charset="0"/>
              </a:rPr>
              <a:t>  16             00010000               129.250.16.0             129.250.16.1---129.250.16.254</a:t>
            </a:r>
            <a:endParaRPr lang="zh-CN" altLang="en-US" sz="13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25372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2BB7603-A887-4A90-AA10-EBF9B79F5B69}"/>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30</a:t>
            </a:fld>
            <a:endParaRPr lang="en-US" altLang="zh-CN" dirty="0"/>
          </a:p>
        </p:txBody>
      </p:sp>
      <p:sp>
        <p:nvSpPr>
          <p:cNvPr id="3" name="Rectangle 3">
            <a:extLst>
              <a:ext uri="{FF2B5EF4-FFF2-40B4-BE49-F238E27FC236}">
                <a16:creationId xmlns:a16="http://schemas.microsoft.com/office/drawing/2014/main" id="{5CB4A50E-C311-4A0D-8A34-844CFC44EE79}"/>
              </a:ext>
            </a:extLst>
          </p:cNvPr>
          <p:cNvSpPr txBox="1">
            <a:spLocks noChangeArrowheads="1"/>
          </p:cNvSpPr>
          <p:nvPr/>
        </p:nvSpPr>
        <p:spPr bwMode="auto">
          <a:xfrm>
            <a:off x="731874" y="1066800"/>
            <a:ext cx="7680251" cy="1459230"/>
          </a:xfrm>
          <a:prstGeom prst="rect">
            <a:avLst/>
          </a:prstGeom>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gn="just">
              <a:lnSpc>
                <a:spcPct val="150000"/>
              </a:lnSpc>
              <a:buFont typeface="Wingdings" panose="05000000000000000000" pitchFamily="2" charset="2"/>
              <a:buNone/>
              <a:defRPr/>
            </a:pPr>
            <a:r>
              <a:rPr lang="zh-CN" altLang="en-US" sz="1800" b="1" kern="0" dirty="0">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1800" b="1" kern="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假定从</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196.16.0.0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开始有大量连续的</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地址可以使用，有四个组织</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按照顺序依次申请</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4000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2000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4000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8000</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个地址，请写出每个组织所分配的第一个</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地址、最后一个</a:t>
            </a:r>
            <a:r>
              <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kern="0" dirty="0">
                <a:latin typeface="微软雅黑" panose="020B0503020204020204" pitchFamily="34" charset="-122"/>
                <a:ea typeface="微软雅黑" panose="020B0503020204020204" pitchFamily="34" charset="-122"/>
                <a:cs typeface="Times New Roman" panose="02020603050405020304" pitchFamily="18" charset="0"/>
              </a:rPr>
              <a:t>地址以及子网掩码。</a:t>
            </a:r>
            <a:endParaRPr lang="en-US" altLang="zh-CN" sz="1800" b="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a:extLst>
              <a:ext uri="{FF2B5EF4-FFF2-40B4-BE49-F238E27FC236}">
                <a16:creationId xmlns:a16="http://schemas.microsoft.com/office/drawing/2014/main" id="{2932D313-FCD1-484D-8ACF-E3CCAF3EF6A8}"/>
              </a:ext>
            </a:extLst>
          </p:cNvPr>
          <p:cNvSpPr txBox="1">
            <a:spLocks noChangeArrowheads="1"/>
          </p:cNvSpPr>
          <p:nvPr/>
        </p:nvSpPr>
        <p:spPr bwMode="auto">
          <a:xfrm>
            <a:off x="1752600" y="2547385"/>
            <a:ext cx="6629399" cy="4940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None/>
            </a:pPr>
            <a:r>
              <a:rPr lang="en-US" altLang="zh-CN" sz="2400" b="0" kern="0" baseline="0" dirty="0">
                <a:latin typeface="微软雅黑" panose="020B0503020204020204" pitchFamily="34" charset="-122"/>
                <a:ea typeface="微软雅黑" panose="020B0503020204020204" pitchFamily="34" charset="-122"/>
              </a:rPr>
              <a:t>196.16. 0 0 0 </a:t>
            </a:r>
            <a:r>
              <a:rPr lang="en-US" altLang="zh-CN" sz="2400" b="0" kern="0" baseline="0" dirty="0">
                <a:solidFill>
                  <a:srgbClr val="FF0000"/>
                </a:solidFill>
                <a:latin typeface="微软雅黑" panose="020B0503020204020204" pitchFamily="34" charset="-122"/>
                <a:ea typeface="微软雅黑" panose="020B0503020204020204" pitchFamily="34" charset="-122"/>
              </a:rPr>
              <a:t>0 </a:t>
            </a:r>
            <a:r>
              <a:rPr lang="en-US" altLang="zh-CN" sz="2400" b="0" kern="0" baseline="0" dirty="0">
                <a:latin typeface="微软雅黑" panose="020B0503020204020204" pitchFamily="34" charset="-122"/>
                <a:ea typeface="微软雅黑" panose="020B0503020204020204" pitchFamily="34" charset="-122"/>
              </a:rPr>
              <a:t>0 0 0 0 . 0 0 0 0 0 0 0 0</a:t>
            </a:r>
            <a:endParaRPr lang="zh-CN" altLang="en-US" sz="2400" b="0" kern="0" baseline="0" dirty="0">
              <a:latin typeface="微软雅黑" panose="020B0503020204020204" pitchFamily="34" charset="-122"/>
              <a:ea typeface="微软雅黑" panose="020B0503020204020204" pitchFamily="34" charset="-122"/>
            </a:endParaRPr>
          </a:p>
        </p:txBody>
      </p:sp>
      <p:cxnSp>
        <p:nvCxnSpPr>
          <p:cNvPr id="5" name="直接连接符 5">
            <a:extLst>
              <a:ext uri="{FF2B5EF4-FFF2-40B4-BE49-F238E27FC236}">
                <a16:creationId xmlns:a16="http://schemas.microsoft.com/office/drawing/2014/main" id="{3527A875-1BF9-405F-90F2-EA245D61AFB7}"/>
              </a:ext>
            </a:extLst>
          </p:cNvPr>
          <p:cNvCxnSpPr>
            <a:cxnSpLocks/>
          </p:cNvCxnSpPr>
          <p:nvPr/>
        </p:nvCxnSpPr>
        <p:spPr bwMode="auto">
          <a:xfrm>
            <a:off x="4004932" y="2514600"/>
            <a:ext cx="0" cy="1295400"/>
          </a:xfrm>
          <a:prstGeom prst="line">
            <a:avLst/>
          </a:prstGeom>
          <a:noFill/>
          <a:ln w="1905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连接符 7">
            <a:extLst>
              <a:ext uri="{FF2B5EF4-FFF2-40B4-BE49-F238E27FC236}">
                <a16:creationId xmlns:a16="http://schemas.microsoft.com/office/drawing/2014/main" id="{44F965B9-83A6-446D-88E7-3F0591F79DB0}"/>
              </a:ext>
            </a:extLst>
          </p:cNvPr>
          <p:cNvCxnSpPr>
            <a:cxnSpLocks/>
          </p:cNvCxnSpPr>
          <p:nvPr/>
        </p:nvCxnSpPr>
        <p:spPr bwMode="auto">
          <a:xfrm>
            <a:off x="4279602" y="2547385"/>
            <a:ext cx="0" cy="976791"/>
          </a:xfrm>
          <a:prstGeom prst="line">
            <a:avLst/>
          </a:prstGeom>
          <a:noFill/>
          <a:ln w="1905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a:extLst>
              <a:ext uri="{FF2B5EF4-FFF2-40B4-BE49-F238E27FC236}">
                <a16:creationId xmlns:a16="http://schemas.microsoft.com/office/drawing/2014/main" id="{074D0177-98E4-4E93-A7C6-DB2403571049}"/>
              </a:ext>
            </a:extLst>
          </p:cNvPr>
          <p:cNvCxnSpPr>
            <a:cxnSpLocks/>
          </p:cNvCxnSpPr>
          <p:nvPr/>
        </p:nvCxnSpPr>
        <p:spPr bwMode="auto">
          <a:xfrm>
            <a:off x="3733800" y="3810000"/>
            <a:ext cx="0" cy="575932"/>
          </a:xfrm>
          <a:prstGeom prst="line">
            <a:avLst/>
          </a:prstGeom>
          <a:noFill/>
          <a:ln w="19050" algn="ctr">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文本框 8">
            <a:extLst>
              <a:ext uri="{FF2B5EF4-FFF2-40B4-BE49-F238E27FC236}">
                <a16:creationId xmlns:a16="http://schemas.microsoft.com/office/drawing/2014/main" id="{BA1424DC-7A0F-468B-B25D-C1F9F9A29282}"/>
              </a:ext>
            </a:extLst>
          </p:cNvPr>
          <p:cNvSpPr txBox="1"/>
          <p:nvPr/>
        </p:nvSpPr>
        <p:spPr>
          <a:xfrm>
            <a:off x="1817372" y="4482253"/>
            <a:ext cx="6031228" cy="1705210"/>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196.16.0.1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196.16.15.254 / 255.255.240.0</a:t>
            </a:r>
          </a:p>
          <a:p>
            <a:pPr>
              <a:lnSpc>
                <a:spcPct val="150000"/>
              </a:lnSpc>
            </a:pP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196.16.16.1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196.16.23.254 /  255.255.248.0</a:t>
            </a:r>
          </a:p>
          <a:p>
            <a:pPr>
              <a:lnSpc>
                <a:spcPct val="150000"/>
              </a:lnSpc>
            </a:pP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196.16.32.1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196.16.47.254 /  255.255.240.0</a:t>
            </a:r>
          </a:p>
          <a:p>
            <a:pPr>
              <a:lnSpc>
                <a:spcPct val="150000"/>
              </a:lnSpc>
            </a:pP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196.16.64.1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196.16.95.254 /  255.255.224.0</a:t>
            </a:r>
            <a:endParaRPr lang="zh-CN" altLang="en-US" dirty="0"/>
          </a:p>
        </p:txBody>
      </p:sp>
      <p:sp>
        <p:nvSpPr>
          <p:cNvPr id="11" name="内容占位符 2">
            <a:extLst>
              <a:ext uri="{FF2B5EF4-FFF2-40B4-BE49-F238E27FC236}">
                <a16:creationId xmlns:a16="http://schemas.microsoft.com/office/drawing/2014/main" id="{64E6B73C-CCCB-4DCB-884E-BEA7F3EC9131}"/>
              </a:ext>
            </a:extLst>
          </p:cNvPr>
          <p:cNvSpPr txBox="1">
            <a:spLocks noChangeArrowheads="1"/>
          </p:cNvSpPr>
          <p:nvPr/>
        </p:nvSpPr>
        <p:spPr bwMode="auto">
          <a:xfrm>
            <a:off x="1752599" y="2983650"/>
            <a:ext cx="6629399" cy="592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None/>
            </a:pPr>
            <a:r>
              <a:rPr lang="en-US" altLang="zh-CN" sz="2400" b="0" kern="0" baseline="0" dirty="0">
                <a:latin typeface="微软雅黑" panose="020B0503020204020204" pitchFamily="34" charset="-122"/>
                <a:ea typeface="微软雅黑" panose="020B0503020204020204" pitchFamily="34" charset="-122"/>
              </a:rPr>
              <a:t>196.16. 0 0 0 </a:t>
            </a:r>
            <a:r>
              <a:rPr lang="en-US" altLang="zh-CN" sz="2400" b="0" kern="0" baseline="0" dirty="0">
                <a:solidFill>
                  <a:srgbClr val="FF0000"/>
                </a:solidFill>
                <a:latin typeface="微软雅黑" panose="020B0503020204020204" pitchFamily="34" charset="-122"/>
                <a:ea typeface="微软雅黑" panose="020B0503020204020204" pitchFamily="34" charset="-122"/>
              </a:rPr>
              <a:t>1 0 </a:t>
            </a:r>
            <a:r>
              <a:rPr lang="en-US" altLang="zh-CN" sz="2400" b="0" kern="0" baseline="0" dirty="0">
                <a:latin typeface="微软雅黑" panose="020B0503020204020204" pitchFamily="34" charset="-122"/>
                <a:ea typeface="微软雅黑" panose="020B0503020204020204" pitchFamily="34" charset="-122"/>
              </a:rPr>
              <a:t>0 0 0 . 0 0 0 0 0 0 0 0</a:t>
            </a:r>
          </a:p>
        </p:txBody>
      </p:sp>
      <p:sp>
        <p:nvSpPr>
          <p:cNvPr id="12" name="内容占位符 2">
            <a:extLst>
              <a:ext uri="{FF2B5EF4-FFF2-40B4-BE49-F238E27FC236}">
                <a16:creationId xmlns:a16="http://schemas.microsoft.com/office/drawing/2014/main" id="{F25ED39C-B805-48A3-8F70-297ED5E9B2D9}"/>
              </a:ext>
            </a:extLst>
          </p:cNvPr>
          <p:cNvSpPr txBox="1">
            <a:spLocks noChangeArrowheads="1"/>
          </p:cNvSpPr>
          <p:nvPr/>
        </p:nvSpPr>
        <p:spPr bwMode="auto">
          <a:xfrm>
            <a:off x="1752598" y="3417610"/>
            <a:ext cx="6629399" cy="592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None/>
            </a:pPr>
            <a:r>
              <a:rPr lang="en-US" altLang="zh-CN" sz="2400" b="0" kern="0" baseline="0" dirty="0">
                <a:latin typeface="微软雅黑" panose="020B0503020204020204" pitchFamily="34" charset="-122"/>
                <a:ea typeface="微软雅黑" panose="020B0503020204020204" pitchFamily="34" charset="-122"/>
              </a:rPr>
              <a:t>196.16. 0 0 </a:t>
            </a:r>
            <a:r>
              <a:rPr lang="en-US" altLang="zh-CN" sz="2400" b="0" kern="0" baseline="0" dirty="0">
                <a:solidFill>
                  <a:srgbClr val="FF0000"/>
                </a:solidFill>
                <a:latin typeface="微软雅黑" panose="020B0503020204020204" pitchFamily="34" charset="-122"/>
                <a:ea typeface="微软雅黑" panose="020B0503020204020204" pitchFamily="34" charset="-122"/>
              </a:rPr>
              <a:t>1 0 </a:t>
            </a:r>
            <a:r>
              <a:rPr lang="en-US" altLang="zh-CN" sz="2400" b="0" kern="0" baseline="0" dirty="0">
                <a:latin typeface="微软雅黑" panose="020B0503020204020204" pitchFamily="34" charset="-122"/>
                <a:ea typeface="微软雅黑" panose="020B0503020204020204" pitchFamily="34" charset="-122"/>
              </a:rPr>
              <a:t>0 0 0 0 . 0 0 0 0 0 0 0 0</a:t>
            </a:r>
          </a:p>
        </p:txBody>
      </p:sp>
      <p:sp>
        <p:nvSpPr>
          <p:cNvPr id="13" name="内容占位符 2">
            <a:extLst>
              <a:ext uri="{FF2B5EF4-FFF2-40B4-BE49-F238E27FC236}">
                <a16:creationId xmlns:a16="http://schemas.microsoft.com/office/drawing/2014/main" id="{6A902E07-0042-453A-A1DA-76405729C80B}"/>
              </a:ext>
            </a:extLst>
          </p:cNvPr>
          <p:cNvSpPr txBox="1">
            <a:spLocks noChangeArrowheads="1"/>
          </p:cNvSpPr>
          <p:nvPr/>
        </p:nvSpPr>
        <p:spPr bwMode="auto">
          <a:xfrm>
            <a:off x="1759866" y="3863304"/>
            <a:ext cx="6629399" cy="592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None/>
            </a:pPr>
            <a:r>
              <a:rPr lang="en-US" altLang="zh-CN" sz="2400" b="0" kern="0" baseline="0" dirty="0">
                <a:latin typeface="微软雅黑" panose="020B0503020204020204" pitchFamily="34" charset="-122"/>
                <a:ea typeface="微软雅黑" panose="020B0503020204020204" pitchFamily="34" charset="-122"/>
              </a:rPr>
              <a:t>196.16. 0 </a:t>
            </a:r>
            <a:r>
              <a:rPr lang="en-US" altLang="zh-CN" sz="2400" b="0" kern="0" baseline="0" dirty="0">
                <a:solidFill>
                  <a:srgbClr val="FF0000"/>
                </a:solidFill>
                <a:latin typeface="微软雅黑" panose="020B0503020204020204" pitchFamily="34" charset="-122"/>
                <a:ea typeface="微软雅黑" panose="020B0503020204020204" pitchFamily="34" charset="-122"/>
              </a:rPr>
              <a:t>1 </a:t>
            </a:r>
            <a:r>
              <a:rPr lang="en-US" altLang="zh-CN" sz="2400" b="0" kern="0" baseline="0" dirty="0">
                <a:latin typeface="微软雅黑" panose="020B0503020204020204" pitchFamily="34" charset="-122"/>
                <a:ea typeface="微软雅黑" panose="020B0503020204020204" pitchFamily="34" charset="-122"/>
              </a:rPr>
              <a:t>0 0 0 0 0 0 . 0 0 0 0 0 0 0 0</a:t>
            </a:r>
            <a:endParaRPr lang="zh-CN" altLang="en-US" sz="2400" b="0" kern="0" baseline="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952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up)">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500"/>
                                        <p:tgtEl>
                                          <p:spTgt spid="13"/>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up)">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1" grpId="0"/>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1D4E27B-7927-4380-AA49-ACDEFC552459}"/>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31</a:t>
            </a:fld>
            <a:endParaRPr lang="en-US" altLang="zh-CN" dirty="0"/>
          </a:p>
        </p:txBody>
      </p:sp>
      <p:sp>
        <p:nvSpPr>
          <p:cNvPr id="4" name="文本框 3">
            <a:extLst>
              <a:ext uri="{FF2B5EF4-FFF2-40B4-BE49-F238E27FC236}">
                <a16:creationId xmlns:a16="http://schemas.microsoft.com/office/drawing/2014/main" id="{B55B2124-6BCA-4193-8C7B-0C87794AD2FC}"/>
              </a:ext>
            </a:extLst>
          </p:cNvPr>
          <p:cNvSpPr txBox="1"/>
          <p:nvPr/>
        </p:nvSpPr>
        <p:spPr>
          <a:xfrm>
            <a:off x="1066800" y="1364524"/>
            <a:ext cx="7162800" cy="4128951"/>
          </a:xfrm>
          <a:prstGeom prst="rect">
            <a:avLst/>
          </a:prstGeom>
          <a:noFill/>
        </p:spPr>
        <p:txBody>
          <a:bodyPr wrap="square" rtlCol="0">
            <a:spAutoFit/>
          </a:bodyPr>
          <a:lstStyle/>
          <a:p>
            <a:pPr algn="just">
              <a:lnSpc>
                <a:spcPct val="250000"/>
              </a:lnSpc>
            </a:pPr>
            <a:r>
              <a:rPr lang="zh-CN" altLang="en-US" dirty="0">
                <a:latin typeface="微软雅黑" panose="020B0503020204020204" pitchFamily="34" charset="-122"/>
                <a:ea typeface="微软雅黑" panose="020B0503020204020204" pitchFamily="34" charset="-122"/>
              </a:rPr>
              <a:t>例</a:t>
            </a:r>
            <a:r>
              <a:rPr lang="en-US" altLang="zh-CN" dirty="0">
                <a:latin typeface="微软雅黑" panose="020B0503020204020204" pitchFamily="34" charset="-122"/>
                <a:ea typeface="微软雅黑" panose="020B0503020204020204" pitchFamily="34" charset="-122"/>
              </a:rPr>
              <a:t>5  </a:t>
            </a:r>
            <a:r>
              <a:rPr lang="zh-CN" altLang="en-US" b="0" dirty="0">
                <a:latin typeface="微软雅黑" panose="020B0503020204020204" pitchFamily="34" charset="-122"/>
                <a:ea typeface="微软雅黑" panose="020B0503020204020204" pitchFamily="34" charset="-122"/>
              </a:rPr>
              <a:t>给一个</a:t>
            </a:r>
            <a:r>
              <a:rPr lang="en-US" altLang="zh-CN" b="0" dirty="0">
                <a:latin typeface="微软雅黑" panose="020B0503020204020204" pitchFamily="34" charset="-122"/>
                <a:ea typeface="微软雅黑" panose="020B0503020204020204" pitchFamily="34" charset="-122"/>
              </a:rPr>
              <a:t>ISP </a:t>
            </a:r>
            <a:r>
              <a:rPr lang="zh-CN" altLang="en-US" b="0" dirty="0">
                <a:latin typeface="微软雅黑" panose="020B0503020204020204" pitchFamily="34" charset="-122"/>
                <a:ea typeface="微软雅黑" panose="020B0503020204020204" pitchFamily="34" charset="-122"/>
              </a:rPr>
              <a:t>分配起始地址为</a:t>
            </a:r>
            <a:r>
              <a:rPr lang="en-US" altLang="zh-CN" b="0" dirty="0">
                <a:latin typeface="微软雅黑" panose="020B0503020204020204" pitchFamily="34" charset="-122"/>
                <a:ea typeface="微软雅黑" panose="020B0503020204020204" pitchFamily="34" charset="-122"/>
              </a:rPr>
              <a:t>190.100.0.0/16</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65,536 </a:t>
            </a:r>
            <a:r>
              <a:rPr lang="zh-CN" altLang="en-US" b="0" dirty="0">
                <a:latin typeface="微软雅黑" panose="020B0503020204020204" pitchFamily="34" charset="-122"/>
                <a:ea typeface="微软雅黑" panose="020B0503020204020204" pitchFamily="34" charset="-122"/>
              </a:rPr>
              <a:t>个地址）的地址块，需要按如下规则给</a:t>
            </a:r>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组客户分发这些地址，并要求没有地址浪费（为了简化，分配地址时不考虑去除全</a:t>
            </a:r>
            <a:r>
              <a:rPr lang="en-US" altLang="zh-CN" b="0" dirty="0">
                <a:latin typeface="微软雅黑" panose="020B0503020204020204" pitchFamily="34" charset="-122"/>
                <a:ea typeface="微软雅黑" panose="020B0503020204020204" pitchFamily="34" charset="-122"/>
              </a:rPr>
              <a:t>0</a:t>
            </a:r>
            <a:r>
              <a:rPr lang="zh-CN" altLang="en-US" b="0" dirty="0">
                <a:latin typeface="微软雅黑" panose="020B0503020204020204" pitchFamily="34" charset="-122"/>
                <a:ea typeface="微软雅黑" panose="020B0503020204020204" pitchFamily="34" charset="-122"/>
              </a:rPr>
              <a:t>和全</a:t>
            </a:r>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的地址）。</a:t>
            </a:r>
          </a:p>
          <a:p>
            <a:pPr marL="361950" algn="just">
              <a:lnSpc>
                <a:spcPct val="250000"/>
              </a:lnSpc>
            </a:pPr>
            <a:r>
              <a:rPr lang="en-US" altLang="zh-CN" b="0" dirty="0">
                <a:latin typeface="微软雅黑" panose="020B0503020204020204" pitchFamily="34" charset="-122"/>
                <a:ea typeface="微软雅黑" panose="020B0503020204020204" pitchFamily="34" charset="-122"/>
              </a:rPr>
              <a:t>1. </a:t>
            </a:r>
            <a:r>
              <a:rPr lang="zh-CN" altLang="en-US" b="0" dirty="0">
                <a:latin typeface="微软雅黑" panose="020B0503020204020204" pitchFamily="34" charset="-122"/>
                <a:ea typeface="微软雅黑" panose="020B0503020204020204" pitchFamily="34" charset="-122"/>
              </a:rPr>
              <a:t>第一组有</a:t>
            </a:r>
            <a:r>
              <a:rPr lang="en-US" altLang="zh-CN" b="0" dirty="0">
                <a:latin typeface="微软雅黑" panose="020B0503020204020204" pitchFamily="34" charset="-122"/>
                <a:ea typeface="微软雅黑" panose="020B0503020204020204" pitchFamily="34" charset="-122"/>
              </a:rPr>
              <a:t>64</a:t>
            </a:r>
            <a:r>
              <a:rPr lang="zh-CN" altLang="en-US" b="0" dirty="0">
                <a:latin typeface="微软雅黑" panose="020B0503020204020204" pitchFamily="34" charset="-122"/>
                <a:ea typeface="微软雅黑" panose="020B0503020204020204" pitchFamily="34" charset="-122"/>
              </a:rPr>
              <a:t>个客户，每个客户需要</a:t>
            </a:r>
            <a:r>
              <a:rPr lang="en-US" altLang="zh-CN" b="0" dirty="0">
                <a:latin typeface="微软雅黑" panose="020B0503020204020204" pitchFamily="34" charset="-122"/>
                <a:ea typeface="微软雅黑" panose="020B0503020204020204" pitchFamily="34" charset="-122"/>
              </a:rPr>
              <a:t>256</a:t>
            </a:r>
            <a:r>
              <a:rPr lang="zh-CN" altLang="en-US" b="0" dirty="0">
                <a:latin typeface="微软雅黑" panose="020B0503020204020204" pitchFamily="34" charset="-122"/>
                <a:ea typeface="微软雅黑" panose="020B0503020204020204" pitchFamily="34" charset="-122"/>
              </a:rPr>
              <a:t>个地址；</a:t>
            </a:r>
          </a:p>
          <a:p>
            <a:pPr marL="361950" algn="just">
              <a:lnSpc>
                <a:spcPct val="250000"/>
              </a:lnSpc>
            </a:pPr>
            <a:r>
              <a:rPr lang="en-US" altLang="zh-CN" b="0" dirty="0">
                <a:latin typeface="微软雅黑" panose="020B0503020204020204" pitchFamily="34" charset="-122"/>
                <a:ea typeface="微软雅黑" panose="020B0503020204020204" pitchFamily="34" charset="-122"/>
              </a:rPr>
              <a:t>2. </a:t>
            </a:r>
            <a:r>
              <a:rPr lang="zh-CN" altLang="en-US" b="0" dirty="0">
                <a:latin typeface="微软雅黑" panose="020B0503020204020204" pitchFamily="34" charset="-122"/>
                <a:ea typeface="微软雅黑" panose="020B0503020204020204" pitchFamily="34" charset="-122"/>
              </a:rPr>
              <a:t>第二组有</a:t>
            </a:r>
            <a:r>
              <a:rPr lang="en-US" altLang="zh-CN" b="0" dirty="0">
                <a:latin typeface="微软雅黑" panose="020B0503020204020204" pitchFamily="34" charset="-122"/>
                <a:ea typeface="微软雅黑" panose="020B0503020204020204" pitchFamily="34" charset="-122"/>
              </a:rPr>
              <a:t>128</a:t>
            </a:r>
            <a:r>
              <a:rPr lang="zh-CN" altLang="en-US" b="0" dirty="0">
                <a:latin typeface="微软雅黑" panose="020B0503020204020204" pitchFamily="34" charset="-122"/>
                <a:ea typeface="微软雅黑" panose="020B0503020204020204" pitchFamily="34" charset="-122"/>
              </a:rPr>
              <a:t>个客户，每个客户需要</a:t>
            </a:r>
            <a:r>
              <a:rPr lang="en-US" altLang="zh-CN" b="0" dirty="0">
                <a:latin typeface="微软雅黑" panose="020B0503020204020204" pitchFamily="34" charset="-122"/>
                <a:ea typeface="微软雅黑" panose="020B0503020204020204" pitchFamily="34" charset="-122"/>
              </a:rPr>
              <a:t>128</a:t>
            </a:r>
            <a:r>
              <a:rPr lang="zh-CN" altLang="en-US" b="0" dirty="0">
                <a:latin typeface="微软雅黑" panose="020B0503020204020204" pitchFamily="34" charset="-122"/>
                <a:ea typeface="微软雅黑" panose="020B0503020204020204" pitchFamily="34" charset="-122"/>
              </a:rPr>
              <a:t>个地址；</a:t>
            </a:r>
          </a:p>
          <a:p>
            <a:pPr marL="361950" algn="just">
              <a:lnSpc>
                <a:spcPct val="250000"/>
              </a:lnSpc>
            </a:pPr>
            <a:r>
              <a:rPr lang="en-US" altLang="zh-CN" b="0" dirty="0">
                <a:latin typeface="微软雅黑" panose="020B0503020204020204" pitchFamily="34" charset="-122"/>
                <a:ea typeface="微软雅黑" panose="020B0503020204020204" pitchFamily="34" charset="-122"/>
              </a:rPr>
              <a:t>3. </a:t>
            </a:r>
            <a:r>
              <a:rPr lang="zh-CN" altLang="en-US" b="0" dirty="0">
                <a:latin typeface="微软雅黑" panose="020B0503020204020204" pitchFamily="34" charset="-122"/>
                <a:ea typeface="微软雅黑" panose="020B0503020204020204" pitchFamily="34" charset="-122"/>
              </a:rPr>
              <a:t>第三组有</a:t>
            </a:r>
            <a:r>
              <a:rPr lang="en-US" altLang="zh-CN" b="0" dirty="0">
                <a:latin typeface="微软雅黑" panose="020B0503020204020204" pitchFamily="34" charset="-122"/>
                <a:ea typeface="微软雅黑" panose="020B0503020204020204" pitchFamily="34" charset="-122"/>
              </a:rPr>
              <a:t>128</a:t>
            </a:r>
            <a:r>
              <a:rPr lang="zh-CN" altLang="en-US" b="0" dirty="0">
                <a:latin typeface="微软雅黑" panose="020B0503020204020204" pitchFamily="34" charset="-122"/>
                <a:ea typeface="微软雅黑" panose="020B0503020204020204" pitchFamily="34" charset="-122"/>
              </a:rPr>
              <a:t>个客户，每个客户需要</a:t>
            </a:r>
            <a:r>
              <a:rPr lang="en-US" altLang="zh-CN" b="0" dirty="0">
                <a:latin typeface="微软雅黑" panose="020B0503020204020204" pitchFamily="34" charset="-122"/>
                <a:ea typeface="微软雅黑" panose="020B0503020204020204" pitchFamily="34" charset="-122"/>
              </a:rPr>
              <a:t>64</a:t>
            </a:r>
            <a:r>
              <a:rPr lang="zh-CN" altLang="en-US" b="0" dirty="0">
                <a:latin typeface="微软雅黑" panose="020B0503020204020204" pitchFamily="34" charset="-122"/>
                <a:ea typeface="微软雅黑" panose="020B0503020204020204" pitchFamily="34" charset="-122"/>
              </a:rPr>
              <a:t>个地址。</a:t>
            </a:r>
            <a:endParaRPr lang="zh-CN" altLang="en-US" dirty="0"/>
          </a:p>
        </p:txBody>
      </p:sp>
    </p:spTree>
    <p:extLst>
      <p:ext uri="{BB962C8B-B14F-4D97-AF65-F5344CB8AC3E}">
        <p14:creationId xmlns:p14="http://schemas.microsoft.com/office/powerpoint/2010/main" val="2685672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6863DE0-A909-4EE3-AA54-2F39C1D40568}"/>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32</a:t>
            </a:fld>
            <a:endParaRPr lang="en-US" altLang="zh-CN" dirty="0"/>
          </a:p>
        </p:txBody>
      </p:sp>
      <p:graphicFrame>
        <p:nvGraphicFramePr>
          <p:cNvPr id="4" name="表格 3">
            <a:extLst>
              <a:ext uri="{FF2B5EF4-FFF2-40B4-BE49-F238E27FC236}">
                <a16:creationId xmlns:a16="http://schemas.microsoft.com/office/drawing/2014/main" id="{B29068FA-2DC8-47DD-8584-5694FF3B0584}"/>
              </a:ext>
            </a:extLst>
          </p:cNvPr>
          <p:cNvGraphicFramePr>
            <a:graphicFrameLocks noGrp="1"/>
          </p:cNvGraphicFramePr>
          <p:nvPr>
            <p:extLst>
              <p:ext uri="{D42A27DB-BD31-4B8C-83A1-F6EECF244321}">
                <p14:modId xmlns:p14="http://schemas.microsoft.com/office/powerpoint/2010/main" val="803301597"/>
              </p:ext>
            </p:extLst>
          </p:nvPr>
        </p:nvGraphicFramePr>
        <p:xfrm>
          <a:off x="835025" y="5072063"/>
          <a:ext cx="3621087" cy="566737"/>
        </p:xfrm>
        <a:graphic>
          <a:graphicData uri="http://schemas.openxmlformats.org/drawingml/2006/table">
            <a:tbl>
              <a:tblPr/>
              <a:tblGrid>
                <a:gridCol w="452437">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4524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454025">
                  <a:extLst>
                    <a:ext uri="{9D8B030D-6E8A-4147-A177-3AD203B41FA5}">
                      <a16:colId xmlns:a16="http://schemas.microsoft.com/office/drawing/2014/main" val="20004"/>
                    </a:ext>
                  </a:extLst>
                </a:gridCol>
                <a:gridCol w="452437">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52437">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bl>
          </a:graphicData>
        </a:graphic>
      </p:graphicFrame>
      <p:graphicFrame>
        <p:nvGraphicFramePr>
          <p:cNvPr id="5" name="表格 4">
            <a:extLst>
              <a:ext uri="{FF2B5EF4-FFF2-40B4-BE49-F238E27FC236}">
                <a16:creationId xmlns:a16="http://schemas.microsoft.com/office/drawing/2014/main" id="{DE159EF4-2889-4F05-B774-FBA2D028E2C9}"/>
              </a:ext>
            </a:extLst>
          </p:cNvPr>
          <p:cNvGraphicFramePr>
            <a:graphicFrameLocks noGrp="1"/>
          </p:cNvGraphicFramePr>
          <p:nvPr>
            <p:extLst>
              <p:ext uri="{D42A27DB-BD31-4B8C-83A1-F6EECF244321}">
                <p14:modId xmlns:p14="http://schemas.microsoft.com/office/powerpoint/2010/main" val="2395197032"/>
              </p:ext>
            </p:extLst>
          </p:nvPr>
        </p:nvGraphicFramePr>
        <p:xfrm>
          <a:off x="4684712" y="5072063"/>
          <a:ext cx="3621088" cy="566737"/>
        </p:xfrm>
        <a:graphic>
          <a:graphicData uri="http://schemas.openxmlformats.org/drawingml/2006/table">
            <a:tbl>
              <a:tblPr/>
              <a:tblGrid>
                <a:gridCol w="452438">
                  <a:extLst>
                    <a:ext uri="{9D8B030D-6E8A-4147-A177-3AD203B41FA5}">
                      <a16:colId xmlns:a16="http://schemas.microsoft.com/office/drawing/2014/main" val="20000"/>
                    </a:ext>
                  </a:extLst>
                </a:gridCol>
                <a:gridCol w="452437">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454025">
                  <a:extLst>
                    <a:ext uri="{9D8B030D-6E8A-4147-A177-3AD203B41FA5}">
                      <a16:colId xmlns:a16="http://schemas.microsoft.com/office/drawing/2014/main" val="20003"/>
                    </a:ext>
                  </a:extLst>
                </a:gridCol>
                <a:gridCol w="452437">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2437">
                  <a:extLst>
                    <a:ext uri="{9D8B030D-6E8A-4147-A177-3AD203B41FA5}">
                      <a16:colId xmlns:a16="http://schemas.microsoft.com/office/drawing/2014/main" val="20006"/>
                    </a:ext>
                  </a:extLst>
                </a:gridCol>
                <a:gridCol w="452438">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6" name="左大括号 20">
            <a:extLst>
              <a:ext uri="{FF2B5EF4-FFF2-40B4-BE49-F238E27FC236}">
                <a16:creationId xmlns:a16="http://schemas.microsoft.com/office/drawing/2014/main" id="{AB4D4FDE-BC87-4940-BEC7-B5F96B7667F4}"/>
              </a:ext>
            </a:extLst>
          </p:cNvPr>
          <p:cNvSpPr>
            <a:spLocks/>
          </p:cNvSpPr>
          <p:nvPr/>
        </p:nvSpPr>
        <p:spPr bwMode="auto">
          <a:xfrm rot="5400000">
            <a:off x="2451100" y="3024188"/>
            <a:ext cx="388937" cy="3621087"/>
          </a:xfrm>
          <a:prstGeom prst="leftBrace">
            <a:avLst>
              <a:gd name="adj1" fmla="val 8319"/>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aseline="0">
              <a:latin typeface="微软雅黑" panose="020B0503020204020204" pitchFamily="34" charset="-122"/>
              <a:ea typeface="微软雅黑" panose="020B0503020204020204" pitchFamily="34" charset="-122"/>
            </a:endParaRPr>
          </a:p>
        </p:txBody>
      </p:sp>
      <p:sp>
        <p:nvSpPr>
          <p:cNvPr id="7" name="文本框 21">
            <a:extLst>
              <a:ext uri="{FF2B5EF4-FFF2-40B4-BE49-F238E27FC236}">
                <a16:creationId xmlns:a16="http://schemas.microsoft.com/office/drawing/2014/main" id="{9F7C3B6D-5D97-4D82-8F77-F538E78D0505}"/>
              </a:ext>
            </a:extLst>
          </p:cNvPr>
          <p:cNvSpPr txBox="1">
            <a:spLocks noChangeArrowheads="1"/>
          </p:cNvSpPr>
          <p:nvPr/>
        </p:nvSpPr>
        <p:spPr bwMode="auto">
          <a:xfrm>
            <a:off x="2419350" y="4270931"/>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aseline="0">
                <a:latin typeface="微软雅黑" panose="020B0503020204020204" pitchFamily="34" charset="-122"/>
                <a:ea typeface="微软雅黑" panose="020B0503020204020204" pitchFamily="34" charset="-122"/>
              </a:rPr>
              <a:t>63</a:t>
            </a:r>
            <a:endParaRPr lang="zh-CN" altLang="en-US" sz="1800" baseline="0">
              <a:latin typeface="微软雅黑" panose="020B0503020204020204" pitchFamily="34" charset="-122"/>
              <a:ea typeface="微软雅黑" panose="020B0503020204020204" pitchFamily="34" charset="-122"/>
            </a:endParaRPr>
          </a:p>
        </p:txBody>
      </p:sp>
      <p:graphicFrame>
        <p:nvGraphicFramePr>
          <p:cNvPr id="8" name="表格 7">
            <a:extLst>
              <a:ext uri="{FF2B5EF4-FFF2-40B4-BE49-F238E27FC236}">
                <a16:creationId xmlns:a16="http://schemas.microsoft.com/office/drawing/2014/main" id="{35848B7B-EE76-43D8-906D-3E8843CD65DD}"/>
              </a:ext>
            </a:extLst>
          </p:cNvPr>
          <p:cNvGraphicFramePr>
            <a:graphicFrameLocks noGrp="1"/>
          </p:cNvGraphicFramePr>
          <p:nvPr>
            <p:extLst>
              <p:ext uri="{D42A27DB-BD31-4B8C-83A1-F6EECF244321}">
                <p14:modId xmlns:p14="http://schemas.microsoft.com/office/powerpoint/2010/main" val="2609483354"/>
              </p:ext>
            </p:extLst>
          </p:nvPr>
        </p:nvGraphicFramePr>
        <p:xfrm>
          <a:off x="798512" y="3090863"/>
          <a:ext cx="3621088" cy="566737"/>
        </p:xfrm>
        <a:graphic>
          <a:graphicData uri="http://schemas.openxmlformats.org/drawingml/2006/table">
            <a:tbl>
              <a:tblPr/>
              <a:tblGrid>
                <a:gridCol w="452438">
                  <a:extLst>
                    <a:ext uri="{9D8B030D-6E8A-4147-A177-3AD203B41FA5}">
                      <a16:colId xmlns:a16="http://schemas.microsoft.com/office/drawing/2014/main" val="20000"/>
                    </a:ext>
                  </a:extLst>
                </a:gridCol>
                <a:gridCol w="452437">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454025">
                  <a:extLst>
                    <a:ext uri="{9D8B030D-6E8A-4147-A177-3AD203B41FA5}">
                      <a16:colId xmlns:a16="http://schemas.microsoft.com/office/drawing/2014/main" val="20003"/>
                    </a:ext>
                  </a:extLst>
                </a:gridCol>
                <a:gridCol w="452437">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2437">
                  <a:extLst>
                    <a:ext uri="{9D8B030D-6E8A-4147-A177-3AD203B41FA5}">
                      <a16:colId xmlns:a16="http://schemas.microsoft.com/office/drawing/2014/main" val="20006"/>
                    </a:ext>
                  </a:extLst>
                </a:gridCol>
                <a:gridCol w="452438">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bl>
          </a:graphicData>
        </a:graphic>
      </p:graphicFrame>
      <p:graphicFrame>
        <p:nvGraphicFramePr>
          <p:cNvPr id="9" name="表格 8">
            <a:extLst>
              <a:ext uri="{FF2B5EF4-FFF2-40B4-BE49-F238E27FC236}">
                <a16:creationId xmlns:a16="http://schemas.microsoft.com/office/drawing/2014/main" id="{163FC43F-16CC-4A4F-B66A-6E2D54F49660}"/>
              </a:ext>
            </a:extLst>
          </p:cNvPr>
          <p:cNvGraphicFramePr>
            <a:graphicFrameLocks noGrp="1"/>
          </p:cNvGraphicFramePr>
          <p:nvPr>
            <p:extLst>
              <p:ext uri="{D42A27DB-BD31-4B8C-83A1-F6EECF244321}">
                <p14:modId xmlns:p14="http://schemas.microsoft.com/office/powerpoint/2010/main" val="2235558200"/>
              </p:ext>
            </p:extLst>
          </p:nvPr>
        </p:nvGraphicFramePr>
        <p:xfrm>
          <a:off x="4648200" y="3090863"/>
          <a:ext cx="3621087" cy="566737"/>
        </p:xfrm>
        <a:graphic>
          <a:graphicData uri="http://schemas.openxmlformats.org/drawingml/2006/table">
            <a:tbl>
              <a:tblPr/>
              <a:tblGrid>
                <a:gridCol w="452437">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454025">
                  <a:extLst>
                    <a:ext uri="{9D8B030D-6E8A-4147-A177-3AD203B41FA5}">
                      <a16:colId xmlns:a16="http://schemas.microsoft.com/office/drawing/2014/main" val="20002"/>
                    </a:ext>
                  </a:extLst>
                </a:gridCol>
                <a:gridCol w="452437">
                  <a:extLst>
                    <a:ext uri="{9D8B030D-6E8A-4147-A177-3AD203B41FA5}">
                      <a16:colId xmlns:a16="http://schemas.microsoft.com/office/drawing/2014/main" val="20003"/>
                    </a:ext>
                  </a:extLst>
                </a:gridCol>
                <a:gridCol w="452438">
                  <a:extLst>
                    <a:ext uri="{9D8B030D-6E8A-4147-A177-3AD203B41FA5}">
                      <a16:colId xmlns:a16="http://schemas.microsoft.com/office/drawing/2014/main" val="20004"/>
                    </a:ext>
                  </a:extLst>
                </a:gridCol>
                <a:gridCol w="452437">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52437">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10" name="左大括号 24">
            <a:extLst>
              <a:ext uri="{FF2B5EF4-FFF2-40B4-BE49-F238E27FC236}">
                <a16:creationId xmlns:a16="http://schemas.microsoft.com/office/drawing/2014/main" id="{AF544574-07ED-4164-B5EE-A9A3D0F8C007}"/>
              </a:ext>
            </a:extLst>
          </p:cNvPr>
          <p:cNvSpPr>
            <a:spLocks/>
          </p:cNvSpPr>
          <p:nvPr/>
        </p:nvSpPr>
        <p:spPr bwMode="auto">
          <a:xfrm rot="5400000">
            <a:off x="2398712" y="1027113"/>
            <a:ext cx="420687" cy="3621088"/>
          </a:xfrm>
          <a:prstGeom prst="leftBrace">
            <a:avLst>
              <a:gd name="adj1" fmla="val 8329"/>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aseline="0">
              <a:latin typeface="微软雅黑" panose="020B0503020204020204" pitchFamily="34" charset="-122"/>
              <a:ea typeface="微软雅黑" panose="020B0503020204020204" pitchFamily="34" charset="-122"/>
            </a:endParaRPr>
          </a:p>
        </p:txBody>
      </p:sp>
      <p:sp>
        <p:nvSpPr>
          <p:cNvPr id="11" name="文本框 25">
            <a:extLst>
              <a:ext uri="{FF2B5EF4-FFF2-40B4-BE49-F238E27FC236}">
                <a16:creationId xmlns:a16="http://schemas.microsoft.com/office/drawing/2014/main" id="{E2396A0D-D937-4E36-95AE-1246BEEBBA85}"/>
              </a:ext>
            </a:extLst>
          </p:cNvPr>
          <p:cNvSpPr txBox="1">
            <a:spLocks noChangeArrowheads="1"/>
          </p:cNvSpPr>
          <p:nvPr/>
        </p:nvSpPr>
        <p:spPr bwMode="auto">
          <a:xfrm>
            <a:off x="2564586" y="2282960"/>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aseline="0" dirty="0">
                <a:latin typeface="微软雅黑" panose="020B0503020204020204" pitchFamily="34" charset="-122"/>
                <a:ea typeface="微软雅黑" panose="020B0503020204020204" pitchFamily="34" charset="-122"/>
              </a:rPr>
              <a:t>0</a:t>
            </a:r>
            <a:endParaRPr lang="zh-CN" altLang="en-US" sz="1800" baseline="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8F7C455A-3A7E-40A8-8CC3-160255226033}"/>
              </a:ext>
            </a:extLst>
          </p:cNvPr>
          <p:cNvSpPr txBox="1"/>
          <p:nvPr/>
        </p:nvSpPr>
        <p:spPr>
          <a:xfrm>
            <a:off x="863283" y="1163685"/>
            <a:ext cx="2870518" cy="458715"/>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rPr>
              <a:t>1. </a:t>
            </a:r>
            <a:r>
              <a:rPr lang="zh-CN" altLang="en-US" b="0" dirty="0">
                <a:latin typeface="微软雅黑" panose="020B0503020204020204" pitchFamily="34" charset="-122"/>
                <a:ea typeface="微软雅黑" panose="020B0503020204020204" pitchFamily="34" charset="-122"/>
              </a:rPr>
              <a:t>客户 </a:t>
            </a:r>
            <a:r>
              <a:rPr lang="en-US" altLang="zh-CN" b="0" dirty="0">
                <a:latin typeface="微软雅黑" panose="020B0503020204020204" pitchFamily="34" charset="-122"/>
                <a:ea typeface="微软雅黑" panose="020B0503020204020204" pitchFamily="34" charset="-122"/>
              </a:rPr>
              <a:t>6 </a:t>
            </a:r>
            <a:r>
              <a:rPr lang="zh-CN" altLang="en-US" b="0" dirty="0">
                <a:latin typeface="微软雅黑" panose="020B0503020204020204" pitchFamily="34" charset="-122"/>
                <a:ea typeface="微软雅黑" panose="020B0503020204020204" pitchFamily="34" charset="-122"/>
              </a:rPr>
              <a:t>位，主机 </a:t>
            </a:r>
            <a:r>
              <a:rPr lang="en-US" altLang="zh-CN" b="0" dirty="0">
                <a:latin typeface="微软雅黑" panose="020B0503020204020204" pitchFamily="34" charset="-122"/>
                <a:ea typeface="微软雅黑" panose="020B0503020204020204" pitchFamily="34" charset="-122"/>
              </a:rPr>
              <a:t>8 </a:t>
            </a:r>
            <a:r>
              <a:rPr lang="zh-CN" altLang="en-US" b="0" dirty="0">
                <a:latin typeface="微软雅黑" panose="020B0503020204020204" pitchFamily="34" charset="-122"/>
                <a:ea typeface="微软雅黑" panose="020B0503020204020204" pitchFamily="34" charset="-122"/>
              </a:rPr>
              <a:t>位</a:t>
            </a:r>
            <a:endParaRPr lang="zh-CN" altLang="en-US" dirty="0"/>
          </a:p>
        </p:txBody>
      </p:sp>
      <p:sp>
        <p:nvSpPr>
          <p:cNvPr id="13" name="文本框 12">
            <a:extLst>
              <a:ext uri="{FF2B5EF4-FFF2-40B4-BE49-F238E27FC236}">
                <a16:creationId xmlns:a16="http://schemas.microsoft.com/office/drawing/2014/main" id="{BFA3A024-E23D-47B8-A682-3BD7AB55048D}"/>
              </a:ext>
            </a:extLst>
          </p:cNvPr>
          <p:cNvSpPr txBox="1"/>
          <p:nvPr/>
        </p:nvSpPr>
        <p:spPr>
          <a:xfrm>
            <a:off x="3326587" y="1163685"/>
            <a:ext cx="5360214" cy="874214"/>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客户：</a:t>
            </a:r>
            <a:r>
              <a:rPr lang="en-US" altLang="zh-CN" b="0" dirty="0">
                <a:latin typeface="微软雅黑" panose="020B0503020204020204" pitchFamily="34" charset="-122"/>
                <a:ea typeface="微软雅黑" panose="020B0503020204020204" pitchFamily="34" charset="-122"/>
              </a:rPr>
              <a:t>190.100.0.0</a:t>
            </a: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 190.100.63.0/24</a:t>
            </a:r>
          </a:p>
          <a:p>
            <a:pPr>
              <a:lnSpc>
                <a:spcPct val="150000"/>
              </a:lnSpc>
            </a:pPr>
            <a:r>
              <a:rPr lang="zh-CN" altLang="en-US" b="0" dirty="0">
                <a:latin typeface="微软雅黑" panose="020B0503020204020204" pitchFamily="34" charset="-122"/>
                <a:ea typeface="微软雅黑" panose="020B0503020204020204" pitchFamily="34" charset="-122"/>
              </a:rPr>
              <a:t>        主机：</a:t>
            </a:r>
            <a:r>
              <a:rPr lang="en-US" altLang="zh-CN" b="0" dirty="0">
                <a:latin typeface="微软雅黑" panose="020B0503020204020204" pitchFamily="34" charset="-122"/>
                <a:ea typeface="微软雅黑" panose="020B0503020204020204" pitchFamily="34" charset="-122"/>
              </a:rPr>
              <a:t>190.100.0.0 ~ 190.100.63.255/24</a:t>
            </a:r>
            <a:endParaRPr lang="zh-CN" altLang="en-US" dirty="0"/>
          </a:p>
        </p:txBody>
      </p:sp>
      <p:sp>
        <p:nvSpPr>
          <p:cNvPr id="3" name="文本框 2">
            <a:extLst>
              <a:ext uri="{FF2B5EF4-FFF2-40B4-BE49-F238E27FC236}">
                <a16:creationId xmlns:a16="http://schemas.microsoft.com/office/drawing/2014/main" id="{BAF010F3-45B7-4D78-9523-4C75DC16BC94}"/>
              </a:ext>
            </a:extLst>
          </p:cNvPr>
          <p:cNvSpPr txBox="1"/>
          <p:nvPr/>
        </p:nvSpPr>
        <p:spPr>
          <a:xfrm>
            <a:off x="2317592" y="3827958"/>
            <a:ext cx="579120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客户                                            主机</a:t>
            </a:r>
          </a:p>
        </p:txBody>
      </p:sp>
    </p:spTree>
    <p:extLst>
      <p:ext uri="{BB962C8B-B14F-4D97-AF65-F5344CB8AC3E}">
        <p14:creationId xmlns:p14="http://schemas.microsoft.com/office/powerpoint/2010/main" val="79039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E199627-09F0-4B11-BB1D-A123B15AEFE6}"/>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33</a:t>
            </a:fld>
            <a:endParaRPr lang="en-US" altLang="zh-CN" dirty="0"/>
          </a:p>
        </p:txBody>
      </p:sp>
      <p:graphicFrame>
        <p:nvGraphicFramePr>
          <p:cNvPr id="4" name="表格 3">
            <a:extLst>
              <a:ext uri="{FF2B5EF4-FFF2-40B4-BE49-F238E27FC236}">
                <a16:creationId xmlns:a16="http://schemas.microsoft.com/office/drawing/2014/main" id="{E29C1CA4-9611-4A59-9D0F-F26319FFF601}"/>
              </a:ext>
            </a:extLst>
          </p:cNvPr>
          <p:cNvGraphicFramePr>
            <a:graphicFrameLocks noGrp="1"/>
          </p:cNvGraphicFramePr>
          <p:nvPr>
            <p:extLst>
              <p:ext uri="{D42A27DB-BD31-4B8C-83A1-F6EECF244321}">
                <p14:modId xmlns:p14="http://schemas.microsoft.com/office/powerpoint/2010/main" val="1343534823"/>
              </p:ext>
            </p:extLst>
          </p:nvPr>
        </p:nvGraphicFramePr>
        <p:xfrm>
          <a:off x="835025" y="2535401"/>
          <a:ext cx="3621088" cy="566738"/>
        </p:xfrm>
        <a:graphic>
          <a:graphicData uri="http://schemas.openxmlformats.org/drawingml/2006/table">
            <a:tbl>
              <a:tblPr/>
              <a:tblGrid>
                <a:gridCol w="452438">
                  <a:extLst>
                    <a:ext uri="{9D8B030D-6E8A-4147-A177-3AD203B41FA5}">
                      <a16:colId xmlns:a16="http://schemas.microsoft.com/office/drawing/2014/main" val="20000"/>
                    </a:ext>
                  </a:extLst>
                </a:gridCol>
                <a:gridCol w="452437">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452437">
                  <a:extLst>
                    <a:ext uri="{9D8B030D-6E8A-4147-A177-3AD203B41FA5}">
                      <a16:colId xmlns:a16="http://schemas.microsoft.com/office/drawing/2014/main" val="20003"/>
                    </a:ext>
                  </a:extLst>
                </a:gridCol>
                <a:gridCol w="452438">
                  <a:extLst>
                    <a:ext uri="{9D8B030D-6E8A-4147-A177-3AD203B41FA5}">
                      <a16:colId xmlns:a16="http://schemas.microsoft.com/office/drawing/2014/main" val="20004"/>
                    </a:ext>
                  </a:extLst>
                </a:gridCol>
                <a:gridCol w="454025">
                  <a:extLst>
                    <a:ext uri="{9D8B030D-6E8A-4147-A177-3AD203B41FA5}">
                      <a16:colId xmlns:a16="http://schemas.microsoft.com/office/drawing/2014/main" val="20005"/>
                    </a:ext>
                  </a:extLst>
                </a:gridCol>
                <a:gridCol w="452437">
                  <a:extLst>
                    <a:ext uri="{9D8B030D-6E8A-4147-A177-3AD203B41FA5}">
                      <a16:colId xmlns:a16="http://schemas.microsoft.com/office/drawing/2014/main" val="20006"/>
                    </a:ext>
                  </a:extLst>
                </a:gridCol>
                <a:gridCol w="452438">
                  <a:extLst>
                    <a:ext uri="{9D8B030D-6E8A-4147-A177-3AD203B41FA5}">
                      <a16:colId xmlns:a16="http://schemas.microsoft.com/office/drawing/2014/main" val="20007"/>
                    </a:ext>
                  </a:extLst>
                </a:gridCol>
              </a:tblGrid>
              <a:tr h="5667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bl>
          </a:graphicData>
        </a:graphic>
      </p:graphicFrame>
      <p:graphicFrame>
        <p:nvGraphicFramePr>
          <p:cNvPr id="5" name="表格 4">
            <a:extLst>
              <a:ext uri="{FF2B5EF4-FFF2-40B4-BE49-F238E27FC236}">
                <a16:creationId xmlns:a16="http://schemas.microsoft.com/office/drawing/2014/main" id="{40DBEAD6-1E89-479E-B81C-0B3DF17EF968}"/>
              </a:ext>
            </a:extLst>
          </p:cNvPr>
          <p:cNvGraphicFramePr>
            <a:graphicFrameLocks noGrp="1"/>
          </p:cNvGraphicFramePr>
          <p:nvPr>
            <p:extLst>
              <p:ext uri="{D42A27DB-BD31-4B8C-83A1-F6EECF244321}">
                <p14:modId xmlns:p14="http://schemas.microsoft.com/office/powerpoint/2010/main" val="2713724832"/>
              </p:ext>
            </p:extLst>
          </p:nvPr>
        </p:nvGraphicFramePr>
        <p:xfrm>
          <a:off x="4684713" y="2535401"/>
          <a:ext cx="3621087" cy="566738"/>
        </p:xfrm>
        <a:graphic>
          <a:graphicData uri="http://schemas.openxmlformats.org/drawingml/2006/table">
            <a:tbl>
              <a:tblPr/>
              <a:tblGrid>
                <a:gridCol w="452437">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4524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454025">
                  <a:extLst>
                    <a:ext uri="{9D8B030D-6E8A-4147-A177-3AD203B41FA5}">
                      <a16:colId xmlns:a16="http://schemas.microsoft.com/office/drawing/2014/main" val="20004"/>
                    </a:ext>
                  </a:extLst>
                </a:gridCol>
                <a:gridCol w="452437">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52437">
                  <a:extLst>
                    <a:ext uri="{9D8B030D-6E8A-4147-A177-3AD203B41FA5}">
                      <a16:colId xmlns:a16="http://schemas.microsoft.com/office/drawing/2014/main" val="20007"/>
                    </a:ext>
                  </a:extLst>
                </a:gridCol>
              </a:tblGrid>
              <a:tr h="5667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6" name="左大括号 15">
            <a:extLst>
              <a:ext uri="{FF2B5EF4-FFF2-40B4-BE49-F238E27FC236}">
                <a16:creationId xmlns:a16="http://schemas.microsoft.com/office/drawing/2014/main" id="{373358E8-3C7C-4E7D-BB40-44C040E56376}"/>
              </a:ext>
            </a:extLst>
          </p:cNvPr>
          <p:cNvSpPr>
            <a:spLocks/>
          </p:cNvSpPr>
          <p:nvPr/>
        </p:nvSpPr>
        <p:spPr bwMode="auto">
          <a:xfrm rot="5400000">
            <a:off x="2455502" y="483992"/>
            <a:ext cx="362669" cy="3638550"/>
          </a:xfrm>
          <a:prstGeom prst="leftBrace">
            <a:avLst>
              <a:gd name="adj1" fmla="val 8345"/>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7" name="文本框 16">
            <a:extLst>
              <a:ext uri="{FF2B5EF4-FFF2-40B4-BE49-F238E27FC236}">
                <a16:creationId xmlns:a16="http://schemas.microsoft.com/office/drawing/2014/main" id="{AD116367-0A69-4013-B666-6FDC7ED42DA6}"/>
              </a:ext>
            </a:extLst>
          </p:cNvPr>
          <p:cNvSpPr txBox="1">
            <a:spLocks noChangeArrowheads="1"/>
          </p:cNvSpPr>
          <p:nvPr/>
        </p:nvSpPr>
        <p:spPr bwMode="auto">
          <a:xfrm>
            <a:off x="2396490" y="1828800"/>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dirty="0">
                <a:latin typeface="微软雅黑" panose="020B0503020204020204" pitchFamily="34" charset="-122"/>
                <a:ea typeface="微软雅黑" panose="020B0503020204020204" pitchFamily="34" charset="-122"/>
              </a:rPr>
              <a:t>64</a:t>
            </a:r>
            <a:endParaRPr lang="zh-CN" altLang="en-US" sz="1800" b="0" baseline="0" dirty="0">
              <a:latin typeface="微软雅黑" panose="020B0503020204020204" pitchFamily="34" charset="-122"/>
              <a:ea typeface="微软雅黑" panose="020B0503020204020204" pitchFamily="34" charset="-122"/>
            </a:endParaRPr>
          </a:p>
        </p:txBody>
      </p:sp>
      <p:sp>
        <p:nvSpPr>
          <p:cNvPr id="8" name="左大括号 17">
            <a:extLst>
              <a:ext uri="{FF2B5EF4-FFF2-40B4-BE49-F238E27FC236}">
                <a16:creationId xmlns:a16="http://schemas.microsoft.com/office/drawing/2014/main" id="{C961ECB1-CD2E-4BF1-98CB-91C1D3078D98}"/>
              </a:ext>
            </a:extLst>
          </p:cNvPr>
          <p:cNvSpPr>
            <a:spLocks/>
          </p:cNvSpPr>
          <p:nvPr/>
        </p:nvSpPr>
        <p:spPr bwMode="auto">
          <a:xfrm rot="-5400000">
            <a:off x="3244334" y="1648505"/>
            <a:ext cx="369332" cy="3352801"/>
          </a:xfrm>
          <a:prstGeom prst="leftBrace">
            <a:avLst>
              <a:gd name="adj1" fmla="val 8326"/>
              <a:gd name="adj2" fmla="val 5073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9" name="文本框 18">
            <a:extLst>
              <a:ext uri="{FF2B5EF4-FFF2-40B4-BE49-F238E27FC236}">
                <a16:creationId xmlns:a16="http://schemas.microsoft.com/office/drawing/2014/main" id="{6B6027B4-5CF3-4618-A129-59AA8F328994}"/>
              </a:ext>
            </a:extLst>
          </p:cNvPr>
          <p:cNvSpPr txBox="1">
            <a:spLocks noChangeArrowheads="1"/>
          </p:cNvSpPr>
          <p:nvPr/>
        </p:nvSpPr>
        <p:spPr bwMode="auto">
          <a:xfrm>
            <a:off x="3296480" y="3505200"/>
            <a:ext cx="1314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a:latin typeface="微软雅黑" panose="020B0503020204020204" pitchFamily="34" charset="-122"/>
                <a:ea typeface="微软雅黑" panose="020B0503020204020204" pitchFamily="34" charset="-122"/>
              </a:rPr>
              <a:t>0</a:t>
            </a:r>
            <a:endParaRPr lang="zh-CN" altLang="en-US" sz="1800" b="0" baseline="0">
              <a:latin typeface="微软雅黑" panose="020B0503020204020204" pitchFamily="34" charset="-122"/>
              <a:ea typeface="微软雅黑" panose="020B0503020204020204" pitchFamily="34" charset="-122"/>
            </a:endParaRPr>
          </a:p>
        </p:txBody>
      </p:sp>
      <p:graphicFrame>
        <p:nvGraphicFramePr>
          <p:cNvPr id="10" name="表格 9">
            <a:extLst>
              <a:ext uri="{FF2B5EF4-FFF2-40B4-BE49-F238E27FC236}">
                <a16:creationId xmlns:a16="http://schemas.microsoft.com/office/drawing/2014/main" id="{D88A6AAE-D498-4F0D-AEFA-E93368091607}"/>
              </a:ext>
            </a:extLst>
          </p:cNvPr>
          <p:cNvGraphicFramePr>
            <a:graphicFrameLocks noGrp="1"/>
          </p:cNvGraphicFramePr>
          <p:nvPr>
            <p:extLst>
              <p:ext uri="{D42A27DB-BD31-4B8C-83A1-F6EECF244321}">
                <p14:modId xmlns:p14="http://schemas.microsoft.com/office/powerpoint/2010/main" val="282915967"/>
              </p:ext>
            </p:extLst>
          </p:nvPr>
        </p:nvGraphicFramePr>
        <p:xfrm>
          <a:off x="835025" y="4820206"/>
          <a:ext cx="3621088" cy="566737"/>
        </p:xfrm>
        <a:graphic>
          <a:graphicData uri="http://schemas.openxmlformats.org/drawingml/2006/table">
            <a:tbl>
              <a:tblPr/>
              <a:tblGrid>
                <a:gridCol w="452438">
                  <a:extLst>
                    <a:ext uri="{9D8B030D-6E8A-4147-A177-3AD203B41FA5}">
                      <a16:colId xmlns:a16="http://schemas.microsoft.com/office/drawing/2014/main" val="20000"/>
                    </a:ext>
                  </a:extLst>
                </a:gridCol>
                <a:gridCol w="452437">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452437">
                  <a:extLst>
                    <a:ext uri="{9D8B030D-6E8A-4147-A177-3AD203B41FA5}">
                      <a16:colId xmlns:a16="http://schemas.microsoft.com/office/drawing/2014/main" val="20003"/>
                    </a:ext>
                  </a:extLst>
                </a:gridCol>
                <a:gridCol w="452438">
                  <a:extLst>
                    <a:ext uri="{9D8B030D-6E8A-4147-A177-3AD203B41FA5}">
                      <a16:colId xmlns:a16="http://schemas.microsoft.com/office/drawing/2014/main" val="20004"/>
                    </a:ext>
                  </a:extLst>
                </a:gridCol>
                <a:gridCol w="454025">
                  <a:extLst>
                    <a:ext uri="{9D8B030D-6E8A-4147-A177-3AD203B41FA5}">
                      <a16:colId xmlns:a16="http://schemas.microsoft.com/office/drawing/2014/main" val="20005"/>
                    </a:ext>
                  </a:extLst>
                </a:gridCol>
                <a:gridCol w="452437">
                  <a:extLst>
                    <a:ext uri="{9D8B030D-6E8A-4147-A177-3AD203B41FA5}">
                      <a16:colId xmlns:a16="http://schemas.microsoft.com/office/drawing/2014/main" val="20006"/>
                    </a:ext>
                  </a:extLst>
                </a:gridCol>
                <a:gridCol w="452438">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bl>
          </a:graphicData>
        </a:graphic>
      </p:graphicFrame>
      <p:graphicFrame>
        <p:nvGraphicFramePr>
          <p:cNvPr id="11" name="表格 10">
            <a:extLst>
              <a:ext uri="{FF2B5EF4-FFF2-40B4-BE49-F238E27FC236}">
                <a16:creationId xmlns:a16="http://schemas.microsoft.com/office/drawing/2014/main" id="{DBCB0B93-D43D-4DA1-933E-5BE8747D7B0A}"/>
              </a:ext>
            </a:extLst>
          </p:cNvPr>
          <p:cNvGraphicFramePr>
            <a:graphicFrameLocks noGrp="1"/>
          </p:cNvGraphicFramePr>
          <p:nvPr>
            <p:extLst>
              <p:ext uri="{D42A27DB-BD31-4B8C-83A1-F6EECF244321}">
                <p14:modId xmlns:p14="http://schemas.microsoft.com/office/powerpoint/2010/main" val="511560035"/>
              </p:ext>
            </p:extLst>
          </p:nvPr>
        </p:nvGraphicFramePr>
        <p:xfrm>
          <a:off x="4684713" y="4820206"/>
          <a:ext cx="3621087" cy="566737"/>
        </p:xfrm>
        <a:graphic>
          <a:graphicData uri="http://schemas.openxmlformats.org/drawingml/2006/table">
            <a:tbl>
              <a:tblPr/>
              <a:tblGrid>
                <a:gridCol w="452437">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4524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454025">
                  <a:extLst>
                    <a:ext uri="{9D8B030D-6E8A-4147-A177-3AD203B41FA5}">
                      <a16:colId xmlns:a16="http://schemas.microsoft.com/office/drawing/2014/main" val="20004"/>
                    </a:ext>
                  </a:extLst>
                </a:gridCol>
                <a:gridCol w="452437">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52437">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12" name="左大括号 22">
            <a:extLst>
              <a:ext uri="{FF2B5EF4-FFF2-40B4-BE49-F238E27FC236}">
                <a16:creationId xmlns:a16="http://schemas.microsoft.com/office/drawing/2014/main" id="{E1DA7D19-A97F-412F-ADB0-77743020CDA0}"/>
              </a:ext>
            </a:extLst>
          </p:cNvPr>
          <p:cNvSpPr>
            <a:spLocks/>
          </p:cNvSpPr>
          <p:nvPr/>
        </p:nvSpPr>
        <p:spPr bwMode="auto">
          <a:xfrm rot="5400000">
            <a:off x="2449792" y="2780546"/>
            <a:ext cx="356631" cy="3621088"/>
          </a:xfrm>
          <a:prstGeom prst="leftBrace">
            <a:avLst>
              <a:gd name="adj1" fmla="val 8345"/>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13" name="文本框 23">
            <a:extLst>
              <a:ext uri="{FF2B5EF4-FFF2-40B4-BE49-F238E27FC236}">
                <a16:creationId xmlns:a16="http://schemas.microsoft.com/office/drawing/2014/main" id="{D6A4717F-8E26-45AD-919B-A4D9335F4B9A}"/>
              </a:ext>
            </a:extLst>
          </p:cNvPr>
          <p:cNvSpPr txBox="1">
            <a:spLocks noChangeArrowheads="1"/>
          </p:cNvSpPr>
          <p:nvPr/>
        </p:nvSpPr>
        <p:spPr bwMode="auto">
          <a:xfrm>
            <a:off x="2362200" y="4091232"/>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a:latin typeface="微软雅黑" panose="020B0503020204020204" pitchFamily="34" charset="-122"/>
                <a:ea typeface="微软雅黑" panose="020B0503020204020204" pitchFamily="34" charset="-122"/>
              </a:rPr>
              <a:t>127</a:t>
            </a:r>
            <a:endParaRPr lang="zh-CN" altLang="en-US" sz="1800" b="0" baseline="0">
              <a:latin typeface="微软雅黑" panose="020B0503020204020204" pitchFamily="34" charset="-122"/>
              <a:ea typeface="微软雅黑" panose="020B0503020204020204" pitchFamily="34" charset="-122"/>
            </a:endParaRPr>
          </a:p>
        </p:txBody>
      </p:sp>
      <p:sp>
        <p:nvSpPr>
          <p:cNvPr id="14" name="左大括号 24">
            <a:extLst>
              <a:ext uri="{FF2B5EF4-FFF2-40B4-BE49-F238E27FC236}">
                <a16:creationId xmlns:a16="http://schemas.microsoft.com/office/drawing/2014/main" id="{0207E01E-8161-4393-9A9B-330EF515ADC0}"/>
              </a:ext>
            </a:extLst>
          </p:cNvPr>
          <p:cNvSpPr>
            <a:spLocks/>
          </p:cNvSpPr>
          <p:nvPr/>
        </p:nvSpPr>
        <p:spPr bwMode="auto">
          <a:xfrm rot="-5400000">
            <a:off x="3244334" y="3930133"/>
            <a:ext cx="369331" cy="3352801"/>
          </a:xfrm>
          <a:prstGeom prst="leftBrace">
            <a:avLst>
              <a:gd name="adj1" fmla="val 8326"/>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15" name="文本框 25">
            <a:extLst>
              <a:ext uri="{FF2B5EF4-FFF2-40B4-BE49-F238E27FC236}">
                <a16:creationId xmlns:a16="http://schemas.microsoft.com/office/drawing/2014/main" id="{ADBCFB60-BCC3-4864-A187-B26D42F358D1}"/>
              </a:ext>
            </a:extLst>
          </p:cNvPr>
          <p:cNvSpPr txBox="1">
            <a:spLocks noChangeArrowheads="1"/>
          </p:cNvSpPr>
          <p:nvPr/>
        </p:nvSpPr>
        <p:spPr bwMode="auto">
          <a:xfrm>
            <a:off x="2743200" y="5867400"/>
            <a:ext cx="21193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dirty="0">
                <a:latin typeface="微软雅黑" panose="020B0503020204020204" pitchFamily="34" charset="-122"/>
                <a:ea typeface="微软雅黑" panose="020B0503020204020204" pitchFamily="34" charset="-122"/>
              </a:rPr>
              <a:t>0+127=127</a:t>
            </a:r>
            <a:endParaRPr lang="zh-CN" altLang="en-US" sz="1800" b="0" baseline="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5CB8068B-70CB-4F00-BF1F-EBD1C113C8F3}"/>
              </a:ext>
            </a:extLst>
          </p:cNvPr>
          <p:cNvSpPr txBox="1"/>
          <p:nvPr/>
        </p:nvSpPr>
        <p:spPr>
          <a:xfrm>
            <a:off x="720090" y="990600"/>
            <a:ext cx="2708910" cy="458908"/>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rPr>
              <a:t>2. </a:t>
            </a:r>
            <a:r>
              <a:rPr lang="zh-CN" altLang="en-US" b="0" dirty="0">
                <a:latin typeface="微软雅黑" panose="020B0503020204020204" pitchFamily="34" charset="-122"/>
                <a:ea typeface="微软雅黑" panose="020B0503020204020204" pitchFamily="34" charset="-122"/>
              </a:rPr>
              <a:t>客户 </a:t>
            </a:r>
            <a:r>
              <a:rPr lang="en-US" altLang="zh-CN" b="0" dirty="0">
                <a:latin typeface="微软雅黑" panose="020B0503020204020204" pitchFamily="34" charset="-122"/>
                <a:ea typeface="微软雅黑" panose="020B0503020204020204" pitchFamily="34" charset="-122"/>
              </a:rPr>
              <a:t>7 </a:t>
            </a:r>
            <a:r>
              <a:rPr lang="zh-CN" altLang="en-US" b="0" dirty="0">
                <a:latin typeface="微软雅黑" panose="020B0503020204020204" pitchFamily="34" charset="-122"/>
                <a:ea typeface="微软雅黑" panose="020B0503020204020204" pitchFamily="34" charset="-122"/>
              </a:rPr>
              <a:t>位，主机 </a:t>
            </a:r>
            <a:r>
              <a:rPr lang="en-US" altLang="zh-CN" b="0" dirty="0">
                <a:latin typeface="微软雅黑" panose="020B0503020204020204" pitchFamily="34" charset="-122"/>
                <a:ea typeface="微软雅黑" panose="020B0503020204020204" pitchFamily="34" charset="-122"/>
              </a:rPr>
              <a:t>7 </a:t>
            </a:r>
            <a:r>
              <a:rPr lang="zh-CN" altLang="en-US" b="0" dirty="0">
                <a:latin typeface="微软雅黑" panose="020B0503020204020204" pitchFamily="34" charset="-122"/>
                <a:ea typeface="微软雅黑" panose="020B0503020204020204" pitchFamily="34" charset="-122"/>
              </a:rPr>
              <a:t>位</a:t>
            </a:r>
          </a:p>
        </p:txBody>
      </p:sp>
      <p:sp>
        <p:nvSpPr>
          <p:cNvPr id="17" name="文本框 16">
            <a:extLst>
              <a:ext uri="{FF2B5EF4-FFF2-40B4-BE49-F238E27FC236}">
                <a16:creationId xmlns:a16="http://schemas.microsoft.com/office/drawing/2014/main" id="{20813AAB-1C20-4458-8DB5-5A9C6A7E9BFF}"/>
              </a:ext>
            </a:extLst>
          </p:cNvPr>
          <p:cNvSpPr txBox="1"/>
          <p:nvPr/>
        </p:nvSpPr>
        <p:spPr>
          <a:xfrm>
            <a:off x="3200400" y="999046"/>
            <a:ext cx="5466520" cy="874407"/>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客户：</a:t>
            </a:r>
            <a:r>
              <a:rPr lang="en-US" altLang="zh-CN" b="0" dirty="0">
                <a:latin typeface="微软雅黑" panose="020B0503020204020204" pitchFamily="34" charset="-122"/>
                <a:ea typeface="微软雅黑" panose="020B0503020204020204" pitchFamily="34" charset="-122"/>
              </a:rPr>
              <a:t>190.100.64.0</a:t>
            </a: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 190.100.127.128/25</a:t>
            </a:r>
          </a:p>
          <a:p>
            <a:pPr>
              <a:lnSpc>
                <a:spcPct val="150000"/>
              </a:lnSpc>
            </a:pPr>
            <a:r>
              <a:rPr lang="zh-CN" altLang="en-US" b="0" dirty="0">
                <a:latin typeface="微软雅黑" panose="020B0503020204020204" pitchFamily="34" charset="-122"/>
                <a:ea typeface="微软雅黑" panose="020B0503020204020204" pitchFamily="34" charset="-122"/>
              </a:rPr>
              <a:t>        主机：</a:t>
            </a:r>
            <a:r>
              <a:rPr lang="en-US" altLang="zh-CN" b="0" dirty="0">
                <a:latin typeface="微软雅黑" panose="020B0503020204020204" pitchFamily="34" charset="-122"/>
                <a:ea typeface="微软雅黑" panose="020B0503020204020204" pitchFamily="34" charset="-122"/>
              </a:rPr>
              <a:t>190.100.64.0</a:t>
            </a: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 190.100.127.255/25</a:t>
            </a:r>
            <a:endParaRPr lang="zh-CN" altLang="en-US" b="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73E50F2C-1DA7-42DC-ADBC-49ADA8686E6D}"/>
              </a:ext>
            </a:extLst>
          </p:cNvPr>
          <p:cNvSpPr txBox="1"/>
          <p:nvPr/>
        </p:nvSpPr>
        <p:spPr>
          <a:xfrm>
            <a:off x="2397980" y="3646428"/>
            <a:ext cx="579120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客户                                           主机</a:t>
            </a:r>
          </a:p>
        </p:txBody>
      </p:sp>
    </p:spTree>
    <p:extLst>
      <p:ext uri="{BB962C8B-B14F-4D97-AF65-F5344CB8AC3E}">
        <p14:creationId xmlns:p14="http://schemas.microsoft.com/office/powerpoint/2010/main" val="18192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8D000F2-036F-45E7-8487-BADCD4BFE3EA}"/>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34</a:t>
            </a:fld>
            <a:endParaRPr lang="en-US" altLang="zh-CN" dirty="0"/>
          </a:p>
        </p:txBody>
      </p:sp>
      <p:graphicFrame>
        <p:nvGraphicFramePr>
          <p:cNvPr id="4" name="表格 3">
            <a:extLst>
              <a:ext uri="{FF2B5EF4-FFF2-40B4-BE49-F238E27FC236}">
                <a16:creationId xmlns:a16="http://schemas.microsoft.com/office/drawing/2014/main" id="{3159A7F1-BE10-436A-A385-16D71A211E71}"/>
              </a:ext>
            </a:extLst>
          </p:cNvPr>
          <p:cNvGraphicFramePr>
            <a:graphicFrameLocks noGrp="1"/>
          </p:cNvGraphicFramePr>
          <p:nvPr>
            <p:extLst>
              <p:ext uri="{D42A27DB-BD31-4B8C-83A1-F6EECF244321}">
                <p14:modId xmlns:p14="http://schemas.microsoft.com/office/powerpoint/2010/main" val="1559794109"/>
              </p:ext>
            </p:extLst>
          </p:nvPr>
        </p:nvGraphicFramePr>
        <p:xfrm>
          <a:off x="835025" y="2585761"/>
          <a:ext cx="3621088" cy="566737"/>
        </p:xfrm>
        <a:graphic>
          <a:graphicData uri="http://schemas.openxmlformats.org/drawingml/2006/table">
            <a:tbl>
              <a:tblPr/>
              <a:tblGrid>
                <a:gridCol w="452438">
                  <a:extLst>
                    <a:ext uri="{9D8B030D-6E8A-4147-A177-3AD203B41FA5}">
                      <a16:colId xmlns:a16="http://schemas.microsoft.com/office/drawing/2014/main" val="20000"/>
                    </a:ext>
                  </a:extLst>
                </a:gridCol>
                <a:gridCol w="452437">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452437">
                  <a:extLst>
                    <a:ext uri="{9D8B030D-6E8A-4147-A177-3AD203B41FA5}">
                      <a16:colId xmlns:a16="http://schemas.microsoft.com/office/drawing/2014/main" val="20003"/>
                    </a:ext>
                  </a:extLst>
                </a:gridCol>
                <a:gridCol w="452438">
                  <a:extLst>
                    <a:ext uri="{9D8B030D-6E8A-4147-A177-3AD203B41FA5}">
                      <a16:colId xmlns:a16="http://schemas.microsoft.com/office/drawing/2014/main" val="20004"/>
                    </a:ext>
                  </a:extLst>
                </a:gridCol>
                <a:gridCol w="454025">
                  <a:extLst>
                    <a:ext uri="{9D8B030D-6E8A-4147-A177-3AD203B41FA5}">
                      <a16:colId xmlns:a16="http://schemas.microsoft.com/office/drawing/2014/main" val="20005"/>
                    </a:ext>
                  </a:extLst>
                </a:gridCol>
                <a:gridCol w="452437">
                  <a:extLst>
                    <a:ext uri="{9D8B030D-6E8A-4147-A177-3AD203B41FA5}">
                      <a16:colId xmlns:a16="http://schemas.microsoft.com/office/drawing/2014/main" val="20006"/>
                    </a:ext>
                  </a:extLst>
                </a:gridCol>
                <a:gridCol w="452438">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8E8"/>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bl>
          </a:graphicData>
        </a:graphic>
      </p:graphicFrame>
      <p:graphicFrame>
        <p:nvGraphicFramePr>
          <p:cNvPr id="5" name="表格 4">
            <a:extLst>
              <a:ext uri="{FF2B5EF4-FFF2-40B4-BE49-F238E27FC236}">
                <a16:creationId xmlns:a16="http://schemas.microsoft.com/office/drawing/2014/main" id="{C666E6C0-B3D6-4CEB-8937-41D7142EABA8}"/>
              </a:ext>
            </a:extLst>
          </p:cNvPr>
          <p:cNvGraphicFramePr>
            <a:graphicFrameLocks noGrp="1"/>
          </p:cNvGraphicFramePr>
          <p:nvPr>
            <p:extLst>
              <p:ext uri="{D42A27DB-BD31-4B8C-83A1-F6EECF244321}">
                <p14:modId xmlns:p14="http://schemas.microsoft.com/office/powerpoint/2010/main" val="1258018077"/>
              </p:ext>
            </p:extLst>
          </p:nvPr>
        </p:nvGraphicFramePr>
        <p:xfrm>
          <a:off x="4684713" y="2585761"/>
          <a:ext cx="3621087" cy="566737"/>
        </p:xfrm>
        <a:graphic>
          <a:graphicData uri="http://schemas.openxmlformats.org/drawingml/2006/table">
            <a:tbl>
              <a:tblPr/>
              <a:tblGrid>
                <a:gridCol w="452437">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4524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454025">
                  <a:extLst>
                    <a:ext uri="{9D8B030D-6E8A-4147-A177-3AD203B41FA5}">
                      <a16:colId xmlns:a16="http://schemas.microsoft.com/office/drawing/2014/main" val="20004"/>
                    </a:ext>
                  </a:extLst>
                </a:gridCol>
                <a:gridCol w="452437">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52437">
                  <a:extLst>
                    <a:ext uri="{9D8B030D-6E8A-4147-A177-3AD203B41FA5}">
                      <a16:colId xmlns:a16="http://schemas.microsoft.com/office/drawing/2014/main" val="20007"/>
                    </a:ext>
                  </a:extLst>
                </a:gridCol>
              </a:tblGrid>
              <a:tr h="56673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6" name="左大括号 15">
            <a:extLst>
              <a:ext uri="{FF2B5EF4-FFF2-40B4-BE49-F238E27FC236}">
                <a16:creationId xmlns:a16="http://schemas.microsoft.com/office/drawing/2014/main" id="{E8FFA15B-A6A8-45E8-8A24-9C5FB6D41951}"/>
              </a:ext>
            </a:extLst>
          </p:cNvPr>
          <p:cNvSpPr>
            <a:spLocks/>
          </p:cNvSpPr>
          <p:nvPr/>
        </p:nvSpPr>
        <p:spPr bwMode="auto">
          <a:xfrm rot="5400000">
            <a:off x="2449851" y="528699"/>
            <a:ext cx="373973" cy="3638549"/>
          </a:xfrm>
          <a:prstGeom prst="leftBrace">
            <a:avLst>
              <a:gd name="adj1" fmla="val 8345"/>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7" name="文本框 16">
            <a:extLst>
              <a:ext uri="{FF2B5EF4-FFF2-40B4-BE49-F238E27FC236}">
                <a16:creationId xmlns:a16="http://schemas.microsoft.com/office/drawing/2014/main" id="{3D4F443F-1951-49FA-A449-0505B436FB7D}"/>
              </a:ext>
            </a:extLst>
          </p:cNvPr>
          <p:cNvSpPr txBox="1">
            <a:spLocks noChangeArrowheads="1"/>
          </p:cNvSpPr>
          <p:nvPr/>
        </p:nvSpPr>
        <p:spPr bwMode="auto">
          <a:xfrm>
            <a:off x="2353340" y="1806663"/>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dirty="0">
                <a:latin typeface="微软雅黑" panose="020B0503020204020204" pitchFamily="34" charset="-122"/>
                <a:ea typeface="微软雅黑" panose="020B0503020204020204" pitchFamily="34" charset="-122"/>
              </a:rPr>
              <a:t>128</a:t>
            </a:r>
            <a:endParaRPr lang="zh-CN" altLang="en-US" sz="1800" b="0" baseline="0" dirty="0">
              <a:latin typeface="微软雅黑" panose="020B0503020204020204" pitchFamily="34" charset="-122"/>
              <a:ea typeface="微软雅黑" panose="020B0503020204020204" pitchFamily="34" charset="-122"/>
            </a:endParaRPr>
          </a:p>
        </p:txBody>
      </p:sp>
      <p:sp>
        <p:nvSpPr>
          <p:cNvPr id="8" name="左大括号 17">
            <a:extLst>
              <a:ext uri="{FF2B5EF4-FFF2-40B4-BE49-F238E27FC236}">
                <a16:creationId xmlns:a16="http://schemas.microsoft.com/office/drawing/2014/main" id="{7AE3B419-EC46-4BD2-8290-477A907C6F3C}"/>
              </a:ext>
            </a:extLst>
          </p:cNvPr>
          <p:cNvSpPr>
            <a:spLocks/>
          </p:cNvSpPr>
          <p:nvPr/>
        </p:nvSpPr>
        <p:spPr bwMode="auto">
          <a:xfrm rot="-5400000">
            <a:off x="3706018" y="1700730"/>
            <a:ext cx="366713" cy="3346450"/>
          </a:xfrm>
          <a:prstGeom prst="leftBrace">
            <a:avLst>
              <a:gd name="adj1" fmla="val 8326"/>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9" name="文本框 18">
            <a:extLst>
              <a:ext uri="{FF2B5EF4-FFF2-40B4-BE49-F238E27FC236}">
                <a16:creationId xmlns:a16="http://schemas.microsoft.com/office/drawing/2014/main" id="{1513F2EB-9581-4051-8C2F-1A48C1FF298C}"/>
              </a:ext>
            </a:extLst>
          </p:cNvPr>
          <p:cNvSpPr txBox="1">
            <a:spLocks noChangeArrowheads="1"/>
          </p:cNvSpPr>
          <p:nvPr/>
        </p:nvSpPr>
        <p:spPr bwMode="auto">
          <a:xfrm>
            <a:off x="3747136" y="3516868"/>
            <a:ext cx="1314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a:latin typeface="微软雅黑" panose="020B0503020204020204" pitchFamily="34" charset="-122"/>
                <a:ea typeface="微软雅黑" panose="020B0503020204020204" pitchFamily="34" charset="-122"/>
              </a:rPr>
              <a:t>0</a:t>
            </a:r>
            <a:endParaRPr lang="zh-CN" altLang="en-US" sz="1800" b="0" baseline="0">
              <a:latin typeface="微软雅黑" panose="020B0503020204020204" pitchFamily="34" charset="-122"/>
              <a:ea typeface="微软雅黑" panose="020B0503020204020204" pitchFamily="34" charset="-122"/>
            </a:endParaRPr>
          </a:p>
        </p:txBody>
      </p:sp>
      <p:graphicFrame>
        <p:nvGraphicFramePr>
          <p:cNvPr id="10" name="表格 9">
            <a:extLst>
              <a:ext uri="{FF2B5EF4-FFF2-40B4-BE49-F238E27FC236}">
                <a16:creationId xmlns:a16="http://schemas.microsoft.com/office/drawing/2014/main" id="{BD6096FD-EAB0-4ED7-9912-BBF8CDCA4A43}"/>
              </a:ext>
            </a:extLst>
          </p:cNvPr>
          <p:cNvGraphicFramePr>
            <a:graphicFrameLocks noGrp="1"/>
          </p:cNvGraphicFramePr>
          <p:nvPr>
            <p:extLst>
              <p:ext uri="{D42A27DB-BD31-4B8C-83A1-F6EECF244321}">
                <p14:modId xmlns:p14="http://schemas.microsoft.com/office/powerpoint/2010/main" val="3564405326"/>
              </p:ext>
            </p:extLst>
          </p:nvPr>
        </p:nvGraphicFramePr>
        <p:xfrm>
          <a:off x="835025" y="4975621"/>
          <a:ext cx="3621088" cy="566738"/>
        </p:xfrm>
        <a:graphic>
          <a:graphicData uri="http://schemas.openxmlformats.org/drawingml/2006/table">
            <a:tbl>
              <a:tblPr/>
              <a:tblGrid>
                <a:gridCol w="452438">
                  <a:extLst>
                    <a:ext uri="{9D8B030D-6E8A-4147-A177-3AD203B41FA5}">
                      <a16:colId xmlns:a16="http://schemas.microsoft.com/office/drawing/2014/main" val="20000"/>
                    </a:ext>
                  </a:extLst>
                </a:gridCol>
                <a:gridCol w="452437">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452437">
                  <a:extLst>
                    <a:ext uri="{9D8B030D-6E8A-4147-A177-3AD203B41FA5}">
                      <a16:colId xmlns:a16="http://schemas.microsoft.com/office/drawing/2014/main" val="20003"/>
                    </a:ext>
                  </a:extLst>
                </a:gridCol>
                <a:gridCol w="452438">
                  <a:extLst>
                    <a:ext uri="{9D8B030D-6E8A-4147-A177-3AD203B41FA5}">
                      <a16:colId xmlns:a16="http://schemas.microsoft.com/office/drawing/2014/main" val="20004"/>
                    </a:ext>
                  </a:extLst>
                </a:gridCol>
                <a:gridCol w="454025">
                  <a:extLst>
                    <a:ext uri="{9D8B030D-6E8A-4147-A177-3AD203B41FA5}">
                      <a16:colId xmlns:a16="http://schemas.microsoft.com/office/drawing/2014/main" val="20005"/>
                    </a:ext>
                  </a:extLst>
                </a:gridCol>
                <a:gridCol w="452437">
                  <a:extLst>
                    <a:ext uri="{9D8B030D-6E8A-4147-A177-3AD203B41FA5}">
                      <a16:colId xmlns:a16="http://schemas.microsoft.com/office/drawing/2014/main" val="20006"/>
                    </a:ext>
                  </a:extLst>
                </a:gridCol>
                <a:gridCol w="452438">
                  <a:extLst>
                    <a:ext uri="{9D8B030D-6E8A-4147-A177-3AD203B41FA5}">
                      <a16:colId xmlns:a16="http://schemas.microsoft.com/office/drawing/2014/main" val="20007"/>
                    </a:ext>
                  </a:extLst>
                </a:gridCol>
              </a:tblGrid>
              <a:tr h="5667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0</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8E8"/>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bl>
          </a:graphicData>
        </a:graphic>
      </p:graphicFrame>
      <p:graphicFrame>
        <p:nvGraphicFramePr>
          <p:cNvPr id="11" name="表格 10">
            <a:extLst>
              <a:ext uri="{FF2B5EF4-FFF2-40B4-BE49-F238E27FC236}">
                <a16:creationId xmlns:a16="http://schemas.microsoft.com/office/drawing/2014/main" id="{F495C184-51CD-40F5-BD39-FA01CE6344A9}"/>
              </a:ext>
            </a:extLst>
          </p:cNvPr>
          <p:cNvGraphicFramePr>
            <a:graphicFrameLocks noGrp="1"/>
          </p:cNvGraphicFramePr>
          <p:nvPr>
            <p:extLst>
              <p:ext uri="{D42A27DB-BD31-4B8C-83A1-F6EECF244321}">
                <p14:modId xmlns:p14="http://schemas.microsoft.com/office/powerpoint/2010/main" val="92830461"/>
              </p:ext>
            </p:extLst>
          </p:nvPr>
        </p:nvGraphicFramePr>
        <p:xfrm>
          <a:off x="4684713" y="4975621"/>
          <a:ext cx="3621087" cy="566738"/>
        </p:xfrm>
        <a:graphic>
          <a:graphicData uri="http://schemas.openxmlformats.org/drawingml/2006/table">
            <a:tbl>
              <a:tblPr/>
              <a:tblGrid>
                <a:gridCol w="452437">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4524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454025">
                  <a:extLst>
                    <a:ext uri="{9D8B030D-6E8A-4147-A177-3AD203B41FA5}">
                      <a16:colId xmlns:a16="http://schemas.microsoft.com/office/drawing/2014/main" val="20004"/>
                    </a:ext>
                  </a:extLst>
                </a:gridCol>
                <a:gridCol w="452437">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52437">
                  <a:extLst>
                    <a:ext uri="{9D8B030D-6E8A-4147-A177-3AD203B41FA5}">
                      <a16:colId xmlns:a16="http://schemas.microsoft.com/office/drawing/2014/main" val="20007"/>
                    </a:ext>
                  </a:extLst>
                </a:gridCol>
              </a:tblGrid>
              <a:tr h="5667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ahoma" panose="020B0604030504040204" pitchFamily="34" charset="0"/>
                          <a:ea typeface="宋体" panose="02010600030101010101" pitchFamily="2" charset="-122"/>
                        </a:rPr>
                        <a:t>1</a:t>
                      </a: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000000"/>
                        </a:solidFill>
                        <a:effectLst/>
                        <a:latin typeface="Tahom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12" name="左大括号 22">
            <a:extLst>
              <a:ext uri="{FF2B5EF4-FFF2-40B4-BE49-F238E27FC236}">
                <a16:creationId xmlns:a16="http://schemas.microsoft.com/office/drawing/2014/main" id="{23D1AB61-6BF7-459C-81C6-039D3622805C}"/>
              </a:ext>
            </a:extLst>
          </p:cNvPr>
          <p:cNvSpPr>
            <a:spLocks/>
          </p:cNvSpPr>
          <p:nvPr/>
        </p:nvSpPr>
        <p:spPr bwMode="auto">
          <a:xfrm rot="5400000">
            <a:off x="2441119" y="2927290"/>
            <a:ext cx="373975" cy="3621088"/>
          </a:xfrm>
          <a:prstGeom prst="leftBrace">
            <a:avLst>
              <a:gd name="adj1" fmla="val 8345"/>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13" name="文本框 23">
            <a:extLst>
              <a:ext uri="{FF2B5EF4-FFF2-40B4-BE49-F238E27FC236}">
                <a16:creationId xmlns:a16="http://schemas.microsoft.com/office/drawing/2014/main" id="{205A93E3-D401-462B-8184-0C6C1230BE0F}"/>
              </a:ext>
            </a:extLst>
          </p:cNvPr>
          <p:cNvSpPr txBox="1">
            <a:spLocks noChangeArrowheads="1"/>
          </p:cNvSpPr>
          <p:nvPr/>
        </p:nvSpPr>
        <p:spPr bwMode="auto">
          <a:xfrm>
            <a:off x="2353340" y="4256008"/>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dirty="0">
                <a:latin typeface="微软雅黑" panose="020B0503020204020204" pitchFamily="34" charset="-122"/>
                <a:ea typeface="微软雅黑" panose="020B0503020204020204" pitchFamily="34" charset="-122"/>
              </a:rPr>
              <a:t>159</a:t>
            </a:r>
            <a:endParaRPr lang="zh-CN" altLang="en-US" sz="1800" b="0" baseline="0" dirty="0">
              <a:latin typeface="微软雅黑" panose="020B0503020204020204" pitchFamily="34" charset="-122"/>
              <a:ea typeface="微软雅黑" panose="020B0503020204020204" pitchFamily="34" charset="-122"/>
            </a:endParaRPr>
          </a:p>
        </p:txBody>
      </p:sp>
      <p:sp>
        <p:nvSpPr>
          <p:cNvPr id="14" name="左大括号 24">
            <a:extLst>
              <a:ext uri="{FF2B5EF4-FFF2-40B4-BE49-F238E27FC236}">
                <a16:creationId xmlns:a16="http://schemas.microsoft.com/office/drawing/2014/main" id="{71D3AE5F-8767-4400-AC80-2D41B33DD45D}"/>
              </a:ext>
            </a:extLst>
          </p:cNvPr>
          <p:cNvSpPr>
            <a:spLocks/>
          </p:cNvSpPr>
          <p:nvPr/>
        </p:nvSpPr>
        <p:spPr bwMode="auto">
          <a:xfrm rot="-5400000">
            <a:off x="3701534" y="4085550"/>
            <a:ext cx="369333" cy="3352802"/>
          </a:xfrm>
          <a:prstGeom prst="leftBrace">
            <a:avLst>
              <a:gd name="adj1" fmla="val 8326"/>
              <a:gd name="adj2" fmla="val 5038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zh-CN" altLang="en-US" sz="1800" b="0" baseline="0">
              <a:latin typeface="微软雅黑" panose="020B0503020204020204" pitchFamily="34" charset="-122"/>
              <a:ea typeface="微软雅黑" panose="020B0503020204020204" pitchFamily="34" charset="-122"/>
            </a:endParaRPr>
          </a:p>
        </p:txBody>
      </p:sp>
      <p:sp>
        <p:nvSpPr>
          <p:cNvPr id="15" name="文本框 25">
            <a:extLst>
              <a:ext uri="{FF2B5EF4-FFF2-40B4-BE49-F238E27FC236}">
                <a16:creationId xmlns:a16="http://schemas.microsoft.com/office/drawing/2014/main" id="{BCE969B8-02AB-4D56-A3FA-B34446192B48}"/>
              </a:ext>
            </a:extLst>
          </p:cNvPr>
          <p:cNvSpPr txBox="1">
            <a:spLocks noChangeArrowheads="1"/>
          </p:cNvSpPr>
          <p:nvPr/>
        </p:nvSpPr>
        <p:spPr bwMode="auto">
          <a:xfrm>
            <a:off x="3138489" y="5955268"/>
            <a:ext cx="2119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800" b="0" baseline="0">
                <a:latin typeface="微软雅黑" panose="020B0503020204020204" pitchFamily="34" charset="-122"/>
                <a:ea typeface="微软雅黑" panose="020B0503020204020204" pitchFamily="34" charset="-122"/>
              </a:rPr>
              <a:t>0+127=127</a:t>
            </a:r>
            <a:endParaRPr lang="zh-CN" altLang="en-US" sz="1800" b="0" baseline="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A29C77E-67FC-4363-9E30-EF8F23A302D3}"/>
              </a:ext>
            </a:extLst>
          </p:cNvPr>
          <p:cNvSpPr txBox="1"/>
          <p:nvPr/>
        </p:nvSpPr>
        <p:spPr>
          <a:xfrm>
            <a:off x="685801" y="951616"/>
            <a:ext cx="2819400" cy="458908"/>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rPr>
              <a:t>3. </a:t>
            </a:r>
            <a:r>
              <a:rPr lang="zh-CN" altLang="en-US" b="0" dirty="0">
                <a:latin typeface="微软雅黑" panose="020B0503020204020204" pitchFamily="34" charset="-122"/>
                <a:ea typeface="微软雅黑" panose="020B0503020204020204" pitchFamily="34" charset="-122"/>
              </a:rPr>
              <a:t>客户 </a:t>
            </a:r>
            <a:r>
              <a:rPr lang="en-US" altLang="zh-CN" b="0" dirty="0">
                <a:latin typeface="微软雅黑" panose="020B0503020204020204" pitchFamily="34" charset="-122"/>
                <a:ea typeface="微软雅黑" panose="020B0503020204020204" pitchFamily="34" charset="-122"/>
              </a:rPr>
              <a:t>7 </a:t>
            </a:r>
            <a:r>
              <a:rPr lang="zh-CN" altLang="en-US" b="0" dirty="0">
                <a:latin typeface="微软雅黑" panose="020B0503020204020204" pitchFamily="34" charset="-122"/>
                <a:ea typeface="微软雅黑" panose="020B0503020204020204" pitchFamily="34" charset="-122"/>
              </a:rPr>
              <a:t>位，主机 </a:t>
            </a:r>
            <a:r>
              <a:rPr lang="en-US" altLang="zh-CN" b="0" dirty="0">
                <a:latin typeface="微软雅黑" panose="020B0503020204020204" pitchFamily="34" charset="-122"/>
                <a:ea typeface="微软雅黑" panose="020B0503020204020204" pitchFamily="34" charset="-122"/>
              </a:rPr>
              <a:t>6 </a:t>
            </a:r>
            <a:r>
              <a:rPr lang="zh-CN" altLang="en-US" b="0" dirty="0">
                <a:latin typeface="微软雅黑" panose="020B0503020204020204" pitchFamily="34" charset="-122"/>
                <a:ea typeface="微软雅黑" panose="020B0503020204020204" pitchFamily="34" charset="-122"/>
              </a:rPr>
              <a:t>位</a:t>
            </a:r>
          </a:p>
        </p:txBody>
      </p:sp>
      <p:sp>
        <p:nvSpPr>
          <p:cNvPr id="17" name="文本框 16">
            <a:extLst>
              <a:ext uri="{FF2B5EF4-FFF2-40B4-BE49-F238E27FC236}">
                <a16:creationId xmlns:a16="http://schemas.microsoft.com/office/drawing/2014/main" id="{F6A02B32-2B40-4815-B47D-D2F8E569EE4C}"/>
              </a:ext>
            </a:extLst>
          </p:cNvPr>
          <p:cNvSpPr txBox="1"/>
          <p:nvPr/>
        </p:nvSpPr>
        <p:spPr>
          <a:xfrm>
            <a:off x="3138489" y="960892"/>
            <a:ext cx="5700712" cy="874407"/>
          </a:xfrm>
          <a:prstGeom prst="rect">
            <a:avLst/>
          </a:prstGeom>
          <a:noFill/>
        </p:spPr>
        <p:txBody>
          <a:bodyPr wrap="square" rtlCol="0">
            <a:spAutoFit/>
          </a:bodyPr>
          <a:lstStyle/>
          <a:p>
            <a:pPr>
              <a:lnSpc>
                <a:spcPct val="150000"/>
              </a:lnSpc>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客户：</a:t>
            </a:r>
            <a:r>
              <a:rPr lang="en-US" altLang="zh-CN" b="0" dirty="0">
                <a:latin typeface="微软雅黑" panose="020B0503020204020204" pitchFamily="34" charset="-122"/>
                <a:ea typeface="微软雅黑" panose="020B0503020204020204" pitchFamily="34" charset="-122"/>
              </a:rPr>
              <a:t>190.100.128.0</a:t>
            </a: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 190.100.159.192/26</a:t>
            </a:r>
          </a:p>
          <a:p>
            <a:pPr>
              <a:lnSpc>
                <a:spcPct val="150000"/>
              </a:lnSpc>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主机：</a:t>
            </a:r>
            <a:r>
              <a:rPr lang="en-US" altLang="zh-CN" b="0" dirty="0">
                <a:latin typeface="微软雅黑" panose="020B0503020204020204" pitchFamily="34" charset="-122"/>
                <a:ea typeface="微软雅黑" panose="020B0503020204020204" pitchFamily="34" charset="-122"/>
              </a:rPr>
              <a:t>190.100.128.0</a:t>
            </a: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 190.100.159.255/26</a:t>
            </a:r>
            <a:endParaRPr lang="zh-CN" altLang="en-US" b="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2BE4433B-8C34-4FED-907B-998AA52E7C9A}"/>
              </a:ext>
            </a:extLst>
          </p:cNvPr>
          <p:cNvSpPr txBox="1"/>
          <p:nvPr/>
        </p:nvSpPr>
        <p:spPr>
          <a:xfrm>
            <a:off x="2362201" y="3781005"/>
            <a:ext cx="579120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客户                                            主机</a:t>
            </a:r>
          </a:p>
        </p:txBody>
      </p:sp>
    </p:spTree>
    <p:extLst>
      <p:ext uri="{BB962C8B-B14F-4D97-AF65-F5344CB8AC3E}">
        <p14:creationId xmlns:p14="http://schemas.microsoft.com/office/powerpoint/2010/main" val="188904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98A52B6-8953-403B-B53F-973E545BCFCC}"/>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35</a:t>
            </a:fld>
            <a:endParaRPr lang="en-US" altLang="zh-CN" dirty="0"/>
          </a:p>
        </p:txBody>
      </p:sp>
      <p:sp>
        <p:nvSpPr>
          <p:cNvPr id="3" name="Text Box 4">
            <a:extLst>
              <a:ext uri="{FF2B5EF4-FFF2-40B4-BE49-F238E27FC236}">
                <a16:creationId xmlns:a16="http://schemas.microsoft.com/office/drawing/2014/main" id="{B64CF600-E646-44FF-AB09-7D2035DB2AB2}"/>
              </a:ext>
            </a:extLst>
          </p:cNvPr>
          <p:cNvSpPr txBox="1">
            <a:spLocks noChangeArrowheads="1"/>
          </p:cNvSpPr>
          <p:nvPr/>
        </p:nvSpPr>
        <p:spPr bwMode="auto">
          <a:xfrm>
            <a:off x="2925639" y="91296"/>
            <a:ext cx="30572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838200" indent="-838200" eaLnBrk="1" hangingPunct="1"/>
            <a:r>
              <a:rPr lang="zh-CN" altLang="en-US" sz="2800"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使用超网合并网段</a:t>
            </a:r>
          </a:p>
        </p:txBody>
      </p:sp>
      <p:grpSp>
        <p:nvGrpSpPr>
          <p:cNvPr id="4" name="组合 38">
            <a:extLst>
              <a:ext uri="{FF2B5EF4-FFF2-40B4-BE49-F238E27FC236}">
                <a16:creationId xmlns:a16="http://schemas.microsoft.com/office/drawing/2014/main" id="{C1DD8E91-5E6B-4BE0-858B-7FCCBBE7B03D}"/>
              </a:ext>
            </a:extLst>
          </p:cNvPr>
          <p:cNvGrpSpPr>
            <a:grpSpLocks/>
          </p:cNvGrpSpPr>
          <p:nvPr/>
        </p:nvGrpSpPr>
        <p:grpSpPr bwMode="auto">
          <a:xfrm>
            <a:off x="2425058" y="2562853"/>
            <a:ext cx="3816992" cy="3341215"/>
            <a:chOff x="1664478" y="2413956"/>
            <a:chExt cx="3816735" cy="3340562"/>
          </a:xfrm>
        </p:grpSpPr>
        <p:cxnSp>
          <p:nvCxnSpPr>
            <p:cNvPr id="5" name="直接连接符 4">
              <a:extLst>
                <a:ext uri="{FF2B5EF4-FFF2-40B4-BE49-F238E27FC236}">
                  <a16:creationId xmlns:a16="http://schemas.microsoft.com/office/drawing/2014/main" id="{E5D2D262-FC82-42DB-BE16-3253F50137E5}"/>
                </a:ext>
              </a:extLst>
            </p:cNvPr>
            <p:cNvCxnSpPr>
              <a:cxnSpLocks/>
            </p:cNvCxnSpPr>
            <p:nvPr/>
          </p:nvCxnSpPr>
          <p:spPr>
            <a:xfrm>
              <a:off x="3544593" y="2826625"/>
              <a:ext cx="265095" cy="6190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2686762F-D709-49CF-8DB9-001CE90AB72A}"/>
                </a:ext>
              </a:extLst>
            </p:cNvPr>
            <p:cNvCxnSpPr>
              <a:cxnSpLocks/>
            </p:cNvCxnSpPr>
            <p:nvPr/>
          </p:nvCxnSpPr>
          <p:spPr>
            <a:xfrm flipH="1">
              <a:off x="4074783" y="2840910"/>
              <a:ext cx="155565" cy="52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24">
              <a:extLst>
                <a:ext uri="{FF2B5EF4-FFF2-40B4-BE49-F238E27FC236}">
                  <a16:creationId xmlns:a16="http://schemas.microsoft.com/office/drawing/2014/main" id="{F84E7D18-AA3A-4633-B1BE-9819FDB1C133}"/>
                </a:ext>
              </a:extLst>
            </p:cNvPr>
            <p:cNvSpPr txBox="1">
              <a:spLocks noChangeArrowheads="1"/>
            </p:cNvSpPr>
            <p:nvPr/>
          </p:nvSpPr>
          <p:spPr bwMode="auto">
            <a:xfrm>
              <a:off x="1683541" y="2953241"/>
              <a:ext cx="1405790" cy="46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192.168.0.2</a:t>
              </a:r>
            </a:p>
            <a:p>
              <a:r>
                <a:rPr lang="en-US" altLang="zh-CN" sz="1200" baseline="0" dirty="0">
                  <a:latin typeface="微软雅黑" panose="020B0503020204020204" pitchFamily="34" charset="-122"/>
                  <a:ea typeface="微软雅黑" panose="020B0503020204020204" pitchFamily="34" charset="-122"/>
                </a:rPr>
                <a:t>255.255.255.0</a:t>
              </a:r>
            </a:p>
          </p:txBody>
        </p:sp>
        <p:cxnSp>
          <p:nvCxnSpPr>
            <p:cNvPr id="8" name="直接连接符 7">
              <a:extLst>
                <a:ext uri="{FF2B5EF4-FFF2-40B4-BE49-F238E27FC236}">
                  <a16:creationId xmlns:a16="http://schemas.microsoft.com/office/drawing/2014/main" id="{F8AE31B2-6803-4EB3-A066-E200E7B01550}"/>
                </a:ext>
              </a:extLst>
            </p:cNvPr>
            <p:cNvCxnSpPr>
              <a:cxnSpLocks/>
            </p:cNvCxnSpPr>
            <p:nvPr/>
          </p:nvCxnSpPr>
          <p:spPr>
            <a:xfrm>
              <a:off x="2679464" y="2861544"/>
              <a:ext cx="977834" cy="669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4449648-CA64-43EF-9E2A-E4AA7DBD35E0}"/>
                </a:ext>
              </a:extLst>
            </p:cNvPr>
            <p:cNvCxnSpPr>
              <a:cxnSpLocks/>
            </p:cNvCxnSpPr>
            <p:nvPr/>
          </p:nvCxnSpPr>
          <p:spPr>
            <a:xfrm flipH="1">
              <a:off x="4185900" y="2709173"/>
              <a:ext cx="1025456" cy="7793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片 46" descr="PC.png">
              <a:extLst>
                <a:ext uri="{FF2B5EF4-FFF2-40B4-BE49-F238E27FC236}">
                  <a16:creationId xmlns:a16="http://schemas.microsoft.com/office/drawing/2014/main" id="{A2E793A1-27E9-4AA2-8C74-30E80BE24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933"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47" descr="PC.png">
              <a:extLst>
                <a:ext uri="{FF2B5EF4-FFF2-40B4-BE49-F238E27FC236}">
                  <a16:creationId xmlns:a16="http://schemas.microsoft.com/office/drawing/2014/main" id="{B21F315C-A7B3-4F23-908A-53903BC60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657"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48" descr="PC.png">
              <a:extLst>
                <a:ext uri="{FF2B5EF4-FFF2-40B4-BE49-F238E27FC236}">
                  <a16:creationId xmlns:a16="http://schemas.microsoft.com/office/drawing/2014/main" id="{62D79073-7BBC-4830-8559-2BAC89323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169"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49" descr="PC.png">
              <a:extLst>
                <a:ext uri="{FF2B5EF4-FFF2-40B4-BE49-F238E27FC236}">
                  <a16:creationId xmlns:a16="http://schemas.microsoft.com/office/drawing/2014/main" id="{89623071-9D86-48DF-8FBB-B31C363D45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149" y="2427645"/>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50">
              <a:extLst>
                <a:ext uri="{FF2B5EF4-FFF2-40B4-BE49-F238E27FC236}">
                  <a16:creationId xmlns:a16="http://schemas.microsoft.com/office/drawing/2014/main" id="{EB4AE741-7A55-4611-AC4E-94805A43ECA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536" y="3314707"/>
              <a:ext cx="670694"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54">
              <a:extLst>
                <a:ext uri="{FF2B5EF4-FFF2-40B4-BE49-F238E27FC236}">
                  <a16:creationId xmlns:a16="http://schemas.microsoft.com/office/drawing/2014/main" id="{63E5BE5B-58E3-4741-AD93-C021077C126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536" y="4299636"/>
              <a:ext cx="670694"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55" descr="PC.png">
              <a:extLst>
                <a:ext uri="{FF2B5EF4-FFF2-40B4-BE49-F238E27FC236}">
                  <a16:creationId xmlns:a16="http://schemas.microsoft.com/office/drawing/2014/main" id="{9D9FBF27-A335-47EB-BDC0-31F952379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3994"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56" descr="PC.png">
              <a:extLst>
                <a:ext uri="{FF2B5EF4-FFF2-40B4-BE49-F238E27FC236}">
                  <a16:creationId xmlns:a16="http://schemas.microsoft.com/office/drawing/2014/main" id="{471EB81A-7F41-4476-B47A-00CB99195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6718"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57" descr="PC.png">
              <a:extLst>
                <a:ext uri="{FF2B5EF4-FFF2-40B4-BE49-F238E27FC236}">
                  <a16:creationId xmlns:a16="http://schemas.microsoft.com/office/drawing/2014/main" id="{D9FBFF5F-2B6E-4BDD-BB80-29140DD6CD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230"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58" descr="PC.png">
              <a:extLst>
                <a:ext uri="{FF2B5EF4-FFF2-40B4-BE49-F238E27FC236}">
                  <a16:creationId xmlns:a16="http://schemas.microsoft.com/office/drawing/2014/main" id="{78A139F4-8C19-49E0-A425-338E32DB3F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150"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连接符 19">
              <a:extLst>
                <a:ext uri="{FF2B5EF4-FFF2-40B4-BE49-F238E27FC236}">
                  <a16:creationId xmlns:a16="http://schemas.microsoft.com/office/drawing/2014/main" id="{B34E3992-204D-4943-ADC8-50B034A729EF}"/>
                </a:ext>
              </a:extLst>
            </p:cNvPr>
            <p:cNvCxnSpPr>
              <a:cxnSpLocks/>
              <a:stCxn id="14" idx="2"/>
              <a:endCxn id="15" idx="0"/>
            </p:cNvCxnSpPr>
            <p:nvPr/>
          </p:nvCxnSpPr>
          <p:spPr>
            <a:xfrm>
              <a:off x="3898582" y="3858299"/>
              <a:ext cx="0" cy="4412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79EACAB-8234-4043-A1A5-ED583F5D8F10}"/>
                </a:ext>
              </a:extLst>
            </p:cNvPr>
            <p:cNvCxnSpPr>
              <a:cxnSpLocks/>
            </p:cNvCxnSpPr>
            <p:nvPr/>
          </p:nvCxnSpPr>
          <p:spPr>
            <a:xfrm>
              <a:off x="4195425" y="4732840"/>
              <a:ext cx="977834" cy="669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F41CD76-3434-4586-A615-F3C595C62A89}"/>
                </a:ext>
              </a:extLst>
            </p:cNvPr>
            <p:cNvCxnSpPr>
              <a:cxnSpLocks/>
            </p:cNvCxnSpPr>
            <p:nvPr/>
          </p:nvCxnSpPr>
          <p:spPr>
            <a:xfrm flipH="1">
              <a:off x="3614439" y="4858228"/>
              <a:ext cx="155565" cy="485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C5DB324-C2F3-42BB-9EAF-BD4FC6B95AAF}"/>
                </a:ext>
              </a:extLst>
            </p:cNvPr>
            <p:cNvCxnSpPr>
              <a:cxnSpLocks/>
              <a:endCxn id="16" idx="0"/>
            </p:cNvCxnSpPr>
            <p:nvPr/>
          </p:nvCxnSpPr>
          <p:spPr>
            <a:xfrm flipH="1">
              <a:off x="2654066" y="4756648"/>
              <a:ext cx="904814" cy="58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08F91F4-565D-4C95-9FD5-C9ACEE9EC3D8}"/>
                </a:ext>
              </a:extLst>
            </p:cNvPr>
            <p:cNvCxnSpPr>
              <a:cxnSpLocks/>
              <a:endCxn id="18" idx="0"/>
            </p:cNvCxnSpPr>
            <p:nvPr/>
          </p:nvCxnSpPr>
          <p:spPr>
            <a:xfrm>
              <a:off x="4046210" y="4858228"/>
              <a:ext cx="327003" cy="4825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69171CE-86DF-45B5-B798-B3AB7AE653EE}"/>
                </a:ext>
              </a:extLst>
            </p:cNvPr>
            <p:cNvSpPr txBox="1">
              <a:spLocks noChangeArrowheads="1"/>
            </p:cNvSpPr>
            <p:nvPr/>
          </p:nvSpPr>
          <p:spPr bwMode="auto">
            <a:xfrm>
              <a:off x="1664478" y="4817751"/>
              <a:ext cx="15537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192.168.1.2</a:t>
              </a:r>
            </a:p>
            <a:p>
              <a:r>
                <a:rPr lang="en-US" altLang="zh-CN" sz="1200" baseline="0" dirty="0">
                  <a:latin typeface="微软雅黑" panose="020B0503020204020204" pitchFamily="34" charset="-122"/>
                  <a:ea typeface="微软雅黑" panose="020B0503020204020204" pitchFamily="34" charset="-122"/>
                </a:rPr>
                <a:t>255.255.255.0</a:t>
              </a:r>
            </a:p>
          </p:txBody>
        </p:sp>
        <p:sp>
          <p:nvSpPr>
            <p:cNvPr id="26" name="TextBox 24">
              <a:extLst>
                <a:ext uri="{FF2B5EF4-FFF2-40B4-BE49-F238E27FC236}">
                  <a16:creationId xmlns:a16="http://schemas.microsoft.com/office/drawing/2014/main" id="{412A043D-2194-474E-879A-4C94CC6DA7D9}"/>
                </a:ext>
              </a:extLst>
            </p:cNvPr>
            <p:cNvSpPr txBox="1">
              <a:spLocks noChangeArrowheads="1"/>
            </p:cNvSpPr>
            <p:nvPr/>
          </p:nvSpPr>
          <p:spPr bwMode="auto">
            <a:xfrm>
              <a:off x="1891120" y="5432449"/>
              <a:ext cx="6868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PC2</a:t>
              </a:r>
            </a:p>
          </p:txBody>
        </p:sp>
        <p:sp>
          <p:nvSpPr>
            <p:cNvPr id="27" name="TextBox 24">
              <a:extLst>
                <a:ext uri="{FF2B5EF4-FFF2-40B4-BE49-F238E27FC236}">
                  <a16:creationId xmlns:a16="http://schemas.microsoft.com/office/drawing/2014/main" id="{BFAF521C-1C5E-436B-9465-9C1CFBF070A3}"/>
                </a:ext>
              </a:extLst>
            </p:cNvPr>
            <p:cNvSpPr txBox="1">
              <a:spLocks noChangeArrowheads="1"/>
            </p:cNvSpPr>
            <p:nvPr/>
          </p:nvSpPr>
          <p:spPr bwMode="auto">
            <a:xfrm>
              <a:off x="1850747" y="2496145"/>
              <a:ext cx="6868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PC1</a:t>
              </a:r>
            </a:p>
          </p:txBody>
        </p:sp>
      </p:grpSp>
      <p:sp>
        <p:nvSpPr>
          <p:cNvPr id="29" name="文本框 28">
            <a:extLst>
              <a:ext uri="{FF2B5EF4-FFF2-40B4-BE49-F238E27FC236}">
                <a16:creationId xmlns:a16="http://schemas.microsoft.com/office/drawing/2014/main" id="{6E182560-EC1F-4F3B-ADCA-BCC60CB4F204}"/>
              </a:ext>
            </a:extLst>
          </p:cNvPr>
          <p:cNvSpPr txBox="1"/>
          <p:nvPr/>
        </p:nvSpPr>
        <p:spPr>
          <a:xfrm>
            <a:off x="831749" y="977040"/>
            <a:ext cx="7543800" cy="1289905"/>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某公司有一个网段</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192.168.0.0/24</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，该网段有</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200</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台计算机，后来公司计算机数量增加到</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400</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台。此时一个</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类网段已经不够用，考虑增加一个</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类网络</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192.168.1.0/24</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，并增加一台交换机。</a:t>
            </a:r>
          </a:p>
        </p:txBody>
      </p:sp>
    </p:spTree>
    <p:extLst>
      <p:ext uri="{BB962C8B-B14F-4D97-AF65-F5344CB8AC3E}">
        <p14:creationId xmlns:p14="http://schemas.microsoft.com/office/powerpoint/2010/main" val="1371638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8977986-A15A-4989-AED9-29B389A4CAC7}"/>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36</a:t>
            </a:fld>
            <a:endParaRPr lang="en-US" altLang="zh-CN" dirty="0"/>
          </a:p>
        </p:txBody>
      </p:sp>
      <p:grpSp>
        <p:nvGrpSpPr>
          <p:cNvPr id="3" name="组合 38">
            <a:extLst>
              <a:ext uri="{FF2B5EF4-FFF2-40B4-BE49-F238E27FC236}">
                <a16:creationId xmlns:a16="http://schemas.microsoft.com/office/drawing/2014/main" id="{E4A2D40D-B2EE-4AA6-996B-1524ED4F7F9E}"/>
              </a:ext>
            </a:extLst>
          </p:cNvPr>
          <p:cNvGrpSpPr>
            <a:grpSpLocks/>
          </p:cNvGrpSpPr>
          <p:nvPr/>
        </p:nvGrpSpPr>
        <p:grpSpPr bwMode="auto">
          <a:xfrm>
            <a:off x="958751" y="2710839"/>
            <a:ext cx="7226498" cy="3341215"/>
            <a:chOff x="1559572" y="2413956"/>
            <a:chExt cx="7226520" cy="3340562"/>
          </a:xfrm>
        </p:grpSpPr>
        <p:cxnSp>
          <p:nvCxnSpPr>
            <p:cNvPr id="4" name="直接连接符 3">
              <a:extLst>
                <a:ext uri="{FF2B5EF4-FFF2-40B4-BE49-F238E27FC236}">
                  <a16:creationId xmlns:a16="http://schemas.microsoft.com/office/drawing/2014/main" id="{8CFCE538-06CF-4F58-A40E-ABCC2AD13EC0}"/>
                </a:ext>
              </a:extLst>
            </p:cNvPr>
            <p:cNvCxnSpPr>
              <a:cxnSpLocks/>
            </p:cNvCxnSpPr>
            <p:nvPr/>
          </p:nvCxnSpPr>
          <p:spPr>
            <a:xfrm>
              <a:off x="3543953" y="2826625"/>
              <a:ext cx="265114" cy="6190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2424325-C85E-47D8-B530-C571277F905D}"/>
                </a:ext>
              </a:extLst>
            </p:cNvPr>
            <p:cNvCxnSpPr>
              <a:cxnSpLocks/>
            </p:cNvCxnSpPr>
            <p:nvPr/>
          </p:nvCxnSpPr>
          <p:spPr>
            <a:xfrm flipH="1">
              <a:off x="4075768" y="2840910"/>
              <a:ext cx="155575" cy="52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AEDB7039-6F86-43F2-88E3-2AC1C98F661E}"/>
                </a:ext>
              </a:extLst>
            </p:cNvPr>
            <p:cNvCxnSpPr>
              <a:cxnSpLocks/>
            </p:cNvCxnSpPr>
            <p:nvPr/>
          </p:nvCxnSpPr>
          <p:spPr>
            <a:xfrm flipH="1" flipV="1">
              <a:off x="4236105" y="3590063"/>
              <a:ext cx="1731968" cy="25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24">
              <a:extLst>
                <a:ext uri="{FF2B5EF4-FFF2-40B4-BE49-F238E27FC236}">
                  <a16:creationId xmlns:a16="http://schemas.microsoft.com/office/drawing/2014/main" id="{91032A81-6AAB-4B8D-9313-85472BDD19C9}"/>
                </a:ext>
              </a:extLst>
            </p:cNvPr>
            <p:cNvSpPr txBox="1">
              <a:spLocks noChangeArrowheads="1"/>
            </p:cNvSpPr>
            <p:nvPr/>
          </p:nvSpPr>
          <p:spPr bwMode="auto">
            <a:xfrm>
              <a:off x="1601624" y="3069796"/>
              <a:ext cx="14057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192.168.0.2</a:t>
              </a:r>
            </a:p>
            <a:p>
              <a:r>
                <a:rPr lang="en-US" altLang="zh-CN" sz="1200" baseline="0" dirty="0">
                  <a:latin typeface="微软雅黑" panose="020B0503020204020204" pitchFamily="34" charset="-122"/>
                  <a:ea typeface="微软雅黑" panose="020B0503020204020204" pitchFamily="34" charset="-122"/>
                </a:rPr>
                <a:t>255.255.255.0</a:t>
              </a:r>
            </a:p>
            <a:p>
              <a:r>
                <a:rPr lang="zh-CN" altLang="en-US" sz="1200" baseline="0" dirty="0">
                  <a:latin typeface="微软雅黑" panose="020B0503020204020204" pitchFamily="34" charset="-122"/>
                  <a:ea typeface="微软雅黑" panose="020B0503020204020204" pitchFamily="34" charset="-122"/>
                </a:rPr>
                <a:t>网关</a:t>
              </a:r>
              <a:r>
                <a:rPr lang="en-US" altLang="zh-CN" sz="1200" baseline="0" dirty="0">
                  <a:latin typeface="微软雅黑" panose="020B0503020204020204" pitchFamily="34" charset="-122"/>
                  <a:ea typeface="微软雅黑" panose="020B0503020204020204" pitchFamily="34" charset="-122"/>
                </a:rPr>
                <a:t>192.168.0.1</a:t>
              </a:r>
              <a:endParaRPr lang="zh-CN" altLang="en-US" sz="1200" baseline="0" dirty="0">
                <a:latin typeface="微软雅黑" panose="020B0503020204020204" pitchFamily="34" charset="-122"/>
                <a:ea typeface="微软雅黑" panose="020B0503020204020204" pitchFamily="34" charset="-122"/>
              </a:endParaRPr>
            </a:p>
          </p:txBody>
        </p:sp>
        <p:cxnSp>
          <p:nvCxnSpPr>
            <p:cNvPr id="8" name="直接连接符 7">
              <a:extLst>
                <a:ext uri="{FF2B5EF4-FFF2-40B4-BE49-F238E27FC236}">
                  <a16:creationId xmlns:a16="http://schemas.microsoft.com/office/drawing/2014/main" id="{EEF85641-F3A2-4838-88F7-A0635445DE42}"/>
                </a:ext>
              </a:extLst>
            </p:cNvPr>
            <p:cNvCxnSpPr>
              <a:cxnSpLocks/>
            </p:cNvCxnSpPr>
            <p:nvPr/>
          </p:nvCxnSpPr>
          <p:spPr>
            <a:xfrm>
              <a:off x="2678763" y="2861544"/>
              <a:ext cx="977903" cy="669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26BF1A7-E748-4FC0-B3C5-3B50DF63E369}"/>
                </a:ext>
              </a:extLst>
            </p:cNvPr>
            <p:cNvCxnSpPr>
              <a:cxnSpLocks/>
            </p:cNvCxnSpPr>
            <p:nvPr/>
          </p:nvCxnSpPr>
          <p:spPr>
            <a:xfrm flipH="1">
              <a:off x="4185305" y="2883764"/>
              <a:ext cx="1047753" cy="6047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任意多边形 37">
              <a:extLst>
                <a:ext uri="{FF2B5EF4-FFF2-40B4-BE49-F238E27FC236}">
                  <a16:creationId xmlns:a16="http://schemas.microsoft.com/office/drawing/2014/main" id="{8FF9D978-1E14-4A3D-AE42-7C8D1D43DB44}"/>
                </a:ext>
              </a:extLst>
            </p:cNvPr>
            <p:cNvSpPr/>
            <p:nvPr/>
          </p:nvSpPr>
          <p:spPr>
            <a:xfrm rot="400490">
              <a:off x="6600302" y="3076225"/>
              <a:ext cx="1375200" cy="489086"/>
            </a:xfrm>
            <a:custGeom>
              <a:avLst/>
              <a:gdLst>
                <a:gd name="connsiteX0" fmla="*/ 0 w 3111335"/>
                <a:gd name="connsiteY0" fmla="*/ 748145 h 748145"/>
                <a:gd name="connsiteX1" fmla="*/ 451263 w 3111335"/>
                <a:gd name="connsiteY1" fmla="*/ 712519 h 748145"/>
                <a:gd name="connsiteX2" fmla="*/ 1662546 w 3111335"/>
                <a:gd name="connsiteY2" fmla="*/ 593766 h 748145"/>
                <a:gd name="connsiteX3" fmla="*/ 1235034 w 3111335"/>
                <a:gd name="connsiteY3" fmla="*/ 380010 h 748145"/>
                <a:gd name="connsiteX4" fmla="*/ 3111335 w 3111335"/>
                <a:gd name="connsiteY4" fmla="*/ 0 h 748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1335" h="748145">
                  <a:moveTo>
                    <a:pt x="0" y="748145"/>
                  </a:moveTo>
                  <a:lnTo>
                    <a:pt x="451263" y="712519"/>
                  </a:lnTo>
                  <a:cubicBezTo>
                    <a:pt x="728354" y="686789"/>
                    <a:pt x="1531918" y="649184"/>
                    <a:pt x="1662546" y="593766"/>
                  </a:cubicBezTo>
                  <a:cubicBezTo>
                    <a:pt x="1793174" y="538348"/>
                    <a:pt x="993569" y="478971"/>
                    <a:pt x="1235034" y="380010"/>
                  </a:cubicBezTo>
                  <a:cubicBezTo>
                    <a:pt x="1476499" y="281049"/>
                    <a:pt x="2798618" y="63335"/>
                    <a:pt x="3111335"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11" name="图片 46" descr="PC.png">
              <a:extLst>
                <a:ext uri="{FF2B5EF4-FFF2-40B4-BE49-F238E27FC236}">
                  <a16:creationId xmlns:a16="http://schemas.microsoft.com/office/drawing/2014/main" id="{630433C1-3AD9-40DF-B195-4E42341AE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933"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47" descr="PC.png">
              <a:extLst>
                <a:ext uri="{FF2B5EF4-FFF2-40B4-BE49-F238E27FC236}">
                  <a16:creationId xmlns:a16="http://schemas.microsoft.com/office/drawing/2014/main" id="{CCAABE34-F6FD-447F-A672-EFE7D19CF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657"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48" descr="PC.png">
              <a:extLst>
                <a:ext uri="{FF2B5EF4-FFF2-40B4-BE49-F238E27FC236}">
                  <a16:creationId xmlns:a16="http://schemas.microsoft.com/office/drawing/2014/main" id="{BBA6F6DE-2C64-4858-9313-06C7DA2AB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169"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49" descr="PC.png">
              <a:extLst>
                <a:ext uri="{FF2B5EF4-FFF2-40B4-BE49-F238E27FC236}">
                  <a16:creationId xmlns:a16="http://schemas.microsoft.com/office/drawing/2014/main" id="{2D270798-95AB-4F81-AD4F-689B2222B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089"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50">
              <a:extLst>
                <a:ext uri="{FF2B5EF4-FFF2-40B4-BE49-F238E27FC236}">
                  <a16:creationId xmlns:a16="http://schemas.microsoft.com/office/drawing/2014/main" id="{81DE88FA-7B50-4DD2-B51F-60F1204DCFE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536" y="3314707"/>
              <a:ext cx="670694"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51">
              <a:extLst>
                <a:ext uri="{FF2B5EF4-FFF2-40B4-BE49-F238E27FC236}">
                  <a16:creationId xmlns:a16="http://schemas.microsoft.com/office/drawing/2014/main" id="{5BBB89A4-C54B-4F48-88A3-BF1CC73AAC8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8257" y="3284100"/>
              <a:ext cx="670694" cy="605327"/>
            </a:xfrm>
            <a:prstGeom prst="rect">
              <a:avLst/>
            </a:prstGeom>
            <a:noFill/>
            <a:ln>
              <a:noFill/>
            </a:ln>
            <a:effectLst>
              <a:outerShdw dist="50800" dir="5400000" algn="ctr" rotWithShape="0">
                <a:srgbClr val="000000">
                  <a:alpha val="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52">
              <a:extLst>
                <a:ext uri="{FF2B5EF4-FFF2-40B4-BE49-F238E27FC236}">
                  <a16:creationId xmlns:a16="http://schemas.microsoft.com/office/drawing/2014/main" id="{DD74D9C8-37D4-487F-9ABA-52300A7AB1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0340" y="2889117"/>
              <a:ext cx="1225752" cy="617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24">
              <a:extLst>
                <a:ext uri="{FF2B5EF4-FFF2-40B4-BE49-F238E27FC236}">
                  <a16:creationId xmlns:a16="http://schemas.microsoft.com/office/drawing/2014/main" id="{2C6451B7-538F-418B-BD31-6BF6EBB7502F}"/>
                </a:ext>
              </a:extLst>
            </p:cNvPr>
            <p:cNvSpPr txBox="1">
              <a:spLocks noChangeArrowheads="1"/>
            </p:cNvSpPr>
            <p:nvPr/>
          </p:nvSpPr>
          <p:spPr bwMode="auto">
            <a:xfrm>
              <a:off x="4782312" y="3043192"/>
              <a:ext cx="1405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192.168.0.1</a:t>
              </a:r>
            </a:p>
            <a:p>
              <a:r>
                <a:rPr lang="en-US" altLang="zh-CN" sz="1200" baseline="0" dirty="0">
                  <a:latin typeface="微软雅黑" panose="020B0503020204020204" pitchFamily="34" charset="-122"/>
                  <a:ea typeface="微软雅黑" panose="020B0503020204020204" pitchFamily="34" charset="-122"/>
                </a:rPr>
                <a:t>255.255.255.0</a:t>
              </a:r>
            </a:p>
          </p:txBody>
        </p:sp>
        <p:pic>
          <p:nvPicPr>
            <p:cNvPr id="19" name="图片 54">
              <a:extLst>
                <a:ext uri="{FF2B5EF4-FFF2-40B4-BE49-F238E27FC236}">
                  <a16:creationId xmlns:a16="http://schemas.microsoft.com/office/drawing/2014/main" id="{3F31406F-4D86-442B-A8D7-CBD14164AFF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536" y="4299636"/>
              <a:ext cx="670694"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55" descr="PC.png">
              <a:extLst>
                <a:ext uri="{FF2B5EF4-FFF2-40B4-BE49-F238E27FC236}">
                  <a16:creationId xmlns:a16="http://schemas.microsoft.com/office/drawing/2014/main" id="{574CDDC5-3C90-4AE3-A019-691313B71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3994"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56" descr="PC.png">
              <a:extLst>
                <a:ext uri="{FF2B5EF4-FFF2-40B4-BE49-F238E27FC236}">
                  <a16:creationId xmlns:a16="http://schemas.microsoft.com/office/drawing/2014/main" id="{E8A26849-F666-4AEB-86BC-C534FE930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6718"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57" descr="PC.png">
              <a:extLst>
                <a:ext uri="{FF2B5EF4-FFF2-40B4-BE49-F238E27FC236}">
                  <a16:creationId xmlns:a16="http://schemas.microsoft.com/office/drawing/2014/main" id="{8533F942-8887-4174-A236-80C4B00C50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230"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58" descr="PC.png">
              <a:extLst>
                <a:ext uri="{FF2B5EF4-FFF2-40B4-BE49-F238E27FC236}">
                  <a16:creationId xmlns:a16="http://schemas.microsoft.com/office/drawing/2014/main" id="{D2FE568F-7648-40CF-BE4A-49FA10FCF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150"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直接连接符 23">
              <a:extLst>
                <a:ext uri="{FF2B5EF4-FFF2-40B4-BE49-F238E27FC236}">
                  <a16:creationId xmlns:a16="http://schemas.microsoft.com/office/drawing/2014/main" id="{9D34CCF3-AD3F-4EE2-9062-B242FB2376E3}"/>
                </a:ext>
              </a:extLst>
            </p:cNvPr>
            <p:cNvCxnSpPr>
              <a:cxnSpLocks/>
              <a:stCxn id="15" idx="2"/>
              <a:endCxn id="19" idx="0"/>
            </p:cNvCxnSpPr>
            <p:nvPr/>
          </p:nvCxnSpPr>
          <p:spPr>
            <a:xfrm>
              <a:off x="3897967" y="3858299"/>
              <a:ext cx="0" cy="4412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8B39803E-7D5D-4103-9393-C7736F537043}"/>
                </a:ext>
              </a:extLst>
            </p:cNvPr>
            <p:cNvCxnSpPr>
              <a:cxnSpLocks/>
            </p:cNvCxnSpPr>
            <p:nvPr/>
          </p:nvCxnSpPr>
          <p:spPr>
            <a:xfrm>
              <a:off x="4196418" y="4732840"/>
              <a:ext cx="977903" cy="669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7DA306B-0807-4F38-8683-CEE8060E0084}"/>
                </a:ext>
              </a:extLst>
            </p:cNvPr>
            <p:cNvCxnSpPr>
              <a:cxnSpLocks/>
            </p:cNvCxnSpPr>
            <p:nvPr/>
          </p:nvCxnSpPr>
          <p:spPr>
            <a:xfrm flipH="1">
              <a:off x="3615391" y="4858228"/>
              <a:ext cx="155575" cy="485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EB3AC54-BE25-47DC-80AB-15CAB912DE57}"/>
                </a:ext>
              </a:extLst>
            </p:cNvPr>
            <p:cNvCxnSpPr>
              <a:cxnSpLocks/>
              <a:endCxn id="20" idx="0"/>
            </p:cNvCxnSpPr>
            <p:nvPr/>
          </p:nvCxnSpPr>
          <p:spPr>
            <a:xfrm flipH="1">
              <a:off x="2653363" y="4756648"/>
              <a:ext cx="904878" cy="58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B6F4FB68-8EC7-42EA-898F-553A0A1E74BA}"/>
                </a:ext>
              </a:extLst>
            </p:cNvPr>
            <p:cNvCxnSpPr>
              <a:cxnSpLocks/>
              <a:endCxn id="22" idx="0"/>
            </p:cNvCxnSpPr>
            <p:nvPr/>
          </p:nvCxnSpPr>
          <p:spPr>
            <a:xfrm>
              <a:off x="4047193" y="4858228"/>
              <a:ext cx="327026" cy="4825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4">
              <a:extLst>
                <a:ext uri="{FF2B5EF4-FFF2-40B4-BE49-F238E27FC236}">
                  <a16:creationId xmlns:a16="http://schemas.microsoft.com/office/drawing/2014/main" id="{7FD09AD7-0BB4-462A-A4E4-1CCE75AD8FFF}"/>
                </a:ext>
              </a:extLst>
            </p:cNvPr>
            <p:cNvSpPr txBox="1">
              <a:spLocks noChangeArrowheads="1"/>
            </p:cNvSpPr>
            <p:nvPr/>
          </p:nvSpPr>
          <p:spPr bwMode="auto">
            <a:xfrm>
              <a:off x="1559572" y="4606491"/>
              <a:ext cx="15537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192.168.1.2</a:t>
              </a:r>
            </a:p>
            <a:p>
              <a:r>
                <a:rPr lang="en-US" altLang="zh-CN" sz="1200" baseline="0" dirty="0">
                  <a:latin typeface="微软雅黑" panose="020B0503020204020204" pitchFamily="34" charset="-122"/>
                  <a:ea typeface="微软雅黑" panose="020B0503020204020204" pitchFamily="34" charset="-122"/>
                </a:rPr>
                <a:t>255.255.255.0</a:t>
              </a:r>
            </a:p>
            <a:p>
              <a:r>
                <a:rPr lang="zh-CN" altLang="en-US" sz="1200" baseline="0" dirty="0">
                  <a:latin typeface="微软雅黑" panose="020B0503020204020204" pitchFamily="34" charset="-122"/>
                  <a:ea typeface="微软雅黑" panose="020B0503020204020204" pitchFamily="34" charset="-122"/>
                </a:rPr>
                <a:t>网关</a:t>
              </a:r>
              <a:r>
                <a:rPr lang="en-US" altLang="zh-CN" sz="1200" baseline="0" dirty="0">
                  <a:latin typeface="微软雅黑" panose="020B0503020204020204" pitchFamily="34" charset="-122"/>
                  <a:ea typeface="微软雅黑" panose="020B0503020204020204" pitchFamily="34" charset="-122"/>
                </a:rPr>
                <a:t>192.168.1.1</a:t>
              </a:r>
              <a:endParaRPr lang="zh-CN" altLang="en-US" sz="1200" baseline="0" dirty="0">
                <a:latin typeface="微软雅黑" panose="020B0503020204020204" pitchFamily="34" charset="-122"/>
                <a:ea typeface="微软雅黑" panose="020B0503020204020204" pitchFamily="34" charset="-122"/>
              </a:endParaRPr>
            </a:p>
          </p:txBody>
        </p:sp>
        <p:sp>
          <p:nvSpPr>
            <p:cNvPr id="30" name="TextBox 24">
              <a:extLst>
                <a:ext uri="{FF2B5EF4-FFF2-40B4-BE49-F238E27FC236}">
                  <a16:creationId xmlns:a16="http://schemas.microsoft.com/office/drawing/2014/main" id="{C153DCA0-3CA5-4A66-A7D0-9FDCB1E8E145}"/>
                </a:ext>
              </a:extLst>
            </p:cNvPr>
            <p:cNvSpPr txBox="1">
              <a:spLocks noChangeArrowheads="1"/>
            </p:cNvSpPr>
            <p:nvPr/>
          </p:nvSpPr>
          <p:spPr bwMode="auto">
            <a:xfrm>
              <a:off x="1904309" y="5443173"/>
              <a:ext cx="536690" cy="276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PC2</a:t>
              </a:r>
            </a:p>
          </p:txBody>
        </p:sp>
        <p:sp>
          <p:nvSpPr>
            <p:cNvPr id="31" name="TextBox 24">
              <a:extLst>
                <a:ext uri="{FF2B5EF4-FFF2-40B4-BE49-F238E27FC236}">
                  <a16:creationId xmlns:a16="http://schemas.microsoft.com/office/drawing/2014/main" id="{653CF754-5EA9-42FB-9AF4-7F76DE64D5CF}"/>
                </a:ext>
              </a:extLst>
            </p:cNvPr>
            <p:cNvSpPr txBox="1">
              <a:spLocks noChangeArrowheads="1"/>
            </p:cNvSpPr>
            <p:nvPr/>
          </p:nvSpPr>
          <p:spPr bwMode="auto">
            <a:xfrm>
              <a:off x="4791831" y="3704141"/>
              <a:ext cx="1405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192.168.1.1</a:t>
              </a:r>
            </a:p>
            <a:p>
              <a:r>
                <a:rPr lang="en-US" altLang="zh-CN" sz="1200" baseline="0" dirty="0">
                  <a:latin typeface="微软雅黑" panose="020B0503020204020204" pitchFamily="34" charset="-122"/>
                  <a:ea typeface="微软雅黑" panose="020B0503020204020204" pitchFamily="34" charset="-122"/>
                </a:rPr>
                <a:t>255.255.255.0</a:t>
              </a:r>
            </a:p>
          </p:txBody>
        </p:sp>
        <p:sp>
          <p:nvSpPr>
            <p:cNvPr id="32" name="TextBox 24">
              <a:extLst>
                <a:ext uri="{FF2B5EF4-FFF2-40B4-BE49-F238E27FC236}">
                  <a16:creationId xmlns:a16="http://schemas.microsoft.com/office/drawing/2014/main" id="{F51691B1-1D59-42A8-B481-B6AB48A2D35D}"/>
                </a:ext>
              </a:extLst>
            </p:cNvPr>
            <p:cNvSpPr txBox="1">
              <a:spLocks noChangeArrowheads="1"/>
            </p:cNvSpPr>
            <p:nvPr/>
          </p:nvSpPr>
          <p:spPr bwMode="auto">
            <a:xfrm>
              <a:off x="1850437" y="2507634"/>
              <a:ext cx="6868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PC1</a:t>
              </a:r>
            </a:p>
          </p:txBody>
        </p:sp>
        <p:sp>
          <p:nvSpPr>
            <p:cNvPr id="33" name="任意多边形: 形状 32">
              <a:extLst>
                <a:ext uri="{FF2B5EF4-FFF2-40B4-BE49-F238E27FC236}">
                  <a16:creationId xmlns:a16="http://schemas.microsoft.com/office/drawing/2014/main" id="{D455D567-FF1F-46A5-BEE2-1F7D3A86EDB4}"/>
                </a:ext>
              </a:extLst>
            </p:cNvPr>
            <p:cNvSpPr/>
            <p:nvPr/>
          </p:nvSpPr>
          <p:spPr>
            <a:xfrm>
              <a:off x="2704163" y="2915508"/>
              <a:ext cx="3255972" cy="2053824"/>
            </a:xfrm>
            <a:custGeom>
              <a:avLst/>
              <a:gdLst>
                <a:gd name="connsiteX0" fmla="*/ 0 w 3255364"/>
                <a:gd name="connsiteY0" fmla="*/ 0 h 2232837"/>
                <a:gd name="connsiteX1" fmla="*/ 786809 w 3255364"/>
                <a:gd name="connsiteY1" fmla="*/ 552893 h 2232837"/>
                <a:gd name="connsiteX2" fmla="*/ 3009014 w 3255364"/>
                <a:gd name="connsiteY2" fmla="*/ 637953 h 2232837"/>
                <a:gd name="connsiteX3" fmla="*/ 2998381 w 3255364"/>
                <a:gd name="connsiteY3" fmla="*/ 797442 h 2232837"/>
                <a:gd name="connsiteX4" fmla="*/ 1212111 w 3255364"/>
                <a:gd name="connsiteY4" fmla="*/ 1031358 h 2232837"/>
                <a:gd name="connsiteX5" fmla="*/ 935665 w 3255364"/>
                <a:gd name="connsiteY5" fmla="*/ 1584251 h 2232837"/>
                <a:gd name="connsiteX6" fmla="*/ 106325 w 3255364"/>
                <a:gd name="connsiteY6" fmla="*/ 2232837 h 223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5364" h="2232837">
                  <a:moveTo>
                    <a:pt x="0" y="0"/>
                  </a:moveTo>
                  <a:cubicBezTo>
                    <a:pt x="142653" y="223284"/>
                    <a:pt x="285307" y="446568"/>
                    <a:pt x="786809" y="552893"/>
                  </a:cubicBezTo>
                  <a:cubicBezTo>
                    <a:pt x="1288311" y="659218"/>
                    <a:pt x="2640419" y="597195"/>
                    <a:pt x="3009014" y="637953"/>
                  </a:cubicBezTo>
                  <a:cubicBezTo>
                    <a:pt x="3377609" y="678711"/>
                    <a:pt x="3297865" y="731875"/>
                    <a:pt x="2998381" y="797442"/>
                  </a:cubicBezTo>
                  <a:cubicBezTo>
                    <a:pt x="2698897" y="863009"/>
                    <a:pt x="1555897" y="900223"/>
                    <a:pt x="1212111" y="1031358"/>
                  </a:cubicBezTo>
                  <a:cubicBezTo>
                    <a:pt x="868325" y="1162493"/>
                    <a:pt x="1119963" y="1384005"/>
                    <a:pt x="935665" y="1584251"/>
                  </a:cubicBezTo>
                  <a:cubicBezTo>
                    <a:pt x="751367" y="1784497"/>
                    <a:pt x="428846" y="2008667"/>
                    <a:pt x="106325" y="2232837"/>
                  </a:cubicBezTo>
                </a:path>
              </a:pathLst>
            </a:custGeom>
            <a:noFill/>
            <a:ln w="28575">
              <a:solidFill>
                <a:srgbClr val="FF800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sp>
        <p:nvSpPr>
          <p:cNvPr id="35" name="文本框 34">
            <a:extLst>
              <a:ext uri="{FF2B5EF4-FFF2-40B4-BE49-F238E27FC236}">
                <a16:creationId xmlns:a16="http://schemas.microsoft.com/office/drawing/2014/main" id="{0C66D1C4-B3B9-480D-99BE-EF37582EB122}"/>
              </a:ext>
            </a:extLst>
          </p:cNvPr>
          <p:cNvSpPr txBox="1"/>
          <p:nvPr/>
        </p:nvSpPr>
        <p:spPr>
          <a:xfrm>
            <a:off x="845888" y="987029"/>
            <a:ext cx="7572675" cy="1526187"/>
          </a:xfrm>
          <a:prstGeom prst="rect">
            <a:avLst/>
          </a:prstGeom>
          <a:noFill/>
        </p:spPr>
        <p:txBody>
          <a:bodyPr wrap="square" rtlCol="0">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此时两个网段的计算机在物理上处于一个网段，但是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地址却没在一个网段，即逻辑上不在一个网段。如果想让这些计算机之间能够通信，考虑在路由器接口添加这两个</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类网络的地址作为这两个网段的网关。但是在这种情况下，这些本来物理上在一个网段的计算机之间进行通信，就需要路由器转发，效率不高。</a:t>
            </a:r>
          </a:p>
        </p:txBody>
      </p:sp>
    </p:spTree>
    <p:extLst>
      <p:ext uri="{BB962C8B-B14F-4D97-AF65-F5344CB8AC3E}">
        <p14:creationId xmlns:p14="http://schemas.microsoft.com/office/powerpoint/2010/main" val="3256693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0BA23EC-ED78-4192-BEA6-274D68463438}"/>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37</a:t>
            </a:fld>
            <a:endParaRPr lang="en-US" altLang="zh-CN" dirty="0"/>
          </a:p>
        </p:txBody>
      </p:sp>
      <p:graphicFrame>
        <p:nvGraphicFramePr>
          <p:cNvPr id="3" name="表格 2">
            <a:extLst>
              <a:ext uri="{FF2B5EF4-FFF2-40B4-BE49-F238E27FC236}">
                <a16:creationId xmlns:a16="http://schemas.microsoft.com/office/drawing/2014/main" id="{FFB8AFEE-273B-49C0-934C-8EA059084AD4}"/>
              </a:ext>
            </a:extLst>
          </p:cNvPr>
          <p:cNvGraphicFramePr>
            <a:graphicFrameLocks noGrp="1"/>
          </p:cNvGraphicFramePr>
          <p:nvPr>
            <p:extLst>
              <p:ext uri="{D42A27DB-BD31-4B8C-83A1-F6EECF244321}">
                <p14:modId xmlns:p14="http://schemas.microsoft.com/office/powerpoint/2010/main" val="582392993"/>
              </p:ext>
            </p:extLst>
          </p:nvPr>
        </p:nvGraphicFramePr>
        <p:xfrm>
          <a:off x="786332" y="4819650"/>
          <a:ext cx="7581900" cy="742950"/>
        </p:xfrm>
        <a:graphic>
          <a:graphicData uri="http://schemas.openxmlformats.org/drawingml/2006/table">
            <a:tbl>
              <a:tblPr/>
              <a:tblGrid>
                <a:gridCol w="1447800">
                  <a:extLst>
                    <a:ext uri="{9D8B030D-6E8A-4147-A177-3AD203B41FA5}">
                      <a16:colId xmlns:a16="http://schemas.microsoft.com/office/drawing/2014/main" val="3520424351"/>
                    </a:ext>
                  </a:extLst>
                </a:gridCol>
                <a:gridCol w="1323975">
                  <a:extLst>
                    <a:ext uri="{9D8B030D-6E8A-4147-A177-3AD203B41FA5}">
                      <a16:colId xmlns:a16="http://schemas.microsoft.com/office/drawing/2014/main" val="3277157907"/>
                    </a:ext>
                  </a:extLst>
                </a:gridCol>
                <a:gridCol w="2459921">
                  <a:extLst>
                    <a:ext uri="{9D8B030D-6E8A-4147-A177-3AD203B41FA5}">
                      <a16:colId xmlns:a16="http://schemas.microsoft.com/office/drawing/2014/main" val="2089466245"/>
                    </a:ext>
                  </a:extLst>
                </a:gridCol>
                <a:gridCol w="2350204">
                  <a:extLst>
                    <a:ext uri="{9D8B030D-6E8A-4147-A177-3AD203B41FA5}">
                      <a16:colId xmlns:a16="http://schemas.microsoft.com/office/drawing/2014/main" val="1274811780"/>
                    </a:ext>
                  </a:extLst>
                </a:gridCol>
              </a:tblGrid>
              <a:tr h="3714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11111111</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11111111</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1  1  1  1  1  1  1    0</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0  0  0  0  0  0  0  0 </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946519519"/>
                  </a:ext>
                </a:extLst>
              </a:tr>
              <a:tr h="3714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255</a:t>
                      </a: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255</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254</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9236930"/>
                  </a:ext>
                </a:extLst>
              </a:tr>
            </a:tbl>
          </a:graphicData>
        </a:graphic>
      </p:graphicFrame>
      <p:graphicFrame>
        <p:nvGraphicFramePr>
          <p:cNvPr id="5" name="表格 4">
            <a:extLst>
              <a:ext uri="{FF2B5EF4-FFF2-40B4-BE49-F238E27FC236}">
                <a16:creationId xmlns:a16="http://schemas.microsoft.com/office/drawing/2014/main" id="{D5708D67-9A68-4D3E-95D3-BA7490AEBA78}"/>
              </a:ext>
            </a:extLst>
          </p:cNvPr>
          <p:cNvGraphicFramePr>
            <a:graphicFrameLocks noGrp="1"/>
          </p:cNvGraphicFramePr>
          <p:nvPr>
            <p:extLst>
              <p:ext uri="{D42A27DB-BD31-4B8C-83A1-F6EECF244321}">
                <p14:modId xmlns:p14="http://schemas.microsoft.com/office/powerpoint/2010/main" val="606396811"/>
              </p:ext>
            </p:extLst>
          </p:nvPr>
        </p:nvGraphicFramePr>
        <p:xfrm>
          <a:off x="815165" y="3727450"/>
          <a:ext cx="7581900" cy="742950"/>
        </p:xfrm>
        <a:graphic>
          <a:graphicData uri="http://schemas.openxmlformats.org/drawingml/2006/table">
            <a:tbl>
              <a:tblPr/>
              <a:tblGrid>
                <a:gridCol w="1447800">
                  <a:extLst>
                    <a:ext uri="{9D8B030D-6E8A-4147-A177-3AD203B41FA5}">
                      <a16:colId xmlns:a16="http://schemas.microsoft.com/office/drawing/2014/main" val="3520424351"/>
                    </a:ext>
                  </a:extLst>
                </a:gridCol>
                <a:gridCol w="1323975">
                  <a:extLst>
                    <a:ext uri="{9D8B030D-6E8A-4147-A177-3AD203B41FA5}">
                      <a16:colId xmlns:a16="http://schemas.microsoft.com/office/drawing/2014/main" val="3277157907"/>
                    </a:ext>
                  </a:extLst>
                </a:gridCol>
                <a:gridCol w="2409825">
                  <a:extLst>
                    <a:ext uri="{9D8B030D-6E8A-4147-A177-3AD203B41FA5}">
                      <a16:colId xmlns:a16="http://schemas.microsoft.com/office/drawing/2014/main" val="2089466245"/>
                    </a:ext>
                  </a:extLst>
                </a:gridCol>
                <a:gridCol w="2400300">
                  <a:extLst>
                    <a:ext uri="{9D8B030D-6E8A-4147-A177-3AD203B41FA5}">
                      <a16:colId xmlns:a16="http://schemas.microsoft.com/office/drawing/2014/main" val="1274811780"/>
                    </a:ext>
                  </a:extLst>
                </a:gridCol>
              </a:tblGrid>
              <a:tr h="3714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192</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168</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0  0  0  0  0  0  0   0 </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0  0  0  0  0  0  0  0 </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31980988"/>
                  </a:ext>
                </a:extLst>
              </a:tr>
              <a:tr h="3714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192</a:t>
                      </a: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168</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0  0  0  0  0  0  0   1 </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0  0  0  0  0  0  0  0 </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3630970273"/>
                  </a:ext>
                </a:extLst>
              </a:tr>
            </a:tbl>
          </a:graphicData>
        </a:graphic>
      </p:graphicFrame>
      <p:grpSp>
        <p:nvGrpSpPr>
          <p:cNvPr id="6" name="组合 5">
            <a:extLst>
              <a:ext uri="{FF2B5EF4-FFF2-40B4-BE49-F238E27FC236}">
                <a16:creationId xmlns:a16="http://schemas.microsoft.com/office/drawing/2014/main" id="{5EE83B52-256B-44A9-8F30-EF0484083F54}"/>
              </a:ext>
            </a:extLst>
          </p:cNvPr>
          <p:cNvGrpSpPr/>
          <p:nvPr/>
        </p:nvGrpSpPr>
        <p:grpSpPr>
          <a:xfrm>
            <a:off x="815165" y="3103563"/>
            <a:ext cx="7570788" cy="2097087"/>
            <a:chOff x="815165" y="2779713"/>
            <a:chExt cx="7570788" cy="2097087"/>
          </a:xfrm>
        </p:grpSpPr>
        <p:cxnSp>
          <p:nvCxnSpPr>
            <p:cNvPr id="7" name="直接连接符 5">
              <a:extLst>
                <a:ext uri="{FF2B5EF4-FFF2-40B4-BE49-F238E27FC236}">
                  <a16:creationId xmlns:a16="http://schemas.microsoft.com/office/drawing/2014/main" id="{F34D5481-09C8-497B-90A2-4B4F2ECF30AA}"/>
                </a:ext>
              </a:extLst>
            </p:cNvPr>
            <p:cNvCxnSpPr>
              <a:cxnSpLocks noChangeShapeType="1"/>
            </p:cNvCxnSpPr>
            <p:nvPr/>
          </p:nvCxnSpPr>
          <p:spPr bwMode="auto">
            <a:xfrm>
              <a:off x="815165" y="2895600"/>
              <a:ext cx="0" cy="5080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0">
              <a:extLst>
                <a:ext uri="{FF2B5EF4-FFF2-40B4-BE49-F238E27FC236}">
                  <a16:creationId xmlns:a16="http://schemas.microsoft.com/office/drawing/2014/main" id="{24274DFE-02AD-4047-B3B1-FA4484645B62}"/>
                </a:ext>
              </a:extLst>
            </p:cNvPr>
            <p:cNvCxnSpPr>
              <a:cxnSpLocks noChangeShapeType="1"/>
            </p:cNvCxnSpPr>
            <p:nvPr/>
          </p:nvCxnSpPr>
          <p:spPr bwMode="auto">
            <a:xfrm>
              <a:off x="8385953" y="2895600"/>
              <a:ext cx="0" cy="5080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a:extLst>
                <a:ext uri="{FF2B5EF4-FFF2-40B4-BE49-F238E27FC236}">
                  <a16:creationId xmlns:a16="http://schemas.microsoft.com/office/drawing/2014/main" id="{4F944018-FF42-4473-B276-61E704B91EB9}"/>
                </a:ext>
              </a:extLst>
            </p:cNvPr>
            <p:cNvCxnSpPr>
              <a:cxnSpLocks noChangeShapeType="1"/>
            </p:cNvCxnSpPr>
            <p:nvPr/>
          </p:nvCxnSpPr>
          <p:spPr bwMode="auto">
            <a:xfrm>
              <a:off x="815165" y="3149600"/>
              <a:ext cx="4811713" cy="0"/>
            </a:xfrm>
            <a:prstGeom prst="straightConnector1">
              <a:avLst/>
            </a:prstGeom>
            <a:noFill/>
            <a:ln w="9525" algn="ctr">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箭头连接符 10">
              <a:extLst>
                <a:ext uri="{FF2B5EF4-FFF2-40B4-BE49-F238E27FC236}">
                  <a16:creationId xmlns:a16="http://schemas.microsoft.com/office/drawing/2014/main" id="{676E51D1-1136-498E-8609-551CDCF1E9EC}"/>
                </a:ext>
              </a:extLst>
            </p:cNvPr>
            <p:cNvCxnSpPr>
              <a:cxnSpLocks noChangeShapeType="1"/>
            </p:cNvCxnSpPr>
            <p:nvPr/>
          </p:nvCxnSpPr>
          <p:spPr bwMode="auto">
            <a:xfrm>
              <a:off x="5626878" y="3149600"/>
              <a:ext cx="2759075" cy="0"/>
            </a:xfrm>
            <a:prstGeom prst="straightConnector1">
              <a:avLst/>
            </a:prstGeom>
            <a:noFill/>
            <a:ln w="9525" algn="ctr">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文本框 11">
              <a:extLst>
                <a:ext uri="{FF2B5EF4-FFF2-40B4-BE49-F238E27FC236}">
                  <a16:creationId xmlns:a16="http://schemas.microsoft.com/office/drawing/2014/main" id="{2A683E66-DF76-4086-A7F8-356B62EB0FA6}"/>
                </a:ext>
              </a:extLst>
            </p:cNvPr>
            <p:cNvSpPr txBox="1">
              <a:spLocks noChangeArrowheads="1"/>
            </p:cNvSpPr>
            <p:nvPr/>
          </p:nvSpPr>
          <p:spPr bwMode="auto">
            <a:xfrm>
              <a:off x="2561415" y="278923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800" b="0" baseline="0">
                  <a:latin typeface="微软雅黑" panose="020B0503020204020204" pitchFamily="34" charset="-122"/>
                  <a:ea typeface="微软雅黑" panose="020B0503020204020204" pitchFamily="34" charset="-122"/>
                </a:rPr>
                <a:t>网络地址</a:t>
              </a:r>
            </a:p>
          </p:txBody>
        </p:sp>
        <p:sp>
          <p:nvSpPr>
            <p:cNvPr id="12" name="文本框 71">
              <a:extLst>
                <a:ext uri="{FF2B5EF4-FFF2-40B4-BE49-F238E27FC236}">
                  <a16:creationId xmlns:a16="http://schemas.microsoft.com/office/drawing/2014/main" id="{BF337F5C-8966-43DE-826C-52E41F025683}"/>
                </a:ext>
              </a:extLst>
            </p:cNvPr>
            <p:cNvSpPr txBox="1">
              <a:spLocks noChangeArrowheads="1"/>
            </p:cNvSpPr>
            <p:nvPr/>
          </p:nvSpPr>
          <p:spPr bwMode="auto">
            <a:xfrm>
              <a:off x="6476190" y="277971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zh-CN" altLang="en-US" sz="1800" b="0" baseline="0" dirty="0">
                  <a:latin typeface="微软雅黑" panose="020B0503020204020204" pitchFamily="34" charset="-122"/>
                  <a:ea typeface="微软雅黑" panose="020B0503020204020204" pitchFamily="34" charset="-122"/>
                </a:rPr>
                <a:t>主机地址</a:t>
              </a:r>
            </a:p>
          </p:txBody>
        </p:sp>
        <p:cxnSp>
          <p:nvCxnSpPr>
            <p:cNvPr id="13" name="直接连接符 69">
              <a:extLst>
                <a:ext uri="{FF2B5EF4-FFF2-40B4-BE49-F238E27FC236}">
                  <a16:creationId xmlns:a16="http://schemas.microsoft.com/office/drawing/2014/main" id="{0AB009E0-0FB5-4541-8915-9A5B5A5E4014}"/>
                </a:ext>
              </a:extLst>
            </p:cNvPr>
            <p:cNvCxnSpPr>
              <a:cxnSpLocks/>
            </p:cNvCxnSpPr>
            <p:nvPr/>
          </p:nvCxnSpPr>
          <p:spPr bwMode="auto">
            <a:xfrm>
              <a:off x="5605612" y="2925763"/>
              <a:ext cx="0" cy="195103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 name="组合 13">
            <a:extLst>
              <a:ext uri="{FF2B5EF4-FFF2-40B4-BE49-F238E27FC236}">
                <a16:creationId xmlns:a16="http://schemas.microsoft.com/office/drawing/2014/main" id="{C0753C57-55FE-49C8-9A9A-1863DDCFBD6F}"/>
              </a:ext>
            </a:extLst>
          </p:cNvPr>
          <p:cNvGrpSpPr/>
          <p:nvPr/>
        </p:nvGrpSpPr>
        <p:grpSpPr>
          <a:xfrm>
            <a:off x="5616245" y="3728559"/>
            <a:ext cx="369885" cy="732832"/>
            <a:chOff x="5616245" y="3404709"/>
            <a:chExt cx="369885" cy="732832"/>
          </a:xfrm>
        </p:grpSpPr>
        <p:sp>
          <p:nvSpPr>
            <p:cNvPr id="15" name="矩形 14">
              <a:extLst>
                <a:ext uri="{FF2B5EF4-FFF2-40B4-BE49-F238E27FC236}">
                  <a16:creationId xmlns:a16="http://schemas.microsoft.com/office/drawing/2014/main" id="{C6A10ADD-0EE0-4EE1-9253-BCD8D074C427}"/>
                </a:ext>
              </a:extLst>
            </p:cNvPr>
            <p:cNvSpPr/>
            <p:nvPr/>
          </p:nvSpPr>
          <p:spPr bwMode="auto">
            <a:xfrm>
              <a:off x="5616245" y="3404709"/>
              <a:ext cx="369885" cy="369888"/>
            </a:xfrm>
            <a:prstGeom prst="rect">
              <a:avLst/>
            </a:prstGeom>
            <a:solidFill>
              <a:srgbClr val="3399FF"/>
            </a:solidFill>
            <a:ln w="9525" cap="flat" cmpd="sng" algn="ctr">
              <a:solidFill>
                <a:schemeClr val="tx1"/>
              </a:solidFill>
              <a:prstDash val="solid"/>
              <a:round/>
              <a:headEnd type="none" w="med" len="med"/>
              <a:tailEnd type="none" w="med" len="med"/>
            </a:ln>
            <a:effectLs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r>
                <a:rPr lang="en-US" altLang="zh-CN" sz="1800" baseline="0" dirty="0">
                  <a:latin typeface="微软雅黑" panose="020B0503020204020204" pitchFamily="34" charset="-122"/>
                  <a:ea typeface="微软雅黑" panose="020B0503020204020204" pitchFamily="34" charset="-122"/>
                </a:rPr>
                <a:t>0</a:t>
              </a:r>
              <a:endParaRPr lang="zh-CN" altLang="en-US" sz="1800" baseline="0"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CFD0F6FB-D5A0-490F-B2B2-9FF09A46E119}"/>
                </a:ext>
              </a:extLst>
            </p:cNvPr>
            <p:cNvSpPr/>
            <p:nvPr/>
          </p:nvSpPr>
          <p:spPr bwMode="auto">
            <a:xfrm>
              <a:off x="5616245" y="3767653"/>
              <a:ext cx="369885" cy="369888"/>
            </a:xfrm>
            <a:prstGeom prst="rect">
              <a:avLst/>
            </a:prstGeom>
            <a:solidFill>
              <a:srgbClr val="3399FF"/>
            </a:solidFill>
            <a:ln w="9525" cap="flat" cmpd="sng" algn="ctr">
              <a:solidFill>
                <a:schemeClr val="tx1"/>
              </a:solidFill>
              <a:prstDash val="solid"/>
              <a:round/>
              <a:headEnd type="none" w="med" len="med"/>
              <a:tailEnd type="none" w="med" len="med"/>
            </a:ln>
            <a:effectLst/>
            <a:extLst/>
          </p:spPr>
          <p:txBody>
            <a:bodyPr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r>
                <a:rPr lang="en-US" altLang="zh-CN" sz="1800" baseline="0" dirty="0">
                  <a:latin typeface="微软雅黑" panose="020B0503020204020204" pitchFamily="34" charset="-122"/>
                  <a:ea typeface="微软雅黑" panose="020B0503020204020204" pitchFamily="34" charset="-122"/>
                </a:rPr>
                <a:t>1</a:t>
              </a:r>
              <a:endParaRPr lang="zh-CN" altLang="en-US" sz="1800" baseline="0" dirty="0">
                <a:latin typeface="微软雅黑" panose="020B0503020204020204" pitchFamily="34" charset="-122"/>
                <a:ea typeface="微软雅黑" panose="020B0503020204020204" pitchFamily="34" charset="-122"/>
              </a:endParaRPr>
            </a:p>
          </p:txBody>
        </p:sp>
      </p:grpSp>
      <p:sp>
        <p:nvSpPr>
          <p:cNvPr id="17" name="矩形 16">
            <a:extLst>
              <a:ext uri="{FF2B5EF4-FFF2-40B4-BE49-F238E27FC236}">
                <a16:creationId xmlns:a16="http://schemas.microsoft.com/office/drawing/2014/main" id="{7132DB97-C1C3-49AF-AC12-1174944F3F67}"/>
              </a:ext>
            </a:extLst>
          </p:cNvPr>
          <p:cNvSpPr/>
          <p:nvPr/>
        </p:nvSpPr>
        <p:spPr bwMode="auto">
          <a:xfrm>
            <a:off x="5603358" y="4820759"/>
            <a:ext cx="414671" cy="369888"/>
          </a:xfrm>
          <a:prstGeom prst="rect">
            <a:avLst/>
          </a:prstGeom>
          <a:solidFill>
            <a:srgbClr val="99CCFF"/>
          </a:solidFill>
          <a:ln w="9525" cap="flat" cmpd="sng" algn="ctr">
            <a:solidFill>
              <a:schemeClr val="tx1"/>
            </a:solidFill>
            <a:prstDash val="solid"/>
            <a:round/>
            <a:headEnd type="none" w="med" len="med"/>
            <a:tailEnd type="none" w="med" len="med"/>
          </a:ln>
          <a:effectLs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defRPr/>
            </a:pPr>
            <a:r>
              <a:rPr lang="en-US" altLang="zh-CN" sz="1800" baseline="0" dirty="0">
                <a:latin typeface="微软雅黑" panose="020B0503020204020204" pitchFamily="34" charset="-122"/>
                <a:ea typeface="微软雅黑" panose="020B0503020204020204" pitchFamily="34" charset="-122"/>
              </a:rPr>
              <a:t>0</a:t>
            </a:r>
            <a:endParaRPr lang="zh-CN" altLang="en-US" sz="1800" baseline="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4471CF79-4B81-43EE-8DFD-E23FC885DD97}"/>
              </a:ext>
            </a:extLst>
          </p:cNvPr>
          <p:cNvSpPr txBox="1"/>
          <p:nvPr/>
        </p:nvSpPr>
        <p:spPr>
          <a:xfrm>
            <a:off x="815165" y="1039236"/>
            <a:ext cx="7581897" cy="1670778"/>
          </a:xfrm>
          <a:prstGeom prst="rect">
            <a:avLst/>
          </a:prstGeom>
          <a:noFill/>
        </p:spPr>
        <p:txBody>
          <a:bodyPr wrap="square" rtlCol="0">
            <a:spAutoFit/>
          </a:bodyPr>
          <a:lstStyle/>
          <a:p>
            <a:pPr algn="just">
              <a:lnSpc>
                <a:spcPct val="200000"/>
              </a:lnSpc>
            </a:pP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比较好的办法就是将 </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192.168.0.0/24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和 </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192.168.1.0/24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这两个</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类网络合并。合并后的网段为</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192.168.0.0/23</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，子网掩码为</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255.255.254.0</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，可用地址为</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192.168.0.1~ 192.168.1.254</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344279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par>
                          <p:cTn id="12" fill="hold">
                            <p:stCondLst>
                              <p:cond delay="0"/>
                            </p:stCondLst>
                            <p:childTnLst>
                              <p:par>
                                <p:cTn id="13" presetID="35" presetClass="emph" presetSubtype="0" fill="hold" nodeType="afterEffect">
                                  <p:stCondLst>
                                    <p:cond delay="500"/>
                                  </p:stCondLst>
                                  <p:childTnLst>
                                    <p:anim calcmode="discrete" valueType="str">
                                      <p:cBhvr>
                                        <p:cTn id="14"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up)">
                                      <p:cBhvr>
                                        <p:cTn id="19" dur="500"/>
                                        <p:tgtEl>
                                          <p:spTgt spid="17"/>
                                        </p:tgtEl>
                                      </p:cBhvr>
                                    </p:animEffect>
                                  </p:childTnLst>
                                </p:cTn>
                              </p:par>
                              <p:par>
                                <p:cTn id="20" presetID="22" presetClass="entr" presetSubtype="1"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9A3A02B-ACF7-48B9-B9CC-22797F13CB13}"/>
              </a:ext>
            </a:extLst>
          </p:cNvPr>
          <p:cNvSpPr>
            <a:spLocks noGrp="1"/>
          </p:cNvSpPr>
          <p:nvPr>
            <p:ph type="sldNum" sz="quarter" idx="10"/>
          </p:nvPr>
        </p:nvSpPr>
        <p:spPr/>
        <p:txBody>
          <a:bodyPr/>
          <a:lstStyle/>
          <a:p>
            <a:pPr>
              <a:defRPr/>
            </a:pPr>
            <a:r>
              <a:rPr lang="en-US" altLang="zh-CN"/>
              <a:t>19.</a:t>
            </a:r>
            <a:fld id="{5483FF8B-C8DA-4D33-BDB7-8D1F50DE62E2}" type="slidenum">
              <a:rPr lang="en-US" altLang="zh-CN" smtClean="0"/>
              <a:pPr>
                <a:defRPr/>
              </a:pPr>
              <a:t>38</a:t>
            </a:fld>
            <a:endParaRPr lang="en-US" altLang="zh-CN" dirty="0"/>
          </a:p>
        </p:txBody>
      </p:sp>
      <p:grpSp>
        <p:nvGrpSpPr>
          <p:cNvPr id="4" name="组合 19">
            <a:extLst>
              <a:ext uri="{FF2B5EF4-FFF2-40B4-BE49-F238E27FC236}">
                <a16:creationId xmlns:a16="http://schemas.microsoft.com/office/drawing/2014/main" id="{72250A53-A656-42E0-96BF-4C4A259F966B}"/>
              </a:ext>
            </a:extLst>
          </p:cNvPr>
          <p:cNvGrpSpPr>
            <a:grpSpLocks/>
          </p:cNvGrpSpPr>
          <p:nvPr/>
        </p:nvGrpSpPr>
        <p:grpSpPr bwMode="auto">
          <a:xfrm>
            <a:off x="908795" y="2516028"/>
            <a:ext cx="7410953" cy="3341215"/>
            <a:chOff x="1503835" y="2413956"/>
            <a:chExt cx="7410975" cy="3340562"/>
          </a:xfrm>
        </p:grpSpPr>
        <p:cxnSp>
          <p:nvCxnSpPr>
            <p:cNvPr id="5" name="直接连接符 4">
              <a:extLst>
                <a:ext uri="{FF2B5EF4-FFF2-40B4-BE49-F238E27FC236}">
                  <a16:creationId xmlns:a16="http://schemas.microsoft.com/office/drawing/2014/main" id="{7CD77DBE-7013-444C-93AC-764ED4051F7F}"/>
                </a:ext>
              </a:extLst>
            </p:cNvPr>
            <p:cNvCxnSpPr>
              <a:cxnSpLocks/>
            </p:cNvCxnSpPr>
            <p:nvPr/>
          </p:nvCxnSpPr>
          <p:spPr>
            <a:xfrm>
              <a:off x="3543953" y="2826625"/>
              <a:ext cx="265114" cy="6190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043B3F7-7295-41AC-8B85-6BE37FCF0482}"/>
                </a:ext>
              </a:extLst>
            </p:cNvPr>
            <p:cNvCxnSpPr>
              <a:cxnSpLocks/>
            </p:cNvCxnSpPr>
            <p:nvPr/>
          </p:nvCxnSpPr>
          <p:spPr>
            <a:xfrm flipH="1">
              <a:off x="4075768" y="2840910"/>
              <a:ext cx="155575" cy="528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7D3F021-BDC4-4C98-97EE-4F98798AA873}"/>
                </a:ext>
              </a:extLst>
            </p:cNvPr>
            <p:cNvCxnSpPr>
              <a:cxnSpLocks/>
            </p:cNvCxnSpPr>
            <p:nvPr/>
          </p:nvCxnSpPr>
          <p:spPr>
            <a:xfrm flipH="1" flipV="1">
              <a:off x="4236105" y="3590063"/>
              <a:ext cx="1731968" cy="25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24">
              <a:extLst>
                <a:ext uri="{FF2B5EF4-FFF2-40B4-BE49-F238E27FC236}">
                  <a16:creationId xmlns:a16="http://schemas.microsoft.com/office/drawing/2014/main" id="{A39601EB-6D94-45C8-9FFC-93533546D7B6}"/>
                </a:ext>
              </a:extLst>
            </p:cNvPr>
            <p:cNvSpPr txBox="1">
              <a:spLocks noChangeArrowheads="1"/>
            </p:cNvSpPr>
            <p:nvPr/>
          </p:nvSpPr>
          <p:spPr bwMode="auto">
            <a:xfrm>
              <a:off x="1605165" y="2898070"/>
              <a:ext cx="14057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192.168.0.2</a:t>
              </a:r>
            </a:p>
            <a:p>
              <a:r>
                <a:rPr lang="en-US" altLang="zh-CN" sz="1200" baseline="0" dirty="0">
                  <a:latin typeface="微软雅黑" panose="020B0503020204020204" pitchFamily="34" charset="-122"/>
                  <a:ea typeface="微软雅黑" panose="020B0503020204020204" pitchFamily="34" charset="-122"/>
                </a:rPr>
                <a:t>255.255.254.0</a:t>
              </a:r>
            </a:p>
            <a:p>
              <a:r>
                <a:rPr lang="zh-CN" altLang="en-US" sz="1200" baseline="0" dirty="0">
                  <a:latin typeface="微软雅黑" panose="020B0503020204020204" pitchFamily="34" charset="-122"/>
                  <a:ea typeface="微软雅黑" panose="020B0503020204020204" pitchFamily="34" charset="-122"/>
                </a:rPr>
                <a:t>网关</a:t>
              </a:r>
              <a:r>
                <a:rPr lang="en-US" altLang="zh-CN" sz="1200" baseline="0" dirty="0">
                  <a:latin typeface="微软雅黑" panose="020B0503020204020204" pitchFamily="34" charset="-122"/>
                  <a:ea typeface="微软雅黑" panose="020B0503020204020204" pitchFamily="34" charset="-122"/>
                </a:rPr>
                <a:t>192.168.0.1</a:t>
              </a:r>
              <a:endParaRPr lang="zh-CN" altLang="en-US" sz="1200" baseline="0" dirty="0">
                <a:latin typeface="微软雅黑" panose="020B0503020204020204" pitchFamily="34" charset="-122"/>
                <a:ea typeface="微软雅黑" panose="020B0503020204020204" pitchFamily="34" charset="-122"/>
              </a:endParaRPr>
            </a:p>
          </p:txBody>
        </p:sp>
        <p:cxnSp>
          <p:nvCxnSpPr>
            <p:cNvPr id="9" name="直接连接符 8">
              <a:extLst>
                <a:ext uri="{FF2B5EF4-FFF2-40B4-BE49-F238E27FC236}">
                  <a16:creationId xmlns:a16="http://schemas.microsoft.com/office/drawing/2014/main" id="{F701BA7A-9613-4A2B-B5C0-C4FC675CBCB5}"/>
                </a:ext>
              </a:extLst>
            </p:cNvPr>
            <p:cNvCxnSpPr>
              <a:cxnSpLocks/>
            </p:cNvCxnSpPr>
            <p:nvPr/>
          </p:nvCxnSpPr>
          <p:spPr>
            <a:xfrm>
              <a:off x="2678763" y="2861544"/>
              <a:ext cx="977903" cy="669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B41014D-E199-4D68-9AD5-4B00FCEA303C}"/>
                </a:ext>
              </a:extLst>
            </p:cNvPr>
            <p:cNvCxnSpPr>
              <a:cxnSpLocks/>
            </p:cNvCxnSpPr>
            <p:nvPr/>
          </p:nvCxnSpPr>
          <p:spPr>
            <a:xfrm flipH="1">
              <a:off x="4185305" y="2883764"/>
              <a:ext cx="1047753" cy="6047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任意多边形 37">
              <a:extLst>
                <a:ext uri="{FF2B5EF4-FFF2-40B4-BE49-F238E27FC236}">
                  <a16:creationId xmlns:a16="http://schemas.microsoft.com/office/drawing/2014/main" id="{51869840-AEF4-4F01-A73D-3325B167544D}"/>
                </a:ext>
              </a:extLst>
            </p:cNvPr>
            <p:cNvSpPr/>
            <p:nvPr/>
          </p:nvSpPr>
          <p:spPr>
            <a:xfrm rot="400490">
              <a:off x="6601047" y="3063442"/>
              <a:ext cx="1602081" cy="515139"/>
            </a:xfrm>
            <a:custGeom>
              <a:avLst/>
              <a:gdLst>
                <a:gd name="connsiteX0" fmla="*/ 0 w 3111335"/>
                <a:gd name="connsiteY0" fmla="*/ 748145 h 748145"/>
                <a:gd name="connsiteX1" fmla="*/ 451263 w 3111335"/>
                <a:gd name="connsiteY1" fmla="*/ 712519 h 748145"/>
                <a:gd name="connsiteX2" fmla="*/ 1662546 w 3111335"/>
                <a:gd name="connsiteY2" fmla="*/ 593766 h 748145"/>
                <a:gd name="connsiteX3" fmla="*/ 1235034 w 3111335"/>
                <a:gd name="connsiteY3" fmla="*/ 380010 h 748145"/>
                <a:gd name="connsiteX4" fmla="*/ 3111335 w 3111335"/>
                <a:gd name="connsiteY4" fmla="*/ 0 h 748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1335" h="748145">
                  <a:moveTo>
                    <a:pt x="0" y="748145"/>
                  </a:moveTo>
                  <a:lnTo>
                    <a:pt x="451263" y="712519"/>
                  </a:lnTo>
                  <a:cubicBezTo>
                    <a:pt x="728354" y="686789"/>
                    <a:pt x="1531918" y="649184"/>
                    <a:pt x="1662546" y="593766"/>
                  </a:cubicBezTo>
                  <a:cubicBezTo>
                    <a:pt x="1793174" y="538348"/>
                    <a:pt x="993569" y="478971"/>
                    <a:pt x="1235034" y="380010"/>
                  </a:cubicBezTo>
                  <a:cubicBezTo>
                    <a:pt x="1476499" y="281049"/>
                    <a:pt x="2798618" y="63335"/>
                    <a:pt x="3111335"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12" name="图片 27" descr="PC.png">
              <a:extLst>
                <a:ext uri="{FF2B5EF4-FFF2-40B4-BE49-F238E27FC236}">
                  <a16:creationId xmlns:a16="http://schemas.microsoft.com/office/drawing/2014/main" id="{D9EE88E2-BD60-40E0-B13C-6B0BB796C0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933"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8" descr="PC.png">
              <a:extLst>
                <a:ext uri="{FF2B5EF4-FFF2-40B4-BE49-F238E27FC236}">
                  <a16:creationId xmlns:a16="http://schemas.microsoft.com/office/drawing/2014/main" id="{15881C49-593E-47B4-A9F3-AE23F78F37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657"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29" descr="PC.png">
              <a:extLst>
                <a:ext uri="{FF2B5EF4-FFF2-40B4-BE49-F238E27FC236}">
                  <a16:creationId xmlns:a16="http://schemas.microsoft.com/office/drawing/2014/main" id="{096BA4C8-6EEC-4B99-8B68-53C8BA209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169"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30" descr="PC.png">
              <a:extLst>
                <a:ext uri="{FF2B5EF4-FFF2-40B4-BE49-F238E27FC236}">
                  <a16:creationId xmlns:a16="http://schemas.microsoft.com/office/drawing/2014/main" id="{E3DAD749-A9C9-4ECA-A384-75830CB92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089" y="2413956"/>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31">
              <a:extLst>
                <a:ext uri="{FF2B5EF4-FFF2-40B4-BE49-F238E27FC236}">
                  <a16:creationId xmlns:a16="http://schemas.microsoft.com/office/drawing/2014/main" id="{F52B4C59-C17B-4A2F-BCAA-7C3F1065ED1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536" y="3314707"/>
              <a:ext cx="670694"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32">
              <a:extLst>
                <a:ext uri="{FF2B5EF4-FFF2-40B4-BE49-F238E27FC236}">
                  <a16:creationId xmlns:a16="http://schemas.microsoft.com/office/drawing/2014/main" id="{5035F958-799A-4785-B0F6-1690345E544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8257" y="3284100"/>
              <a:ext cx="670694" cy="605327"/>
            </a:xfrm>
            <a:prstGeom prst="rect">
              <a:avLst/>
            </a:prstGeom>
            <a:noFill/>
            <a:ln>
              <a:noFill/>
            </a:ln>
            <a:effectLst>
              <a:outerShdw dist="50800" dir="5400000" algn="ctr" rotWithShape="0">
                <a:srgbClr val="000000">
                  <a:alpha val="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33">
              <a:extLst>
                <a:ext uri="{FF2B5EF4-FFF2-40B4-BE49-F238E27FC236}">
                  <a16:creationId xmlns:a16="http://schemas.microsoft.com/office/drawing/2014/main" id="{B27FB6DB-C077-4AF4-8668-CA77561069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3188" y="2861054"/>
              <a:ext cx="1201622" cy="605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24">
              <a:extLst>
                <a:ext uri="{FF2B5EF4-FFF2-40B4-BE49-F238E27FC236}">
                  <a16:creationId xmlns:a16="http://schemas.microsoft.com/office/drawing/2014/main" id="{57FA99EE-6523-4353-94F0-648AC5F9A358}"/>
                </a:ext>
              </a:extLst>
            </p:cNvPr>
            <p:cNvSpPr txBox="1">
              <a:spLocks noChangeArrowheads="1"/>
            </p:cNvSpPr>
            <p:nvPr/>
          </p:nvSpPr>
          <p:spPr bwMode="auto">
            <a:xfrm>
              <a:off x="4800039" y="3177813"/>
              <a:ext cx="1405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192.168.0.1</a:t>
              </a:r>
            </a:p>
            <a:p>
              <a:r>
                <a:rPr lang="en-US" altLang="zh-CN" sz="1200" baseline="0" dirty="0">
                  <a:latin typeface="微软雅黑" panose="020B0503020204020204" pitchFamily="34" charset="-122"/>
                  <a:ea typeface="微软雅黑" panose="020B0503020204020204" pitchFamily="34" charset="-122"/>
                </a:rPr>
                <a:t>255.255.254.0</a:t>
              </a:r>
            </a:p>
          </p:txBody>
        </p:sp>
        <p:pic>
          <p:nvPicPr>
            <p:cNvPr id="20" name="图片 35">
              <a:extLst>
                <a:ext uri="{FF2B5EF4-FFF2-40B4-BE49-F238E27FC236}">
                  <a16:creationId xmlns:a16="http://schemas.microsoft.com/office/drawing/2014/main" id="{E3141DB0-6D70-455F-9EA6-7018E249E0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536" y="4299636"/>
              <a:ext cx="670694"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36" descr="PC.png">
              <a:extLst>
                <a:ext uri="{FF2B5EF4-FFF2-40B4-BE49-F238E27FC236}">
                  <a16:creationId xmlns:a16="http://schemas.microsoft.com/office/drawing/2014/main" id="{F04C648D-D1F9-492A-9428-FA461ECD8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3994"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7" descr="PC.png">
              <a:extLst>
                <a:ext uri="{FF2B5EF4-FFF2-40B4-BE49-F238E27FC236}">
                  <a16:creationId xmlns:a16="http://schemas.microsoft.com/office/drawing/2014/main" id="{86E1CFD6-7B91-4597-818F-E9CA29CF8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6718"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38" descr="PC.png">
              <a:extLst>
                <a:ext uri="{FF2B5EF4-FFF2-40B4-BE49-F238E27FC236}">
                  <a16:creationId xmlns:a16="http://schemas.microsoft.com/office/drawing/2014/main" id="{E3518445-F9D3-4062-9DA3-DFE5AEA67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230"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39" descr="PC.png">
              <a:extLst>
                <a:ext uri="{FF2B5EF4-FFF2-40B4-BE49-F238E27FC236}">
                  <a16:creationId xmlns:a16="http://schemas.microsoft.com/office/drawing/2014/main" id="{209131D7-DD27-463B-87C7-B86A087FA0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150" y="5340518"/>
              <a:ext cx="539063" cy="41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直接连接符 24">
              <a:extLst>
                <a:ext uri="{FF2B5EF4-FFF2-40B4-BE49-F238E27FC236}">
                  <a16:creationId xmlns:a16="http://schemas.microsoft.com/office/drawing/2014/main" id="{071AD71A-8842-408E-BF4F-FE0A3084A231}"/>
                </a:ext>
              </a:extLst>
            </p:cNvPr>
            <p:cNvCxnSpPr>
              <a:cxnSpLocks/>
              <a:stCxn id="16" idx="2"/>
              <a:endCxn id="20" idx="0"/>
            </p:cNvCxnSpPr>
            <p:nvPr/>
          </p:nvCxnSpPr>
          <p:spPr>
            <a:xfrm>
              <a:off x="3897967" y="3858299"/>
              <a:ext cx="0" cy="4412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40EC1D3-E70A-48AC-9DA5-D7138041AE74}"/>
                </a:ext>
              </a:extLst>
            </p:cNvPr>
            <p:cNvCxnSpPr>
              <a:cxnSpLocks/>
            </p:cNvCxnSpPr>
            <p:nvPr/>
          </p:nvCxnSpPr>
          <p:spPr>
            <a:xfrm>
              <a:off x="4196418" y="4732840"/>
              <a:ext cx="977903" cy="669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49B8576D-1995-4DDF-BBFA-1D9E1653BEF2}"/>
                </a:ext>
              </a:extLst>
            </p:cNvPr>
            <p:cNvCxnSpPr>
              <a:cxnSpLocks/>
            </p:cNvCxnSpPr>
            <p:nvPr/>
          </p:nvCxnSpPr>
          <p:spPr>
            <a:xfrm flipH="1">
              <a:off x="3615391" y="4858228"/>
              <a:ext cx="155575" cy="485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CA9F5D4-735A-4BFC-96DD-CF26493E2EBC}"/>
                </a:ext>
              </a:extLst>
            </p:cNvPr>
            <p:cNvCxnSpPr>
              <a:cxnSpLocks/>
              <a:endCxn id="21" idx="0"/>
            </p:cNvCxnSpPr>
            <p:nvPr/>
          </p:nvCxnSpPr>
          <p:spPr>
            <a:xfrm flipH="1">
              <a:off x="2653363" y="4756648"/>
              <a:ext cx="904878" cy="58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A13BA94-B138-446D-9056-657BA783B2F3}"/>
                </a:ext>
              </a:extLst>
            </p:cNvPr>
            <p:cNvCxnSpPr>
              <a:cxnSpLocks/>
              <a:endCxn id="23" idx="0"/>
            </p:cNvCxnSpPr>
            <p:nvPr/>
          </p:nvCxnSpPr>
          <p:spPr>
            <a:xfrm>
              <a:off x="4047193" y="4858228"/>
              <a:ext cx="327026" cy="4825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4">
              <a:extLst>
                <a:ext uri="{FF2B5EF4-FFF2-40B4-BE49-F238E27FC236}">
                  <a16:creationId xmlns:a16="http://schemas.microsoft.com/office/drawing/2014/main" id="{467FA05A-12DB-4671-BCC2-E116174B3556}"/>
                </a:ext>
              </a:extLst>
            </p:cNvPr>
            <p:cNvSpPr txBox="1">
              <a:spLocks noChangeArrowheads="1"/>
            </p:cNvSpPr>
            <p:nvPr/>
          </p:nvSpPr>
          <p:spPr bwMode="auto">
            <a:xfrm>
              <a:off x="1503835" y="4652242"/>
              <a:ext cx="15537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192.168.1.2</a:t>
              </a:r>
            </a:p>
            <a:p>
              <a:r>
                <a:rPr lang="en-US" altLang="zh-CN" sz="1200" baseline="0" dirty="0">
                  <a:latin typeface="微软雅黑" panose="020B0503020204020204" pitchFamily="34" charset="-122"/>
                  <a:ea typeface="微软雅黑" panose="020B0503020204020204" pitchFamily="34" charset="-122"/>
                </a:rPr>
                <a:t>255.255.254.0</a:t>
              </a:r>
            </a:p>
            <a:p>
              <a:r>
                <a:rPr lang="zh-CN" altLang="en-US" sz="1200" baseline="0" dirty="0">
                  <a:latin typeface="微软雅黑" panose="020B0503020204020204" pitchFamily="34" charset="-122"/>
                  <a:ea typeface="微软雅黑" panose="020B0503020204020204" pitchFamily="34" charset="-122"/>
                </a:rPr>
                <a:t>网关</a:t>
              </a:r>
              <a:r>
                <a:rPr lang="en-US" altLang="zh-CN" sz="1200" baseline="0" dirty="0">
                  <a:latin typeface="微软雅黑" panose="020B0503020204020204" pitchFamily="34" charset="-122"/>
                  <a:ea typeface="微软雅黑" panose="020B0503020204020204" pitchFamily="34" charset="-122"/>
                </a:rPr>
                <a:t>192.168.0.1</a:t>
              </a:r>
              <a:endParaRPr lang="zh-CN" altLang="en-US" sz="1200" baseline="0" dirty="0">
                <a:latin typeface="微软雅黑" panose="020B0503020204020204" pitchFamily="34" charset="-122"/>
                <a:ea typeface="微软雅黑" panose="020B0503020204020204" pitchFamily="34" charset="-122"/>
              </a:endParaRPr>
            </a:p>
          </p:txBody>
        </p:sp>
        <p:sp>
          <p:nvSpPr>
            <p:cNvPr id="31" name="TextBox 24">
              <a:extLst>
                <a:ext uri="{FF2B5EF4-FFF2-40B4-BE49-F238E27FC236}">
                  <a16:creationId xmlns:a16="http://schemas.microsoft.com/office/drawing/2014/main" id="{47223F58-F741-4F58-8FC9-B19A6D9F7528}"/>
                </a:ext>
              </a:extLst>
            </p:cNvPr>
            <p:cNvSpPr txBox="1">
              <a:spLocks noChangeArrowheads="1"/>
            </p:cNvSpPr>
            <p:nvPr/>
          </p:nvSpPr>
          <p:spPr bwMode="auto">
            <a:xfrm>
              <a:off x="1921324" y="5402634"/>
              <a:ext cx="6868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PC2</a:t>
              </a:r>
            </a:p>
          </p:txBody>
        </p:sp>
        <p:sp>
          <p:nvSpPr>
            <p:cNvPr id="32" name="TextBox 24">
              <a:extLst>
                <a:ext uri="{FF2B5EF4-FFF2-40B4-BE49-F238E27FC236}">
                  <a16:creationId xmlns:a16="http://schemas.microsoft.com/office/drawing/2014/main" id="{6A4F206E-186A-45DC-829C-5A0C2ECFFC24}"/>
                </a:ext>
              </a:extLst>
            </p:cNvPr>
            <p:cNvSpPr txBox="1">
              <a:spLocks noChangeArrowheads="1"/>
            </p:cNvSpPr>
            <p:nvPr/>
          </p:nvSpPr>
          <p:spPr bwMode="auto">
            <a:xfrm>
              <a:off x="1878666" y="2525649"/>
              <a:ext cx="6868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zh-CN" sz="1200" baseline="0" dirty="0">
                  <a:latin typeface="微软雅黑" panose="020B0503020204020204" pitchFamily="34" charset="-122"/>
                  <a:ea typeface="微软雅黑" panose="020B0503020204020204" pitchFamily="34" charset="-122"/>
                </a:rPr>
                <a:t>PC1</a:t>
              </a:r>
            </a:p>
          </p:txBody>
        </p:sp>
      </p:grpSp>
      <p:sp>
        <p:nvSpPr>
          <p:cNvPr id="33" name="文本框 32">
            <a:extLst>
              <a:ext uri="{FF2B5EF4-FFF2-40B4-BE49-F238E27FC236}">
                <a16:creationId xmlns:a16="http://schemas.microsoft.com/office/drawing/2014/main" id="{28EAFD2C-353D-44F3-B705-ED2F0F8AF683}"/>
              </a:ext>
            </a:extLst>
          </p:cNvPr>
          <p:cNvSpPr txBox="1"/>
          <p:nvPr/>
        </p:nvSpPr>
        <p:spPr>
          <a:xfrm>
            <a:off x="908795" y="995745"/>
            <a:ext cx="7560835" cy="1116781"/>
          </a:xfrm>
          <a:prstGeom prst="rect">
            <a:avLst/>
          </a:prstGeom>
          <a:noFill/>
        </p:spPr>
        <p:txBody>
          <a:bodyPr wrap="square" rtlCol="0">
            <a:spAutoFit/>
          </a:bodyPr>
          <a:lstStyle/>
          <a:p>
            <a:pPr algn="just">
              <a:lnSpc>
                <a:spcPct val="200000"/>
              </a:lnSpc>
            </a:pP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合并后更改网络中计算机的</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地址配置与路由器接口配置，这种方法的本质是通过把</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位网络地址位用作主机地址位而实现了网络的扩容。</a:t>
            </a:r>
          </a:p>
        </p:txBody>
      </p:sp>
    </p:spTree>
    <p:extLst>
      <p:ext uri="{BB962C8B-B14F-4D97-AF65-F5344CB8AC3E}">
        <p14:creationId xmlns:p14="http://schemas.microsoft.com/office/powerpoint/2010/main" val="945616733"/>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9519</TotalTime>
  <Words>3547</Words>
  <Application>Microsoft Office PowerPoint</Application>
  <PresentationFormat>全屏显示(4:3)</PresentationFormat>
  <Paragraphs>682</Paragraphs>
  <Slides>38</Slides>
  <Notes>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McGrawHill-Italic</vt:lpstr>
      <vt:lpstr>宋体</vt:lpstr>
      <vt:lpstr>微软雅黑</vt:lpstr>
      <vt:lpstr>Arial</vt:lpstr>
      <vt:lpstr>Tahoma</vt:lpstr>
      <vt:lpstr>Times New Roman</vt:lpstr>
      <vt:lpstr>Wingdings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GY</cp:lastModifiedBy>
  <cp:revision>344</cp:revision>
  <dcterms:created xsi:type="dcterms:W3CDTF">2000-01-15T04:50:39Z</dcterms:created>
  <dcterms:modified xsi:type="dcterms:W3CDTF">2025-02-24T12:32:13Z</dcterms:modified>
</cp:coreProperties>
</file>