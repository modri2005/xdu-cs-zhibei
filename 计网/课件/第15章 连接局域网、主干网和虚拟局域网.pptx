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1"/>
  </p:notesMasterIdLst>
  <p:sldIdLst>
    <p:sldId id="773" r:id="rId2"/>
    <p:sldId id="889" r:id="rId3"/>
    <p:sldId id="838" r:id="rId4"/>
    <p:sldId id="764" r:id="rId5"/>
    <p:sldId id="749" r:id="rId6"/>
    <p:sldId id="874" r:id="rId7"/>
    <p:sldId id="1241" r:id="rId8"/>
    <p:sldId id="873" r:id="rId9"/>
    <p:sldId id="853" r:id="rId10"/>
    <p:sldId id="845" r:id="rId11"/>
    <p:sldId id="875" r:id="rId12"/>
    <p:sldId id="767" r:id="rId13"/>
    <p:sldId id="870" r:id="rId14"/>
    <p:sldId id="881" r:id="rId15"/>
    <p:sldId id="751" r:id="rId16"/>
    <p:sldId id="1242" r:id="rId17"/>
    <p:sldId id="768" r:id="rId18"/>
    <p:sldId id="753" r:id="rId19"/>
    <p:sldId id="851" r:id="rId20"/>
    <p:sldId id="852" r:id="rId21"/>
    <p:sldId id="756" r:id="rId22"/>
    <p:sldId id="847" r:id="rId23"/>
    <p:sldId id="877" r:id="rId24"/>
    <p:sldId id="778" r:id="rId25"/>
    <p:sldId id="1240" r:id="rId26"/>
    <p:sldId id="878" r:id="rId27"/>
    <p:sldId id="779" r:id="rId28"/>
    <p:sldId id="884" r:id="rId29"/>
    <p:sldId id="1237" r:id="rId30"/>
    <p:sldId id="844" r:id="rId31"/>
    <p:sldId id="1231" r:id="rId32"/>
    <p:sldId id="798" r:id="rId33"/>
    <p:sldId id="799" r:id="rId34"/>
    <p:sldId id="801" r:id="rId35"/>
    <p:sldId id="1244" r:id="rId36"/>
    <p:sldId id="879" r:id="rId37"/>
    <p:sldId id="1245" r:id="rId38"/>
    <p:sldId id="855" r:id="rId39"/>
    <p:sldId id="1243" r:id="rId40"/>
    <p:sldId id="1246" r:id="rId41"/>
    <p:sldId id="857" r:id="rId42"/>
    <p:sldId id="1239" r:id="rId43"/>
    <p:sldId id="1233" r:id="rId44"/>
    <p:sldId id="761" r:id="rId45"/>
    <p:sldId id="1235" r:id="rId46"/>
    <p:sldId id="849" r:id="rId47"/>
    <p:sldId id="834" r:id="rId48"/>
    <p:sldId id="858" r:id="rId49"/>
    <p:sldId id="887" r:id="rId50"/>
    <p:sldId id="1234" r:id="rId51"/>
    <p:sldId id="854" r:id="rId52"/>
    <p:sldId id="872" r:id="rId53"/>
    <p:sldId id="871" r:id="rId54"/>
    <p:sldId id="880" r:id="rId55"/>
    <p:sldId id="1236" r:id="rId56"/>
    <p:sldId id="885" r:id="rId57"/>
    <p:sldId id="886" r:id="rId58"/>
    <p:sldId id="1247" r:id="rId59"/>
    <p:sldId id="1248" r:id="rId60"/>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6"/>
    <a:srgbClr val="FF8345"/>
    <a:srgbClr val="219021"/>
    <a:srgbClr val="FFCCCC"/>
    <a:srgbClr val="FFCC99"/>
    <a:srgbClr val="66CCFF"/>
    <a:srgbClr val="3399FF"/>
    <a:srgbClr val="33CCFF"/>
    <a:srgbClr val="99FF33"/>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32" autoAdjust="0"/>
    <p:restoredTop sz="81068" autoAdjust="0"/>
  </p:normalViewPr>
  <p:slideViewPr>
    <p:cSldViewPr>
      <p:cViewPr varScale="1">
        <p:scale>
          <a:sx n="66" d="100"/>
          <a:sy n="66" d="100"/>
        </p:scale>
        <p:origin x="1195"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5762" name="Rectangle 2">
            <a:extLst>
              <a:ext uri="{FF2B5EF4-FFF2-40B4-BE49-F238E27FC236}">
                <a16:creationId xmlns:a16="http://schemas.microsoft.com/office/drawing/2014/main" id="{831A0783-057F-476C-ACF4-AADEA3CE9D0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itchFamily="18" charset="0"/>
              </a:defRPr>
            </a:lvl1pPr>
          </a:lstStyle>
          <a:p>
            <a:pPr>
              <a:defRPr/>
            </a:pPr>
            <a:endParaRPr lang="en-US" altLang="zh-CN"/>
          </a:p>
        </p:txBody>
      </p:sp>
      <p:sp>
        <p:nvSpPr>
          <p:cNvPr id="885763" name="Rectangle 3">
            <a:extLst>
              <a:ext uri="{FF2B5EF4-FFF2-40B4-BE49-F238E27FC236}">
                <a16:creationId xmlns:a16="http://schemas.microsoft.com/office/drawing/2014/main" id="{A91F82F4-E66B-4744-94BE-E15179AE5F3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98602CC9-2BC3-468D-BE02-5C45816BEF8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5765" name="Rectangle 5">
            <a:extLst>
              <a:ext uri="{FF2B5EF4-FFF2-40B4-BE49-F238E27FC236}">
                <a16:creationId xmlns:a16="http://schemas.microsoft.com/office/drawing/2014/main" id="{FEDF83BA-607D-43A3-A2FB-EAB44459C5DA}"/>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885766" name="Rectangle 6">
            <a:extLst>
              <a:ext uri="{FF2B5EF4-FFF2-40B4-BE49-F238E27FC236}">
                <a16:creationId xmlns:a16="http://schemas.microsoft.com/office/drawing/2014/main" id="{71B3527E-C3DC-4C65-BFB3-FD65F7E3FEF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itchFamily="18" charset="0"/>
              </a:defRPr>
            </a:lvl1pPr>
          </a:lstStyle>
          <a:p>
            <a:pPr>
              <a:defRPr/>
            </a:pPr>
            <a:endParaRPr lang="en-US" altLang="zh-CN"/>
          </a:p>
        </p:txBody>
      </p:sp>
      <p:sp>
        <p:nvSpPr>
          <p:cNvPr id="885767" name="Rectangle 7">
            <a:extLst>
              <a:ext uri="{FF2B5EF4-FFF2-40B4-BE49-F238E27FC236}">
                <a16:creationId xmlns:a16="http://schemas.microsoft.com/office/drawing/2014/main" id="{48B51313-57F6-4957-9714-1721F38512E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pPr>
              <a:defRPr/>
            </a:pPr>
            <a:fld id="{7EF78F2D-28FE-4937-8255-B54CAEC337A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964AF1C-66B5-4A5A-B887-5331DD377D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31A77A4-C5A6-4DCB-8D1F-A369F87F820B}" type="slidenum">
              <a:rPr lang="en-US" altLang="zh-CN" sz="1200" b="0" smtClean="0">
                <a:latin typeface="Times New Roman" panose="02020603050405020304" pitchFamily="18" charset="0"/>
              </a:rPr>
              <a:pPr/>
              <a:t>1</a:t>
            </a:fld>
            <a:endParaRPr lang="en-US" altLang="zh-CN" sz="1200" b="0">
              <a:latin typeface="Times New Roman" panose="02020603050405020304" pitchFamily="18" charset="0"/>
            </a:endParaRPr>
          </a:p>
        </p:txBody>
      </p:sp>
      <p:sp>
        <p:nvSpPr>
          <p:cNvPr id="5123" name="Rectangle 2">
            <a:extLst>
              <a:ext uri="{FF2B5EF4-FFF2-40B4-BE49-F238E27FC236}">
                <a16:creationId xmlns:a16="http://schemas.microsoft.com/office/drawing/2014/main" id="{ED36560B-F17B-4580-BC06-6D42CA77A59D}"/>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C95C043E-2F60-4C4D-BDF2-0F7A150BDE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49915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19BDF438-7C88-42C5-A138-749FCF7598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4D99983-B846-4164-9C8F-81B02A251FA3}" type="slidenum">
              <a:rPr lang="en-US" altLang="zh-CN" sz="1200" b="0" smtClean="0">
                <a:latin typeface="Times New Roman" panose="02020603050405020304" pitchFamily="18" charset="0"/>
              </a:rPr>
              <a:pPr/>
              <a:t>4</a:t>
            </a:fld>
            <a:endParaRPr lang="en-US" altLang="zh-CN" sz="1200" b="0">
              <a:latin typeface="Times New Roman" panose="02020603050405020304" pitchFamily="18" charset="0"/>
            </a:endParaRPr>
          </a:p>
        </p:txBody>
      </p:sp>
      <p:sp>
        <p:nvSpPr>
          <p:cNvPr id="12291" name="Rectangle 2">
            <a:extLst>
              <a:ext uri="{FF2B5EF4-FFF2-40B4-BE49-F238E27FC236}">
                <a16:creationId xmlns:a16="http://schemas.microsoft.com/office/drawing/2014/main" id="{EC7FBB8F-42A5-4E0B-9873-386A91135F71}"/>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CE9D5AAB-54EE-4BCB-98E8-6A1E559761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65F66E22-FC6A-4899-AC49-0CE26862E24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43958D0-A467-450B-AF8E-2E1B56898F3C}" type="slidenum">
              <a:rPr lang="en-US" altLang="zh-CN" sz="1200" b="0" smtClean="0">
                <a:latin typeface="Times New Roman" panose="02020603050405020304" pitchFamily="18" charset="0"/>
              </a:rPr>
              <a:pPr/>
              <a:t>5</a:t>
            </a:fld>
            <a:endParaRPr lang="en-US" altLang="zh-CN" sz="1200" b="0">
              <a:latin typeface="Times New Roman" panose="02020603050405020304" pitchFamily="18" charset="0"/>
            </a:endParaRPr>
          </a:p>
        </p:txBody>
      </p:sp>
      <p:sp>
        <p:nvSpPr>
          <p:cNvPr id="16387" name="Rectangle 2">
            <a:extLst>
              <a:ext uri="{FF2B5EF4-FFF2-40B4-BE49-F238E27FC236}">
                <a16:creationId xmlns:a16="http://schemas.microsoft.com/office/drawing/2014/main" id="{20BBC5D0-97EA-4E17-A8F0-3CC7C56115DB}"/>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17B8BB56-8F6A-46AA-8E8B-DF8F89624F8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E6862092-5506-4612-BF9A-1F6C23AF91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40B79D3-A81D-4560-B267-6EC403A0E41A}" type="slidenum">
              <a:rPr lang="en-US" altLang="zh-CN" sz="1200" b="0" smtClean="0">
                <a:latin typeface="Times New Roman" panose="02020603050405020304" pitchFamily="18" charset="0"/>
              </a:rPr>
              <a:pPr/>
              <a:t>6</a:t>
            </a:fld>
            <a:endParaRPr lang="en-US" altLang="zh-CN" sz="1200" b="0">
              <a:latin typeface="Times New Roman" panose="02020603050405020304" pitchFamily="18" charset="0"/>
            </a:endParaRPr>
          </a:p>
        </p:txBody>
      </p:sp>
      <p:sp>
        <p:nvSpPr>
          <p:cNvPr id="24579" name="Rectangle 2">
            <a:extLst>
              <a:ext uri="{FF2B5EF4-FFF2-40B4-BE49-F238E27FC236}">
                <a16:creationId xmlns:a16="http://schemas.microsoft.com/office/drawing/2014/main" id="{C7CD674C-5CE8-48B2-90FC-8E526924C3F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7A97BD4B-54FC-47B9-82D4-BAADB2D756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DC3EE9DC-3395-4900-9291-02154BCA511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529864A-A32C-42FB-B93D-953FA2D73C5D}" type="slidenum">
              <a:rPr lang="en-US" altLang="zh-CN" sz="1200" b="0" smtClean="0">
                <a:latin typeface="Times New Roman" panose="02020603050405020304" pitchFamily="18" charset="0"/>
              </a:rPr>
              <a:pPr/>
              <a:t>8</a:t>
            </a:fld>
            <a:endParaRPr lang="en-US" altLang="zh-CN" sz="1200" b="0">
              <a:latin typeface="Times New Roman" panose="02020603050405020304" pitchFamily="18" charset="0"/>
            </a:endParaRPr>
          </a:p>
        </p:txBody>
      </p:sp>
      <p:sp>
        <p:nvSpPr>
          <p:cNvPr id="18435" name="Rectangle 2">
            <a:extLst>
              <a:ext uri="{FF2B5EF4-FFF2-40B4-BE49-F238E27FC236}">
                <a16:creationId xmlns:a16="http://schemas.microsoft.com/office/drawing/2014/main" id="{09445F88-1CC1-4179-BDCF-6224E1F2CF63}"/>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B6B313BC-C2E2-43D7-94D6-AD9089C6DD3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10</a:t>
            </a:fld>
            <a:endParaRPr lang="en-US" altLang="zh-CN"/>
          </a:p>
        </p:txBody>
      </p:sp>
    </p:spTree>
    <p:extLst>
      <p:ext uri="{BB962C8B-B14F-4D97-AF65-F5344CB8AC3E}">
        <p14:creationId xmlns:p14="http://schemas.microsoft.com/office/powerpoint/2010/main" val="180119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80B0BB6D-C125-45F1-99C8-39D84ED8FF8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4FEB0AC-C84A-4D23-8CCB-76F85D113CA0}" type="slidenum">
              <a:rPr lang="en-US" altLang="zh-CN" sz="1200" b="0" smtClean="0">
                <a:latin typeface="Times New Roman" panose="02020603050405020304" pitchFamily="18" charset="0"/>
              </a:rPr>
              <a:pPr/>
              <a:t>11</a:t>
            </a:fld>
            <a:endParaRPr lang="en-US" altLang="zh-CN" sz="1200" b="0">
              <a:latin typeface="Times New Roman" panose="02020603050405020304" pitchFamily="18" charset="0"/>
            </a:endParaRPr>
          </a:p>
        </p:txBody>
      </p:sp>
      <p:sp>
        <p:nvSpPr>
          <p:cNvPr id="29699" name="Rectangle 2">
            <a:extLst>
              <a:ext uri="{FF2B5EF4-FFF2-40B4-BE49-F238E27FC236}">
                <a16:creationId xmlns:a16="http://schemas.microsoft.com/office/drawing/2014/main" id="{93947DC2-82B0-4AE6-8A14-F4E98AF55E3B}"/>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6228C64B-1146-4729-BE9B-0A5072702D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C97BA97-1EBC-4569-8EFF-3510D95AAA1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DDCE5447-F701-4F65-A86D-1DC848A879CA}" type="slidenum">
              <a:rPr lang="en-US" altLang="zh-CN" sz="1200" b="0" smtClean="0">
                <a:latin typeface="Times New Roman" panose="02020603050405020304" pitchFamily="18" charset="0"/>
              </a:rPr>
              <a:pPr/>
              <a:t>12</a:t>
            </a:fld>
            <a:endParaRPr lang="en-US" altLang="zh-CN" sz="1200" b="0">
              <a:latin typeface="Times New Roman" panose="02020603050405020304" pitchFamily="18" charset="0"/>
            </a:endParaRPr>
          </a:p>
        </p:txBody>
      </p:sp>
      <p:sp>
        <p:nvSpPr>
          <p:cNvPr id="31747" name="Rectangle 2">
            <a:extLst>
              <a:ext uri="{FF2B5EF4-FFF2-40B4-BE49-F238E27FC236}">
                <a16:creationId xmlns:a16="http://schemas.microsoft.com/office/drawing/2014/main" id="{E2AA6BE6-16A8-4B67-B6B2-1809D8E681C9}"/>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9C541F54-BC6D-4410-BD51-4F32082487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使用命令</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display mac-address aging-time</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查看交换机的</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地址表老化时间，经过</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300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秒后</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地址表会被删除，这种机制有利于正确反映当前</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地址与端口的映射关系，并减少查找时间。</a:t>
            </a:r>
          </a:p>
          <a:p>
            <a:endParaRPr lang="zh-CN" altLang="en-US" dirty="0"/>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14</a:t>
            </a:fld>
            <a:endParaRPr lang="en-US" altLang="zh-CN"/>
          </a:p>
        </p:txBody>
      </p:sp>
    </p:spTree>
    <p:extLst>
      <p:ext uri="{BB962C8B-B14F-4D97-AF65-F5344CB8AC3E}">
        <p14:creationId xmlns:p14="http://schemas.microsoft.com/office/powerpoint/2010/main" val="2314359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5298D712-B5A5-4119-9B42-AC126DDFEFD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1A5FFC0-2B9F-4427-8A42-20996EB4049B}" type="slidenum">
              <a:rPr lang="en-US" altLang="zh-CN" sz="1200" b="0" smtClean="0">
                <a:latin typeface="Times New Roman" panose="02020603050405020304" pitchFamily="18" charset="0"/>
              </a:rPr>
              <a:pPr/>
              <a:t>15</a:t>
            </a:fld>
            <a:endParaRPr lang="en-US" altLang="zh-CN" sz="1200" b="0">
              <a:latin typeface="Times New Roman" panose="02020603050405020304" pitchFamily="18" charset="0"/>
            </a:endParaRPr>
          </a:p>
        </p:txBody>
      </p:sp>
      <p:sp>
        <p:nvSpPr>
          <p:cNvPr id="33795" name="Rectangle 2">
            <a:extLst>
              <a:ext uri="{FF2B5EF4-FFF2-40B4-BE49-F238E27FC236}">
                <a16:creationId xmlns:a16="http://schemas.microsoft.com/office/drawing/2014/main" id="{8CB58EF2-355A-4B01-8E87-2126DFAE7619}"/>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5EA4FDE-8D4D-4BA3-9E05-8712E1094B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2D08083-B6FE-4E07-8378-95DB22F5875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2BD3187-47E8-4AD3-9987-FB87855CAAEF}" type="slidenum">
              <a:rPr lang="en-US" altLang="zh-CN" sz="1200" b="0" smtClean="0">
                <a:latin typeface="Times New Roman" panose="02020603050405020304" pitchFamily="18" charset="0"/>
              </a:rPr>
              <a:pPr/>
              <a:t>17</a:t>
            </a:fld>
            <a:endParaRPr lang="en-US" altLang="zh-CN" sz="1200" b="0">
              <a:latin typeface="Times New Roman" panose="02020603050405020304" pitchFamily="18" charset="0"/>
            </a:endParaRPr>
          </a:p>
        </p:txBody>
      </p:sp>
      <p:sp>
        <p:nvSpPr>
          <p:cNvPr id="37891" name="Rectangle 2">
            <a:extLst>
              <a:ext uri="{FF2B5EF4-FFF2-40B4-BE49-F238E27FC236}">
                <a16:creationId xmlns:a16="http://schemas.microsoft.com/office/drawing/2014/main" id="{82BE89E4-BEEB-4721-B4EC-D9989BFA27AB}"/>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C3BC432-047D-463B-9990-F3A3BA1726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5805B687-E05E-4FC9-AD30-7C81CADB74F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33C955F-1DBB-43AE-8BFA-D6239AB59396}" type="slidenum">
              <a:rPr lang="en-US" altLang="zh-CN" sz="1200" b="0" smtClean="0">
                <a:latin typeface="Times New Roman" panose="02020603050405020304" pitchFamily="18" charset="0"/>
              </a:rPr>
              <a:pPr/>
              <a:t>18</a:t>
            </a:fld>
            <a:endParaRPr lang="en-US" altLang="zh-CN" sz="1200" b="0">
              <a:latin typeface="Times New Roman" panose="02020603050405020304" pitchFamily="18" charset="0"/>
            </a:endParaRPr>
          </a:p>
        </p:txBody>
      </p:sp>
      <p:sp>
        <p:nvSpPr>
          <p:cNvPr id="41987" name="Rectangle 2">
            <a:extLst>
              <a:ext uri="{FF2B5EF4-FFF2-40B4-BE49-F238E27FC236}">
                <a16:creationId xmlns:a16="http://schemas.microsoft.com/office/drawing/2014/main" id="{83F2FD79-02F4-4482-B55C-08B2F8E4D8A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A608ECC3-93A4-4F9C-8431-BBD1EC36A08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FE41DE60-805B-4F09-A60C-FCCA894A3DA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ABEA68C-76AB-46ED-B9E2-34C7EDA79C01}" type="slidenum">
              <a:rPr lang="en-US" altLang="zh-CN" sz="1200" b="0" smtClean="0">
                <a:latin typeface="Times New Roman" panose="02020603050405020304" pitchFamily="18" charset="0"/>
              </a:rPr>
              <a:pPr/>
              <a:t>21</a:t>
            </a:fld>
            <a:endParaRPr lang="en-US" altLang="zh-CN" sz="1200" b="0">
              <a:latin typeface="Times New Roman" panose="02020603050405020304" pitchFamily="18" charset="0"/>
            </a:endParaRPr>
          </a:p>
        </p:txBody>
      </p:sp>
      <p:sp>
        <p:nvSpPr>
          <p:cNvPr id="50179" name="Rectangle 2">
            <a:extLst>
              <a:ext uri="{FF2B5EF4-FFF2-40B4-BE49-F238E27FC236}">
                <a16:creationId xmlns:a16="http://schemas.microsoft.com/office/drawing/2014/main" id="{89F66F55-420F-46EB-81B4-8F330792BF3F}"/>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3CD4F732-5F5D-4977-9AF9-B6A1A7C86A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0D9F91E9-B860-4A94-8DC4-592D813CF6E8}"/>
              </a:ext>
            </a:extLst>
          </p:cNvPr>
          <p:cNvSpPr>
            <a:spLocks noGrp="1" noRot="1" noChangeAspect="1" noChangeArrowheads="1" noTextEdit="1"/>
          </p:cNvSpPr>
          <p:nvPr>
            <p:ph type="sldImg"/>
          </p:nvPr>
        </p:nvSpPr>
        <p:spPr>
          <a:ln/>
        </p:spPr>
      </p:sp>
      <p:sp>
        <p:nvSpPr>
          <p:cNvPr id="55299" name="备注占位符 2">
            <a:extLst>
              <a:ext uri="{FF2B5EF4-FFF2-40B4-BE49-F238E27FC236}">
                <a16:creationId xmlns:a16="http://schemas.microsoft.com/office/drawing/2014/main" id="{A2E13265-824D-49A0-96A6-0326E9635B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0" name="灯片编号占位符 3">
            <a:extLst>
              <a:ext uri="{FF2B5EF4-FFF2-40B4-BE49-F238E27FC236}">
                <a16:creationId xmlns:a16="http://schemas.microsoft.com/office/drawing/2014/main" id="{D29DAB3D-B179-453F-93A7-93E3A0A667F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2805B93-772A-49EF-9EF5-22DA34004F48}" type="slidenum">
              <a:rPr lang="en-US" altLang="zh-CN" sz="1200" b="0" smtClean="0">
                <a:latin typeface="Times New Roman" panose="02020603050405020304" pitchFamily="18" charset="0"/>
              </a:rPr>
              <a:pPr/>
              <a:t>22</a:t>
            </a:fld>
            <a:endParaRPr lang="en-US" altLang="zh-CN" sz="1200" b="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latin typeface="微软雅黑" panose="020B0503020204020204" pitchFamily="34" charset="-122"/>
                <a:ea typeface="微软雅黑" panose="020B0503020204020204" pitchFamily="34" charset="-122"/>
              </a:rPr>
              <a:t>从总线型局域网或集线器局域网转变为交换局域网，连接设备在软件或硬件上不需做任何修改。只要二层交换机有足够容量为所有连接设备服务，每个连接设备都具有相当于原来整个局域网容量的专用容量。</a:t>
            </a:r>
          </a:p>
          <a:p>
            <a:endParaRPr lang="zh-CN" altLang="en-US" dirty="0"/>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23</a:t>
            </a:fld>
            <a:endParaRPr lang="en-US" altLang="zh-CN"/>
          </a:p>
        </p:txBody>
      </p:sp>
    </p:spTree>
    <p:extLst>
      <p:ext uri="{BB962C8B-B14F-4D97-AF65-F5344CB8AC3E}">
        <p14:creationId xmlns:p14="http://schemas.microsoft.com/office/powerpoint/2010/main" val="1642235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a:extLst>
              <a:ext uri="{FF2B5EF4-FFF2-40B4-BE49-F238E27FC236}">
                <a16:creationId xmlns:a16="http://schemas.microsoft.com/office/drawing/2014/main" id="{D218CBA6-CFD9-4DEC-9411-1E7DFEE3E256}"/>
              </a:ext>
            </a:extLst>
          </p:cNvPr>
          <p:cNvSpPr>
            <a:spLocks noGrp="1" noRot="1" noChangeAspect="1" noChangeArrowheads="1" noTextEdit="1"/>
          </p:cNvSpPr>
          <p:nvPr>
            <p:ph type="sldImg"/>
          </p:nvPr>
        </p:nvSpPr>
        <p:spPr>
          <a:ln/>
        </p:spPr>
      </p:sp>
      <p:sp>
        <p:nvSpPr>
          <p:cNvPr id="57347" name="备注占位符 2">
            <a:extLst>
              <a:ext uri="{FF2B5EF4-FFF2-40B4-BE49-F238E27FC236}">
                <a16:creationId xmlns:a16="http://schemas.microsoft.com/office/drawing/2014/main" id="{4DF3261B-71BE-4244-B348-2CEC57B308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rPr>
              <a:t>如今网络广播风暴已经很少见了，但在一些使用集线器的网络中仍然非常常见。解决网络广播风暴最快捷的方法是给集线器断电然后上电启动即可，但这只是治标不治本的方法，要彻底解决，最好使用交换机设备，并划分</a:t>
            </a:r>
            <a:r>
              <a:rPr lang="en-US" altLang="zh-CN" sz="1200" b="0" dirty="0">
                <a:latin typeface="微软雅黑" panose="020B0503020204020204" pitchFamily="34" charset="-122"/>
                <a:ea typeface="微软雅黑" panose="020B0503020204020204" pitchFamily="34" charset="-122"/>
              </a:rPr>
              <a:t>VLAN</a:t>
            </a:r>
            <a:r>
              <a:rPr lang="zh-CN" altLang="en-US" sz="1200" b="0" dirty="0">
                <a:latin typeface="微软雅黑" panose="020B0503020204020204" pitchFamily="34" charset="-122"/>
                <a:ea typeface="微软雅黑" panose="020B0503020204020204" pitchFamily="34" charset="-122"/>
              </a:rPr>
              <a:t>、通过端口控制网络广播风暴。</a:t>
            </a:r>
          </a:p>
          <a:p>
            <a:endParaRPr lang="zh-CN" altLang="en-US" dirty="0"/>
          </a:p>
        </p:txBody>
      </p:sp>
      <p:sp>
        <p:nvSpPr>
          <p:cNvPr id="57348" name="灯片编号占位符 3">
            <a:extLst>
              <a:ext uri="{FF2B5EF4-FFF2-40B4-BE49-F238E27FC236}">
                <a16:creationId xmlns:a16="http://schemas.microsoft.com/office/drawing/2014/main" id="{9B56156D-41A6-48C4-A17E-D821D137B07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795F322-D3C7-4A89-826C-D60525CC9091}" type="slidenum">
              <a:rPr lang="en-US" altLang="zh-CN" sz="1200" b="0" smtClean="0">
                <a:latin typeface="Times New Roman" panose="02020603050405020304" pitchFamily="18" charset="0"/>
              </a:rPr>
              <a:pPr/>
              <a:t>27</a:t>
            </a:fld>
            <a:endParaRPr lang="en-US" altLang="zh-CN" sz="1200" b="0">
              <a:latin typeface="Times New Roman" panose="02020603050405020304" pitchFamily="18" charset="0"/>
            </a:endParaRPr>
          </a:p>
        </p:txBody>
      </p:sp>
    </p:spTree>
    <p:extLst>
      <p:ext uri="{BB962C8B-B14F-4D97-AF65-F5344CB8AC3E}">
        <p14:creationId xmlns:p14="http://schemas.microsoft.com/office/powerpoint/2010/main" val="1094446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mn-ea"/>
                <a:cs typeface="+mn-cs"/>
              </a:rPr>
              <a:t>‌</a:t>
            </a:r>
            <a:r>
              <a:rPr lang="en-US" altLang="zh-CN" sz="1200" b="1" i="0" kern="1200" dirty="0">
                <a:solidFill>
                  <a:schemeClr val="tx1"/>
                </a:solidFill>
                <a:effectLst/>
                <a:latin typeface="Times New Roman" pitchFamily="18" charset="0"/>
                <a:ea typeface="+mn-ea"/>
                <a:cs typeface="+mn-cs"/>
              </a:rPr>
              <a:t>Root</a:t>
            </a:r>
            <a:r>
              <a:rPr lang="zh-CN" altLang="en-US" sz="1200" b="1" i="0" kern="1200" dirty="0">
                <a:solidFill>
                  <a:schemeClr val="tx1"/>
                </a:solidFill>
                <a:effectLst/>
                <a:latin typeface="Times New Roman" pitchFamily="18" charset="0"/>
                <a:ea typeface="+mn-ea"/>
                <a:cs typeface="+mn-cs"/>
              </a:rPr>
              <a:t>（根）</a:t>
            </a:r>
            <a:r>
              <a:rPr lang="zh-CN" altLang="en-US" sz="1200" b="0" i="0" kern="1200" dirty="0">
                <a:solidFill>
                  <a:schemeClr val="tx1"/>
                </a:solidFill>
                <a:effectLst/>
                <a:latin typeface="Times New Roman" pitchFamily="18" charset="0"/>
                <a:ea typeface="+mn-ea"/>
                <a:cs typeface="+mn-cs"/>
              </a:rPr>
              <a:t>‌：在</a:t>
            </a:r>
            <a:r>
              <a:rPr lang="en-US" altLang="zh-CN" sz="1200" b="0" i="0" kern="1200" dirty="0">
                <a:solidFill>
                  <a:schemeClr val="tx1"/>
                </a:solidFill>
                <a:effectLst/>
                <a:latin typeface="Times New Roman" pitchFamily="18" charset="0"/>
                <a:ea typeface="+mn-ea"/>
                <a:cs typeface="+mn-cs"/>
              </a:rPr>
              <a:t>STP</a:t>
            </a:r>
            <a:r>
              <a:rPr lang="zh-CN" altLang="en-US" sz="1200" b="0" i="0" kern="1200" dirty="0">
                <a:solidFill>
                  <a:schemeClr val="tx1"/>
                </a:solidFill>
                <a:effectLst/>
                <a:latin typeface="Times New Roman" pitchFamily="18" charset="0"/>
                <a:ea typeface="+mn-ea"/>
                <a:cs typeface="+mn-cs"/>
              </a:rPr>
              <a:t>中，每个</a:t>
            </a:r>
            <a:r>
              <a:rPr lang="en-US" altLang="zh-CN" sz="1200" b="0" i="0" kern="1200" dirty="0">
                <a:solidFill>
                  <a:schemeClr val="tx1"/>
                </a:solidFill>
                <a:effectLst/>
                <a:latin typeface="Times New Roman" pitchFamily="18" charset="0"/>
                <a:ea typeface="+mn-ea"/>
                <a:cs typeface="+mn-cs"/>
              </a:rPr>
              <a:t>VLAN</a:t>
            </a:r>
            <a:r>
              <a:rPr lang="zh-CN" altLang="en-US" sz="1200" b="0" i="0" kern="1200" dirty="0">
                <a:solidFill>
                  <a:schemeClr val="tx1"/>
                </a:solidFill>
                <a:effectLst/>
                <a:latin typeface="Times New Roman" pitchFamily="18" charset="0"/>
                <a:ea typeface="+mn-ea"/>
                <a:cs typeface="+mn-cs"/>
              </a:rPr>
              <a:t>都有一个根桥，它是</a:t>
            </a:r>
            <a:r>
              <a:rPr lang="en-US" altLang="zh-CN" sz="1200" b="0" i="0" kern="1200" dirty="0">
                <a:solidFill>
                  <a:schemeClr val="tx1"/>
                </a:solidFill>
                <a:effectLst/>
                <a:latin typeface="Times New Roman" pitchFamily="18" charset="0"/>
                <a:ea typeface="+mn-ea"/>
                <a:cs typeface="+mn-cs"/>
              </a:rPr>
              <a:t>STP</a:t>
            </a:r>
            <a:r>
              <a:rPr lang="zh-CN" altLang="en-US" sz="1200" b="0" i="0" kern="1200" dirty="0">
                <a:solidFill>
                  <a:schemeClr val="tx1"/>
                </a:solidFill>
                <a:effectLst/>
                <a:latin typeface="Times New Roman" pitchFamily="18" charset="0"/>
                <a:ea typeface="+mn-ea"/>
                <a:cs typeface="+mn-cs"/>
              </a:rPr>
              <a:t>计算过程中选出的主桥接器。连接到根桥的端口会显示为</a:t>
            </a:r>
            <a:r>
              <a:rPr lang="en-US" altLang="zh-CN" sz="1200" b="0" i="0" kern="1200" dirty="0">
                <a:solidFill>
                  <a:schemeClr val="tx1"/>
                </a:solidFill>
                <a:effectLst/>
                <a:latin typeface="Times New Roman" pitchFamily="18" charset="0"/>
                <a:ea typeface="+mn-ea"/>
                <a:cs typeface="+mn-cs"/>
              </a:rPr>
              <a:t>Root</a:t>
            </a:r>
            <a:r>
              <a:rPr lang="zh-CN" altLang="en-US" sz="1200" b="0" i="0" kern="1200" dirty="0">
                <a:solidFill>
                  <a:schemeClr val="tx1"/>
                </a:solidFill>
                <a:effectLst/>
                <a:latin typeface="Times New Roman" pitchFamily="18" charset="0"/>
                <a:ea typeface="+mn-ea"/>
                <a:cs typeface="+mn-cs"/>
              </a:rPr>
              <a:t>角色。</a:t>
            </a:r>
          </a:p>
          <a:p>
            <a:r>
              <a:rPr lang="zh-CN" altLang="en-US" sz="1200" b="0" i="0" kern="1200" dirty="0">
                <a:solidFill>
                  <a:schemeClr val="tx1"/>
                </a:solidFill>
                <a:effectLst/>
                <a:latin typeface="Times New Roman" pitchFamily="18" charset="0"/>
                <a:ea typeface="+mn-ea"/>
                <a:cs typeface="+mn-cs"/>
              </a:rPr>
              <a:t>‌</a:t>
            </a:r>
            <a:r>
              <a:rPr lang="en-US" altLang="zh-CN" sz="1200" b="1" i="0" kern="1200" dirty="0">
                <a:solidFill>
                  <a:schemeClr val="tx1"/>
                </a:solidFill>
                <a:effectLst/>
                <a:latin typeface="Times New Roman" pitchFamily="18" charset="0"/>
                <a:ea typeface="+mn-ea"/>
                <a:cs typeface="+mn-cs"/>
              </a:rPr>
              <a:t>Designated</a:t>
            </a:r>
            <a:r>
              <a:rPr lang="zh-CN" altLang="en-US" sz="1200" b="1" i="0" kern="1200" dirty="0">
                <a:solidFill>
                  <a:schemeClr val="tx1"/>
                </a:solidFill>
                <a:effectLst/>
                <a:latin typeface="Times New Roman" pitchFamily="18" charset="0"/>
                <a:ea typeface="+mn-ea"/>
                <a:cs typeface="+mn-cs"/>
              </a:rPr>
              <a:t>（指定）</a:t>
            </a:r>
            <a:r>
              <a:rPr lang="zh-CN" altLang="en-US" sz="1200" b="0" i="0" kern="1200" dirty="0">
                <a:solidFill>
                  <a:schemeClr val="tx1"/>
                </a:solidFill>
                <a:effectLst/>
                <a:latin typeface="Times New Roman" pitchFamily="18" charset="0"/>
                <a:ea typeface="+mn-ea"/>
                <a:cs typeface="+mn-cs"/>
              </a:rPr>
              <a:t>‌：在每个网段（</a:t>
            </a:r>
            <a:r>
              <a:rPr lang="en-US" altLang="zh-CN" sz="1200" b="0" i="0" kern="1200" dirty="0">
                <a:solidFill>
                  <a:schemeClr val="tx1"/>
                </a:solidFill>
                <a:effectLst/>
                <a:latin typeface="Times New Roman" pitchFamily="18" charset="0"/>
                <a:ea typeface="+mn-ea"/>
                <a:cs typeface="+mn-cs"/>
              </a:rPr>
              <a:t>LAN segment</a:t>
            </a:r>
            <a:r>
              <a:rPr lang="zh-CN" altLang="en-US" sz="1200" b="0" i="0" kern="1200" dirty="0">
                <a:solidFill>
                  <a:schemeClr val="tx1"/>
                </a:solidFill>
                <a:effectLst/>
                <a:latin typeface="Times New Roman" pitchFamily="18" charset="0"/>
                <a:ea typeface="+mn-ea"/>
                <a:cs typeface="+mn-cs"/>
              </a:rPr>
              <a:t>）中，根据</a:t>
            </a:r>
            <a:r>
              <a:rPr lang="en-US" altLang="zh-CN" sz="1200" b="0" i="0" kern="1200" dirty="0">
                <a:solidFill>
                  <a:schemeClr val="tx1"/>
                </a:solidFill>
                <a:effectLst/>
                <a:latin typeface="Times New Roman" pitchFamily="18" charset="0"/>
                <a:ea typeface="+mn-ea"/>
                <a:cs typeface="+mn-cs"/>
              </a:rPr>
              <a:t>STP</a:t>
            </a:r>
            <a:r>
              <a:rPr lang="zh-CN" altLang="en-US" sz="1200" b="0" i="0" kern="1200" dirty="0">
                <a:solidFill>
                  <a:schemeClr val="tx1"/>
                </a:solidFill>
                <a:effectLst/>
                <a:latin typeface="Times New Roman" pitchFamily="18" charset="0"/>
                <a:ea typeface="+mn-ea"/>
                <a:cs typeface="+mn-cs"/>
              </a:rPr>
              <a:t>算法，会有一个被选为</a:t>
            </a:r>
            <a:r>
              <a:rPr lang="en-US" altLang="zh-CN" sz="1200" b="0" i="0" kern="1200" dirty="0">
                <a:solidFill>
                  <a:schemeClr val="tx1"/>
                </a:solidFill>
                <a:effectLst/>
                <a:latin typeface="Times New Roman" pitchFamily="18" charset="0"/>
                <a:ea typeface="+mn-ea"/>
                <a:cs typeface="+mn-cs"/>
              </a:rPr>
              <a:t>Designated</a:t>
            </a:r>
            <a:r>
              <a:rPr lang="zh-CN" altLang="en-US" sz="1200" b="0" i="0" kern="1200" dirty="0">
                <a:solidFill>
                  <a:schemeClr val="tx1"/>
                </a:solidFill>
                <a:effectLst/>
                <a:latin typeface="Times New Roman" pitchFamily="18" charset="0"/>
                <a:ea typeface="+mn-ea"/>
                <a:cs typeface="+mn-cs"/>
              </a:rPr>
              <a:t>端口的端口，该端口将参与转发数据。</a:t>
            </a:r>
          </a:p>
          <a:p>
            <a:r>
              <a:rPr lang="zh-CN" altLang="en-US" sz="1200" b="0" i="0" kern="1200" dirty="0">
                <a:solidFill>
                  <a:schemeClr val="tx1"/>
                </a:solidFill>
                <a:effectLst/>
                <a:latin typeface="Times New Roman" pitchFamily="18" charset="0"/>
                <a:ea typeface="+mn-ea"/>
                <a:cs typeface="+mn-cs"/>
              </a:rPr>
              <a:t>‌</a:t>
            </a:r>
            <a:r>
              <a:rPr lang="en-US" altLang="zh-CN" sz="1200" b="1" i="0" kern="1200" dirty="0">
                <a:solidFill>
                  <a:schemeClr val="tx1"/>
                </a:solidFill>
                <a:effectLst/>
                <a:latin typeface="Times New Roman" pitchFamily="18" charset="0"/>
                <a:ea typeface="+mn-ea"/>
                <a:cs typeface="+mn-cs"/>
              </a:rPr>
              <a:t>Alternate</a:t>
            </a:r>
            <a:r>
              <a:rPr lang="zh-CN" altLang="en-US" sz="1200" b="1" i="0" kern="1200" dirty="0">
                <a:solidFill>
                  <a:schemeClr val="tx1"/>
                </a:solidFill>
                <a:effectLst/>
                <a:latin typeface="Times New Roman" pitchFamily="18" charset="0"/>
                <a:ea typeface="+mn-ea"/>
                <a:cs typeface="+mn-cs"/>
              </a:rPr>
              <a:t>（备用）</a:t>
            </a:r>
            <a:r>
              <a:rPr lang="zh-CN" altLang="en-US" sz="1200" b="0" i="0" kern="1200" dirty="0">
                <a:solidFill>
                  <a:schemeClr val="tx1"/>
                </a:solidFill>
                <a:effectLst/>
                <a:latin typeface="Times New Roman" pitchFamily="18" charset="0"/>
                <a:ea typeface="+mn-ea"/>
                <a:cs typeface="+mn-cs"/>
              </a:rPr>
              <a:t>‌：如果端口不是</a:t>
            </a:r>
            <a:r>
              <a:rPr lang="en-US" altLang="zh-CN" sz="1200" b="0" i="0" kern="1200" dirty="0">
                <a:solidFill>
                  <a:schemeClr val="tx1"/>
                </a:solidFill>
                <a:effectLst/>
                <a:latin typeface="Times New Roman" pitchFamily="18" charset="0"/>
                <a:ea typeface="+mn-ea"/>
                <a:cs typeface="+mn-cs"/>
              </a:rPr>
              <a:t>Designated</a:t>
            </a:r>
            <a:r>
              <a:rPr lang="zh-CN" altLang="en-US" sz="1200" b="0" i="0" kern="1200" dirty="0">
                <a:solidFill>
                  <a:schemeClr val="tx1"/>
                </a:solidFill>
                <a:effectLst/>
                <a:latin typeface="Times New Roman" pitchFamily="18" charset="0"/>
                <a:ea typeface="+mn-ea"/>
                <a:cs typeface="+mn-cs"/>
              </a:rPr>
              <a:t>端口，但它属于同一个网段的另一个端口，则该端口被称为</a:t>
            </a:r>
            <a:r>
              <a:rPr lang="en-US" altLang="zh-CN" sz="1200" b="0" i="0" kern="1200" dirty="0">
                <a:solidFill>
                  <a:schemeClr val="tx1"/>
                </a:solidFill>
                <a:effectLst/>
                <a:latin typeface="Times New Roman" pitchFamily="18" charset="0"/>
                <a:ea typeface="+mn-ea"/>
                <a:cs typeface="+mn-cs"/>
              </a:rPr>
              <a:t>Alternate</a:t>
            </a:r>
            <a:r>
              <a:rPr lang="zh-CN" altLang="en-US" sz="1200" b="0" i="0" kern="1200" dirty="0">
                <a:solidFill>
                  <a:schemeClr val="tx1"/>
                </a:solidFill>
                <a:effectLst/>
                <a:latin typeface="Times New Roman" pitchFamily="18" charset="0"/>
                <a:ea typeface="+mn-ea"/>
                <a:cs typeface="+mn-cs"/>
              </a:rPr>
              <a:t>端口。它通常不参与数据转发，但在</a:t>
            </a:r>
            <a:r>
              <a:rPr lang="en-US" altLang="zh-CN" sz="1200" b="0" i="0" kern="1200" dirty="0">
                <a:solidFill>
                  <a:schemeClr val="tx1"/>
                </a:solidFill>
                <a:effectLst/>
                <a:latin typeface="Times New Roman" pitchFamily="18" charset="0"/>
                <a:ea typeface="+mn-ea"/>
                <a:cs typeface="+mn-cs"/>
              </a:rPr>
              <a:t>Designated</a:t>
            </a:r>
            <a:r>
              <a:rPr lang="zh-CN" altLang="en-US" sz="1200" b="0" i="0" kern="1200" dirty="0">
                <a:solidFill>
                  <a:schemeClr val="tx1"/>
                </a:solidFill>
                <a:effectLst/>
                <a:latin typeface="Times New Roman" pitchFamily="18" charset="0"/>
                <a:ea typeface="+mn-ea"/>
                <a:cs typeface="+mn-cs"/>
              </a:rPr>
              <a:t>端口故障时，</a:t>
            </a:r>
            <a:r>
              <a:rPr lang="en-US" altLang="zh-CN" sz="1200" b="0" i="0" kern="1200" dirty="0">
                <a:solidFill>
                  <a:schemeClr val="tx1"/>
                </a:solidFill>
                <a:effectLst/>
                <a:latin typeface="Times New Roman" pitchFamily="18" charset="0"/>
                <a:ea typeface="+mn-ea"/>
                <a:cs typeface="+mn-cs"/>
              </a:rPr>
              <a:t>Alternate</a:t>
            </a:r>
            <a:r>
              <a:rPr lang="zh-CN" altLang="en-US" sz="1200" b="0" i="0" kern="1200" dirty="0">
                <a:solidFill>
                  <a:schemeClr val="tx1"/>
                </a:solidFill>
                <a:effectLst/>
                <a:latin typeface="Times New Roman" pitchFamily="18" charset="0"/>
                <a:ea typeface="+mn-ea"/>
                <a:cs typeface="+mn-cs"/>
              </a:rPr>
              <a:t>端口可以接管数据转发任务。</a:t>
            </a:r>
          </a:p>
          <a:p>
            <a:r>
              <a:rPr lang="zh-CN" altLang="en-US" sz="1200" b="0" i="0" kern="1200" dirty="0">
                <a:solidFill>
                  <a:schemeClr val="tx1"/>
                </a:solidFill>
                <a:effectLst/>
                <a:latin typeface="Times New Roman" pitchFamily="18" charset="0"/>
                <a:ea typeface="+mn-ea"/>
                <a:cs typeface="+mn-cs"/>
              </a:rPr>
              <a:t>‌</a:t>
            </a:r>
            <a:r>
              <a:rPr lang="en-US" altLang="zh-CN" sz="1200" b="1" i="0" kern="1200" dirty="0">
                <a:solidFill>
                  <a:schemeClr val="tx1"/>
                </a:solidFill>
                <a:effectLst/>
                <a:latin typeface="Times New Roman" pitchFamily="18" charset="0"/>
                <a:ea typeface="+mn-ea"/>
                <a:cs typeface="+mn-cs"/>
              </a:rPr>
              <a:t>Blocking</a:t>
            </a:r>
            <a:r>
              <a:rPr lang="zh-CN" altLang="en-US" sz="1200" b="1" i="0" kern="1200" dirty="0">
                <a:solidFill>
                  <a:schemeClr val="tx1"/>
                </a:solidFill>
                <a:effectLst/>
                <a:latin typeface="Times New Roman" pitchFamily="18" charset="0"/>
                <a:ea typeface="+mn-ea"/>
                <a:cs typeface="+mn-cs"/>
              </a:rPr>
              <a:t>（阻塞）</a:t>
            </a:r>
            <a:r>
              <a:rPr lang="zh-CN" altLang="en-US" sz="1200" b="0" i="0" kern="1200" dirty="0">
                <a:solidFill>
                  <a:schemeClr val="tx1"/>
                </a:solidFill>
                <a:effectLst/>
                <a:latin typeface="Times New Roman" pitchFamily="18" charset="0"/>
                <a:ea typeface="+mn-ea"/>
                <a:cs typeface="+mn-cs"/>
              </a:rPr>
              <a:t>‌：某些端口可能被设置为阻塞状态，以防止网络环路。这些端口不参与数据转发，但保留着成为</a:t>
            </a:r>
            <a:r>
              <a:rPr lang="en-US" altLang="zh-CN" sz="1200" b="0" i="0" kern="1200" dirty="0">
                <a:solidFill>
                  <a:schemeClr val="tx1"/>
                </a:solidFill>
                <a:effectLst/>
                <a:latin typeface="Times New Roman" pitchFamily="18" charset="0"/>
                <a:ea typeface="+mn-ea"/>
                <a:cs typeface="+mn-cs"/>
              </a:rPr>
              <a:t>Active</a:t>
            </a:r>
            <a:r>
              <a:rPr lang="zh-CN" altLang="en-US" sz="1200" b="0" i="0" kern="1200" dirty="0">
                <a:solidFill>
                  <a:schemeClr val="tx1"/>
                </a:solidFill>
                <a:effectLst/>
                <a:latin typeface="Times New Roman" pitchFamily="18" charset="0"/>
                <a:ea typeface="+mn-ea"/>
                <a:cs typeface="+mn-cs"/>
              </a:rPr>
              <a:t>状态（参与数据转发的状态）的能力，以便在网络拓扑变化时快速适应。</a:t>
            </a:r>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29</a:t>
            </a:fld>
            <a:endParaRPr lang="en-US" altLang="zh-CN"/>
          </a:p>
        </p:txBody>
      </p:sp>
    </p:spTree>
    <p:extLst>
      <p:ext uri="{BB962C8B-B14F-4D97-AF65-F5344CB8AC3E}">
        <p14:creationId xmlns:p14="http://schemas.microsoft.com/office/powerpoint/2010/main" val="22145036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59BB282D-2CBF-4F76-A24A-0B521CCB9DC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4DA90D4-CF27-40D0-93F1-582A294D9183}" type="slidenum">
              <a:rPr lang="en-US" altLang="zh-CN" sz="1200" b="0" smtClean="0">
                <a:latin typeface="Times New Roman" panose="02020603050405020304" pitchFamily="18" charset="0"/>
              </a:rPr>
              <a:pPr/>
              <a:t>30</a:t>
            </a:fld>
            <a:endParaRPr lang="en-US" altLang="zh-CN"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61520830-D603-4069-A19C-8663AF91CC9C}"/>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F6AABE90-689F-4966-8060-5DDC41AA6C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rPr>
              <a:t>路由器与早期的网桥相比有很多的变化和不同。网桥的局限性比较大，它只能够连通数据链路层相同或类似的网络，不能连接数据链路层之间有着较大差异的网络。但路由器打破了这个局限，能够连接任意的两种不同的网络，但是这两种网络必须使用相同的网络层协议。</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9267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C815FA78-4179-410E-A0B7-DFF00472F6CB}"/>
              </a:ext>
            </a:extLst>
          </p:cNvPr>
          <p:cNvSpPr>
            <a:spLocks noGrp="1" noRot="1" noChangeAspect="1" noChangeArrowheads="1" noTextEdit="1"/>
          </p:cNvSpPr>
          <p:nvPr>
            <p:ph type="sldImg"/>
          </p:nvPr>
        </p:nvSpPr>
        <p:spPr>
          <a:ln/>
        </p:spPr>
      </p:sp>
      <p:sp>
        <p:nvSpPr>
          <p:cNvPr id="69635" name="备注占位符 2">
            <a:extLst>
              <a:ext uri="{FF2B5EF4-FFF2-40B4-BE49-F238E27FC236}">
                <a16:creationId xmlns:a16="http://schemas.microsoft.com/office/drawing/2014/main" id="{E0CEC7DB-B8B0-4CAE-BE88-CD80DB5D9A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路由器提供了将异构网互联的机制，实现将一个数据包从一个网络发送到另一个网络。路由就是指导</a:t>
            </a:r>
            <a:r>
              <a:rPr lang="en-US" altLang="zh-CN"/>
              <a:t>IP </a:t>
            </a:r>
            <a:r>
              <a:rPr lang="zh-CN" altLang="en-US"/>
              <a:t>数据包发送的路径信息。</a:t>
            </a:r>
          </a:p>
        </p:txBody>
      </p:sp>
      <p:sp>
        <p:nvSpPr>
          <p:cNvPr id="69636" name="灯片编号占位符 3">
            <a:extLst>
              <a:ext uri="{FF2B5EF4-FFF2-40B4-BE49-F238E27FC236}">
                <a16:creationId xmlns:a16="http://schemas.microsoft.com/office/drawing/2014/main" id="{7987D264-D93E-4DD2-B4AE-81B2EDDC0C2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4FC4353-C502-416D-A085-7DFFB656452A}" type="slidenum">
              <a:rPr lang="zh-CN" altLang="en-US" sz="1200" b="0" smtClean="0">
                <a:latin typeface="Times New Roman" panose="02020603050405020304" pitchFamily="18" charset="0"/>
              </a:rPr>
              <a:pPr/>
              <a:t>32</a:t>
            </a:fld>
            <a:endParaRPr lang="zh-CN" altLang="en-US" sz="1200" b="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A729CE39-5BAF-44E4-963D-F0948A978234}"/>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05AC6D00-95C6-4D4D-9CF4-3B04966E5A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路由器转发数据包的关键是路由表。每个路由器中都保存着一张路由表，表中每条路由项都指明数据包到某子网或某主机应通过路由器的哪个物理端口发送，然后就可到达该路径的下一个路由器，或者不再经过别的路由器而传送到直接相连的网络中的目的主机。</a:t>
            </a:r>
          </a:p>
          <a:p>
            <a:endParaRPr lang="zh-CN" altLang="en-US"/>
          </a:p>
          <a:p>
            <a:r>
              <a:rPr lang="zh-CN" altLang="en-US"/>
              <a:t>路由表中包含了下列关键项：</a:t>
            </a:r>
          </a:p>
          <a:p>
            <a:pPr>
              <a:buFontTx/>
              <a:buChar char="•"/>
            </a:pPr>
            <a:r>
              <a:rPr lang="zh-CN" altLang="en-US"/>
              <a:t>目的地址（</a:t>
            </a:r>
            <a:r>
              <a:rPr lang="en-US" altLang="zh-CN"/>
              <a:t>Destination</a:t>
            </a:r>
            <a:r>
              <a:rPr lang="zh-CN" altLang="en-US"/>
              <a:t>）：用来标识</a:t>
            </a:r>
            <a:r>
              <a:rPr lang="en-US" altLang="zh-CN"/>
              <a:t>IP</a:t>
            </a:r>
            <a:r>
              <a:rPr lang="zh-CN" altLang="en-US"/>
              <a:t>包的目的地址或目的网络。</a:t>
            </a:r>
          </a:p>
          <a:p>
            <a:pPr>
              <a:buFontTx/>
              <a:buChar char="•"/>
            </a:pPr>
            <a:r>
              <a:rPr lang="zh-CN" altLang="en-US"/>
              <a:t>网络掩码（</a:t>
            </a:r>
            <a:r>
              <a:rPr lang="en-US" altLang="zh-CN"/>
              <a:t>Mask</a:t>
            </a:r>
            <a:r>
              <a:rPr lang="zh-CN" altLang="en-US"/>
              <a:t>）：与目的地址一起来标识目的主机或路由器所在的网段的地址。将目的地址和网络掩码“逻辑与”后可得到目的主机或路由器所在网段的地址。例如：目的地址为</a:t>
            </a:r>
            <a:r>
              <a:rPr lang="en-US" altLang="zh-CN"/>
              <a:t>8.0.0.0</a:t>
            </a:r>
            <a:r>
              <a:rPr lang="zh-CN" altLang="en-US"/>
              <a:t>，掩码为</a:t>
            </a:r>
            <a:r>
              <a:rPr lang="en-US" altLang="zh-CN"/>
              <a:t>255.0.0.0</a:t>
            </a:r>
            <a:r>
              <a:rPr lang="zh-CN" altLang="en-US"/>
              <a:t>的主机或路由器所在网段的地址为</a:t>
            </a:r>
            <a:r>
              <a:rPr lang="en-US" altLang="zh-CN"/>
              <a:t>8.0.0.0</a:t>
            </a:r>
            <a:r>
              <a:rPr lang="zh-CN" altLang="en-US"/>
              <a:t>。掩码由若干个连续“</a:t>
            </a:r>
            <a:r>
              <a:rPr lang="en-US" altLang="zh-CN"/>
              <a:t>1”</a:t>
            </a:r>
            <a:r>
              <a:rPr lang="zh-CN" altLang="en-US"/>
              <a:t>构成，既可以用点分十进制表示，也可以用掩码中连续“</a:t>
            </a:r>
            <a:r>
              <a:rPr lang="en-US" altLang="zh-CN"/>
              <a:t>1”</a:t>
            </a:r>
            <a:r>
              <a:rPr lang="zh-CN" altLang="en-US"/>
              <a:t>的个数来表示。</a:t>
            </a:r>
          </a:p>
          <a:p>
            <a:pPr>
              <a:buFontTx/>
              <a:buChar char="•"/>
            </a:pPr>
            <a:r>
              <a:rPr lang="zh-CN" altLang="en-US"/>
              <a:t>输出接口（</a:t>
            </a:r>
            <a:r>
              <a:rPr lang="en-US" altLang="zh-CN"/>
              <a:t>Interface</a:t>
            </a:r>
            <a:r>
              <a:rPr lang="zh-CN" altLang="en-US"/>
              <a:t>）：说明</a:t>
            </a:r>
            <a:r>
              <a:rPr lang="en-US" altLang="zh-CN"/>
              <a:t>IP</a:t>
            </a:r>
            <a:r>
              <a:rPr lang="zh-CN" altLang="en-US"/>
              <a:t>包将从该路由器哪个接口转发。</a:t>
            </a:r>
          </a:p>
          <a:p>
            <a:pPr>
              <a:buFontTx/>
              <a:buChar char="•"/>
            </a:pPr>
            <a:r>
              <a:rPr lang="zh-CN" altLang="en-US"/>
              <a:t>下一跳</a:t>
            </a:r>
            <a:r>
              <a:rPr lang="en-US" altLang="zh-CN"/>
              <a:t>IP</a:t>
            </a:r>
            <a:r>
              <a:rPr lang="zh-CN" altLang="en-US"/>
              <a:t>地址（</a:t>
            </a:r>
            <a:r>
              <a:rPr lang="en-US" altLang="zh-CN"/>
              <a:t>Nexthop</a:t>
            </a:r>
            <a:r>
              <a:rPr lang="zh-CN" altLang="en-US"/>
              <a:t>）：说明</a:t>
            </a:r>
            <a:r>
              <a:rPr lang="en-US" altLang="zh-CN"/>
              <a:t>IP</a:t>
            </a:r>
            <a:r>
              <a:rPr lang="zh-CN" altLang="en-US"/>
              <a:t>包所经由的下一个路由器的接口地址。</a:t>
            </a:r>
          </a:p>
          <a:p>
            <a:endParaRPr lang="en-US" altLang="zh-CN"/>
          </a:p>
          <a:p>
            <a:endParaRPr lang="zh-CN" altLang="en-US"/>
          </a:p>
        </p:txBody>
      </p:sp>
      <p:sp>
        <p:nvSpPr>
          <p:cNvPr id="71684" name="灯片编号占位符 3">
            <a:extLst>
              <a:ext uri="{FF2B5EF4-FFF2-40B4-BE49-F238E27FC236}">
                <a16:creationId xmlns:a16="http://schemas.microsoft.com/office/drawing/2014/main" id="{F113BEFA-5E6A-472E-9F9F-A3275A1BC92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8595C1D-BC85-41A3-8C61-819A4EACB512}" type="slidenum">
              <a:rPr lang="zh-CN" altLang="en-US" sz="1200" b="0" smtClean="0">
                <a:latin typeface="Times New Roman" panose="02020603050405020304" pitchFamily="18" charset="0"/>
              </a:rPr>
              <a:pPr/>
              <a:t>33</a:t>
            </a:fld>
            <a:endParaRPr lang="zh-CN" altLang="en-US" sz="1200" b="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415E4226-BB09-4D26-AE84-1D8365B51147}"/>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64FF68EC-8A82-46DE-B335-D3614B2E07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在路由表中有一个</a:t>
            </a:r>
            <a:r>
              <a:rPr lang="en-US" altLang="zh-CN"/>
              <a:t>Protocol</a:t>
            </a:r>
            <a:r>
              <a:rPr lang="zh-CN" altLang="en-US"/>
              <a:t>字段：指明了路由的来源，即路由是如何生成的。路由的来源主要有</a:t>
            </a:r>
            <a:r>
              <a:rPr lang="en-US" altLang="zh-CN"/>
              <a:t>3 </a:t>
            </a:r>
            <a:r>
              <a:rPr lang="zh-CN" altLang="en-US"/>
              <a:t>种：</a:t>
            </a:r>
          </a:p>
          <a:p>
            <a:pPr>
              <a:buFontTx/>
              <a:buChar char="•"/>
            </a:pPr>
            <a:endParaRPr lang="zh-CN" altLang="en-US"/>
          </a:p>
          <a:p>
            <a:pPr>
              <a:buFontTx/>
              <a:buChar char="•"/>
            </a:pPr>
            <a:r>
              <a:rPr lang="zh-CN" altLang="en-US"/>
              <a:t>链路层协议发现的路由（</a:t>
            </a:r>
            <a:r>
              <a:rPr lang="en-US" altLang="zh-CN"/>
              <a:t>Direct</a:t>
            </a:r>
            <a:r>
              <a:rPr lang="zh-CN" altLang="en-US"/>
              <a:t>） </a:t>
            </a:r>
          </a:p>
          <a:p>
            <a:r>
              <a:rPr lang="zh-CN" altLang="en-US"/>
              <a:t>开销小，配置简单，无需人工维护，只能发现本接口所属网段拓扑的路由。</a:t>
            </a:r>
          </a:p>
          <a:p>
            <a:pPr>
              <a:buFontTx/>
              <a:buChar char="•"/>
            </a:pPr>
            <a:endParaRPr lang="zh-CN" altLang="en-US"/>
          </a:p>
          <a:p>
            <a:pPr>
              <a:buFontTx/>
              <a:buChar char="•"/>
            </a:pPr>
            <a:r>
              <a:rPr lang="zh-CN" altLang="en-US"/>
              <a:t>手工配置的静态路由（</a:t>
            </a:r>
            <a:r>
              <a:rPr lang="en-US" altLang="zh-CN"/>
              <a:t>Static</a:t>
            </a:r>
            <a:r>
              <a:rPr lang="zh-CN" altLang="en-US"/>
              <a:t>）   </a:t>
            </a:r>
          </a:p>
          <a:p>
            <a:r>
              <a:rPr lang="zh-CN" altLang="en-US"/>
              <a:t>静态路由是一种特殊的路由，它由管理员手工配置而成。通过静态路由的配置可建立一个互通的网络，但这种配置问题在于：当一个网络故障发生后，静态路由不会自动修正，必须有管理员的介入。静态路由无开销，配置简单，适合简单拓扑结构的网络。</a:t>
            </a:r>
          </a:p>
          <a:p>
            <a:pPr>
              <a:buFontTx/>
              <a:buChar char="•"/>
            </a:pPr>
            <a:endParaRPr lang="zh-CN" altLang="en-US"/>
          </a:p>
          <a:p>
            <a:pPr>
              <a:buFontTx/>
              <a:buChar char="•"/>
            </a:pPr>
            <a:r>
              <a:rPr lang="zh-CN" altLang="en-US"/>
              <a:t>动态路由协议发现的路由（</a:t>
            </a:r>
            <a:r>
              <a:rPr lang="en-US" altLang="zh-CN"/>
              <a:t>RIP</a:t>
            </a:r>
            <a:r>
              <a:rPr lang="zh-CN" altLang="en-US"/>
              <a:t>、</a:t>
            </a:r>
            <a:r>
              <a:rPr lang="en-US" altLang="zh-CN"/>
              <a:t>OSPF     ……</a:t>
            </a:r>
            <a:r>
              <a:rPr lang="zh-CN" altLang="en-US"/>
              <a:t>）  </a:t>
            </a:r>
          </a:p>
          <a:p>
            <a:r>
              <a:rPr lang="zh-CN" altLang="en-US"/>
              <a:t>当网络拓扑结构十分复杂时，手工配置静态路由工作量大而且容易出现错误，这时就可用动态路由协议，让其自动发现和修改路由，无需人工维护，但动态路由协议开销大，配置复杂。 </a:t>
            </a:r>
          </a:p>
          <a:p>
            <a:endParaRPr lang="zh-CN" altLang="en-US"/>
          </a:p>
        </p:txBody>
      </p:sp>
      <p:sp>
        <p:nvSpPr>
          <p:cNvPr id="73732" name="灯片编号占位符 3">
            <a:extLst>
              <a:ext uri="{FF2B5EF4-FFF2-40B4-BE49-F238E27FC236}">
                <a16:creationId xmlns:a16="http://schemas.microsoft.com/office/drawing/2014/main" id="{002F7473-7F38-4825-B383-3829F179806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0D829A5-BBC8-485C-99FF-786D5B11C393}" type="slidenum">
              <a:rPr lang="zh-CN" altLang="en-US" sz="1200" b="0" smtClean="0">
                <a:latin typeface="Times New Roman" panose="02020603050405020304" pitchFamily="18" charset="0"/>
              </a:rPr>
              <a:pPr/>
              <a:t>34</a:t>
            </a:fld>
            <a:endParaRPr lang="zh-CN" altLang="en-US" sz="1200" b="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buClr>
                <a:srgbClr val="FF0000"/>
              </a:buClr>
              <a:buSzPct val="80000"/>
              <a:buFont typeface="Wingdings" panose="05000000000000000000" pitchFamily="2" charset="2"/>
              <a:buChar char="u"/>
              <a:defRPr/>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主要功能不同。</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三层交换机同时具备了数据交换和路由转发两种功能，但其主要功能还是数据交换；而路由器仅具有路由转发这一种主要功能。</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适用环境不同。</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三层交换机的路由功能通常比较简单，在局域网中的主要用途还是提供快速数据交换功能。路由器则更多体现在不同类型网络之间的互联上，如局域网与广域网之间的连接、不同协议的网络之间的连接等，可进行最佳路由选择、负荷分担、链路备份及和其他网络进行路由信息的交换等。</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性能体现不同。</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路由器一般由基于</a:t>
            </a:r>
            <a:r>
              <a:rPr lang="en-US" altLang="zh-CN" sz="1200" dirty="0">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软件</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路由引擎执行数据报交换，而三层交换机通过</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硬件</a:t>
            </a: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执行数据报交换。从整体性能上三层交换机的性能远优于路由器，适用于数据交换频繁的局域网中；路由器虽然路由功能非常强大，但它的数据报转发效率远低于三层交换机，更适合于数据交换不是很频繁的不同类型网络的互联，如局域网与互联网的互联。</a:t>
            </a:r>
            <a:endParaRPr lang="en-GB"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36</a:t>
            </a:fld>
            <a:endParaRPr lang="en-US" altLang="zh-CN"/>
          </a:p>
        </p:txBody>
      </p:sp>
    </p:spTree>
    <p:extLst>
      <p:ext uri="{BB962C8B-B14F-4D97-AF65-F5344CB8AC3E}">
        <p14:creationId xmlns:p14="http://schemas.microsoft.com/office/powerpoint/2010/main" val="2455674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a:extLst>
              <a:ext uri="{FF2B5EF4-FFF2-40B4-BE49-F238E27FC236}">
                <a16:creationId xmlns:a16="http://schemas.microsoft.com/office/drawing/2014/main" id="{95FDB859-2B05-4B8F-8CF3-FE5BC564DB91}"/>
              </a:ext>
            </a:extLst>
          </p:cNvPr>
          <p:cNvSpPr>
            <a:spLocks noGrp="1" noRot="1" noChangeAspect="1" noChangeArrowheads="1" noTextEdit="1"/>
          </p:cNvSpPr>
          <p:nvPr>
            <p:ph type="sldImg"/>
          </p:nvPr>
        </p:nvSpPr>
        <p:spPr>
          <a:ln/>
        </p:spPr>
      </p:sp>
      <p:sp>
        <p:nvSpPr>
          <p:cNvPr id="79875" name="备注占位符 2">
            <a:extLst>
              <a:ext uri="{FF2B5EF4-FFF2-40B4-BE49-F238E27FC236}">
                <a16:creationId xmlns:a16="http://schemas.microsoft.com/office/drawing/2014/main" id="{9565056F-E49F-4003-81B3-F6D1464F35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与交换机只是简单地传达信息不同，网关对收到的信息要重新打包，以适应目的系统的需求。</a:t>
            </a:r>
            <a:endParaRPr lang="en-US" altLang="zh-CN" sz="12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9876" name="灯片编号占位符 3">
            <a:extLst>
              <a:ext uri="{FF2B5EF4-FFF2-40B4-BE49-F238E27FC236}">
                <a16:creationId xmlns:a16="http://schemas.microsoft.com/office/drawing/2014/main" id="{97BDE964-2DD7-4E47-B990-6F0FE34D5CD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7724203-5F96-4F0C-9E58-D6C5A1FDDBE2}" type="slidenum">
              <a:rPr lang="zh-CN" altLang="en-US" sz="1200" b="0" smtClean="0">
                <a:latin typeface="Times New Roman" panose="02020603050405020304" pitchFamily="18" charset="0"/>
              </a:rPr>
              <a:pPr/>
              <a:t>38</a:t>
            </a:fld>
            <a:endParaRPr lang="zh-CN" altLang="en-US" sz="1200" b="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如果</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LAN1</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中的主机发现数据报的目的主机不在本地网络中，就把数据报转发给它自己的网关，再由网关转发给</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的网关再转发给其网络中的某个主机。</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39</a:t>
            </a:fld>
            <a:endParaRPr lang="en-US" altLang="zh-CN"/>
          </a:p>
        </p:txBody>
      </p:sp>
    </p:spTree>
    <p:extLst>
      <p:ext uri="{BB962C8B-B14F-4D97-AF65-F5344CB8AC3E}">
        <p14:creationId xmlns:p14="http://schemas.microsoft.com/office/powerpoint/2010/main" val="3836181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如果</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LAN1</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中的主机发现数据报的目的主机不在本地网络中，就把数据报转发给它自己的网关，再由网关转发给</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的网关再转发给其网络中的某个主机。</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40</a:t>
            </a:fld>
            <a:endParaRPr lang="en-US" altLang="zh-CN"/>
          </a:p>
        </p:txBody>
      </p:sp>
    </p:spTree>
    <p:extLst>
      <p:ext uri="{BB962C8B-B14F-4D97-AF65-F5344CB8AC3E}">
        <p14:creationId xmlns:p14="http://schemas.microsoft.com/office/powerpoint/2010/main" val="4006910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如果</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LAN1</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中的主机发现数据报的目的主机不在本地网络中，就把数据报转发给它自己的网关，再由网关转发给</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LAN2</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的网关再转发给其网络中的某个主机。</a:t>
            </a:r>
            <a:endParaRPr lang="zh-CN" altLang="en-US"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41</a:t>
            </a:fld>
            <a:endParaRPr lang="en-US" altLang="zh-CN"/>
          </a:p>
        </p:txBody>
      </p:sp>
    </p:spTree>
    <p:extLst>
      <p:ext uri="{BB962C8B-B14F-4D97-AF65-F5344CB8AC3E}">
        <p14:creationId xmlns:p14="http://schemas.microsoft.com/office/powerpoint/2010/main" val="20242546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5140451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D13EE5F1-5B99-4773-A0FE-CF5EA8C1178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C7476DD-3E54-494C-AE71-8134B46E1805}" type="slidenum">
              <a:rPr lang="en-US" altLang="zh-CN" sz="1200" b="0" smtClean="0">
                <a:latin typeface="Times New Roman" panose="02020603050405020304" pitchFamily="18" charset="0"/>
              </a:rPr>
              <a:pPr/>
              <a:t>44</a:t>
            </a:fld>
            <a:endParaRPr lang="en-US" altLang="zh-CN"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16C6058D-BCA5-431B-9BE1-D2468727E674}"/>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D653E9F8-E024-4DFF-AD67-DF1015A21F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传统以太网交换机在相邻两个结点之间转发数据时，采用的是基于源</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地址的学习方式，自动学习各个端口连接的主机</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地址形成并维护自己的转发表，然后依据此表进行以太网帧的转发。所有端口之间都可以互相访问，并且转发的过程是自动的，网络管理人员无法控制端口之间的转发，例如不让主机</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访问主机</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。这导致了过去的网络存在以下问题</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t>现代机构的局域网常常是配置为等级结构的，每个工作组</a:t>
            </a:r>
            <a:r>
              <a:rPr lang="en-US" altLang="zh-CN" dirty="0"/>
              <a:t>(</a:t>
            </a:r>
            <a:r>
              <a:rPr lang="zh-CN" altLang="en-US" dirty="0"/>
              <a:t>部门</a:t>
            </a:r>
            <a:r>
              <a:rPr lang="en-US" altLang="zh-CN" dirty="0"/>
              <a:t>)</a:t>
            </a:r>
            <a:r>
              <a:rPr lang="zh-CN" altLang="en-US" dirty="0"/>
              <a:t>有自己的交换局域网，经过一个交换机等级结构与其他工作组的交换局域网互联。虽然这样的配置在理想世界中能够很好地工作，但在现实世界常常不尽如人意。在图</a:t>
            </a:r>
            <a:r>
              <a:rPr lang="en-US" altLang="zh-CN" dirty="0"/>
              <a:t>6-15</a:t>
            </a:r>
            <a:r>
              <a:rPr lang="zh-CN" altLang="en-US" dirty="0"/>
              <a:t>中的配置中，能够发现</a:t>
            </a:r>
            <a:r>
              <a:rPr lang="en-US" altLang="zh-CN" dirty="0"/>
              <a:t>3</a:t>
            </a:r>
            <a:r>
              <a:rPr lang="zh-CN" altLang="en-US" dirty="0"/>
              <a:t>个缺点</a:t>
            </a:r>
            <a:r>
              <a:rPr lang="en-US" altLang="zh-CN" dirty="0"/>
              <a:t>:</a:t>
            </a:r>
            <a:br>
              <a:rPr lang="en-US" altLang="zh-CN" dirty="0"/>
            </a:br>
            <a:r>
              <a:rPr lang="zh-CN" altLang="en-US" dirty="0"/>
              <a:t>缺乏流量隔离。尽管该等级结构把组流量局域化到一个单一交换机中，但广播流量</a:t>
            </a:r>
            <a:r>
              <a:rPr lang="en-US" altLang="zh-CN" dirty="0"/>
              <a:t>(</a:t>
            </a:r>
            <a:r>
              <a:rPr lang="zh-CN" altLang="en-US" dirty="0"/>
              <a:t>例如携带</a:t>
            </a:r>
            <a:r>
              <a:rPr lang="en-US" altLang="zh-CN" dirty="0"/>
              <a:t>ARP</a:t>
            </a:r>
            <a:r>
              <a:rPr lang="zh-CN" altLang="en-US" dirty="0"/>
              <a:t>和</a:t>
            </a:r>
            <a:r>
              <a:rPr lang="en-US" altLang="zh-CN" dirty="0"/>
              <a:t>DHCP</a:t>
            </a:r>
            <a:r>
              <a:rPr lang="zh-CN" altLang="en-US" dirty="0"/>
              <a:t>报文或那些目的地还没有被自学习交换机学习到的帧</a:t>
            </a:r>
            <a:r>
              <a:rPr lang="en-US" altLang="zh-CN" dirty="0"/>
              <a:t>)</a:t>
            </a:r>
            <a:r>
              <a:rPr lang="zh-CN" altLang="en-US" dirty="0"/>
              <a:t>仍然必须跨越整个机构网络。限制这些广播流量的范围将改善局域网的性能。也许更为重要的是，为了安全</a:t>
            </a:r>
            <a:r>
              <a:rPr lang="en-US" altLang="zh-CN" dirty="0"/>
              <a:t>/</a:t>
            </a:r>
            <a:r>
              <a:rPr lang="zh-CN" altLang="en-US" dirty="0"/>
              <a:t>隐私的目的也可能希望限制局域网广播流量。例如，如果一个组包括公司的行政管理团队，另一个组包括运行着</a:t>
            </a:r>
            <a:r>
              <a:rPr lang="en-US" altLang="zh-CN" dirty="0"/>
              <a:t>Wireshark</a:t>
            </a:r>
            <a:r>
              <a:rPr lang="zh-CN" altLang="en-US" dirty="0"/>
              <a:t>分组嗅探器的心怀不满的雇员，网络管理员也许非常希望行政流量无法到达该雇员的主机。通过用路由器代替中心交换机，能够提供这种类型的隔离。</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br>
              <a:rPr lang="zh-CN" altLang="en-US" dirty="0"/>
            </a:br>
            <a:r>
              <a:rPr lang="zh-CN" altLang="en-US" dirty="0"/>
              <a:t>交换机的无效使用。如果该机构不止有</a:t>
            </a:r>
            <a:r>
              <a:rPr lang="en-US" altLang="zh-CN" dirty="0"/>
              <a:t>3</a:t>
            </a:r>
            <a:r>
              <a:rPr lang="zh-CN" altLang="en-US" dirty="0"/>
              <a:t>个组，而是有</a:t>
            </a:r>
            <a:r>
              <a:rPr lang="en-US" altLang="zh-CN" dirty="0"/>
              <a:t>10</a:t>
            </a:r>
            <a:r>
              <a:rPr lang="zh-CN" altLang="en-US" dirty="0"/>
              <a:t>个组，则将要求有</a:t>
            </a:r>
            <a:r>
              <a:rPr lang="en-US" altLang="zh-CN" dirty="0"/>
              <a:t>10</a:t>
            </a:r>
            <a:r>
              <a:rPr lang="zh-CN" altLang="en-US" dirty="0"/>
              <a:t>个第一级交换机。如果每个组都较小，比如说少于</a:t>
            </a:r>
            <a:r>
              <a:rPr lang="en-US" altLang="zh-CN" dirty="0"/>
              <a:t>10</a:t>
            </a:r>
            <a:r>
              <a:rPr lang="zh-CN" altLang="en-US" dirty="0"/>
              <a:t>个人，则单台</a:t>
            </a:r>
            <a:r>
              <a:rPr lang="en-US" altLang="zh-CN" dirty="0"/>
              <a:t>96</a:t>
            </a:r>
            <a:r>
              <a:rPr lang="zh-CN" altLang="en-US" dirty="0"/>
              <a:t>端口的交换机将足以容纳每个人，但这台单一的交换机将不能提供流量隔离。</a:t>
            </a:r>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br>
              <a:rPr lang="zh-CN" altLang="en-US" dirty="0"/>
            </a:br>
            <a:r>
              <a:rPr lang="zh-CN" altLang="en-US" dirty="0"/>
              <a:t>管理用户。如果一个雇员在不同组间移动，必须改变物理布线，以将该雇员连接到图</a:t>
            </a:r>
            <a:r>
              <a:rPr lang="en-US" altLang="zh-CN" dirty="0"/>
              <a:t>6-15 </a:t>
            </a:r>
            <a:r>
              <a:rPr lang="zh-CN" altLang="en-US" dirty="0"/>
              <a:t>中的不同的交换机上。属于两个组的雇员将使问题更为困难。</a:t>
            </a:r>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799C9202-59C4-4073-9562-966E04BBFF04}"/>
              </a:ext>
            </a:extLst>
          </p:cNvPr>
          <p:cNvSpPr>
            <a:spLocks noGrp="1" noRot="1" noChangeAspect="1" noChangeArrowheads="1" noTextEdit="1"/>
          </p:cNvSpPr>
          <p:nvPr>
            <p:ph type="sldImg"/>
          </p:nvPr>
        </p:nvSpPr>
        <p:spPr>
          <a:ln/>
        </p:spPr>
      </p:sp>
      <p:sp>
        <p:nvSpPr>
          <p:cNvPr id="95235" name="备注占位符 2">
            <a:extLst>
              <a:ext uri="{FF2B5EF4-FFF2-40B4-BE49-F238E27FC236}">
                <a16:creationId xmlns:a16="http://schemas.microsoft.com/office/drawing/2014/main" id="{227DE1C9-6EC2-4778-AC70-CDA021E6B0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灯片编号占位符 3">
            <a:extLst>
              <a:ext uri="{FF2B5EF4-FFF2-40B4-BE49-F238E27FC236}">
                <a16:creationId xmlns:a16="http://schemas.microsoft.com/office/drawing/2014/main" id="{A8407DD2-1BC1-4998-9904-190BE536EE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7D5D03C-3C9A-4ACB-ACD3-FAEAE7EF530C}" type="slidenum">
              <a:rPr lang="en-US" altLang="zh-CN" sz="1200" b="0" smtClean="0">
                <a:latin typeface="Times New Roman" panose="02020603050405020304" pitchFamily="18" charset="0"/>
              </a:rPr>
              <a:pPr/>
              <a:t>45</a:t>
            </a:fld>
            <a:endParaRPr lang="en-US" altLang="zh-CN" sz="1200" b="0">
              <a:latin typeface="Times New Roman" panose="02020603050405020304" pitchFamily="18" charset="0"/>
            </a:endParaRPr>
          </a:p>
        </p:txBody>
      </p:sp>
    </p:spTree>
    <p:extLst>
      <p:ext uri="{BB962C8B-B14F-4D97-AF65-F5344CB8AC3E}">
        <p14:creationId xmlns:p14="http://schemas.microsoft.com/office/powerpoint/2010/main" val="31717675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a:extLst>
              <a:ext uri="{FF2B5EF4-FFF2-40B4-BE49-F238E27FC236}">
                <a16:creationId xmlns:a16="http://schemas.microsoft.com/office/drawing/2014/main" id="{799C9202-59C4-4073-9562-966E04BBFF04}"/>
              </a:ext>
            </a:extLst>
          </p:cNvPr>
          <p:cNvSpPr>
            <a:spLocks noGrp="1" noRot="1" noChangeAspect="1" noChangeArrowheads="1" noTextEdit="1"/>
          </p:cNvSpPr>
          <p:nvPr>
            <p:ph type="sldImg"/>
          </p:nvPr>
        </p:nvSpPr>
        <p:spPr>
          <a:ln/>
        </p:spPr>
      </p:sp>
      <p:sp>
        <p:nvSpPr>
          <p:cNvPr id="95235" name="备注占位符 2">
            <a:extLst>
              <a:ext uri="{FF2B5EF4-FFF2-40B4-BE49-F238E27FC236}">
                <a16:creationId xmlns:a16="http://schemas.microsoft.com/office/drawing/2014/main" id="{227DE1C9-6EC2-4778-AC70-CDA021E6B0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灯片编号占位符 3">
            <a:extLst>
              <a:ext uri="{FF2B5EF4-FFF2-40B4-BE49-F238E27FC236}">
                <a16:creationId xmlns:a16="http://schemas.microsoft.com/office/drawing/2014/main" id="{A8407DD2-1BC1-4998-9904-190BE536EEF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7D5D03C-3C9A-4ACB-ACD3-FAEAE7EF530C}" type="slidenum">
              <a:rPr lang="en-US" altLang="zh-CN" sz="1200" b="0" smtClean="0">
                <a:latin typeface="Times New Roman" panose="02020603050405020304" pitchFamily="18" charset="0"/>
              </a:rPr>
              <a:pPr/>
              <a:t>46</a:t>
            </a:fld>
            <a:endParaRPr lang="en-US" altLang="zh-CN" sz="1200" b="0">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8F14B4D9-D86E-4147-9895-CDE2B04E16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CD31A45-28F5-4F2D-A697-274C971C20D9}" type="slidenum">
              <a:rPr lang="en-US" altLang="zh-CN" sz="1200" b="0" smtClean="0">
                <a:latin typeface="Times New Roman" panose="02020603050405020304" pitchFamily="18" charset="0"/>
              </a:rPr>
              <a:pPr/>
              <a:t>47</a:t>
            </a:fld>
            <a:endParaRPr lang="en-US" altLang="zh-CN" sz="1200" b="0">
              <a:latin typeface="Times New Roman" panose="02020603050405020304" pitchFamily="18" charset="0"/>
            </a:endParaRPr>
          </a:p>
        </p:txBody>
      </p:sp>
      <p:sp>
        <p:nvSpPr>
          <p:cNvPr id="103427" name="Rectangle 2">
            <a:extLst>
              <a:ext uri="{FF2B5EF4-FFF2-40B4-BE49-F238E27FC236}">
                <a16:creationId xmlns:a16="http://schemas.microsoft.com/office/drawing/2014/main" id="{C4A722F4-C213-4475-9A3B-13115EFC6352}"/>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AA949EB-93DD-41B8-A22D-4C4663600310}"/>
              </a:ext>
            </a:extLst>
          </p:cNvPr>
          <p:cNvSpPr>
            <a:spLocks noGrp="1" noChangeArrowheads="1"/>
          </p:cNvSpPr>
          <p:nvPr>
            <p:ph type="body" idx="1"/>
          </p:nvPr>
        </p:nvSpPr>
        <p:spPr>
          <a:xfrm>
            <a:off x="990600" y="4267200"/>
            <a:ext cx="4648200" cy="419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8519B82D-5177-4A43-9A3D-7A698494DD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71E795C-55B1-424B-B8ED-9D905FFB58D5}" type="slidenum">
              <a:rPr lang="en-US" altLang="zh-CN" sz="1200" b="0" smtClean="0">
                <a:latin typeface="Times New Roman" panose="02020603050405020304" pitchFamily="18" charset="0"/>
              </a:rPr>
              <a:pPr/>
              <a:t>48</a:t>
            </a:fld>
            <a:endParaRPr lang="en-US" altLang="zh-CN" sz="1200" b="0">
              <a:latin typeface="Times New Roman" panose="02020603050405020304" pitchFamily="18" charset="0"/>
            </a:endParaRPr>
          </a:p>
        </p:txBody>
      </p:sp>
      <p:sp>
        <p:nvSpPr>
          <p:cNvPr id="111619" name="Rectangle 2">
            <a:extLst>
              <a:ext uri="{FF2B5EF4-FFF2-40B4-BE49-F238E27FC236}">
                <a16:creationId xmlns:a16="http://schemas.microsoft.com/office/drawing/2014/main" id="{62DDF75F-0F2F-4A35-82FF-C25CE749CC89}"/>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87275AB4-FBDC-4D26-9EC4-2E8FB92BA1A1}"/>
              </a:ext>
            </a:extLst>
          </p:cNvPr>
          <p:cNvSpPr>
            <a:spLocks noGrp="1" noChangeArrowheads="1"/>
          </p:cNvSpPr>
          <p:nvPr>
            <p:ph type="body" idx="1"/>
          </p:nvPr>
        </p:nvSpPr>
        <p:spPr>
          <a:xfrm>
            <a:off x="990600" y="4267200"/>
            <a:ext cx="4648200" cy="4191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a:extLst>
              <a:ext uri="{FF2B5EF4-FFF2-40B4-BE49-F238E27FC236}">
                <a16:creationId xmlns:a16="http://schemas.microsoft.com/office/drawing/2014/main" id="{0CD129E3-5CD3-4A53-A3DC-3FC43F9A573E}"/>
              </a:ext>
            </a:extLst>
          </p:cNvPr>
          <p:cNvSpPr>
            <a:spLocks noGrp="1" noRot="1" noChangeAspect="1" noChangeArrowheads="1" noTextEdit="1"/>
          </p:cNvSpPr>
          <p:nvPr>
            <p:ph type="sldImg"/>
          </p:nvPr>
        </p:nvSpPr>
        <p:spPr>
          <a:ln/>
        </p:spPr>
      </p:sp>
      <p:sp>
        <p:nvSpPr>
          <p:cNvPr id="115715" name="备注占位符 2">
            <a:extLst>
              <a:ext uri="{FF2B5EF4-FFF2-40B4-BE49-F238E27FC236}">
                <a16:creationId xmlns:a16="http://schemas.microsoft.com/office/drawing/2014/main" id="{70C5358C-7733-4BA2-A0F7-483FF59394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cs typeface="Times New Roman" panose="02020603050405020304" pitchFamily="18" charset="0"/>
              </a:rPr>
              <a:t>交换机内部处理的数据帧一律都是</a:t>
            </a:r>
            <a:r>
              <a:rPr lang="en-US" altLang="zh-CN" dirty="0">
                <a:cs typeface="Times New Roman" panose="02020603050405020304" pitchFamily="18" charset="0"/>
              </a:rPr>
              <a:t>Tagged</a:t>
            </a:r>
            <a:r>
              <a:rPr lang="zh-CN" altLang="en-US" dirty="0">
                <a:cs typeface="Times New Roman" panose="02020603050405020304" pitchFamily="18" charset="0"/>
              </a:rPr>
              <a:t>帧。从用户终端接收无标记帧后，交换机会为无标记帧添加</a:t>
            </a:r>
            <a:r>
              <a:rPr lang="en-US" altLang="zh-CN" dirty="0">
                <a:cs typeface="Times New Roman" panose="02020603050405020304" pitchFamily="18" charset="0"/>
              </a:rPr>
              <a:t>VLAN</a:t>
            </a:r>
            <a:r>
              <a:rPr lang="zh-CN" altLang="en-US" dirty="0">
                <a:cs typeface="Times New Roman" panose="02020603050405020304" pitchFamily="18" charset="0"/>
              </a:rPr>
              <a:t>标签，重新计算帧校验序列</a:t>
            </a:r>
            <a:r>
              <a:rPr lang="en-US" altLang="zh-CN" dirty="0">
                <a:cs typeface="Times New Roman" panose="02020603050405020304" pitchFamily="18" charset="0"/>
              </a:rPr>
              <a:t>(FCS)</a:t>
            </a:r>
            <a:r>
              <a:rPr lang="zh-CN" altLang="en-US" dirty="0">
                <a:cs typeface="Times New Roman" panose="02020603050405020304" pitchFamily="18" charset="0"/>
              </a:rPr>
              <a:t>，然后通过干道链路发送帧</a:t>
            </a:r>
            <a:r>
              <a:rPr lang="en-US" altLang="zh-CN" dirty="0">
                <a:cs typeface="Times New Roman" panose="02020603050405020304" pitchFamily="18" charset="0"/>
              </a:rPr>
              <a:t>;</a:t>
            </a:r>
            <a:r>
              <a:rPr lang="zh-CN" altLang="en-US" dirty="0">
                <a:cs typeface="Times New Roman" panose="02020603050405020304" pitchFamily="18" charset="0"/>
              </a:rPr>
              <a:t>向用户终端发送帧前，交换机会去除</a:t>
            </a:r>
            <a:r>
              <a:rPr lang="en-US" altLang="zh-CN" dirty="0">
                <a:cs typeface="Times New Roman" panose="02020603050405020304" pitchFamily="18" charset="0"/>
              </a:rPr>
              <a:t>VLAN</a:t>
            </a:r>
            <a:r>
              <a:rPr lang="zh-CN" altLang="en-US" dirty="0">
                <a:cs typeface="Times New Roman" panose="02020603050405020304" pitchFamily="18" charset="0"/>
              </a:rPr>
              <a:t>标签，并通过接入链路向终端发送无标记帧。</a:t>
            </a:r>
          </a:p>
          <a:p>
            <a:endParaRPr lang="zh-CN" altLang="en-US" dirty="0">
              <a:cs typeface="Times New Roman" panose="02020603050405020304" pitchFamily="18" charset="0"/>
            </a:endParaRPr>
          </a:p>
        </p:txBody>
      </p:sp>
      <p:sp>
        <p:nvSpPr>
          <p:cNvPr id="115716" name="灯片编号占位符 3">
            <a:extLst>
              <a:ext uri="{FF2B5EF4-FFF2-40B4-BE49-F238E27FC236}">
                <a16:creationId xmlns:a16="http://schemas.microsoft.com/office/drawing/2014/main" id="{8C231C37-9A30-401B-91A8-979FE5AC78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09C29E1-BFC1-4621-B619-4926711371B4}" type="slidenum">
              <a:rPr lang="en-US" altLang="zh-CN" sz="1200" b="0" smtClean="0">
                <a:latin typeface="Times New Roman" panose="02020603050405020304" pitchFamily="18" charset="0"/>
              </a:rPr>
              <a:pPr/>
              <a:t>49</a:t>
            </a:fld>
            <a:endParaRPr lang="en-US" altLang="zh-CN" sz="1200" b="0">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a:extLst>
              <a:ext uri="{FF2B5EF4-FFF2-40B4-BE49-F238E27FC236}">
                <a16:creationId xmlns:a16="http://schemas.microsoft.com/office/drawing/2014/main" id="{0CD129E3-5CD3-4A53-A3DC-3FC43F9A573E}"/>
              </a:ext>
            </a:extLst>
          </p:cNvPr>
          <p:cNvSpPr>
            <a:spLocks noGrp="1" noRot="1" noChangeAspect="1" noChangeArrowheads="1" noTextEdit="1"/>
          </p:cNvSpPr>
          <p:nvPr>
            <p:ph type="sldImg"/>
          </p:nvPr>
        </p:nvSpPr>
        <p:spPr>
          <a:ln/>
        </p:spPr>
      </p:sp>
      <p:sp>
        <p:nvSpPr>
          <p:cNvPr id="115715" name="备注占位符 2">
            <a:extLst>
              <a:ext uri="{FF2B5EF4-FFF2-40B4-BE49-F238E27FC236}">
                <a16:creationId xmlns:a16="http://schemas.microsoft.com/office/drawing/2014/main" id="{70C5358C-7733-4BA2-A0F7-483FF59394E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cs typeface="Times New Roman" panose="02020603050405020304" pitchFamily="18" charset="0"/>
              </a:rPr>
              <a:t>交换机内部处理的数据帧一律都是</a:t>
            </a:r>
            <a:r>
              <a:rPr lang="en-US" altLang="zh-CN" dirty="0">
                <a:cs typeface="Times New Roman" panose="02020603050405020304" pitchFamily="18" charset="0"/>
              </a:rPr>
              <a:t>Tagged</a:t>
            </a:r>
            <a:r>
              <a:rPr lang="zh-CN" altLang="en-US" dirty="0">
                <a:cs typeface="Times New Roman" panose="02020603050405020304" pitchFamily="18" charset="0"/>
              </a:rPr>
              <a:t>帧。从用户终端接收无标记帧后，交换机会为无标记帧添加</a:t>
            </a:r>
            <a:r>
              <a:rPr lang="en-US" altLang="zh-CN" dirty="0">
                <a:cs typeface="Times New Roman" panose="02020603050405020304" pitchFamily="18" charset="0"/>
              </a:rPr>
              <a:t>VLAN</a:t>
            </a:r>
            <a:r>
              <a:rPr lang="zh-CN" altLang="en-US" dirty="0">
                <a:cs typeface="Times New Roman" panose="02020603050405020304" pitchFamily="18" charset="0"/>
              </a:rPr>
              <a:t>标签，重新计算帧校验序列</a:t>
            </a:r>
            <a:r>
              <a:rPr lang="en-US" altLang="zh-CN" dirty="0">
                <a:cs typeface="Times New Roman" panose="02020603050405020304" pitchFamily="18" charset="0"/>
              </a:rPr>
              <a:t>(FCS)</a:t>
            </a:r>
            <a:r>
              <a:rPr lang="zh-CN" altLang="en-US" dirty="0">
                <a:cs typeface="Times New Roman" panose="02020603050405020304" pitchFamily="18" charset="0"/>
              </a:rPr>
              <a:t>，然后通过干道链路发送帧</a:t>
            </a:r>
            <a:r>
              <a:rPr lang="en-US" altLang="zh-CN" dirty="0">
                <a:cs typeface="Times New Roman" panose="02020603050405020304" pitchFamily="18" charset="0"/>
              </a:rPr>
              <a:t>;</a:t>
            </a:r>
            <a:r>
              <a:rPr lang="zh-CN" altLang="en-US" dirty="0">
                <a:cs typeface="Times New Roman" panose="02020603050405020304" pitchFamily="18" charset="0"/>
              </a:rPr>
              <a:t>向用户终端发送帧前，交换机会去除</a:t>
            </a:r>
            <a:r>
              <a:rPr lang="en-US" altLang="zh-CN" dirty="0">
                <a:cs typeface="Times New Roman" panose="02020603050405020304" pitchFamily="18" charset="0"/>
              </a:rPr>
              <a:t>VLAN</a:t>
            </a:r>
            <a:r>
              <a:rPr lang="zh-CN" altLang="en-US" dirty="0">
                <a:cs typeface="Times New Roman" panose="02020603050405020304" pitchFamily="18" charset="0"/>
              </a:rPr>
              <a:t>标签，并通过接入链路向终端发送无标记帧。</a:t>
            </a:r>
            <a:endParaRPr lang="en-US" altLang="zh-CN" dirty="0">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对于一个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Tagged 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帧，交换机能通过</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Tag</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中</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VID</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字段的值来判断它属于哪个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。对于</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Untagged 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帧，交换机需要根据某个原则（如帧是从哪个端口进入交换机的 ）来判定或划分它属于哪个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dirty="0">
              <a:cs typeface="Times New Roman" panose="02020603050405020304" pitchFamily="18" charset="0"/>
            </a:endParaRPr>
          </a:p>
          <a:p>
            <a:pPr marL="285750" indent="-285750" algn="just">
              <a:lnSpc>
                <a:spcPct val="15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交换网中，把交换机与终端直接相连的链路称为</a:t>
            </a:r>
            <a:r>
              <a:rPr lang="zh-CN" altLang="en-US" sz="1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接入链路</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Access Link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），把接入链路上交换机一侧的端口称为</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端口。交换机之间直接相连的链路称为</a:t>
            </a:r>
            <a:r>
              <a:rPr lang="zh-CN" altLang="en-US" sz="12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干道链路</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Trunk Link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），把</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链路两侧的端口称为</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端口。</a:t>
            </a:r>
            <a:endParaRPr lang="en-US" altLang="zh-CN" sz="12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链路上传输的帧，只能是</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Untagged</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帧，并且这个帧只属于某个特定的</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。一个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端口只能属于某个特定的 </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，并且只能让属于这个特定</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的帧通过。</a:t>
            </a:r>
          </a:p>
          <a:p>
            <a:pPr marL="285750" indent="-285750" algn="just">
              <a:lnSpc>
                <a:spcPct val="150000"/>
              </a:lnSpc>
              <a:buClr>
                <a:srgbClr val="FF0000"/>
              </a:buClr>
              <a:buSzPct val="80000"/>
              <a:buFont typeface="Wingdings" panose="05000000000000000000" pitchFamily="2" charset="2"/>
              <a:buChar char="u"/>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链路上传输的帧，只能是</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Tagged</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帧，并且这个帧可以属于不同的</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。一个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端口可以同时属于多个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，并且可以让属于不同</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的帧通过。</a:t>
            </a:r>
            <a:endParaRPr lang="en-US" altLang="zh-CN" sz="1200" b="0" dirty="0">
              <a:latin typeface="微软雅黑" panose="020B0503020204020204" pitchFamily="34" charset="-122"/>
              <a:ea typeface="微软雅黑" panose="020B0503020204020204" pitchFamily="34" charset="-122"/>
              <a:cs typeface="Times New Roman" panose="02020603050405020304" pitchFamily="18" charset="0"/>
            </a:endParaRPr>
          </a:p>
          <a:p>
            <a:endParaRPr lang="zh-CN" altLang="en-US" dirty="0">
              <a:cs typeface="Times New Roman" panose="02020603050405020304" pitchFamily="18" charset="0"/>
            </a:endParaRPr>
          </a:p>
        </p:txBody>
      </p:sp>
      <p:sp>
        <p:nvSpPr>
          <p:cNvPr id="115716" name="灯片编号占位符 3">
            <a:extLst>
              <a:ext uri="{FF2B5EF4-FFF2-40B4-BE49-F238E27FC236}">
                <a16:creationId xmlns:a16="http://schemas.microsoft.com/office/drawing/2014/main" id="{8C231C37-9A30-401B-91A8-979FE5AC78C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09C29E1-BFC1-4621-B619-4926711371B4}" type="slidenum">
              <a:rPr lang="en-US" altLang="zh-CN" sz="1200" b="0" smtClean="0">
                <a:latin typeface="Times New Roman" panose="02020603050405020304" pitchFamily="18" charset="0"/>
              </a:rPr>
              <a:pPr/>
              <a:t>50</a:t>
            </a:fld>
            <a:endParaRPr lang="en-US" altLang="zh-CN" sz="1200" b="0">
              <a:latin typeface="Times New Roman" panose="02020603050405020304" pitchFamily="18" charset="0"/>
            </a:endParaRPr>
          </a:p>
        </p:txBody>
      </p:sp>
    </p:spTree>
    <p:extLst>
      <p:ext uri="{BB962C8B-B14F-4D97-AF65-F5344CB8AC3E}">
        <p14:creationId xmlns:p14="http://schemas.microsoft.com/office/powerpoint/2010/main" val="27284805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a:extLst>
              <a:ext uri="{FF2B5EF4-FFF2-40B4-BE49-F238E27FC236}">
                <a16:creationId xmlns:a16="http://schemas.microsoft.com/office/drawing/2014/main" id="{B2B70774-A30E-4456-96E4-C9CB729DB5B1}"/>
              </a:ext>
            </a:extLst>
          </p:cNvPr>
          <p:cNvSpPr>
            <a:spLocks noGrp="1" noRot="1" noChangeAspect="1" noChangeArrowheads="1" noTextEdit="1"/>
          </p:cNvSpPr>
          <p:nvPr>
            <p:ph type="sldImg"/>
          </p:nvPr>
        </p:nvSpPr>
        <p:spPr>
          <a:ln/>
        </p:spPr>
      </p:sp>
      <p:sp>
        <p:nvSpPr>
          <p:cNvPr id="113667" name="备注占位符 2">
            <a:extLst>
              <a:ext uri="{FF2B5EF4-FFF2-40B4-BE49-F238E27FC236}">
                <a16:creationId xmlns:a16="http://schemas.microsoft.com/office/drawing/2014/main" id="{1852AC03-2F2C-4443-A685-065EB115523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IEEE 802.1Q</a:t>
            </a:r>
            <a:r>
              <a:rPr lang="zh-CN" altLang="en-US"/>
              <a:t>定义了基于端口的</a:t>
            </a:r>
            <a:r>
              <a:rPr lang="en-US" altLang="zh-CN"/>
              <a:t>VLAN</a:t>
            </a:r>
            <a:r>
              <a:rPr lang="zh-CN" altLang="en-US"/>
              <a:t>模型。</a:t>
            </a:r>
          </a:p>
        </p:txBody>
      </p:sp>
      <p:sp>
        <p:nvSpPr>
          <p:cNvPr id="113668" name="灯片编号占位符 3">
            <a:extLst>
              <a:ext uri="{FF2B5EF4-FFF2-40B4-BE49-F238E27FC236}">
                <a16:creationId xmlns:a16="http://schemas.microsoft.com/office/drawing/2014/main" id="{01B95C6D-6EAB-40C4-9057-C62CEBA1671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4143362-AC8C-4A30-894E-363FAF68CB33}" type="slidenum">
              <a:rPr lang="zh-CN" altLang="en-US" sz="1200" b="0" smtClean="0">
                <a:latin typeface="Times New Roman" panose="02020603050405020304" pitchFamily="18" charset="0"/>
              </a:rPr>
              <a:pPr/>
              <a:t>51</a:t>
            </a:fld>
            <a:endParaRPr lang="en-US" altLang="zh-CN" sz="1200" b="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a:extLst>
              <a:ext uri="{FF2B5EF4-FFF2-40B4-BE49-F238E27FC236}">
                <a16:creationId xmlns:a16="http://schemas.microsoft.com/office/drawing/2014/main" id="{B992999F-733F-40CC-B51A-B672EC91572E}"/>
              </a:ext>
            </a:extLst>
          </p:cNvPr>
          <p:cNvSpPr>
            <a:spLocks noGrp="1" noRot="1" noChangeAspect="1" noChangeArrowheads="1" noTextEdit="1"/>
          </p:cNvSpPr>
          <p:nvPr>
            <p:ph type="sldImg"/>
          </p:nvPr>
        </p:nvSpPr>
        <p:spPr>
          <a:ln/>
        </p:spPr>
      </p:sp>
      <p:sp>
        <p:nvSpPr>
          <p:cNvPr id="129027" name="备注占位符 2">
            <a:extLst>
              <a:ext uri="{FF2B5EF4-FFF2-40B4-BE49-F238E27FC236}">
                <a16:creationId xmlns:a16="http://schemas.microsoft.com/office/drawing/2014/main" id="{A32A018F-2464-46E8-8D50-54B5C770EAD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9028" name="灯片编号占位符 3">
            <a:extLst>
              <a:ext uri="{FF2B5EF4-FFF2-40B4-BE49-F238E27FC236}">
                <a16:creationId xmlns:a16="http://schemas.microsoft.com/office/drawing/2014/main" id="{D5D67A19-B1D0-4808-97F5-2940A6E2FBC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034F6DC-864D-42EE-90ED-038733AA4869}" type="slidenum">
              <a:rPr lang="en-US" altLang="zh-CN" sz="1200" b="0" smtClean="0">
                <a:latin typeface="Times New Roman" panose="02020603050405020304" pitchFamily="18" charset="0"/>
              </a:rPr>
              <a:pPr/>
              <a:t>53</a:t>
            </a:fld>
            <a:endParaRPr lang="en-US" altLang="zh-CN" sz="1200" b="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zh-CN" altLang="en-US" sz="1200" b="1" i="0" kern="1200" dirty="0">
                <a:solidFill>
                  <a:schemeClr val="tx1"/>
                </a:solidFill>
                <a:effectLst/>
                <a:latin typeface="Times New Roman" pitchFamily="18" charset="0"/>
                <a:ea typeface="+mn-ea"/>
                <a:cs typeface="+mn-cs"/>
              </a:rPr>
              <a:t>二层交换机（</a:t>
            </a:r>
            <a:r>
              <a:rPr lang="en-US" altLang="zh-CN" sz="1200" b="1" i="0" kern="1200" dirty="0">
                <a:solidFill>
                  <a:schemeClr val="tx1"/>
                </a:solidFill>
                <a:effectLst/>
                <a:latin typeface="Times New Roman" pitchFamily="18" charset="0"/>
                <a:ea typeface="+mn-ea"/>
                <a:cs typeface="+mn-cs"/>
              </a:rPr>
              <a:t>Layer 2 Switch</a:t>
            </a:r>
            <a:r>
              <a:rPr lang="zh-CN" altLang="en-US" sz="1200" b="1" i="0" kern="1200" dirty="0">
                <a:solidFill>
                  <a:schemeClr val="tx1"/>
                </a:solidFill>
                <a:effectLst/>
                <a:latin typeface="Times New Roman" pitchFamily="18" charset="0"/>
                <a:ea typeface="+mn-ea"/>
                <a:cs typeface="+mn-cs"/>
              </a:rPr>
              <a:t>）</a:t>
            </a:r>
            <a:endParaRPr lang="zh-CN" altLang="en-US" sz="1200" b="0" i="0" kern="1200" dirty="0">
              <a:solidFill>
                <a:schemeClr val="tx1"/>
              </a:solidFill>
              <a:effectLst/>
              <a:latin typeface="Times New Roman" pitchFamily="18" charset="0"/>
              <a:ea typeface="+mn-ea"/>
              <a:cs typeface="+mn-cs"/>
            </a:endParaRPr>
          </a:p>
          <a:p>
            <a:pPr lvl="1" fontAlgn="base"/>
            <a:r>
              <a:rPr lang="zh-CN" altLang="en-US" sz="1200" b="1" i="0" kern="1200" dirty="0">
                <a:solidFill>
                  <a:schemeClr val="tx1"/>
                </a:solidFill>
                <a:effectLst/>
                <a:latin typeface="Times New Roman" pitchFamily="18" charset="0"/>
                <a:ea typeface="+mn-ea"/>
                <a:cs typeface="+mn-cs"/>
              </a:rPr>
              <a:t>普通端口</a:t>
            </a:r>
            <a:r>
              <a:rPr lang="zh-CN" altLang="en-US" sz="1200" b="0" i="0" kern="1200" dirty="0">
                <a:solidFill>
                  <a:schemeClr val="tx1"/>
                </a:solidFill>
                <a:effectLst/>
                <a:latin typeface="Times New Roman" pitchFamily="18" charset="0"/>
                <a:ea typeface="+mn-ea"/>
                <a:cs typeface="+mn-cs"/>
              </a:rPr>
              <a:t>：二层交换机的主要功能是基于</a:t>
            </a:r>
            <a:r>
              <a:rPr lang="en-US" altLang="zh-CN" sz="1200" b="0" i="0" kern="1200" dirty="0">
                <a:solidFill>
                  <a:schemeClr val="tx1"/>
                </a:solidFill>
                <a:effectLst/>
                <a:latin typeface="Times New Roman" pitchFamily="18" charset="0"/>
                <a:ea typeface="+mn-ea"/>
                <a:cs typeface="+mn-cs"/>
              </a:rPr>
              <a:t>MAC</a:t>
            </a:r>
            <a:r>
              <a:rPr lang="zh-CN" altLang="en-US" sz="1200" b="0" i="0" kern="1200" dirty="0">
                <a:solidFill>
                  <a:schemeClr val="tx1"/>
                </a:solidFill>
                <a:effectLst/>
                <a:latin typeface="Times New Roman" pitchFamily="18" charset="0"/>
                <a:ea typeface="+mn-ea"/>
                <a:cs typeface="+mn-cs"/>
              </a:rPr>
              <a:t>地址进行数据帧的转发，其普通端口（如接入端口或</a:t>
            </a:r>
            <a:r>
              <a:rPr lang="en-US" altLang="zh-CN" sz="1200" b="0" i="0" kern="1200" dirty="0">
                <a:solidFill>
                  <a:schemeClr val="tx1"/>
                </a:solidFill>
                <a:effectLst/>
                <a:latin typeface="Times New Roman" pitchFamily="18" charset="0"/>
                <a:ea typeface="+mn-ea"/>
                <a:cs typeface="+mn-cs"/>
              </a:rPr>
              <a:t>Trunk</a:t>
            </a:r>
            <a:r>
              <a:rPr lang="zh-CN" altLang="en-US" sz="1200" b="0" i="0" kern="1200" dirty="0">
                <a:solidFill>
                  <a:schemeClr val="tx1"/>
                </a:solidFill>
                <a:effectLst/>
                <a:latin typeface="Times New Roman" pitchFamily="18" charset="0"/>
                <a:ea typeface="+mn-ea"/>
                <a:cs typeface="+mn-cs"/>
              </a:rPr>
              <a:t>端口）通常不能配置</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地址。这些端口主要用于连接终端设备（如电脑、打印机）或连接其他交换机。</a:t>
            </a:r>
          </a:p>
          <a:p>
            <a:pPr lvl="1" fontAlgn="base"/>
            <a:r>
              <a:rPr lang="zh-CN" altLang="en-US" sz="1200" b="1" i="0" kern="1200" dirty="0">
                <a:solidFill>
                  <a:schemeClr val="tx1"/>
                </a:solidFill>
                <a:effectLst/>
                <a:latin typeface="Times New Roman" pitchFamily="18" charset="0"/>
                <a:ea typeface="+mn-ea"/>
                <a:cs typeface="+mn-cs"/>
              </a:rPr>
              <a:t>管理端口</a:t>
            </a:r>
            <a:r>
              <a:rPr lang="zh-CN" altLang="en-US" sz="1200" b="0" i="0" kern="1200" dirty="0">
                <a:solidFill>
                  <a:schemeClr val="tx1"/>
                </a:solidFill>
                <a:effectLst/>
                <a:latin typeface="Times New Roman" pitchFamily="18" charset="0"/>
                <a:ea typeface="+mn-ea"/>
                <a:cs typeface="+mn-cs"/>
              </a:rPr>
              <a:t>：二层交换机通常有一个管理端口（</a:t>
            </a:r>
            <a:r>
              <a:rPr lang="en-US" altLang="zh-CN" sz="1200" b="0" i="0" kern="1200" dirty="0">
                <a:solidFill>
                  <a:schemeClr val="tx1"/>
                </a:solidFill>
                <a:effectLst/>
                <a:latin typeface="Times New Roman" pitchFamily="18" charset="0"/>
                <a:ea typeface="+mn-ea"/>
                <a:cs typeface="+mn-cs"/>
              </a:rPr>
              <a:t>Management Port</a:t>
            </a:r>
            <a:r>
              <a:rPr lang="zh-CN" altLang="en-US" sz="1200" b="0" i="0" kern="1200" dirty="0">
                <a:solidFill>
                  <a:schemeClr val="tx1"/>
                </a:solidFill>
                <a:effectLst/>
                <a:latin typeface="Times New Roman" pitchFamily="18" charset="0"/>
                <a:ea typeface="+mn-ea"/>
                <a:cs typeface="+mn-cs"/>
              </a:rPr>
              <a:t>），用于设备的管理和配置。这个端口可以配置一个</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地址，用于通过网络进行远程管理，例如通过</a:t>
            </a:r>
            <a:r>
              <a:rPr lang="en-US" altLang="zh-CN" sz="1200" b="0" i="0" kern="1200" dirty="0">
                <a:solidFill>
                  <a:schemeClr val="tx1"/>
                </a:solidFill>
                <a:effectLst/>
                <a:latin typeface="Times New Roman" pitchFamily="18" charset="0"/>
                <a:ea typeface="+mn-ea"/>
                <a:cs typeface="+mn-cs"/>
              </a:rPr>
              <a:t>Web</a:t>
            </a:r>
            <a:r>
              <a:rPr lang="zh-CN" altLang="en-US" sz="1200" b="0" i="0" kern="1200" dirty="0">
                <a:solidFill>
                  <a:schemeClr val="tx1"/>
                </a:solidFill>
                <a:effectLst/>
                <a:latin typeface="Times New Roman" pitchFamily="18" charset="0"/>
                <a:ea typeface="+mn-ea"/>
                <a:cs typeface="+mn-cs"/>
              </a:rPr>
              <a:t>界面或命令行接口（</a:t>
            </a:r>
            <a:r>
              <a:rPr lang="en-US" altLang="zh-CN" sz="1200" b="0" i="0" kern="1200" dirty="0">
                <a:solidFill>
                  <a:schemeClr val="tx1"/>
                </a:solidFill>
                <a:effectLst/>
                <a:latin typeface="Times New Roman" pitchFamily="18" charset="0"/>
                <a:ea typeface="+mn-ea"/>
                <a:cs typeface="+mn-cs"/>
              </a:rPr>
              <a:t>CLI</a:t>
            </a:r>
            <a:r>
              <a:rPr lang="zh-CN" altLang="en-US" sz="1200" b="0" i="0" kern="1200" dirty="0">
                <a:solidFill>
                  <a:schemeClr val="tx1"/>
                </a:solidFill>
                <a:effectLst/>
                <a:latin typeface="Times New Roman" pitchFamily="18" charset="0"/>
                <a:ea typeface="+mn-ea"/>
                <a:cs typeface="+mn-cs"/>
              </a:rPr>
              <a:t>）进行配置。</a:t>
            </a:r>
          </a:p>
          <a:p>
            <a:pPr fontAlgn="base"/>
            <a:r>
              <a:rPr lang="zh-CN" altLang="en-US" sz="1200" b="1" i="0" kern="1200" dirty="0">
                <a:solidFill>
                  <a:schemeClr val="tx1"/>
                </a:solidFill>
                <a:effectLst/>
                <a:latin typeface="Times New Roman" pitchFamily="18" charset="0"/>
                <a:ea typeface="+mn-ea"/>
                <a:cs typeface="+mn-cs"/>
              </a:rPr>
              <a:t>三层交换机（</a:t>
            </a:r>
            <a:r>
              <a:rPr lang="en-US" altLang="zh-CN" sz="1200" b="1" i="0" kern="1200" dirty="0">
                <a:solidFill>
                  <a:schemeClr val="tx1"/>
                </a:solidFill>
                <a:effectLst/>
                <a:latin typeface="Times New Roman" pitchFamily="18" charset="0"/>
                <a:ea typeface="+mn-ea"/>
                <a:cs typeface="+mn-cs"/>
              </a:rPr>
              <a:t>Layer 3 Switch</a:t>
            </a:r>
            <a:r>
              <a:rPr lang="zh-CN" altLang="en-US" sz="1200" b="1" i="0" kern="1200" dirty="0">
                <a:solidFill>
                  <a:schemeClr val="tx1"/>
                </a:solidFill>
                <a:effectLst/>
                <a:latin typeface="Times New Roman" pitchFamily="18" charset="0"/>
                <a:ea typeface="+mn-ea"/>
                <a:cs typeface="+mn-cs"/>
              </a:rPr>
              <a:t>）</a:t>
            </a:r>
            <a:endParaRPr lang="zh-CN" altLang="en-US" sz="1200" b="0" i="0" kern="1200" dirty="0">
              <a:solidFill>
                <a:schemeClr val="tx1"/>
              </a:solidFill>
              <a:effectLst/>
              <a:latin typeface="Times New Roman" pitchFamily="18" charset="0"/>
              <a:ea typeface="+mn-ea"/>
              <a:cs typeface="+mn-cs"/>
            </a:endParaRPr>
          </a:p>
          <a:p>
            <a:pPr lvl="1" fontAlgn="base"/>
            <a:r>
              <a:rPr lang="en-US" altLang="zh-CN" sz="1200" b="1" i="0" kern="1200" dirty="0">
                <a:solidFill>
                  <a:schemeClr val="tx1"/>
                </a:solidFill>
                <a:effectLst/>
                <a:latin typeface="Times New Roman" pitchFamily="18" charset="0"/>
                <a:ea typeface="+mn-ea"/>
                <a:cs typeface="+mn-cs"/>
              </a:rPr>
              <a:t>VLAN</a:t>
            </a:r>
            <a:r>
              <a:rPr lang="zh-CN" altLang="en-US" sz="1200" b="1" i="0" kern="1200" dirty="0">
                <a:solidFill>
                  <a:schemeClr val="tx1"/>
                </a:solidFill>
                <a:effectLst/>
                <a:latin typeface="Times New Roman" pitchFamily="18" charset="0"/>
                <a:ea typeface="+mn-ea"/>
                <a:cs typeface="+mn-cs"/>
              </a:rPr>
              <a:t>接口（</a:t>
            </a:r>
            <a:r>
              <a:rPr lang="en-US" altLang="zh-CN" sz="1200" b="1" i="0" kern="1200" dirty="0">
                <a:solidFill>
                  <a:schemeClr val="tx1"/>
                </a:solidFill>
                <a:effectLst/>
                <a:latin typeface="Times New Roman" pitchFamily="18" charset="0"/>
                <a:ea typeface="+mn-ea"/>
                <a:cs typeface="+mn-cs"/>
              </a:rPr>
              <a:t>SVI</a:t>
            </a:r>
            <a:r>
              <a:rPr lang="zh-CN" altLang="en-US" sz="1200" b="1" i="0" kern="1200" dirty="0">
                <a:solidFill>
                  <a:schemeClr val="tx1"/>
                </a:solidFill>
                <a:effectLst/>
                <a:latin typeface="Times New Roman" pitchFamily="18" charset="0"/>
                <a:ea typeface="+mn-ea"/>
                <a:cs typeface="+mn-cs"/>
              </a:rPr>
              <a:t>）</a:t>
            </a:r>
            <a:r>
              <a:rPr lang="zh-CN" altLang="en-US" sz="1200" b="0" i="0" kern="1200" dirty="0">
                <a:solidFill>
                  <a:schemeClr val="tx1"/>
                </a:solidFill>
                <a:effectLst/>
                <a:latin typeface="Times New Roman" pitchFamily="18" charset="0"/>
                <a:ea typeface="+mn-ea"/>
                <a:cs typeface="+mn-cs"/>
              </a:rPr>
              <a:t>：三层交换机可以配置虚拟局域网接口（</a:t>
            </a:r>
            <a:r>
              <a:rPr lang="en-US" altLang="zh-CN" sz="1200" b="0" i="0" kern="1200" dirty="0">
                <a:solidFill>
                  <a:schemeClr val="tx1"/>
                </a:solidFill>
                <a:effectLst/>
                <a:latin typeface="Times New Roman" pitchFamily="18" charset="0"/>
                <a:ea typeface="+mn-ea"/>
                <a:cs typeface="+mn-cs"/>
              </a:rPr>
              <a:t>SVI</a:t>
            </a:r>
            <a:r>
              <a:rPr lang="zh-CN" altLang="en-US" sz="1200" b="0" i="0" kern="1200" dirty="0">
                <a:solidFill>
                  <a:schemeClr val="tx1"/>
                </a:solidFill>
                <a:effectLst/>
                <a:latin typeface="Times New Roman" pitchFamily="18" charset="0"/>
                <a:ea typeface="+mn-ea"/>
                <a:cs typeface="+mn-cs"/>
              </a:rPr>
              <a:t>，</a:t>
            </a:r>
            <a:r>
              <a:rPr lang="en-US" altLang="zh-CN" sz="1200" b="0" i="0" kern="1200" dirty="0">
                <a:solidFill>
                  <a:schemeClr val="tx1"/>
                </a:solidFill>
                <a:effectLst/>
                <a:latin typeface="Times New Roman" pitchFamily="18" charset="0"/>
                <a:ea typeface="+mn-ea"/>
                <a:cs typeface="+mn-cs"/>
              </a:rPr>
              <a:t>Switch Virtual Interface</a:t>
            </a:r>
            <a:r>
              <a:rPr lang="zh-CN" altLang="en-US" sz="1200" b="0" i="0" kern="1200" dirty="0">
                <a:solidFill>
                  <a:schemeClr val="tx1"/>
                </a:solidFill>
                <a:effectLst/>
                <a:latin typeface="Times New Roman" pitchFamily="18" charset="0"/>
                <a:ea typeface="+mn-ea"/>
                <a:cs typeface="+mn-cs"/>
              </a:rPr>
              <a:t>）。</a:t>
            </a:r>
            <a:r>
              <a:rPr lang="en-US" altLang="zh-CN" sz="1200" b="0" i="0" kern="1200" dirty="0">
                <a:solidFill>
                  <a:schemeClr val="tx1"/>
                </a:solidFill>
                <a:effectLst/>
                <a:latin typeface="Times New Roman" pitchFamily="18" charset="0"/>
                <a:ea typeface="+mn-ea"/>
                <a:cs typeface="+mn-cs"/>
              </a:rPr>
              <a:t>SVI</a:t>
            </a:r>
            <a:r>
              <a:rPr lang="zh-CN" altLang="en-US" sz="1200" b="0" i="0" kern="1200" dirty="0">
                <a:solidFill>
                  <a:schemeClr val="tx1"/>
                </a:solidFill>
                <a:effectLst/>
                <a:latin typeface="Times New Roman" pitchFamily="18" charset="0"/>
                <a:ea typeface="+mn-ea"/>
                <a:cs typeface="+mn-cs"/>
              </a:rPr>
              <a:t>是逻辑接口，用于为</a:t>
            </a:r>
            <a:r>
              <a:rPr lang="en-US" altLang="zh-CN" sz="1200" b="0" i="0" kern="1200" dirty="0">
                <a:solidFill>
                  <a:schemeClr val="tx1"/>
                </a:solidFill>
                <a:effectLst/>
                <a:latin typeface="Times New Roman" pitchFamily="18" charset="0"/>
                <a:ea typeface="+mn-ea"/>
                <a:cs typeface="+mn-cs"/>
              </a:rPr>
              <a:t>VLAN</a:t>
            </a:r>
            <a:r>
              <a:rPr lang="zh-CN" altLang="en-US" sz="1200" b="0" i="0" kern="1200" dirty="0">
                <a:solidFill>
                  <a:schemeClr val="tx1"/>
                </a:solidFill>
                <a:effectLst/>
                <a:latin typeface="Times New Roman" pitchFamily="18" charset="0"/>
                <a:ea typeface="+mn-ea"/>
                <a:cs typeface="+mn-cs"/>
              </a:rPr>
              <a:t>分配</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地址，从而实现不同</a:t>
            </a:r>
            <a:r>
              <a:rPr lang="en-US" altLang="zh-CN" sz="1200" b="0" i="0" kern="1200" dirty="0">
                <a:solidFill>
                  <a:schemeClr val="tx1"/>
                </a:solidFill>
                <a:effectLst/>
                <a:latin typeface="Times New Roman" pitchFamily="18" charset="0"/>
                <a:ea typeface="+mn-ea"/>
                <a:cs typeface="+mn-cs"/>
              </a:rPr>
              <a:t>VLAN</a:t>
            </a:r>
            <a:r>
              <a:rPr lang="zh-CN" altLang="en-US" sz="1200" b="0" i="0" kern="1200" dirty="0">
                <a:solidFill>
                  <a:schemeClr val="tx1"/>
                </a:solidFill>
                <a:effectLst/>
                <a:latin typeface="Times New Roman" pitchFamily="18" charset="0"/>
                <a:ea typeface="+mn-ea"/>
                <a:cs typeface="+mn-cs"/>
              </a:rPr>
              <a:t>之间的路由功能。虽然</a:t>
            </a:r>
            <a:r>
              <a:rPr lang="en-US" altLang="zh-CN" sz="1200" b="0" i="0" kern="1200" dirty="0">
                <a:solidFill>
                  <a:schemeClr val="tx1"/>
                </a:solidFill>
                <a:effectLst/>
                <a:latin typeface="Times New Roman" pitchFamily="18" charset="0"/>
                <a:ea typeface="+mn-ea"/>
                <a:cs typeface="+mn-cs"/>
              </a:rPr>
              <a:t>SVI</a:t>
            </a:r>
            <a:r>
              <a:rPr lang="zh-CN" altLang="en-US" sz="1200" b="0" i="0" kern="1200" dirty="0">
                <a:solidFill>
                  <a:schemeClr val="tx1"/>
                </a:solidFill>
                <a:effectLst/>
                <a:latin typeface="Times New Roman" pitchFamily="18" charset="0"/>
                <a:ea typeface="+mn-ea"/>
                <a:cs typeface="+mn-cs"/>
              </a:rPr>
              <a:t>并不是物理端口，但它允许交换机像路由器一样处理</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数据包。</a:t>
            </a:r>
          </a:p>
          <a:p>
            <a:pPr lvl="1" fontAlgn="base"/>
            <a:r>
              <a:rPr lang="zh-CN" altLang="en-US" sz="1200" b="1" i="0" kern="1200" dirty="0">
                <a:solidFill>
                  <a:schemeClr val="tx1"/>
                </a:solidFill>
                <a:effectLst/>
                <a:latin typeface="Times New Roman" pitchFamily="18" charset="0"/>
                <a:ea typeface="+mn-ea"/>
                <a:cs typeface="+mn-cs"/>
              </a:rPr>
              <a:t>物理端口</a:t>
            </a:r>
            <a:r>
              <a:rPr lang="zh-CN" altLang="en-US" sz="1200" b="0" i="0" kern="1200" dirty="0">
                <a:solidFill>
                  <a:schemeClr val="tx1"/>
                </a:solidFill>
                <a:effectLst/>
                <a:latin typeface="Times New Roman" pitchFamily="18" charset="0"/>
                <a:ea typeface="+mn-ea"/>
                <a:cs typeface="+mn-cs"/>
              </a:rPr>
              <a:t>：三层交换机的物理端口也可以配置</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地址，使其可以作为路由器接口使用。例如，在某些场景下，可以将一个物理端口配置为一个子网的网关，实现不同网络之间的通信。</a:t>
            </a:r>
          </a:p>
          <a:p>
            <a:pPr fontAlgn="base"/>
            <a:r>
              <a:rPr lang="zh-CN" altLang="en-US" sz="1200" b="1" i="0" kern="1200" dirty="0">
                <a:solidFill>
                  <a:schemeClr val="tx1"/>
                </a:solidFill>
                <a:effectLst/>
                <a:latin typeface="Times New Roman" pitchFamily="18" charset="0"/>
                <a:ea typeface="+mn-ea"/>
                <a:cs typeface="+mn-cs"/>
              </a:rPr>
              <a:t>特殊场景</a:t>
            </a:r>
            <a:endParaRPr lang="zh-CN" altLang="en-US" sz="1200" b="0" i="0" kern="1200" dirty="0">
              <a:solidFill>
                <a:schemeClr val="tx1"/>
              </a:solidFill>
              <a:effectLst/>
              <a:latin typeface="Times New Roman" pitchFamily="18" charset="0"/>
              <a:ea typeface="+mn-ea"/>
              <a:cs typeface="+mn-cs"/>
            </a:endParaRPr>
          </a:p>
          <a:p>
            <a:pPr lvl="1" fontAlgn="base"/>
            <a:r>
              <a:rPr lang="zh-CN" altLang="en-US" sz="1200" b="0" i="0" kern="1200" dirty="0">
                <a:solidFill>
                  <a:schemeClr val="tx1"/>
                </a:solidFill>
                <a:effectLst/>
                <a:latin typeface="Times New Roman" pitchFamily="18" charset="0"/>
                <a:ea typeface="+mn-ea"/>
                <a:cs typeface="+mn-cs"/>
              </a:rPr>
              <a:t>在一些特殊场景下，例如使用交换机进行堆叠（</a:t>
            </a:r>
            <a:r>
              <a:rPr lang="en-US" altLang="zh-CN" sz="1200" b="0" i="0" kern="1200" dirty="0">
                <a:solidFill>
                  <a:schemeClr val="tx1"/>
                </a:solidFill>
                <a:effectLst/>
                <a:latin typeface="Times New Roman" pitchFamily="18" charset="0"/>
                <a:ea typeface="+mn-ea"/>
                <a:cs typeface="+mn-cs"/>
              </a:rPr>
              <a:t>Stacking</a:t>
            </a:r>
            <a:r>
              <a:rPr lang="zh-CN" altLang="en-US" sz="1200" b="0" i="0" kern="1200" dirty="0">
                <a:solidFill>
                  <a:schemeClr val="tx1"/>
                </a:solidFill>
                <a:effectLst/>
                <a:latin typeface="Times New Roman" pitchFamily="18" charset="0"/>
                <a:ea typeface="+mn-ea"/>
                <a:cs typeface="+mn-cs"/>
              </a:rPr>
              <a:t>）或配置某些高级功能时，可能会为交换机的某些端口分配</a:t>
            </a:r>
            <a:r>
              <a:rPr lang="en-US" altLang="zh-CN" sz="1200" b="0" i="0" kern="1200" dirty="0">
                <a:solidFill>
                  <a:schemeClr val="tx1"/>
                </a:solidFill>
                <a:effectLst/>
                <a:latin typeface="Times New Roman" pitchFamily="18" charset="0"/>
                <a:ea typeface="+mn-ea"/>
                <a:cs typeface="+mn-cs"/>
              </a:rPr>
              <a:t>IP</a:t>
            </a:r>
            <a:r>
              <a:rPr lang="zh-CN" altLang="en-US" sz="1200" b="0" i="0" kern="1200" dirty="0">
                <a:solidFill>
                  <a:schemeClr val="tx1"/>
                </a:solidFill>
                <a:effectLst/>
                <a:latin typeface="Times New Roman" pitchFamily="18" charset="0"/>
                <a:ea typeface="+mn-ea"/>
                <a:cs typeface="+mn-cs"/>
              </a:rPr>
              <a:t>地址用于特定用途，但这并不常见。</a:t>
            </a:r>
          </a:p>
          <a:p>
            <a:endParaRPr lang="zh-CN" altLang="en-US" dirty="0"/>
          </a:p>
        </p:txBody>
      </p:sp>
      <p:sp>
        <p:nvSpPr>
          <p:cNvPr id="4" name="灯片编号占位符 3"/>
          <p:cNvSpPr>
            <a:spLocks noGrp="1"/>
          </p:cNvSpPr>
          <p:nvPr>
            <p:ph type="sldNum" sz="quarter" idx="5"/>
          </p:nvPr>
        </p:nvSpPr>
        <p:spPr/>
        <p:txBody>
          <a:bodyPr/>
          <a:lstStyle/>
          <a:p>
            <a:pPr>
              <a:defRPr/>
            </a:pPr>
            <a:fld id="{7EF78F2D-28FE-4937-8255-B54CAEC337A9}" type="slidenum">
              <a:rPr lang="en-US" altLang="zh-CN" smtClean="0"/>
              <a:pPr>
                <a:defRPr/>
              </a:pPr>
              <a:t>58</a:t>
            </a:fld>
            <a:endParaRPr lang="en-US" altLang="zh-CN"/>
          </a:p>
        </p:txBody>
      </p:sp>
    </p:spTree>
    <p:extLst>
      <p:ext uri="{BB962C8B-B14F-4D97-AF65-F5344CB8AC3E}">
        <p14:creationId xmlns:p14="http://schemas.microsoft.com/office/powerpoint/2010/main" val="2683114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3CF47A-07B7-4207-A7EF-245A9FD2C386}"/>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FF57E0C1-2C64-4929-8CEE-4A3D2DA30D46}"/>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C9C04688-4994-42DA-8EA0-2DC8EF4C1934}"/>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sp>
            <p:nvSpPr>
              <p:cNvPr id="13" name="Rectangle 5">
                <a:extLst>
                  <a:ext uri="{FF2B5EF4-FFF2-40B4-BE49-F238E27FC236}">
                    <a16:creationId xmlns:a16="http://schemas.microsoft.com/office/drawing/2014/main" id="{C61D8ACB-9191-4282-B91D-70F7DA16C07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grpSp>
        <p:grpSp>
          <p:nvGrpSpPr>
            <p:cNvPr id="6" name="Group 6">
              <a:extLst>
                <a:ext uri="{FF2B5EF4-FFF2-40B4-BE49-F238E27FC236}">
                  <a16:creationId xmlns:a16="http://schemas.microsoft.com/office/drawing/2014/main" id="{9A08EFBD-E03F-43FC-8AC9-C7EF43B54A0B}"/>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885DE3F7-7ABC-41A7-910B-0755B1984599}"/>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sp>
            <p:nvSpPr>
              <p:cNvPr id="11" name="Rectangle 8">
                <a:extLst>
                  <a:ext uri="{FF2B5EF4-FFF2-40B4-BE49-F238E27FC236}">
                    <a16:creationId xmlns:a16="http://schemas.microsoft.com/office/drawing/2014/main" id="{67D60DFC-8453-46E6-AE6E-2E5FF37A0D3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grpSp>
        <p:sp>
          <p:nvSpPr>
            <p:cNvPr id="7" name="Rectangle 9">
              <a:extLst>
                <a:ext uri="{FF2B5EF4-FFF2-40B4-BE49-F238E27FC236}">
                  <a16:creationId xmlns:a16="http://schemas.microsoft.com/office/drawing/2014/main" id="{A31DB9A8-A272-4589-B8C9-3E1450D8BCB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sp>
          <p:nvSpPr>
            <p:cNvPr id="8" name="Rectangle 10">
              <a:extLst>
                <a:ext uri="{FF2B5EF4-FFF2-40B4-BE49-F238E27FC236}">
                  <a16:creationId xmlns:a16="http://schemas.microsoft.com/office/drawing/2014/main" id="{B344B5AC-35A5-4887-AE3A-409940CBCD59}"/>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sp>
          <p:nvSpPr>
            <p:cNvPr id="9" name="Rectangle 11">
              <a:extLst>
                <a:ext uri="{FF2B5EF4-FFF2-40B4-BE49-F238E27FC236}">
                  <a16:creationId xmlns:a16="http://schemas.microsoft.com/office/drawing/2014/main" id="{27232983-81F8-490E-B12A-61550D9D5FA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a:ea typeface="宋体" pitchFamily="2" charset="-122"/>
              </a:endParaRPr>
            </a:p>
          </p:txBody>
        </p:sp>
      </p:grpSp>
      <p:sp>
        <p:nvSpPr>
          <p:cNvPr id="14" name="Text Box 17">
            <a:extLst>
              <a:ext uri="{FF2B5EF4-FFF2-40B4-BE49-F238E27FC236}">
                <a16:creationId xmlns:a16="http://schemas.microsoft.com/office/drawing/2014/main" id="{8193B91E-6CB2-46CE-8F19-5001F85C89B0}"/>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itchFamily="34" charset="0"/>
              </a:defRPr>
            </a:lvl1pPr>
            <a:lvl2pPr marL="742950" indent="-285750">
              <a:defRPr sz="3200" b="1">
                <a:solidFill>
                  <a:schemeClr val="tx1"/>
                </a:solidFill>
                <a:latin typeface="Arial" pitchFamily="34" charset="0"/>
              </a:defRPr>
            </a:lvl2pPr>
            <a:lvl3pPr marL="1143000" indent="-228600">
              <a:defRPr sz="3200" b="1">
                <a:solidFill>
                  <a:schemeClr val="tx1"/>
                </a:solidFill>
                <a:latin typeface="Arial" pitchFamily="34" charset="0"/>
              </a:defRPr>
            </a:lvl3pPr>
            <a:lvl4pPr marL="1600200" indent="-228600">
              <a:defRPr sz="3200" b="1">
                <a:solidFill>
                  <a:schemeClr val="tx1"/>
                </a:solidFill>
                <a:latin typeface="Arial" pitchFamily="34" charset="0"/>
              </a:defRPr>
            </a:lvl4pPr>
            <a:lvl5pPr marL="2057400" indent="-228600">
              <a:defRPr sz="3200" b="1">
                <a:solidFill>
                  <a:schemeClr val="tx1"/>
                </a:solidFill>
                <a:latin typeface="Arial" pitchFamily="34" charset="0"/>
              </a:defRPr>
            </a:lvl5pPr>
            <a:lvl6pPr marL="2514600" indent="-228600" eaLnBrk="0" fontAlgn="base" hangingPunct="0">
              <a:spcBef>
                <a:spcPct val="0"/>
              </a:spcBef>
              <a:spcAft>
                <a:spcPct val="0"/>
              </a:spcAft>
              <a:defRPr sz="3200" b="1">
                <a:solidFill>
                  <a:schemeClr val="tx1"/>
                </a:solidFill>
                <a:latin typeface="Arial" pitchFamily="34" charset="0"/>
              </a:defRPr>
            </a:lvl6pPr>
            <a:lvl7pPr marL="2971800" indent="-228600" eaLnBrk="0" fontAlgn="base" hangingPunct="0">
              <a:spcBef>
                <a:spcPct val="0"/>
              </a:spcBef>
              <a:spcAft>
                <a:spcPct val="0"/>
              </a:spcAft>
              <a:defRPr sz="3200" b="1">
                <a:solidFill>
                  <a:schemeClr val="tx1"/>
                </a:solidFill>
                <a:latin typeface="Arial" pitchFamily="34" charset="0"/>
              </a:defRPr>
            </a:lvl7pPr>
            <a:lvl8pPr marL="3429000" indent="-228600" eaLnBrk="0" fontAlgn="base" hangingPunct="0">
              <a:spcBef>
                <a:spcPct val="0"/>
              </a:spcBef>
              <a:spcAft>
                <a:spcPct val="0"/>
              </a:spcAft>
              <a:defRPr sz="3200" b="1">
                <a:solidFill>
                  <a:schemeClr val="tx1"/>
                </a:solidFill>
                <a:latin typeface="Arial" pitchFamily="34" charset="0"/>
              </a:defRPr>
            </a:lvl8pPr>
            <a:lvl9pPr marL="3886200" indent="-228600" eaLnBrk="0" fontAlgn="base" hangingPunct="0">
              <a:spcBef>
                <a:spcPct val="0"/>
              </a:spcBef>
              <a:spcAft>
                <a:spcPct val="0"/>
              </a:spcAft>
              <a:defRPr sz="3200" b="1">
                <a:solidFill>
                  <a:schemeClr val="tx1"/>
                </a:solidFill>
                <a:latin typeface="Arial"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itchFamily="18" charset="0"/>
            </a:endParaRPr>
          </a:p>
        </p:txBody>
      </p:sp>
      <p:sp>
        <p:nvSpPr>
          <p:cNvPr id="15" name="Text Box 18">
            <a:extLst>
              <a:ext uri="{FF2B5EF4-FFF2-40B4-BE49-F238E27FC236}">
                <a16:creationId xmlns:a16="http://schemas.microsoft.com/office/drawing/2014/main" id="{114CC0CF-EBFB-4D7D-91B6-E5FA9EDA5A8F}"/>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itchFamily="34" charset="0"/>
              </a:defRPr>
            </a:lvl1pPr>
            <a:lvl2pPr marL="742950" indent="-285750">
              <a:defRPr sz="3200" b="1">
                <a:solidFill>
                  <a:schemeClr val="tx1"/>
                </a:solidFill>
                <a:latin typeface="Arial" pitchFamily="34" charset="0"/>
              </a:defRPr>
            </a:lvl2pPr>
            <a:lvl3pPr marL="1143000" indent="-228600">
              <a:defRPr sz="3200" b="1">
                <a:solidFill>
                  <a:schemeClr val="tx1"/>
                </a:solidFill>
                <a:latin typeface="Arial" pitchFamily="34" charset="0"/>
              </a:defRPr>
            </a:lvl3pPr>
            <a:lvl4pPr marL="1600200" indent="-228600">
              <a:defRPr sz="3200" b="1">
                <a:solidFill>
                  <a:schemeClr val="tx1"/>
                </a:solidFill>
                <a:latin typeface="Arial" pitchFamily="34" charset="0"/>
              </a:defRPr>
            </a:lvl4pPr>
            <a:lvl5pPr marL="2057400" indent="-228600">
              <a:defRPr sz="3200" b="1">
                <a:solidFill>
                  <a:schemeClr val="tx1"/>
                </a:solidFill>
                <a:latin typeface="Arial" pitchFamily="34" charset="0"/>
              </a:defRPr>
            </a:lvl5pPr>
            <a:lvl6pPr marL="2514600" indent="-228600" eaLnBrk="0" fontAlgn="base" hangingPunct="0">
              <a:spcBef>
                <a:spcPct val="0"/>
              </a:spcBef>
              <a:spcAft>
                <a:spcPct val="0"/>
              </a:spcAft>
              <a:defRPr sz="3200" b="1">
                <a:solidFill>
                  <a:schemeClr val="tx1"/>
                </a:solidFill>
                <a:latin typeface="Arial" pitchFamily="34" charset="0"/>
              </a:defRPr>
            </a:lvl6pPr>
            <a:lvl7pPr marL="2971800" indent="-228600" eaLnBrk="0" fontAlgn="base" hangingPunct="0">
              <a:spcBef>
                <a:spcPct val="0"/>
              </a:spcBef>
              <a:spcAft>
                <a:spcPct val="0"/>
              </a:spcAft>
              <a:defRPr sz="3200" b="1">
                <a:solidFill>
                  <a:schemeClr val="tx1"/>
                </a:solidFill>
                <a:latin typeface="Arial" pitchFamily="34" charset="0"/>
              </a:defRPr>
            </a:lvl7pPr>
            <a:lvl8pPr marL="3429000" indent="-228600" eaLnBrk="0" fontAlgn="base" hangingPunct="0">
              <a:spcBef>
                <a:spcPct val="0"/>
              </a:spcBef>
              <a:spcAft>
                <a:spcPct val="0"/>
              </a:spcAft>
              <a:defRPr sz="3200" b="1">
                <a:solidFill>
                  <a:schemeClr val="tx1"/>
                </a:solidFill>
                <a:latin typeface="Arial" pitchFamily="34" charset="0"/>
              </a:defRPr>
            </a:lvl8pPr>
            <a:lvl9pPr marL="3886200" indent="-228600" eaLnBrk="0" fontAlgn="base" hangingPunct="0">
              <a:spcBef>
                <a:spcPct val="0"/>
              </a:spcBef>
              <a:spcAft>
                <a:spcPct val="0"/>
              </a:spcAft>
              <a:defRPr sz="3200" b="1">
                <a:solidFill>
                  <a:schemeClr val="tx1"/>
                </a:solidFill>
                <a:latin typeface="Arial"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125F23D0-033E-4629-A84F-6BCE06C02B78}"/>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8AD7B93D-5856-4FDC-B2D3-49ED7941EA7D}"/>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53A83234-11D1-4AC7-9568-B4449B9CD843}"/>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pPr>
              <a:defRPr/>
            </a:pPr>
            <a:fld id="{A13D3E4C-BF7E-487C-80A2-E667636B7C3D}" type="slidenum">
              <a:rPr lang="en-US" altLang="zh-CN"/>
              <a:pPr>
                <a:defRPr/>
              </a:pPr>
              <a:t>‹#›</a:t>
            </a:fld>
            <a:endParaRPr lang="en-US" altLang="zh-CN"/>
          </a:p>
        </p:txBody>
      </p:sp>
    </p:spTree>
    <p:extLst>
      <p:ext uri="{BB962C8B-B14F-4D97-AF65-F5344CB8AC3E}">
        <p14:creationId xmlns:p14="http://schemas.microsoft.com/office/powerpoint/2010/main" val="2030980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2C5594A9-CC8C-44D9-B04F-14C12A4C93CB}"/>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38D18773-4C11-415B-B314-A1A7817F7071}" type="slidenum">
              <a:rPr lang="en-US" altLang="zh-CN"/>
              <a:pPr>
                <a:defRPr/>
              </a:pPr>
              <a:t>‹#›</a:t>
            </a:fld>
            <a:endParaRPr lang="en-US" altLang="zh-CN"/>
          </a:p>
        </p:txBody>
      </p:sp>
    </p:spTree>
    <p:extLst>
      <p:ext uri="{BB962C8B-B14F-4D97-AF65-F5344CB8AC3E}">
        <p14:creationId xmlns:p14="http://schemas.microsoft.com/office/powerpoint/2010/main" val="827728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a:extLst>
              <a:ext uri="{FF2B5EF4-FFF2-40B4-BE49-F238E27FC236}">
                <a16:creationId xmlns:a16="http://schemas.microsoft.com/office/drawing/2014/main" id="{DD668B0A-78E5-4486-B4C1-1E27A7D8EF58}"/>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622AA39F-BB0E-4F41-9CD1-E34B3A8AF8F3}" type="slidenum">
              <a:rPr lang="en-US" altLang="zh-CN"/>
              <a:pPr>
                <a:defRPr/>
              </a:pPr>
              <a:t>‹#›</a:t>
            </a:fld>
            <a:endParaRPr lang="en-US" altLang="zh-CN"/>
          </a:p>
        </p:txBody>
      </p:sp>
    </p:spTree>
    <p:extLst>
      <p:ext uri="{BB962C8B-B14F-4D97-AF65-F5344CB8AC3E}">
        <p14:creationId xmlns:p14="http://schemas.microsoft.com/office/powerpoint/2010/main" val="1404424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EF7A4A5F-D63F-48A2-9C57-BBC8E89827F4}"/>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B1434927-C95F-4B8A-B93B-13A77F3CC476}" type="slidenum">
              <a:rPr lang="en-US" altLang="zh-CN"/>
              <a:pPr>
                <a:defRPr/>
              </a:pPr>
              <a:t>‹#›</a:t>
            </a:fld>
            <a:endParaRPr lang="en-US" altLang="zh-CN"/>
          </a:p>
        </p:txBody>
      </p:sp>
    </p:spTree>
    <p:extLst>
      <p:ext uri="{BB962C8B-B14F-4D97-AF65-F5344CB8AC3E}">
        <p14:creationId xmlns:p14="http://schemas.microsoft.com/office/powerpoint/2010/main" val="337915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6">
            <a:extLst>
              <a:ext uri="{FF2B5EF4-FFF2-40B4-BE49-F238E27FC236}">
                <a16:creationId xmlns:a16="http://schemas.microsoft.com/office/drawing/2014/main" id="{FE7EDAA2-E415-47B7-A509-F424DAA18CCC}"/>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42EF4A82-0643-4C89-8860-C5B375D977DE}" type="slidenum">
              <a:rPr lang="en-US" altLang="zh-CN"/>
              <a:pPr>
                <a:defRPr/>
              </a:pPr>
              <a:t>‹#›</a:t>
            </a:fld>
            <a:endParaRPr lang="en-US" altLang="zh-CN"/>
          </a:p>
        </p:txBody>
      </p:sp>
    </p:spTree>
    <p:extLst>
      <p:ext uri="{BB962C8B-B14F-4D97-AF65-F5344CB8AC3E}">
        <p14:creationId xmlns:p14="http://schemas.microsoft.com/office/powerpoint/2010/main" val="1558544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16">
            <a:extLst>
              <a:ext uri="{FF2B5EF4-FFF2-40B4-BE49-F238E27FC236}">
                <a16:creationId xmlns:a16="http://schemas.microsoft.com/office/drawing/2014/main" id="{AA07C9E0-D2CA-493B-99E4-164944DD82A7}"/>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3A249DA5-79A4-40DE-8F1B-5CE2A826BED8}" type="slidenum">
              <a:rPr lang="en-US" altLang="zh-CN"/>
              <a:pPr>
                <a:defRPr/>
              </a:pPr>
              <a:t>‹#›</a:t>
            </a:fld>
            <a:endParaRPr lang="en-US" altLang="zh-CN"/>
          </a:p>
        </p:txBody>
      </p:sp>
    </p:spTree>
    <p:extLst>
      <p:ext uri="{BB962C8B-B14F-4D97-AF65-F5344CB8AC3E}">
        <p14:creationId xmlns:p14="http://schemas.microsoft.com/office/powerpoint/2010/main" val="668369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1E79D04E-C033-4174-872D-4C72FB104B01}"/>
              </a:ext>
            </a:extLst>
          </p:cNvPr>
          <p:cNvSpPr>
            <a:spLocks noGrp="1" noChangeArrowheads="1"/>
          </p:cNvSpPr>
          <p:nvPr>
            <p:ph type="sldNum" sz="quarter" idx="10"/>
          </p:nvPr>
        </p:nvSpPr>
        <p:spPr>
          <a:xfrm>
            <a:off x="8305800" y="6400800"/>
            <a:ext cx="1066800" cy="457200"/>
          </a:xfrm>
          <a:ln/>
        </p:spPr>
        <p:txBody>
          <a:bodyPr/>
          <a:lstStyle>
            <a:lvl1pPr>
              <a:defRPr/>
            </a:lvl1pPr>
          </a:lstStyle>
          <a:p>
            <a:pPr>
              <a:defRPr/>
            </a:pPr>
            <a:r>
              <a:rPr lang="en-US" altLang="zh-CN" dirty="0"/>
              <a:t>15.</a:t>
            </a:r>
            <a:fld id="{248B2151-D0B8-47AC-96C4-501CC5523D17}" type="slidenum">
              <a:rPr lang="en-US" altLang="zh-CN"/>
              <a:pPr>
                <a:defRPr/>
              </a:pPr>
              <a:t>‹#›</a:t>
            </a:fld>
            <a:endParaRPr lang="en-US" altLang="zh-CN" dirty="0"/>
          </a:p>
        </p:txBody>
      </p:sp>
    </p:spTree>
    <p:extLst>
      <p:ext uri="{BB962C8B-B14F-4D97-AF65-F5344CB8AC3E}">
        <p14:creationId xmlns:p14="http://schemas.microsoft.com/office/powerpoint/2010/main" val="1027257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12D2178E-79A0-4A2A-A390-B1B33DDB7871}"/>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a:t>15.</a:t>
            </a:r>
            <a:fld id="{CBFB7FA9-0233-46EE-A146-1D0E89A8A0A8}" type="slidenum">
              <a:rPr lang="en-US" altLang="zh-CN"/>
              <a:pPr>
                <a:defRPr/>
              </a:pPr>
              <a:t>‹#›</a:t>
            </a:fld>
            <a:endParaRPr lang="en-US" altLang="zh-CN"/>
          </a:p>
        </p:txBody>
      </p:sp>
    </p:spTree>
    <p:extLst>
      <p:ext uri="{BB962C8B-B14F-4D97-AF65-F5344CB8AC3E}">
        <p14:creationId xmlns:p14="http://schemas.microsoft.com/office/powerpoint/2010/main" val="1037800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4FA7FA83-B0E1-472A-B3B3-A46F0378BF62}"/>
              </a:ext>
            </a:extLst>
          </p:cNvPr>
          <p:cNvSpPr>
            <a:spLocks noGrp="1" noChangeArrowheads="1"/>
          </p:cNvSpPr>
          <p:nvPr>
            <p:ph type="sldNum" sz="quarter" idx="10"/>
          </p:nvPr>
        </p:nvSpPr>
        <p:spPr>
          <a:xfrm>
            <a:off x="8305800" y="6400800"/>
            <a:ext cx="914400" cy="457200"/>
          </a:xfrm>
          <a:ln/>
        </p:spPr>
        <p:txBody>
          <a:bodyPr/>
          <a:lstStyle>
            <a:lvl1pPr>
              <a:defRPr/>
            </a:lvl1pPr>
          </a:lstStyle>
          <a:p>
            <a:pPr>
              <a:defRPr/>
            </a:pPr>
            <a:r>
              <a:rPr lang="en-US" altLang="zh-CN" dirty="0"/>
              <a:t>15.</a:t>
            </a:r>
            <a:fld id="{7657DB17-4A0F-48DB-96D7-64FA39F93234}" type="slidenum">
              <a:rPr lang="en-US" altLang="zh-CN"/>
              <a:pPr>
                <a:defRPr/>
              </a:pPr>
              <a:t>‹#›</a:t>
            </a:fld>
            <a:endParaRPr lang="en-US" altLang="zh-CN" dirty="0"/>
          </a:p>
        </p:txBody>
      </p:sp>
    </p:spTree>
    <p:extLst>
      <p:ext uri="{BB962C8B-B14F-4D97-AF65-F5344CB8AC3E}">
        <p14:creationId xmlns:p14="http://schemas.microsoft.com/office/powerpoint/2010/main" val="242321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DAD14FF0-B23F-45AF-9444-8F5B5F3922D3}"/>
              </a:ext>
            </a:extLst>
          </p:cNvPr>
          <p:cNvSpPr>
            <a:spLocks noGrp="1" noChangeArrowheads="1"/>
          </p:cNvSpPr>
          <p:nvPr>
            <p:ph type="sldNum" sz="quarter" idx="10"/>
          </p:nvPr>
        </p:nvSpPr>
        <p:spPr>
          <a:ln/>
        </p:spPr>
        <p:txBody>
          <a:bodyPr/>
          <a:lstStyle>
            <a:lvl1pPr>
              <a:defRPr/>
            </a:lvl1pPr>
          </a:lstStyle>
          <a:p>
            <a:pPr>
              <a:defRPr/>
            </a:pPr>
            <a:r>
              <a:rPr lang="en-US" altLang="zh-CN"/>
              <a:t>15.</a:t>
            </a:r>
            <a:fld id="{80A1F4FB-B8D1-4878-8E77-7774E3CB7030}" type="slidenum">
              <a:rPr lang="en-US" altLang="zh-CN"/>
              <a:pPr>
                <a:defRPr/>
              </a:pPr>
              <a:t>‹#›</a:t>
            </a:fld>
            <a:endParaRPr lang="en-US" altLang="zh-CN"/>
          </a:p>
        </p:txBody>
      </p:sp>
    </p:spTree>
    <p:extLst>
      <p:ext uri="{BB962C8B-B14F-4D97-AF65-F5344CB8AC3E}">
        <p14:creationId xmlns:p14="http://schemas.microsoft.com/office/powerpoint/2010/main" val="267422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901048ED-8400-424F-9B04-E8F169C57483}"/>
              </a:ext>
            </a:extLst>
          </p:cNvPr>
          <p:cNvSpPr>
            <a:spLocks noGrp="1" noChangeArrowheads="1"/>
          </p:cNvSpPr>
          <p:nvPr>
            <p:ph type="sldNum" sz="quarter" idx="10"/>
          </p:nvPr>
        </p:nvSpPr>
        <p:spPr>
          <a:ln/>
        </p:spPr>
        <p:txBody>
          <a:bodyPr/>
          <a:lstStyle>
            <a:lvl1pPr>
              <a:defRPr/>
            </a:lvl1pPr>
          </a:lstStyle>
          <a:p>
            <a:pPr>
              <a:defRPr/>
            </a:pPr>
            <a:r>
              <a:rPr lang="en-US" altLang="zh-CN"/>
              <a:t>15.</a:t>
            </a:r>
            <a:fld id="{4EC08DBA-852B-400F-A33F-8A8578D2EB86}" type="slidenum">
              <a:rPr lang="en-US" altLang="zh-CN"/>
              <a:pPr>
                <a:defRPr/>
              </a:pPr>
              <a:t>‹#›</a:t>
            </a:fld>
            <a:endParaRPr lang="en-US" altLang="zh-CN"/>
          </a:p>
        </p:txBody>
      </p:sp>
    </p:spTree>
    <p:extLst>
      <p:ext uri="{BB962C8B-B14F-4D97-AF65-F5344CB8AC3E}">
        <p14:creationId xmlns:p14="http://schemas.microsoft.com/office/powerpoint/2010/main" val="23631921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6">
            <a:extLst>
              <a:ext uri="{FF2B5EF4-FFF2-40B4-BE49-F238E27FC236}">
                <a16:creationId xmlns:a16="http://schemas.microsoft.com/office/drawing/2014/main" id="{B5CF944D-9BEB-42F0-B72A-E18E663D4659}"/>
              </a:ext>
            </a:extLst>
          </p:cNvPr>
          <p:cNvSpPr>
            <a:spLocks noGrp="1" noChangeArrowheads="1"/>
          </p:cNvSpPr>
          <p:nvPr>
            <p:ph type="sldNum" sz="quarter" idx="10"/>
          </p:nvPr>
        </p:nvSpPr>
        <p:spPr>
          <a:ln/>
        </p:spPr>
        <p:txBody>
          <a:bodyPr/>
          <a:lstStyle>
            <a:lvl1pPr>
              <a:defRPr/>
            </a:lvl1pPr>
          </a:lstStyle>
          <a:p>
            <a:pPr>
              <a:defRPr/>
            </a:pPr>
            <a:r>
              <a:rPr lang="en-US" altLang="zh-CN"/>
              <a:t>15.</a:t>
            </a:r>
            <a:fld id="{4F13BD25-C873-4D67-BF39-A400540D6B97}" type="slidenum">
              <a:rPr lang="en-US" altLang="zh-CN"/>
              <a:pPr>
                <a:defRPr/>
              </a:pPr>
              <a:t>‹#›</a:t>
            </a:fld>
            <a:endParaRPr lang="en-US" altLang="zh-CN"/>
          </a:p>
        </p:txBody>
      </p:sp>
    </p:spTree>
    <p:extLst>
      <p:ext uri="{BB962C8B-B14F-4D97-AF65-F5344CB8AC3E}">
        <p14:creationId xmlns:p14="http://schemas.microsoft.com/office/powerpoint/2010/main" val="2512213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8DDB4C0F-F130-4562-9752-4E15EFF5FCDF}"/>
              </a:ext>
            </a:extLst>
          </p:cNvPr>
          <p:cNvSpPr>
            <a:spLocks noGrp="1" noChangeArrowheads="1"/>
          </p:cNvSpPr>
          <p:nvPr>
            <p:ph type="sldNum" sz="quarter" idx="4"/>
          </p:nvPr>
        </p:nvSpPr>
        <p:spPr bwMode="auto">
          <a:xfrm>
            <a:off x="8305800" y="6400800"/>
            <a:ext cx="9144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ea typeface="宋体" panose="02010600030101010101" pitchFamily="2" charset="-122"/>
              </a:defRPr>
            </a:lvl1pPr>
          </a:lstStyle>
          <a:p>
            <a:pPr>
              <a:defRPr/>
            </a:pPr>
            <a:r>
              <a:rPr lang="en-US" altLang="zh-CN"/>
              <a:t>15.</a:t>
            </a:r>
            <a:fld id="{E250BDF1-0E9B-48B4-BF31-234FE7DF56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51"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 id="2147484048" r:id="rId10"/>
    <p:sldLayoutId id="2147484049" r:id="rId11"/>
    <p:sldLayoutId id="2147484050"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21.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notesSlide" Target="../notesSlides/notesSlide21.xml"/><Relationship Id="rId7" Type="http://schemas.openxmlformats.org/officeDocument/2006/relationships/image" Target="../media/image29.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28.png"/><Relationship Id="rId5" Type="http://schemas.openxmlformats.org/officeDocument/2006/relationships/image" Target="../media/image27.wmf"/><Relationship Id="rId4" Type="http://schemas.openxmlformats.org/officeDocument/2006/relationships/oleObject" Target="../embeddings/oleObject1.bin"/><Relationship Id="rId9" Type="http://schemas.openxmlformats.org/officeDocument/2006/relationships/image" Target="../media/image31.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100" name="Rectangle 3">
            <a:extLst>
              <a:ext uri="{FF2B5EF4-FFF2-40B4-BE49-F238E27FC236}">
                <a16:creationId xmlns:a16="http://schemas.microsoft.com/office/drawing/2014/main" id="{54E849E5-8018-48E2-8E6B-B8B39AB5A83C}"/>
              </a:ext>
            </a:extLst>
          </p:cNvPr>
          <p:cNvSpPr>
            <a:spLocks noChangeArrowheads="1"/>
          </p:cNvSpPr>
          <p:nvPr/>
        </p:nvSpPr>
        <p:spPr bwMode="auto">
          <a:xfrm>
            <a:off x="1143000" y="2057400"/>
            <a:ext cx="6858000" cy="262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ctr" eaLnBrk="1" hangingPunct="1">
              <a:spcBef>
                <a:spcPct val="20000"/>
              </a:spcBef>
              <a:buClr>
                <a:schemeClr val="folHlink"/>
              </a:buClr>
              <a:buSzPct val="60000"/>
            </a:pPr>
            <a:r>
              <a:rPr lang="zh-CN" altLang="en-US" sz="4800" dirty="0">
                <a:latin typeface="宋体" panose="02010600030101010101" pitchFamily="2" charset="-122"/>
                <a:ea typeface="宋体" panose="02010600030101010101" pitchFamily="2" charset="-122"/>
              </a:rPr>
              <a:t>第十五章</a:t>
            </a:r>
            <a:endParaRPr lang="en-US" altLang="zh-CN" sz="4800" dirty="0">
              <a:latin typeface="宋体" panose="02010600030101010101" pitchFamily="2" charset="-122"/>
              <a:ea typeface="宋体" panose="02010600030101010101" pitchFamily="2" charset="-122"/>
            </a:endParaRPr>
          </a:p>
          <a:p>
            <a:pPr marL="342900" indent="-342900" algn="ctr" eaLnBrk="1" hangingPunct="1">
              <a:spcBef>
                <a:spcPct val="20000"/>
              </a:spcBef>
              <a:buClr>
                <a:schemeClr val="folHlink"/>
              </a:buClr>
              <a:buSzPct val="60000"/>
            </a:pPr>
            <a:endParaRPr lang="en-US" altLang="en-US" sz="2400" dirty="0">
              <a:latin typeface="宋体" panose="02010600030101010101" pitchFamily="2" charset="-122"/>
              <a:ea typeface="宋体" panose="02010600030101010101" pitchFamily="2" charset="-122"/>
            </a:endParaRPr>
          </a:p>
          <a:p>
            <a:pPr algn="ctr"/>
            <a:r>
              <a:rPr lang="zh-CN" altLang="en-US" sz="4400" dirty="0">
                <a:ea typeface="宋体" panose="02010600030101010101" pitchFamily="2" charset="-122"/>
              </a:rPr>
              <a:t>连接局域网、主干网和</a:t>
            </a:r>
            <a:endParaRPr lang="en-US" altLang="zh-CN" sz="4400" dirty="0">
              <a:ea typeface="宋体" panose="02010600030101010101" pitchFamily="2" charset="-122"/>
            </a:endParaRPr>
          </a:p>
          <a:p>
            <a:pPr algn="ctr"/>
            <a:r>
              <a:rPr lang="zh-CN" altLang="en-US" sz="4400" dirty="0">
                <a:ea typeface="宋体" panose="02010600030101010101" pitchFamily="2" charset="-122"/>
              </a:rPr>
              <a:t>虚拟局域网</a:t>
            </a:r>
            <a:endParaRPr lang="en-US" altLang="zh-CN" sz="44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2946640"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15.1  </a:t>
            </a:r>
            <a:r>
              <a:rPr lang="zh-CN" altLang="en-US" dirty="0">
                <a:latin typeface="微软雅黑" panose="020B0503020204020204" pitchFamily="34" charset="-122"/>
                <a:ea typeface="微软雅黑" panose="020B0503020204020204" pitchFamily="34" charset="-122"/>
              </a:rPr>
              <a:t>连接设备</a:t>
            </a:r>
            <a:endParaRPr lang="en-US" altLang="zh-CN" dirty="0">
              <a:latin typeface="微软雅黑" panose="020B0503020204020204" pitchFamily="34" charset="-122"/>
              <a:ea typeface="微软雅黑" panose="020B0503020204020204" pitchFamily="34" charset="-122"/>
            </a:endParaRP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2" name="Rectangle 29">
            <a:extLst>
              <a:ext uri="{FF2B5EF4-FFF2-40B4-BE49-F238E27FC236}">
                <a16:creationId xmlns:a16="http://schemas.microsoft.com/office/drawing/2014/main" id="{B9FD15A1-F7CD-4F7C-91B2-3834E3D1C749}"/>
              </a:ext>
            </a:extLst>
          </p:cNvPr>
          <p:cNvSpPr>
            <a:spLocks noChangeArrowheads="1"/>
          </p:cNvSpPr>
          <p:nvPr/>
        </p:nvSpPr>
        <p:spPr bwMode="auto">
          <a:xfrm>
            <a:off x="914400" y="1331238"/>
            <a:ext cx="7499350" cy="2311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nSpc>
                <a:spcPct val="150000"/>
              </a:lnSpc>
              <a:buClr>
                <a:srgbClr val="FF0000"/>
              </a:buClr>
              <a:buSzPct val="80000"/>
            </a:pPr>
            <a:r>
              <a:rPr lang="zh-CN" altLang="en-US" sz="1800" b="0" dirty="0">
                <a:latin typeface="微软雅黑" panose="020B0503020204020204" pitchFamily="34" charset="-122"/>
                <a:ea typeface="微软雅黑" panose="020B0503020204020204" pitchFamily="34" charset="-122"/>
              </a:rPr>
              <a:t>根据设备在网络中工作所在的层可将连接设备分为 </a:t>
            </a:r>
            <a:r>
              <a:rPr lang="en-US" altLang="zh-CN" sz="1800" b="0" dirty="0">
                <a:latin typeface="微软雅黑" panose="020B0503020204020204" pitchFamily="34" charset="-122"/>
                <a:ea typeface="微软雅黑" panose="020B0503020204020204" pitchFamily="34" charset="-122"/>
              </a:rPr>
              <a:t>5 </a:t>
            </a:r>
            <a:r>
              <a:rPr lang="zh-CN" altLang="en-US" sz="1800" b="0" dirty="0">
                <a:latin typeface="微软雅黑" panose="020B0503020204020204" pitchFamily="34" charset="-122"/>
                <a:ea typeface="微软雅黑" panose="020B0503020204020204" pitchFamily="34" charset="-122"/>
              </a:rPr>
              <a:t>类：</a:t>
            </a:r>
            <a:endParaRPr lang="en-US" altLang="zh-CN" sz="1800" b="0" dirty="0">
              <a:latin typeface="微软雅黑" panose="020B0503020204020204" pitchFamily="34" charset="-122"/>
              <a:ea typeface="微软雅黑" panose="020B0503020204020204" pitchFamily="34" charset="-122"/>
            </a:endParaRPr>
          </a:p>
          <a:p>
            <a:pPr marL="625475" indent="-452438">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无源集线器（</a:t>
            </a:r>
            <a:r>
              <a:rPr lang="en-US" altLang="zh-CN" sz="1600" b="0" dirty="0">
                <a:latin typeface="微软雅黑" panose="020B0503020204020204" pitchFamily="34" charset="-122"/>
                <a:ea typeface="微软雅黑" panose="020B0503020204020204" pitchFamily="34" charset="-122"/>
              </a:rPr>
              <a:t>Passive Hubs</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marL="625475" indent="-452438">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有源集线器（</a:t>
            </a:r>
            <a:r>
              <a:rPr lang="fr-FR" altLang="zh-CN" sz="1600" b="0" dirty="0">
                <a:latin typeface="微软雅黑" panose="020B0503020204020204" pitchFamily="34" charset="-122"/>
                <a:ea typeface="微软雅黑" panose="020B0503020204020204" pitchFamily="34" charset="-122"/>
              </a:rPr>
              <a:t>Active Hubs</a:t>
            </a:r>
            <a:r>
              <a:rPr lang="zh-CN" altLang="en-US" sz="1600" b="0" dirty="0">
                <a:latin typeface="微软雅黑" panose="020B0503020204020204" pitchFamily="34" charset="-122"/>
                <a:ea typeface="微软雅黑" panose="020B0503020204020204" pitchFamily="34" charset="-122"/>
              </a:rPr>
              <a:t>）</a:t>
            </a:r>
            <a:endParaRPr lang="fr-FR" altLang="zh-CN" sz="1600" b="0" dirty="0">
              <a:latin typeface="微软雅黑" panose="020B0503020204020204" pitchFamily="34" charset="-122"/>
              <a:ea typeface="微软雅黑" panose="020B0503020204020204" pitchFamily="34" charset="-122"/>
            </a:endParaRPr>
          </a:p>
          <a:p>
            <a:pPr marL="625475" indent="-452438">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网桥（</a:t>
            </a:r>
            <a:r>
              <a:rPr lang="fr-FR" altLang="zh-CN" sz="1600" b="0" dirty="0">
                <a:latin typeface="微软雅黑" panose="020B0503020204020204" pitchFamily="34" charset="-122"/>
                <a:ea typeface="微软雅黑" panose="020B0503020204020204" pitchFamily="34" charset="-122"/>
              </a:rPr>
              <a:t>Bridges</a:t>
            </a:r>
            <a:r>
              <a:rPr lang="zh-CN" altLang="en-US" sz="1600" b="0" dirty="0">
                <a:latin typeface="微软雅黑" panose="020B0503020204020204" pitchFamily="34" charset="-122"/>
                <a:ea typeface="微软雅黑" panose="020B0503020204020204" pitchFamily="34" charset="-122"/>
              </a:rPr>
              <a:t>）、二层交换机（</a:t>
            </a:r>
            <a:r>
              <a:rPr lang="en-US" altLang="zh-CN" sz="1600" b="0" dirty="0">
                <a:latin typeface="微软雅黑" panose="020B0503020204020204" pitchFamily="34" charset="-122"/>
                <a:ea typeface="微软雅黑" panose="020B0503020204020204" pitchFamily="34" charset="-122"/>
              </a:rPr>
              <a:t>Two-Layer Switches</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marL="625475" indent="-452438">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路由器（</a:t>
            </a:r>
            <a:r>
              <a:rPr lang="en-US" altLang="zh-CN" sz="1600" b="0" dirty="0">
                <a:latin typeface="微软雅黑" panose="020B0503020204020204" pitchFamily="34" charset="-122"/>
                <a:ea typeface="微软雅黑" panose="020B0503020204020204" pitchFamily="34" charset="-122"/>
              </a:rPr>
              <a:t>Routers</a:t>
            </a:r>
            <a:r>
              <a:rPr lang="zh-CN" altLang="en-US" sz="1600" b="0" dirty="0">
                <a:latin typeface="微软雅黑" panose="020B0503020204020204" pitchFamily="34" charset="-122"/>
                <a:ea typeface="微软雅黑" panose="020B0503020204020204" pitchFamily="34" charset="-122"/>
              </a:rPr>
              <a:t>）、三层交换机（</a:t>
            </a:r>
            <a:r>
              <a:rPr lang="en-US" altLang="zh-CN" sz="1600" b="0" dirty="0">
                <a:latin typeface="微软雅黑" panose="020B0503020204020204" pitchFamily="34" charset="-122"/>
                <a:ea typeface="微软雅黑" panose="020B0503020204020204" pitchFamily="34" charset="-122"/>
              </a:rPr>
              <a:t>Three-Layer Switches</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marL="625475" indent="-452438">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网关（</a:t>
            </a:r>
            <a:r>
              <a:rPr lang="en-US" altLang="zh-CN" sz="1600" b="0" dirty="0">
                <a:latin typeface="微软雅黑" panose="020B0503020204020204" pitchFamily="34" charset="-122"/>
                <a:ea typeface="微软雅黑" panose="020B0503020204020204" pitchFamily="34" charset="-122"/>
              </a:rPr>
              <a:t>Gateways</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p:txBody>
      </p:sp>
      <p:pic>
        <p:nvPicPr>
          <p:cNvPr id="14" name="Picture 6">
            <a:extLst>
              <a:ext uri="{FF2B5EF4-FFF2-40B4-BE49-F238E27FC236}">
                <a16:creationId xmlns:a16="http://schemas.microsoft.com/office/drawing/2014/main" id="{03C37B90-BAA5-4B78-9839-CDC3735E1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3867" y="3962400"/>
            <a:ext cx="5685140" cy="1880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4">
            <a:extLst>
              <a:ext uri="{FF2B5EF4-FFF2-40B4-BE49-F238E27FC236}">
                <a16:creationId xmlns:a16="http://schemas.microsoft.com/office/drawing/2014/main" id="{7B3CDB47-C4B6-4D99-AEE0-67E7920C2FF8}"/>
              </a:ext>
            </a:extLst>
          </p:cNvPr>
          <p:cNvSpPr txBox="1">
            <a:spLocks noChangeArrowheads="1"/>
          </p:cNvSpPr>
          <p:nvPr/>
        </p:nvSpPr>
        <p:spPr bwMode="auto">
          <a:xfrm>
            <a:off x="3274677" y="6031468"/>
            <a:ext cx="25165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15.1  </a:t>
            </a:r>
            <a:r>
              <a:rPr lang="zh-CN" altLang="en-US" sz="1600" dirty="0">
                <a:latin typeface="Times New Roman" panose="02020603050405020304" pitchFamily="18" charset="0"/>
                <a:ea typeface="宋体" panose="02010600030101010101" pitchFamily="2" charset="-122"/>
              </a:rPr>
              <a:t>五类连接设备</a:t>
            </a:r>
            <a:endParaRPr lang="en-US" altLang="zh-CN" sz="1600" dirty="0">
              <a:latin typeface="Times New Roman" panose="02020603050405020304" pitchFamily="18" charset="0"/>
              <a:ea typeface="宋体" panose="02010600030101010101" pitchFamily="2" charset="-122"/>
            </a:endParaRPr>
          </a:p>
        </p:txBody>
      </p:sp>
      <p:sp>
        <p:nvSpPr>
          <p:cNvPr id="9" name="灯片编号占位符 3">
            <a:extLst>
              <a:ext uri="{FF2B5EF4-FFF2-40B4-BE49-F238E27FC236}">
                <a16:creationId xmlns:a16="http://schemas.microsoft.com/office/drawing/2014/main" id="{13C7C073-CD2F-4F8A-8ACD-AA7C06A6FF21}"/>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D08EAB82-3921-44B4-A46E-FDF20477B7F7}" type="slidenum">
              <a:rPr lang="en-US" altLang="zh-CN" sz="2000" smtClean="0">
                <a:solidFill>
                  <a:schemeClr val="bg2"/>
                </a:solidFill>
              </a:rPr>
              <a:pPr/>
              <a:t>2</a:t>
            </a:fld>
            <a:endParaRPr lang="en-US" altLang="zh-CN" sz="2000">
              <a:solidFill>
                <a:schemeClr val="bg2"/>
              </a:solidFill>
            </a:endParaRPr>
          </a:p>
        </p:txBody>
      </p:sp>
    </p:spTree>
    <p:extLst>
      <p:ext uri="{BB962C8B-B14F-4D97-AF65-F5344CB8AC3E}">
        <p14:creationId xmlns:p14="http://schemas.microsoft.com/office/powerpoint/2010/main" val="271573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72BAF5A3-81F3-40F1-A819-689BA3826088}"/>
              </a:ext>
            </a:extLst>
          </p:cNvPr>
          <p:cNvSpPr>
            <a:spLocks noGrp="1"/>
          </p:cNvSpPr>
          <p:nvPr>
            <p:ph type="title"/>
          </p:nvPr>
        </p:nvSpPr>
        <p:spPr bwMode="auto">
          <a:xfrm>
            <a:off x="2971800" y="103912"/>
            <a:ext cx="3752850" cy="555625"/>
          </a:xfrm>
          <a:ln>
            <a:miter lim="800000"/>
            <a:headEnd/>
            <a:tailEnd/>
          </a:ln>
        </p:spPr>
        <p:txBody>
          <a:bodyPr vert="horz" wrap="square" lIns="91440" tIns="45720" rIns="91440" bIns="45720" numCol="1" anchor="t" anchorCtr="0" compatLnSpc="1">
            <a:prstTxWarp prst="textNoShape">
              <a:avLst/>
            </a:prstTxWarp>
          </a:bodyPr>
          <a:lstStyle/>
          <a:p>
            <a:pPr>
              <a:defRP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无源集线器</a:t>
            </a:r>
          </a:p>
        </p:txBody>
      </p:sp>
      <p:sp>
        <p:nvSpPr>
          <p:cNvPr id="10243" name="灯片编号占位符 3">
            <a:extLst>
              <a:ext uri="{FF2B5EF4-FFF2-40B4-BE49-F238E27FC236}">
                <a16:creationId xmlns:a16="http://schemas.microsoft.com/office/drawing/2014/main" id="{E68D2192-ACC5-47C9-BAF5-BEA70D9938F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D08EAB82-3921-44B4-A46E-FDF20477B7F7}" type="slidenum">
              <a:rPr lang="en-US" altLang="zh-CN" sz="2000" smtClean="0">
                <a:solidFill>
                  <a:schemeClr val="bg2"/>
                </a:solidFill>
              </a:rPr>
              <a:pPr/>
              <a:t>3</a:t>
            </a:fld>
            <a:endParaRPr lang="en-US" altLang="zh-CN" sz="2000">
              <a:solidFill>
                <a:schemeClr val="bg2"/>
              </a:solidFill>
            </a:endParaRPr>
          </a:p>
        </p:txBody>
      </p:sp>
      <p:sp>
        <p:nvSpPr>
          <p:cNvPr id="10244" name="Rectangle 11">
            <a:extLst>
              <a:ext uri="{FF2B5EF4-FFF2-40B4-BE49-F238E27FC236}">
                <a16:creationId xmlns:a16="http://schemas.microsoft.com/office/drawing/2014/main" id="{1DB48F3D-66A6-441A-9EFE-C2A918DE2942}"/>
              </a:ext>
            </a:extLst>
          </p:cNvPr>
          <p:cNvSpPr>
            <a:spLocks noChangeArrowheads="1"/>
          </p:cNvSpPr>
          <p:nvPr/>
        </p:nvSpPr>
        <p:spPr bwMode="auto">
          <a:xfrm>
            <a:off x="914400" y="2057400"/>
            <a:ext cx="7620000" cy="246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nSpc>
                <a:spcPct val="200000"/>
              </a:lnSpc>
              <a:buClr>
                <a:srgbClr val="FF0000"/>
              </a:buClr>
              <a:buSzPct val="80000"/>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无源集线器工作在物理层以下，只是连接器，连接来自不同分支的线路。</a:t>
            </a:r>
            <a:endParaRPr lang="en-US" altLang="zh-CN" sz="2000" b="0" dirty="0">
              <a:latin typeface="微软雅黑" panose="020B0503020204020204" pitchFamily="34" charset="-122"/>
              <a:ea typeface="微软雅黑" panose="020B0503020204020204" pitchFamily="34" charset="-122"/>
            </a:endParaRPr>
          </a:p>
          <a:p>
            <a:pPr marL="342900" indent="-342900">
              <a:lnSpc>
                <a:spcPct val="200000"/>
              </a:lnSpc>
              <a:buClr>
                <a:srgbClr val="FF0000"/>
              </a:buClr>
              <a:buSzPct val="80000"/>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在星型拓扑中，无源集线器只是一个来自不同站点的信号冲突点，集线器是冲突点。</a:t>
            </a:r>
            <a:endParaRPr lang="en-US" altLang="zh-CN" sz="20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a:extLst>
              <a:ext uri="{FF2B5EF4-FFF2-40B4-BE49-F238E27FC236}">
                <a16:creationId xmlns:a16="http://schemas.microsoft.com/office/drawing/2014/main" id="{2E5CCB8A-FDD4-4197-B209-B8AAEBD7E69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E747B305-8735-4134-8FE1-BCD6E2581F09}" type="slidenum">
              <a:rPr lang="en-US" altLang="zh-CN" sz="2000" smtClean="0">
                <a:solidFill>
                  <a:schemeClr val="bg2"/>
                </a:solidFill>
              </a:rPr>
              <a:pPr/>
              <a:t>4</a:t>
            </a:fld>
            <a:endParaRPr lang="en-US" altLang="zh-CN" sz="2000">
              <a:solidFill>
                <a:schemeClr val="bg2"/>
              </a:solidFill>
            </a:endParaRPr>
          </a:p>
        </p:txBody>
      </p:sp>
      <p:sp>
        <p:nvSpPr>
          <p:cNvPr id="11267" name="Rectangle 11">
            <a:extLst>
              <a:ext uri="{FF2B5EF4-FFF2-40B4-BE49-F238E27FC236}">
                <a16:creationId xmlns:a16="http://schemas.microsoft.com/office/drawing/2014/main" id="{8ADED234-AFBA-42E2-8FA2-BEA5263FC174}"/>
              </a:ext>
            </a:extLst>
          </p:cNvPr>
          <p:cNvSpPr>
            <a:spLocks noChangeArrowheads="1"/>
          </p:cNvSpPr>
          <p:nvPr/>
        </p:nvSpPr>
        <p:spPr bwMode="auto">
          <a:xfrm>
            <a:off x="914400" y="1143000"/>
            <a:ext cx="7620000" cy="1895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中继器是仅工作在物理层的设备，常用于星型结构，可多级级联。</a:t>
            </a:r>
            <a:endParaRPr lang="en-US" altLang="zh-CN" sz="1600" b="0" dirty="0">
              <a:latin typeface="微软雅黑" panose="020B0503020204020204" pitchFamily="34" charset="-122"/>
              <a:ea typeface="微软雅黑" panose="020B0503020204020204" pitchFamily="34" charset="-122"/>
            </a:endParaRPr>
          </a:p>
          <a:p>
            <a:pPr marL="342900" indent="-342900">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中继器能够扩展局域网的物理长度，但不能连接采用不同协议的两个局域网，只能连接同一局域网的两个分段。</a:t>
            </a:r>
            <a:endParaRPr lang="en-US" altLang="zh-CN" sz="1600" b="0" dirty="0">
              <a:latin typeface="微软雅黑" panose="020B0503020204020204" pitchFamily="34" charset="-122"/>
              <a:ea typeface="微软雅黑" panose="020B0503020204020204" pitchFamily="34" charset="-122"/>
            </a:endParaRPr>
          </a:p>
          <a:p>
            <a:pPr marL="342900" indent="-342900">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中继器对每帧进行转发，没有过滤能力。</a:t>
            </a:r>
            <a:endParaRPr lang="en-US" altLang="zh-CN" sz="1600" b="0" dirty="0">
              <a:latin typeface="微软雅黑" panose="020B0503020204020204" pitchFamily="34" charset="-122"/>
              <a:ea typeface="微软雅黑" panose="020B0503020204020204" pitchFamily="34" charset="-122"/>
            </a:endParaRPr>
          </a:p>
          <a:p>
            <a:pPr marL="342900" indent="-342900">
              <a:lnSpc>
                <a:spcPct val="1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中继器可重新生成原始的位模式，是再生器而不是放大器。</a:t>
            </a:r>
            <a:endParaRPr lang="en-US" altLang="zh-CN" sz="1600" b="0" dirty="0">
              <a:latin typeface="微软雅黑" panose="020B0503020204020204" pitchFamily="34" charset="-122"/>
              <a:ea typeface="微软雅黑" panose="020B0503020204020204" pitchFamily="34" charset="-122"/>
            </a:endParaRPr>
          </a:p>
        </p:txBody>
      </p:sp>
      <p:sp>
        <p:nvSpPr>
          <p:cNvPr id="11270" name="Text Box 4">
            <a:extLst>
              <a:ext uri="{FF2B5EF4-FFF2-40B4-BE49-F238E27FC236}">
                <a16:creationId xmlns:a16="http://schemas.microsoft.com/office/drawing/2014/main" id="{8D5D14E2-2B3F-4870-8C4D-0545DAB42475}"/>
              </a:ext>
            </a:extLst>
          </p:cNvPr>
          <p:cNvSpPr txBox="1">
            <a:spLocks noChangeArrowheads="1"/>
          </p:cNvSpPr>
          <p:nvPr/>
        </p:nvSpPr>
        <p:spPr bwMode="auto">
          <a:xfrm>
            <a:off x="2971800" y="104050"/>
            <a:ext cx="175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中继器</a:t>
            </a:r>
            <a:endParaRPr lang="en-US" altLang="zh-CN" sz="2800" dirty="0">
              <a:solidFill>
                <a:schemeClr val="bg1"/>
              </a:solidFill>
              <a:latin typeface="微软雅黑" panose="020B0503020204020204" pitchFamily="34" charset="-122"/>
              <a:ea typeface="微软雅黑" panose="020B0503020204020204" pitchFamily="34" charset="-122"/>
            </a:endParaRPr>
          </a:p>
        </p:txBody>
      </p:sp>
      <p:pic>
        <p:nvPicPr>
          <p:cNvPr id="8" name="Picture 6">
            <a:extLst>
              <a:ext uri="{FF2B5EF4-FFF2-40B4-BE49-F238E27FC236}">
                <a16:creationId xmlns:a16="http://schemas.microsoft.com/office/drawing/2014/main" id="{5F18787F-3755-47CB-9CD1-C42DCDE04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439303"/>
            <a:ext cx="5295899" cy="220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69DBF8EF-673B-4293-9753-684FCAA547A7}"/>
              </a:ext>
            </a:extLst>
          </p:cNvPr>
          <p:cNvSpPr txBox="1">
            <a:spLocks noChangeArrowheads="1"/>
          </p:cNvSpPr>
          <p:nvPr/>
        </p:nvSpPr>
        <p:spPr bwMode="auto">
          <a:xfrm>
            <a:off x="3666440" y="5964097"/>
            <a:ext cx="18961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15.2  </a:t>
            </a:r>
            <a:r>
              <a:rPr lang="zh-CN" altLang="en-US" sz="1600" dirty="0">
                <a:latin typeface="Times New Roman" panose="02020603050405020304" pitchFamily="18" charset="0"/>
                <a:ea typeface="宋体" panose="02010600030101010101" pitchFamily="2" charset="-122"/>
              </a:rPr>
              <a:t>中继器</a:t>
            </a: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a:extLst>
              <a:ext uri="{FF2B5EF4-FFF2-40B4-BE49-F238E27FC236}">
                <a16:creationId xmlns:a16="http://schemas.microsoft.com/office/drawing/2014/main" id="{7A643FA9-EFF8-4372-ADDE-9BB3E3924B0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FE335B8A-5BE7-4990-AD5F-B6AF00CF0D2A}" type="slidenum">
              <a:rPr lang="en-US" altLang="zh-CN" sz="2000" smtClean="0">
                <a:solidFill>
                  <a:schemeClr val="bg2"/>
                </a:solidFill>
              </a:rPr>
              <a:pPr/>
              <a:t>5</a:t>
            </a:fld>
            <a:endParaRPr lang="en-US" altLang="zh-CN" sz="2000">
              <a:solidFill>
                <a:schemeClr val="bg2"/>
              </a:solidFill>
            </a:endParaRPr>
          </a:p>
        </p:txBody>
      </p:sp>
      <p:sp>
        <p:nvSpPr>
          <p:cNvPr id="15365" name="Text Box 4">
            <a:extLst>
              <a:ext uri="{FF2B5EF4-FFF2-40B4-BE49-F238E27FC236}">
                <a16:creationId xmlns:a16="http://schemas.microsoft.com/office/drawing/2014/main" id="{4A82316E-7AB3-48D1-9D7E-26AE9D19BF6C}"/>
              </a:ext>
            </a:extLst>
          </p:cNvPr>
          <p:cNvSpPr txBox="1">
            <a:spLocks noChangeArrowheads="1"/>
          </p:cNvSpPr>
          <p:nvPr/>
        </p:nvSpPr>
        <p:spPr bwMode="auto">
          <a:xfrm>
            <a:off x="3313737" y="5410200"/>
            <a:ext cx="25165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15.3  </a:t>
            </a:r>
            <a:r>
              <a:rPr lang="zh-CN" altLang="en-US" sz="1600" dirty="0">
                <a:latin typeface="Times New Roman" panose="02020603050405020304" pitchFamily="18" charset="0"/>
                <a:ea typeface="宋体" panose="02010600030101010101" pitchFamily="2" charset="-122"/>
              </a:rPr>
              <a:t>中继器的功能</a:t>
            </a:r>
            <a:endParaRPr lang="en-US" altLang="zh-CN" sz="1600" dirty="0">
              <a:latin typeface="Times New Roman" panose="02020603050405020304" pitchFamily="18" charset="0"/>
              <a:ea typeface="宋体" panose="02010600030101010101" pitchFamily="2" charset="-122"/>
            </a:endParaRPr>
          </a:p>
        </p:txBody>
      </p:sp>
      <p:pic>
        <p:nvPicPr>
          <p:cNvPr id="15367" name="Picture 6">
            <a:extLst>
              <a:ext uri="{FF2B5EF4-FFF2-40B4-BE49-F238E27FC236}">
                <a16:creationId xmlns:a16="http://schemas.microsoft.com/office/drawing/2014/main" id="{D4D59D92-600A-488D-AADD-2FAE7C6D56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777" y="1866900"/>
            <a:ext cx="6514445"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6F374662-197B-46D6-B5A5-8ECA95874F8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770E3099-A82A-48D7-9693-CE184B34BFB7}" type="slidenum">
              <a:rPr lang="en-US" altLang="zh-CN" sz="2000" smtClean="0">
                <a:solidFill>
                  <a:schemeClr val="bg2"/>
                </a:solidFill>
              </a:rPr>
              <a:pPr/>
              <a:t>6</a:t>
            </a:fld>
            <a:endParaRPr lang="en-US" altLang="zh-CN" sz="2000">
              <a:solidFill>
                <a:schemeClr val="bg2"/>
              </a:solidFill>
            </a:endParaRPr>
          </a:p>
        </p:txBody>
      </p:sp>
      <p:sp>
        <p:nvSpPr>
          <p:cNvPr id="23555" name="Rectangle 11">
            <a:extLst>
              <a:ext uri="{FF2B5EF4-FFF2-40B4-BE49-F238E27FC236}">
                <a16:creationId xmlns:a16="http://schemas.microsoft.com/office/drawing/2014/main" id="{500FC35B-31B9-40A2-B017-74832D76F08F}"/>
              </a:ext>
            </a:extLst>
          </p:cNvPr>
          <p:cNvSpPr>
            <a:spLocks noChangeArrowheads="1"/>
          </p:cNvSpPr>
          <p:nvPr/>
        </p:nvSpPr>
        <p:spPr bwMode="auto">
          <a:xfrm>
            <a:off x="651668" y="962349"/>
            <a:ext cx="7840661" cy="297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工作在物理层，功能与网线一样只是将数字信号发送到其它端口，并不能识别哪些数字信号是帧前同步码、帧定界符及网络层首部等。</a:t>
            </a:r>
            <a:endParaRPr lang="en-US" altLang="zh-CN" sz="1600" b="0" dirty="0">
              <a:latin typeface="微软雅黑" panose="020B0503020204020204" pitchFamily="34" charset="-122"/>
              <a:ea typeface="微软雅黑" panose="020B0503020204020204" pitchFamily="34" charset="-122"/>
            </a:endParaRPr>
          </a:p>
          <a:p>
            <a:pPr marL="342900" indent="-342900"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是一个多端口的中继器，常用于星型拓扑，克服了</a:t>
            </a:r>
            <a:r>
              <a:rPr lang="en-US" altLang="zh-CN" sz="1600" b="0" dirty="0">
                <a:latin typeface="微软雅黑" panose="020B0503020204020204" pitchFamily="34" charset="-122"/>
                <a:ea typeface="微软雅黑" panose="020B0503020204020204" pitchFamily="34" charset="-122"/>
              </a:rPr>
              <a:t>10Base-T</a:t>
            </a:r>
            <a:r>
              <a:rPr lang="zh-CN" altLang="en-US" sz="1600" b="0" dirty="0">
                <a:latin typeface="微软雅黑" panose="020B0503020204020204" pitchFamily="34" charset="-122"/>
                <a:ea typeface="微软雅黑" panose="020B0503020204020204" pitchFamily="34" charset="-122"/>
              </a:rPr>
              <a:t>标准的</a:t>
            </a:r>
            <a:r>
              <a:rPr lang="en-US" altLang="zh-CN" sz="1600" b="0" dirty="0">
                <a:latin typeface="微软雅黑" panose="020B0503020204020204" pitchFamily="34" charset="-122"/>
                <a:ea typeface="微软雅黑" panose="020B0503020204020204" pitchFamily="34" charset="-122"/>
              </a:rPr>
              <a:t>100m</a:t>
            </a:r>
            <a:r>
              <a:rPr lang="zh-CN" altLang="en-US" sz="1600" b="0" dirty="0">
                <a:latin typeface="微软雅黑" panose="020B0503020204020204" pitchFamily="34" charset="-122"/>
                <a:ea typeface="微软雅黑" panose="020B0503020204020204" pitchFamily="34" charset="-122"/>
              </a:rPr>
              <a:t>距离限制，扩展了以太网覆盖的范围并增加了以太网中计算机的数量。</a:t>
            </a:r>
            <a:endParaRPr lang="en-US" altLang="zh-CN" sz="1600" b="0" dirty="0">
              <a:latin typeface="微软雅黑" panose="020B0503020204020204" pitchFamily="34" charset="-122"/>
              <a:ea typeface="微软雅黑" panose="020B0503020204020204" pitchFamily="34" charset="-122"/>
            </a:endParaRPr>
          </a:p>
          <a:p>
            <a:pPr marL="342900" indent="-342900"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相连的集线器每个接口带宽必须相同。如果速率不一致，则工作在较低的数据速率，因为集线器接口不能缓存帧。</a:t>
            </a:r>
          </a:p>
        </p:txBody>
      </p:sp>
      <p:sp>
        <p:nvSpPr>
          <p:cNvPr id="8" name="Text Box 4">
            <a:extLst>
              <a:ext uri="{FF2B5EF4-FFF2-40B4-BE49-F238E27FC236}">
                <a16:creationId xmlns:a16="http://schemas.microsoft.com/office/drawing/2014/main" id="{E1089485-9123-4424-8ADE-2FBF15284AA2}"/>
              </a:ext>
            </a:extLst>
          </p:cNvPr>
          <p:cNvSpPr txBox="1">
            <a:spLocks noChangeArrowheads="1"/>
          </p:cNvSpPr>
          <p:nvPr/>
        </p:nvSpPr>
        <p:spPr bwMode="auto">
          <a:xfrm>
            <a:off x="3124200" y="5867400"/>
            <a:ext cx="2930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15.4  </a:t>
            </a:r>
            <a:r>
              <a:rPr lang="zh-CN" altLang="en-US" sz="1600" dirty="0">
                <a:latin typeface="Times New Roman" panose="02020603050405020304" pitchFamily="18" charset="0"/>
                <a:ea typeface="宋体" panose="02010600030101010101" pitchFamily="2" charset="-122"/>
              </a:rPr>
              <a:t>有源集线器的级联</a:t>
            </a:r>
            <a:endParaRPr lang="en-US" altLang="zh-CN" sz="1600" dirty="0">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63655DD5-23D8-4176-87FA-BEB21E52A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781" y="4073588"/>
            <a:ext cx="4008437" cy="1516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E17A27B6-9746-453A-843D-D0408D5D3D6E}"/>
              </a:ext>
            </a:extLst>
          </p:cNvPr>
          <p:cNvSpPr txBox="1">
            <a:spLocks noChangeArrowheads="1"/>
          </p:cNvSpPr>
          <p:nvPr/>
        </p:nvSpPr>
        <p:spPr bwMode="auto">
          <a:xfrm>
            <a:off x="2971800" y="87775"/>
            <a:ext cx="2438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有源集线器</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A160FCC-7B1F-490E-B29F-91742AD41B58}"/>
              </a:ext>
            </a:extLst>
          </p:cNvPr>
          <p:cNvSpPr>
            <a:spLocks noGrp="1"/>
          </p:cNvSpPr>
          <p:nvPr>
            <p:ph type="sldNum" sz="quarter" idx="10"/>
          </p:nvPr>
        </p:nvSpPr>
        <p:spPr/>
        <p:txBody>
          <a:bodyPr/>
          <a:lstStyle/>
          <a:p>
            <a:pPr>
              <a:defRPr/>
            </a:pPr>
            <a:r>
              <a:rPr lang="en-US" altLang="zh-CN"/>
              <a:t>15.</a:t>
            </a:r>
            <a:fld id="{248B2151-D0B8-47AC-96C4-501CC5523D17}" type="slidenum">
              <a:rPr lang="en-US" altLang="zh-CN" smtClean="0"/>
              <a:pPr>
                <a:defRPr/>
              </a:pPr>
              <a:t>7</a:t>
            </a:fld>
            <a:endParaRPr lang="en-US" altLang="zh-CN" dirty="0"/>
          </a:p>
        </p:txBody>
      </p:sp>
      <p:pic>
        <p:nvPicPr>
          <p:cNvPr id="3" name="图片 2">
            <a:extLst>
              <a:ext uri="{FF2B5EF4-FFF2-40B4-BE49-F238E27FC236}">
                <a16:creationId xmlns:a16="http://schemas.microsoft.com/office/drawing/2014/main" id="{89B71591-BE51-4C44-8140-CC64B7515FE4}"/>
              </a:ext>
            </a:extLst>
          </p:cNvPr>
          <p:cNvPicPr>
            <a:picLocks noChangeAspect="1"/>
          </p:cNvPicPr>
          <p:nvPr/>
        </p:nvPicPr>
        <p:blipFill>
          <a:blip r:embed="rId2"/>
          <a:stretch>
            <a:fillRect/>
          </a:stretch>
        </p:blipFill>
        <p:spPr>
          <a:xfrm>
            <a:off x="2409825" y="2560250"/>
            <a:ext cx="4324350" cy="3219450"/>
          </a:xfrm>
          <a:prstGeom prst="rect">
            <a:avLst/>
          </a:prstGeom>
        </p:spPr>
      </p:pic>
      <p:sp>
        <p:nvSpPr>
          <p:cNvPr id="4" name="Text Box 4">
            <a:extLst>
              <a:ext uri="{FF2B5EF4-FFF2-40B4-BE49-F238E27FC236}">
                <a16:creationId xmlns:a16="http://schemas.microsoft.com/office/drawing/2014/main" id="{F442D270-D418-4BE0-B37B-DE77DAF8C827}"/>
              </a:ext>
            </a:extLst>
          </p:cNvPr>
          <p:cNvSpPr txBox="1">
            <a:spLocks noChangeArrowheads="1"/>
          </p:cNvSpPr>
          <p:nvPr/>
        </p:nvSpPr>
        <p:spPr bwMode="auto">
          <a:xfrm>
            <a:off x="2971800" y="87775"/>
            <a:ext cx="533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实验</a:t>
            </a:r>
            <a:r>
              <a:rPr lang="en-US" altLang="zh-CN" sz="2800" dirty="0">
                <a:solidFill>
                  <a:schemeClr val="bg1"/>
                </a:solidFill>
                <a:latin typeface="微软雅黑" panose="020B0503020204020204" pitchFamily="34" charset="-122"/>
                <a:ea typeface="微软雅黑" panose="020B0503020204020204" pitchFamily="34" charset="-122"/>
              </a:rPr>
              <a:t>1  </a:t>
            </a:r>
            <a:r>
              <a:rPr lang="zh-CN" altLang="en-US" sz="2800" dirty="0">
                <a:solidFill>
                  <a:schemeClr val="bg1"/>
                </a:solidFill>
                <a:latin typeface="微软雅黑" panose="020B0503020204020204" pitchFamily="34" charset="-122"/>
                <a:ea typeface="微软雅黑" panose="020B0503020204020204" pitchFamily="34" charset="-122"/>
              </a:rPr>
              <a:t>观察集线器</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34B6FF94-1567-4EC2-BBD9-750BB3EAD775}"/>
              </a:ext>
            </a:extLst>
          </p:cNvPr>
          <p:cNvSpPr txBox="1"/>
          <p:nvPr/>
        </p:nvSpPr>
        <p:spPr>
          <a:xfrm>
            <a:off x="795337" y="982623"/>
            <a:ext cx="7553326" cy="1705403"/>
          </a:xfrm>
          <a:prstGeom prst="rect">
            <a:avLst/>
          </a:prstGeom>
          <a:noFill/>
        </p:spPr>
        <p:txBody>
          <a:bodyPr wrap="square" rtlCol="0">
            <a:spAutoFit/>
          </a:bodyPr>
          <a:lstStyle/>
          <a:p>
            <a:pPr>
              <a:lnSpc>
                <a:spcPct val="150000"/>
              </a:lnSpc>
            </a:pPr>
            <a:r>
              <a:rPr lang="zh-CN" altLang="en-US" sz="1800" b="0" dirty="0">
                <a:latin typeface="微软雅黑" panose="020B0503020204020204" pitchFamily="34" charset="-122"/>
                <a:ea typeface="微软雅黑" panose="020B0503020204020204" pitchFamily="34" charset="-122"/>
              </a:rPr>
              <a:t>为各 </a:t>
            </a:r>
            <a:r>
              <a:rPr lang="en-US" altLang="zh-CN" sz="1800" b="0" dirty="0">
                <a:latin typeface="微软雅黑" panose="020B0503020204020204" pitchFamily="34" charset="-122"/>
                <a:ea typeface="微软雅黑" panose="020B0503020204020204" pitchFamily="34" charset="-122"/>
              </a:rPr>
              <a:t>PC </a:t>
            </a:r>
            <a:r>
              <a:rPr lang="zh-CN" altLang="en-US" sz="1800" b="0" dirty="0">
                <a:latin typeface="微软雅黑" panose="020B0503020204020204" pitchFamily="34" charset="-122"/>
                <a:ea typeface="微软雅黑" panose="020B0503020204020204" pitchFamily="34" charset="-122"/>
              </a:rPr>
              <a:t>配置 </a:t>
            </a:r>
            <a:r>
              <a:rPr lang="en-US" altLang="zh-CN" sz="1800" b="0" dirty="0">
                <a:latin typeface="微软雅黑" panose="020B0503020204020204" pitchFamily="34" charset="-122"/>
                <a:ea typeface="微软雅黑" panose="020B0503020204020204" pitchFamily="34" charset="-122"/>
              </a:rPr>
              <a:t>IP </a:t>
            </a:r>
            <a:r>
              <a:rPr lang="zh-CN" altLang="en-US" sz="1800" b="0" dirty="0">
                <a:latin typeface="微软雅黑" panose="020B0503020204020204" pitchFamily="34" charset="-122"/>
                <a:ea typeface="微软雅黑" panose="020B0503020204020204" pitchFamily="34" charset="-122"/>
              </a:rPr>
              <a:t>地址和子网掩码，观察并思考：</a:t>
            </a:r>
            <a:endParaRPr lang="en-US" altLang="zh-CN" sz="1800" b="0" dirty="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sz="1800" b="0" dirty="0">
                <a:latin typeface="微软雅黑" panose="020B0503020204020204" pitchFamily="34" charset="-122"/>
                <a:ea typeface="微软雅黑" panose="020B0503020204020204" pitchFamily="34" charset="-122"/>
              </a:rPr>
              <a:t>当 </a:t>
            </a:r>
            <a:r>
              <a:rPr lang="en-US" altLang="zh-CN" sz="1800" b="0" dirty="0">
                <a:latin typeface="微软雅黑" panose="020B0503020204020204" pitchFamily="34" charset="-122"/>
                <a:ea typeface="微软雅黑" panose="020B0503020204020204" pitchFamily="34" charset="-122"/>
              </a:rPr>
              <a:t>PC1 ping PC2 </a:t>
            </a:r>
            <a:r>
              <a:rPr lang="zh-CN" altLang="en-US" sz="1800" b="0" dirty="0">
                <a:latin typeface="微软雅黑" panose="020B0503020204020204" pitchFamily="34" charset="-122"/>
                <a:ea typeface="微软雅黑" panose="020B0503020204020204" pitchFamily="34" charset="-122"/>
              </a:rPr>
              <a:t>时在 </a:t>
            </a:r>
            <a:r>
              <a:rPr lang="en-US" altLang="zh-CN" sz="1800" b="0" dirty="0">
                <a:latin typeface="微软雅黑" panose="020B0503020204020204" pitchFamily="34" charset="-122"/>
                <a:ea typeface="微软雅黑" panose="020B0503020204020204" pitchFamily="34" charset="-122"/>
              </a:rPr>
              <a:t>PC2 </a:t>
            </a:r>
            <a:r>
              <a:rPr lang="zh-CN" altLang="en-US" sz="1800" b="0" dirty="0">
                <a:latin typeface="微软雅黑" panose="020B0503020204020204" pitchFamily="34" charset="-122"/>
                <a:ea typeface="微软雅黑" panose="020B0503020204020204" pitchFamily="34" charset="-122"/>
              </a:rPr>
              <a:t>处抓包，看到了什么现象？</a:t>
            </a:r>
            <a:endParaRPr lang="en-US" altLang="zh-CN" sz="1800" b="0" dirty="0">
              <a:latin typeface="微软雅黑" panose="020B0503020204020204" pitchFamily="34" charset="-122"/>
              <a:ea typeface="微软雅黑" panose="020B0503020204020204" pitchFamily="34" charset="-122"/>
            </a:endParaRPr>
          </a:p>
          <a:p>
            <a:pPr marL="342900" indent="-342900">
              <a:lnSpc>
                <a:spcPct val="150000"/>
              </a:lnSpc>
              <a:buFontTx/>
              <a:buAutoNum type="arabicPeriod"/>
            </a:pPr>
            <a:r>
              <a:rPr lang="zh-CN" altLang="en-US" sz="1800" b="0" dirty="0">
                <a:latin typeface="微软雅黑" panose="020B0503020204020204" pitchFamily="34" charset="-122"/>
                <a:ea typeface="微软雅黑" panose="020B0503020204020204" pitchFamily="34" charset="-122"/>
              </a:rPr>
              <a:t>当 </a:t>
            </a:r>
            <a:r>
              <a:rPr lang="en-US" altLang="zh-CN" sz="1800" b="0" dirty="0">
                <a:latin typeface="微软雅黑" panose="020B0503020204020204" pitchFamily="34" charset="-122"/>
                <a:ea typeface="微软雅黑" panose="020B0503020204020204" pitchFamily="34" charset="-122"/>
              </a:rPr>
              <a:t>PC1 ping PC2 </a:t>
            </a:r>
            <a:r>
              <a:rPr lang="zh-CN" altLang="en-US" sz="1800" b="0" dirty="0">
                <a:latin typeface="微软雅黑" panose="020B0503020204020204" pitchFamily="34" charset="-122"/>
                <a:ea typeface="微软雅黑" panose="020B0503020204020204" pitchFamily="34" charset="-122"/>
              </a:rPr>
              <a:t>时在 </a:t>
            </a:r>
            <a:r>
              <a:rPr lang="en-US" altLang="zh-CN" sz="1800" b="0" dirty="0">
                <a:latin typeface="微软雅黑" panose="020B0503020204020204" pitchFamily="34" charset="-122"/>
                <a:ea typeface="微软雅黑" panose="020B0503020204020204" pitchFamily="34" charset="-122"/>
              </a:rPr>
              <a:t>PC3 </a:t>
            </a:r>
            <a:r>
              <a:rPr lang="zh-CN" altLang="en-US" sz="1800" b="0" dirty="0">
                <a:latin typeface="微软雅黑" panose="020B0503020204020204" pitchFamily="34" charset="-122"/>
                <a:ea typeface="微软雅黑" panose="020B0503020204020204" pitchFamily="34" charset="-122"/>
              </a:rPr>
              <a:t>处抓包，看到了什么现象？为什么会有这样的现象？</a:t>
            </a:r>
          </a:p>
        </p:txBody>
      </p:sp>
    </p:spTree>
    <p:extLst>
      <p:ext uri="{BB962C8B-B14F-4D97-AF65-F5344CB8AC3E}">
        <p14:creationId xmlns:p14="http://schemas.microsoft.com/office/powerpoint/2010/main" val="2579997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50A620E2-9430-41CB-B6FE-0CE3F752904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ECE8FA16-5AC3-45A9-9AB0-659955DE8FE0}" type="slidenum">
              <a:rPr lang="en-US" altLang="zh-CN" sz="2000" smtClean="0">
                <a:solidFill>
                  <a:schemeClr val="bg2"/>
                </a:solidFill>
              </a:rPr>
              <a:pPr/>
              <a:t>8</a:t>
            </a:fld>
            <a:endParaRPr lang="en-US" altLang="zh-CN" sz="2000">
              <a:solidFill>
                <a:schemeClr val="bg2"/>
              </a:solidFill>
            </a:endParaRPr>
          </a:p>
        </p:txBody>
      </p:sp>
      <p:sp>
        <p:nvSpPr>
          <p:cNvPr id="17411" name="Rectangle 11">
            <a:extLst>
              <a:ext uri="{FF2B5EF4-FFF2-40B4-BE49-F238E27FC236}">
                <a16:creationId xmlns:a16="http://schemas.microsoft.com/office/drawing/2014/main" id="{9167D068-C00A-4F0D-A743-B30BA4215DDD}"/>
              </a:ext>
            </a:extLst>
          </p:cNvPr>
          <p:cNvSpPr>
            <a:spLocks noChangeArrowheads="1"/>
          </p:cNvSpPr>
          <p:nvPr/>
        </p:nvSpPr>
        <p:spPr bwMode="auto">
          <a:xfrm>
            <a:off x="838200" y="1066800"/>
            <a:ext cx="7681912" cy="1833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集线器组建的以太网中，无论数据帧的</a:t>
            </a:r>
            <a:r>
              <a:rPr lang="en-US" altLang="zh-CN" sz="1600" b="0" dirty="0">
                <a:latin typeface="微软雅黑" panose="020B0503020204020204" pitchFamily="34" charset="-122"/>
                <a:ea typeface="微软雅黑" panose="020B0503020204020204" pitchFamily="34" charset="-122"/>
              </a:rPr>
              <a:t>MAC</a:t>
            </a:r>
            <a:r>
              <a:rPr lang="zh-CN" altLang="en-US" sz="1600" b="0" dirty="0">
                <a:latin typeface="微软雅黑" panose="020B0503020204020204" pitchFamily="34" charset="-122"/>
                <a:ea typeface="微软雅黑" panose="020B0503020204020204" pitchFamily="34" charset="-122"/>
              </a:rPr>
              <a:t>地址是否是自己的，都能够捕获，因此以太网具有与生俱来的安全隐患。</a:t>
            </a:r>
            <a:endParaRPr lang="en-US" altLang="zh-CN" sz="1600" b="0" dirty="0">
              <a:latin typeface="微软雅黑" panose="020B0503020204020204" pitchFamily="34" charset="-122"/>
              <a:ea typeface="微软雅黑" panose="020B0503020204020204" pitchFamily="34" charset="-122"/>
            </a:endParaRPr>
          </a:p>
          <a:p>
            <a:pPr marL="342900" indent="-342900" algn="just">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集线器组建的以太网中计算机共享带宽，计算机数量越多，平均带宽就越低。</a:t>
            </a:r>
            <a:endParaRPr lang="en-US" altLang="zh-CN" sz="1600" b="0" dirty="0">
              <a:latin typeface="微软雅黑" panose="020B0503020204020204" pitchFamily="34" charset="-122"/>
              <a:ea typeface="微软雅黑" panose="020B0503020204020204" pitchFamily="34" charset="-122"/>
            </a:endParaRPr>
          </a:p>
        </p:txBody>
      </p:sp>
      <p:pic>
        <p:nvPicPr>
          <p:cNvPr id="8" name="Picture 6">
            <a:extLst>
              <a:ext uri="{FF2B5EF4-FFF2-40B4-BE49-F238E27FC236}">
                <a16:creationId xmlns:a16="http://schemas.microsoft.com/office/drawing/2014/main" id="{7C9303F0-D230-489A-8F89-CFB0B90C0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044" y="3505200"/>
            <a:ext cx="6934200" cy="186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B670F567-2A37-4728-A7B3-621DE5501988}"/>
              </a:ext>
            </a:extLst>
          </p:cNvPr>
          <p:cNvSpPr txBox="1">
            <a:spLocks noChangeArrowheads="1"/>
          </p:cNvSpPr>
          <p:nvPr/>
        </p:nvSpPr>
        <p:spPr bwMode="auto">
          <a:xfrm>
            <a:off x="3474940" y="5791200"/>
            <a:ext cx="17828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13.14  </a:t>
            </a:r>
            <a:r>
              <a:rPr lang="zh-CN" altLang="en-US" sz="1600" dirty="0">
                <a:latin typeface="Times New Roman" panose="02020603050405020304" pitchFamily="18" charset="0"/>
                <a:ea typeface="宋体" panose="02010600030101010101" pitchFamily="2" charset="-122"/>
              </a:rPr>
              <a:t>带宽共享</a:t>
            </a:r>
            <a:endParaRPr lang="en-US" altLang="zh-CN" sz="1600" dirty="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E4DBFB4A-29DE-4DE8-BB48-41BF888A6E0F}"/>
              </a:ext>
            </a:extLst>
          </p:cNvPr>
          <p:cNvSpPr>
            <a:spLocks noGrp="1" noChangeArrowheads="1"/>
          </p:cNvSpPr>
          <p:nvPr>
            <p:ph type="title"/>
          </p:nvPr>
        </p:nvSpPr>
        <p:spPr bwMode="auto">
          <a:xfrm>
            <a:off x="2895600" y="87775"/>
            <a:ext cx="5334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广播域与冲突域</a:t>
            </a:r>
          </a:p>
        </p:txBody>
      </p:sp>
      <p:sp>
        <p:nvSpPr>
          <p:cNvPr id="25603" name="内容占位符 2">
            <a:extLst>
              <a:ext uri="{FF2B5EF4-FFF2-40B4-BE49-F238E27FC236}">
                <a16:creationId xmlns:a16="http://schemas.microsoft.com/office/drawing/2014/main" id="{5A76005D-85FD-4DBB-BECF-2A5ED72E8434}"/>
              </a:ext>
            </a:extLst>
          </p:cNvPr>
          <p:cNvSpPr>
            <a:spLocks noGrp="1" noChangeArrowheads="1"/>
          </p:cNvSpPr>
          <p:nvPr>
            <p:ph idx="1"/>
          </p:nvPr>
        </p:nvSpPr>
        <p:spPr bwMode="auto">
          <a:xfrm>
            <a:off x="685800" y="1066800"/>
            <a:ext cx="7696200" cy="495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50000"/>
              </a:lnSpc>
              <a:spcBef>
                <a:spcPct val="0"/>
              </a:spcBef>
              <a:buClr>
                <a:srgbClr val="FF0000"/>
              </a:buClr>
              <a:buSzPct val="80000"/>
              <a:buFont typeface="Wingdings" panose="05000000000000000000" pitchFamily="2" charset="2"/>
              <a:buChar char="u"/>
            </a:pPr>
            <a:r>
              <a:rPr lang="zh-CN" altLang="en-US" sz="1600" b="1" kern="1200" dirty="0">
                <a:latin typeface="微软雅黑" panose="020B0503020204020204" pitchFamily="34" charset="-122"/>
                <a:ea typeface="微软雅黑" panose="020B0503020204020204" pitchFamily="34" charset="-122"/>
              </a:rPr>
              <a:t>单播（</a:t>
            </a:r>
            <a:r>
              <a:rPr lang="en-US" altLang="zh-CN" sz="1600" b="1" kern="1200" dirty="0">
                <a:latin typeface="微软雅黑" panose="020B0503020204020204" pitchFamily="34" charset="-122"/>
                <a:ea typeface="微软雅黑" panose="020B0503020204020204" pitchFamily="34" charset="-122"/>
              </a:rPr>
              <a:t>Unicast</a:t>
            </a:r>
            <a:r>
              <a:rPr lang="zh-CN" altLang="en-US" sz="1600" b="1" kern="1200" dirty="0">
                <a:latin typeface="微软雅黑" panose="020B0503020204020204" pitchFamily="34" charset="-122"/>
                <a:ea typeface="微软雅黑" panose="020B0503020204020204" pitchFamily="34" charset="-122"/>
              </a:rPr>
              <a:t>）</a:t>
            </a:r>
            <a:r>
              <a:rPr lang="zh-CN" altLang="en-US" sz="1600" kern="1200" dirty="0">
                <a:latin typeface="微软雅黑" panose="020B0503020204020204" pitchFamily="34" charset="-122"/>
                <a:ea typeface="微软雅黑" panose="020B0503020204020204" pitchFamily="34" charset="-122"/>
              </a:rPr>
              <a:t>：在一个发送者和一个接收者之间通过网络进行的通信。</a:t>
            </a:r>
            <a:endParaRPr lang="en-US" altLang="zh-CN" sz="1600" kern="1200" dirty="0">
              <a:latin typeface="微软雅黑" panose="020B0503020204020204" pitchFamily="34" charset="-122"/>
              <a:ea typeface="微软雅黑" panose="020B0503020204020204" pitchFamily="34" charset="-122"/>
            </a:endParaRPr>
          </a:p>
          <a:p>
            <a:pPr algn="just">
              <a:lnSpc>
                <a:spcPct val="250000"/>
              </a:lnSpc>
              <a:spcBef>
                <a:spcPct val="0"/>
              </a:spcBef>
              <a:buClr>
                <a:srgbClr val="FF0000"/>
              </a:buClr>
              <a:buSzPct val="80000"/>
              <a:buFont typeface="Wingdings" panose="05000000000000000000" pitchFamily="2" charset="2"/>
              <a:buChar char="u"/>
            </a:pPr>
            <a:r>
              <a:rPr lang="zh-CN" altLang="en-US" sz="1600" b="1" kern="1200" dirty="0">
                <a:latin typeface="微软雅黑" panose="020B0503020204020204" pitchFamily="34" charset="-122"/>
                <a:ea typeface="微软雅黑" panose="020B0503020204020204" pitchFamily="34" charset="-122"/>
              </a:rPr>
              <a:t>广播（</a:t>
            </a:r>
            <a:r>
              <a:rPr lang="en-US" altLang="zh-CN" sz="1600" b="1" kern="1200" dirty="0">
                <a:latin typeface="微软雅黑" panose="020B0503020204020204" pitchFamily="34" charset="-122"/>
                <a:ea typeface="微软雅黑" panose="020B0503020204020204" pitchFamily="34" charset="-122"/>
              </a:rPr>
              <a:t>Broadcast</a:t>
            </a:r>
            <a:r>
              <a:rPr lang="zh-CN" altLang="en-US" sz="1600" b="1" kern="1200" dirty="0">
                <a:latin typeface="微软雅黑" panose="020B0503020204020204" pitchFamily="34" charset="-122"/>
                <a:ea typeface="微软雅黑" panose="020B0503020204020204" pitchFamily="34" charset="-122"/>
              </a:rPr>
              <a:t>）</a:t>
            </a:r>
            <a:r>
              <a:rPr lang="zh-CN" altLang="en-US" sz="1600" kern="1200" dirty="0">
                <a:latin typeface="微软雅黑" panose="020B0503020204020204" pitchFamily="34" charset="-122"/>
                <a:ea typeface="微软雅黑" panose="020B0503020204020204" pitchFamily="34" charset="-122"/>
              </a:rPr>
              <a:t>：主机之间“一对所有”的通信模式，网络对其中每一台主机发出的信号都进行无条件复制并转发，所有主机都可以接收到所有信息（不管是否需要）。数据网络中的</a:t>
            </a:r>
            <a:r>
              <a:rPr lang="zh-CN" altLang="en-US" sz="1600" b="1" kern="1200" dirty="0">
                <a:latin typeface="微软雅黑" panose="020B0503020204020204" pitchFamily="34" charset="-122"/>
                <a:ea typeface="微软雅黑" panose="020B0503020204020204" pitchFamily="34" charset="-122"/>
              </a:rPr>
              <a:t>广播被限制在二层交换机的局域网范围内，禁止广播数据穿过路由器</a:t>
            </a:r>
            <a:r>
              <a:rPr lang="zh-CN" altLang="en-US" sz="1600" kern="1200" dirty="0">
                <a:latin typeface="微软雅黑" panose="020B0503020204020204" pitchFamily="34" charset="-122"/>
                <a:ea typeface="微软雅黑" panose="020B0503020204020204" pitchFamily="34" charset="-122"/>
              </a:rPr>
              <a:t>，防止广播数据影响大面积的主机。</a:t>
            </a:r>
            <a:endParaRPr lang="en-US" altLang="zh-CN" sz="1600" kern="1200" dirty="0">
              <a:latin typeface="微软雅黑" panose="020B0503020204020204" pitchFamily="34" charset="-122"/>
              <a:ea typeface="微软雅黑" panose="020B0503020204020204" pitchFamily="34" charset="-122"/>
            </a:endParaRPr>
          </a:p>
          <a:p>
            <a:pPr algn="just">
              <a:lnSpc>
                <a:spcPct val="250000"/>
              </a:lnSpc>
              <a:spcBef>
                <a:spcPct val="0"/>
              </a:spcBef>
              <a:buClr>
                <a:srgbClr val="FF0000"/>
              </a:buClr>
              <a:buSzPct val="80000"/>
              <a:buFont typeface="Wingdings" panose="05000000000000000000" pitchFamily="2" charset="2"/>
              <a:buChar char="u"/>
            </a:pPr>
            <a:r>
              <a:rPr lang="zh-CN" altLang="en-US" sz="1600" b="1" kern="1200" dirty="0">
                <a:solidFill>
                  <a:srgbClr val="FF0000"/>
                </a:solidFill>
                <a:latin typeface="微软雅黑" panose="020B0503020204020204" pitchFamily="34" charset="-122"/>
                <a:ea typeface="微软雅黑" panose="020B0503020204020204" pitchFamily="34" charset="-122"/>
              </a:rPr>
              <a:t>广播域</a:t>
            </a:r>
            <a:r>
              <a:rPr lang="zh-CN" altLang="en-US" sz="1600" kern="1200" dirty="0">
                <a:latin typeface="微软雅黑" panose="020B0503020204020204" pitchFamily="34" charset="-122"/>
                <a:ea typeface="微软雅黑" panose="020B0503020204020204" pitchFamily="34" charset="-122"/>
              </a:rPr>
              <a:t>：能够接收广播帧的所有设备集合称为一个广播域。</a:t>
            </a:r>
            <a:endParaRPr lang="en-US" altLang="zh-CN" sz="1600" kern="1200" dirty="0">
              <a:latin typeface="微软雅黑" panose="020B0503020204020204" pitchFamily="34" charset="-122"/>
              <a:ea typeface="微软雅黑" panose="020B0503020204020204" pitchFamily="34" charset="-122"/>
            </a:endParaRPr>
          </a:p>
          <a:p>
            <a:pPr algn="just">
              <a:lnSpc>
                <a:spcPct val="250000"/>
              </a:lnSpc>
              <a:spcBef>
                <a:spcPct val="0"/>
              </a:spcBef>
              <a:buClr>
                <a:srgbClr val="FF0000"/>
              </a:buClr>
              <a:buSzPct val="80000"/>
              <a:buFont typeface="Wingdings" panose="05000000000000000000" pitchFamily="2" charset="2"/>
              <a:buChar char="u"/>
            </a:pPr>
            <a:r>
              <a:rPr lang="zh-CN" altLang="en-US" sz="1600" b="1" kern="1200" dirty="0">
                <a:solidFill>
                  <a:srgbClr val="FF0000"/>
                </a:solidFill>
                <a:latin typeface="微软雅黑" panose="020B0503020204020204" pitchFamily="34" charset="-122"/>
                <a:ea typeface="微软雅黑" panose="020B0503020204020204" pitchFamily="34" charset="-122"/>
              </a:rPr>
              <a:t>冲突域</a:t>
            </a:r>
            <a:r>
              <a:rPr lang="zh-CN" altLang="en-US" sz="1600" kern="1200" dirty="0">
                <a:latin typeface="微软雅黑" panose="020B0503020204020204" pitchFamily="34" charset="-122"/>
                <a:ea typeface="微软雅黑" panose="020B0503020204020204" pitchFamily="34" charset="-122"/>
              </a:rPr>
              <a:t>：在同一网络上两个比特同时进行传输时会产生冲突，这样的区域称为冲突域。所有的共享介质环境都是冲突域。</a:t>
            </a:r>
          </a:p>
        </p:txBody>
      </p:sp>
      <p:sp>
        <p:nvSpPr>
          <p:cNvPr id="25604" name="灯片编号占位符 1">
            <a:extLst>
              <a:ext uri="{FF2B5EF4-FFF2-40B4-BE49-F238E27FC236}">
                <a16:creationId xmlns:a16="http://schemas.microsoft.com/office/drawing/2014/main" id="{FE13B6C8-2092-480C-9CF6-44295F9A273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CB8DEB75-38D4-47BF-B09A-1373E2A7730F}" type="slidenum">
              <a:rPr lang="en-US" altLang="zh-CN" sz="2000" smtClean="0">
                <a:solidFill>
                  <a:schemeClr val="bg2"/>
                </a:solidFill>
              </a:rPr>
              <a:pPr/>
              <a:t>9</a:t>
            </a:fld>
            <a:endParaRPr lang="en-US" altLang="zh-CN" sz="2000">
              <a:solidFill>
                <a:schemeClr val="bg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82855702-F7DC-44F4-A3D3-9F18B31D2046}"/>
              </a:ext>
            </a:extLst>
          </p:cNvPr>
          <p:cNvSpPr>
            <a:spLocks noGrp="1" noChangeArrowheads="1"/>
          </p:cNvSpPr>
          <p:nvPr>
            <p:ph type="title"/>
          </p:nvPr>
        </p:nvSpPr>
        <p:spPr bwMode="auto">
          <a:xfrm>
            <a:off x="3032125" y="95793"/>
            <a:ext cx="4238625" cy="52197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r>
              <a:rPr lang="zh-CN" altLang="en-US" sz="2800" b="1" kern="1200" dirty="0">
                <a:solidFill>
                  <a:schemeClr val="bg1"/>
                </a:solidFill>
                <a:latin typeface="微软雅黑" panose="020B0503020204020204" pitchFamily="34" charset="-122"/>
                <a:ea typeface="微软雅黑" panose="020B0503020204020204" pitchFamily="34" charset="-122"/>
                <a:cs typeface="+mn-cs"/>
              </a:rPr>
              <a:t>冲突域</a:t>
            </a:r>
          </a:p>
        </p:txBody>
      </p:sp>
      <p:sp>
        <p:nvSpPr>
          <p:cNvPr id="26627" name="Text Box 43">
            <a:extLst>
              <a:ext uri="{FF2B5EF4-FFF2-40B4-BE49-F238E27FC236}">
                <a16:creationId xmlns:a16="http://schemas.microsoft.com/office/drawing/2014/main" id="{61115583-5533-457D-97EA-2C6FC69A02E9}"/>
              </a:ext>
            </a:extLst>
          </p:cNvPr>
          <p:cNvSpPr txBox="1">
            <a:spLocks noChangeArrowheads="1"/>
          </p:cNvSpPr>
          <p:nvPr/>
        </p:nvSpPr>
        <p:spPr bwMode="auto">
          <a:xfrm>
            <a:off x="3706829" y="952249"/>
            <a:ext cx="18261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600" dirty="0">
                <a:latin typeface="微软雅黑" panose="020B0503020204020204" pitchFamily="34" charset="-122"/>
                <a:ea typeface="微软雅黑" panose="020B0503020204020204" pitchFamily="34" charset="-122"/>
              </a:rPr>
              <a:t>三个独立的冲突域</a:t>
            </a:r>
          </a:p>
        </p:txBody>
      </p:sp>
      <p:sp>
        <p:nvSpPr>
          <p:cNvPr id="26628" name="AutoShape 44">
            <a:extLst>
              <a:ext uri="{FF2B5EF4-FFF2-40B4-BE49-F238E27FC236}">
                <a16:creationId xmlns:a16="http://schemas.microsoft.com/office/drawing/2014/main" id="{507688B2-754D-4C78-A690-430B2E48087F}"/>
              </a:ext>
            </a:extLst>
          </p:cNvPr>
          <p:cNvSpPr>
            <a:spLocks noChangeArrowheads="1"/>
          </p:cNvSpPr>
          <p:nvPr/>
        </p:nvSpPr>
        <p:spPr bwMode="auto">
          <a:xfrm>
            <a:off x="898523" y="1602282"/>
            <a:ext cx="1988803" cy="2013806"/>
          </a:xfrm>
          <a:prstGeom prst="roundRect">
            <a:avLst>
              <a:gd name="adj" fmla="val 16667"/>
            </a:avLst>
          </a:prstGeom>
          <a:solidFill>
            <a:srgbClr val="FF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400">
              <a:latin typeface="微软雅黑" panose="020B0503020204020204" pitchFamily="34" charset="-122"/>
              <a:ea typeface="微软雅黑" panose="020B0503020204020204" pitchFamily="34" charset="-122"/>
            </a:endParaRPr>
          </a:p>
        </p:txBody>
      </p:sp>
      <p:sp>
        <p:nvSpPr>
          <p:cNvPr id="26637" name="Text Box 53">
            <a:extLst>
              <a:ext uri="{FF2B5EF4-FFF2-40B4-BE49-F238E27FC236}">
                <a16:creationId xmlns:a16="http://schemas.microsoft.com/office/drawing/2014/main" id="{11532B77-2E65-4BB9-95EA-9DD6CA016D23}"/>
              </a:ext>
            </a:extLst>
          </p:cNvPr>
          <p:cNvSpPr txBox="1">
            <a:spLocks noChangeArrowheads="1"/>
          </p:cNvSpPr>
          <p:nvPr/>
        </p:nvSpPr>
        <p:spPr bwMode="auto">
          <a:xfrm>
            <a:off x="941520" y="2273458"/>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dirty="0">
                <a:solidFill>
                  <a:srgbClr val="003300"/>
                </a:solidFill>
                <a:latin typeface="微软雅黑" panose="020B0503020204020204" pitchFamily="34" charset="-122"/>
                <a:ea typeface="微软雅黑" panose="020B0503020204020204" pitchFamily="34" charset="-122"/>
              </a:rPr>
              <a:t>一系</a:t>
            </a:r>
          </a:p>
        </p:txBody>
      </p:sp>
      <p:sp>
        <p:nvSpPr>
          <p:cNvPr id="26639" name="AutoShape 55">
            <a:extLst>
              <a:ext uri="{FF2B5EF4-FFF2-40B4-BE49-F238E27FC236}">
                <a16:creationId xmlns:a16="http://schemas.microsoft.com/office/drawing/2014/main" id="{6EA682B3-E9BF-44FE-A5FB-81CB7E9A6DE9}"/>
              </a:ext>
            </a:extLst>
          </p:cNvPr>
          <p:cNvSpPr>
            <a:spLocks noChangeArrowheads="1"/>
          </p:cNvSpPr>
          <p:nvPr/>
        </p:nvSpPr>
        <p:spPr bwMode="auto">
          <a:xfrm>
            <a:off x="3612187" y="1602282"/>
            <a:ext cx="1984375" cy="2013806"/>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400">
              <a:latin typeface="微软雅黑" panose="020B0503020204020204" pitchFamily="34" charset="-122"/>
              <a:ea typeface="微软雅黑" panose="020B0503020204020204" pitchFamily="34" charset="-122"/>
            </a:endParaRPr>
          </a:p>
        </p:txBody>
      </p:sp>
      <p:sp>
        <p:nvSpPr>
          <p:cNvPr id="26648" name="Text Box 64">
            <a:extLst>
              <a:ext uri="{FF2B5EF4-FFF2-40B4-BE49-F238E27FC236}">
                <a16:creationId xmlns:a16="http://schemas.microsoft.com/office/drawing/2014/main" id="{4C6E7AC8-A56C-43EB-9F94-91DC4617E198}"/>
              </a:ext>
            </a:extLst>
          </p:cNvPr>
          <p:cNvSpPr txBox="1">
            <a:spLocks noChangeArrowheads="1"/>
          </p:cNvSpPr>
          <p:nvPr/>
        </p:nvSpPr>
        <p:spPr bwMode="auto">
          <a:xfrm>
            <a:off x="3627435" y="2270770"/>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dirty="0">
                <a:solidFill>
                  <a:srgbClr val="003300"/>
                </a:solidFill>
                <a:latin typeface="微软雅黑" panose="020B0503020204020204" pitchFamily="34" charset="-122"/>
                <a:ea typeface="微软雅黑" panose="020B0503020204020204" pitchFamily="34" charset="-122"/>
              </a:rPr>
              <a:t>二系</a:t>
            </a:r>
          </a:p>
        </p:txBody>
      </p:sp>
      <p:sp>
        <p:nvSpPr>
          <p:cNvPr id="26650" name="AutoShape 66">
            <a:extLst>
              <a:ext uri="{FF2B5EF4-FFF2-40B4-BE49-F238E27FC236}">
                <a16:creationId xmlns:a16="http://schemas.microsoft.com/office/drawing/2014/main" id="{8FA35F99-2F15-40C9-8410-8C043B4D2A77}"/>
              </a:ext>
            </a:extLst>
          </p:cNvPr>
          <p:cNvSpPr>
            <a:spLocks noChangeArrowheads="1"/>
          </p:cNvSpPr>
          <p:nvPr/>
        </p:nvSpPr>
        <p:spPr bwMode="auto">
          <a:xfrm>
            <a:off x="6321424" y="1600200"/>
            <a:ext cx="1984376" cy="2013806"/>
          </a:xfrm>
          <a:prstGeom prst="roundRect">
            <a:avLst>
              <a:gd name="adj" fmla="val 16667"/>
            </a:avLst>
          </a:prstGeom>
          <a:solidFill>
            <a:srgbClr val="FFCC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400">
              <a:latin typeface="微软雅黑" panose="020B0503020204020204" pitchFamily="34" charset="-122"/>
              <a:ea typeface="微软雅黑" panose="020B0503020204020204" pitchFamily="34" charset="-122"/>
            </a:endParaRPr>
          </a:p>
        </p:txBody>
      </p:sp>
      <p:sp>
        <p:nvSpPr>
          <p:cNvPr id="26659" name="Text Box 75">
            <a:extLst>
              <a:ext uri="{FF2B5EF4-FFF2-40B4-BE49-F238E27FC236}">
                <a16:creationId xmlns:a16="http://schemas.microsoft.com/office/drawing/2014/main" id="{E9202FBE-328B-4709-952B-869CF58A455C}"/>
              </a:ext>
            </a:extLst>
          </p:cNvPr>
          <p:cNvSpPr txBox="1">
            <a:spLocks noChangeArrowheads="1"/>
          </p:cNvSpPr>
          <p:nvPr/>
        </p:nvSpPr>
        <p:spPr bwMode="auto">
          <a:xfrm>
            <a:off x="6325162" y="2271764"/>
            <a:ext cx="5437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dirty="0">
                <a:solidFill>
                  <a:srgbClr val="003300"/>
                </a:solidFill>
                <a:latin typeface="微软雅黑" panose="020B0503020204020204" pitchFamily="34" charset="-122"/>
                <a:ea typeface="微软雅黑" panose="020B0503020204020204" pitchFamily="34" charset="-122"/>
              </a:rPr>
              <a:t>三系</a:t>
            </a:r>
          </a:p>
        </p:txBody>
      </p:sp>
      <p:sp>
        <p:nvSpPr>
          <p:cNvPr id="26661" name="AutoShape 77">
            <a:extLst>
              <a:ext uri="{FF2B5EF4-FFF2-40B4-BE49-F238E27FC236}">
                <a16:creationId xmlns:a16="http://schemas.microsoft.com/office/drawing/2014/main" id="{775F9C23-CCDE-4205-9D6B-FD0975B68691}"/>
              </a:ext>
            </a:extLst>
          </p:cNvPr>
          <p:cNvSpPr>
            <a:spLocks/>
          </p:cNvSpPr>
          <p:nvPr/>
        </p:nvSpPr>
        <p:spPr bwMode="auto">
          <a:xfrm rot="5400000" flipV="1">
            <a:off x="4456112" y="-1271589"/>
            <a:ext cx="304800" cy="5438779"/>
          </a:xfrm>
          <a:prstGeom prst="leftBrace">
            <a:avLst>
              <a:gd name="adj1" fmla="val 113995"/>
              <a:gd name="adj2" fmla="val 50000"/>
            </a:avLst>
          </a:pr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vert="eaVert"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微软雅黑" panose="020B0503020204020204" pitchFamily="34" charset="-122"/>
              <a:ea typeface="微软雅黑" panose="020B0503020204020204" pitchFamily="34" charset="-122"/>
            </a:endParaRPr>
          </a:p>
        </p:txBody>
      </p:sp>
      <p:sp>
        <p:nvSpPr>
          <p:cNvPr id="26662" name="Text Box 78">
            <a:extLst>
              <a:ext uri="{FF2B5EF4-FFF2-40B4-BE49-F238E27FC236}">
                <a16:creationId xmlns:a16="http://schemas.microsoft.com/office/drawing/2014/main" id="{A076C31E-FA86-412D-A002-77EE950166B1}"/>
              </a:ext>
            </a:extLst>
          </p:cNvPr>
          <p:cNvSpPr txBox="1">
            <a:spLocks noChangeArrowheads="1"/>
          </p:cNvSpPr>
          <p:nvPr/>
        </p:nvSpPr>
        <p:spPr bwMode="auto">
          <a:xfrm>
            <a:off x="1456374" y="1657821"/>
            <a:ext cx="72327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b="0" dirty="0">
                <a:latin typeface="微软雅黑" panose="020B0503020204020204" pitchFamily="34" charset="-122"/>
                <a:ea typeface="微软雅黑" panose="020B0503020204020204" pitchFamily="34" charset="-122"/>
              </a:rPr>
              <a:t>冲突域</a:t>
            </a:r>
          </a:p>
        </p:txBody>
      </p:sp>
      <p:sp>
        <p:nvSpPr>
          <p:cNvPr id="26663" name="Text Box 79">
            <a:extLst>
              <a:ext uri="{FF2B5EF4-FFF2-40B4-BE49-F238E27FC236}">
                <a16:creationId xmlns:a16="http://schemas.microsoft.com/office/drawing/2014/main" id="{45ACAA42-2C15-46B8-916E-E5A2B563C38E}"/>
              </a:ext>
            </a:extLst>
          </p:cNvPr>
          <p:cNvSpPr txBox="1">
            <a:spLocks noChangeArrowheads="1"/>
          </p:cNvSpPr>
          <p:nvPr/>
        </p:nvSpPr>
        <p:spPr bwMode="auto">
          <a:xfrm>
            <a:off x="4242479" y="1664081"/>
            <a:ext cx="72327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b="0" dirty="0">
                <a:latin typeface="微软雅黑" panose="020B0503020204020204" pitchFamily="34" charset="-122"/>
                <a:ea typeface="微软雅黑" panose="020B0503020204020204" pitchFamily="34" charset="-122"/>
              </a:rPr>
              <a:t>冲突域</a:t>
            </a:r>
          </a:p>
        </p:txBody>
      </p:sp>
      <p:sp>
        <p:nvSpPr>
          <p:cNvPr id="26664" name="Text Box 80">
            <a:extLst>
              <a:ext uri="{FF2B5EF4-FFF2-40B4-BE49-F238E27FC236}">
                <a16:creationId xmlns:a16="http://schemas.microsoft.com/office/drawing/2014/main" id="{8C06A266-6B42-4F51-80D1-FEB56FC79185}"/>
              </a:ext>
            </a:extLst>
          </p:cNvPr>
          <p:cNvSpPr txBox="1">
            <a:spLocks noChangeArrowheads="1"/>
          </p:cNvSpPr>
          <p:nvPr/>
        </p:nvSpPr>
        <p:spPr bwMode="auto">
          <a:xfrm>
            <a:off x="6951973" y="1681208"/>
            <a:ext cx="72327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b="0" dirty="0">
                <a:latin typeface="微软雅黑" panose="020B0503020204020204" pitchFamily="34" charset="-122"/>
                <a:ea typeface="微软雅黑" panose="020B0503020204020204" pitchFamily="34" charset="-122"/>
              </a:rPr>
              <a:t>冲突域</a:t>
            </a:r>
          </a:p>
        </p:txBody>
      </p:sp>
      <p:sp>
        <p:nvSpPr>
          <p:cNvPr id="26665" name="灯片编号占位符 1">
            <a:extLst>
              <a:ext uri="{FF2B5EF4-FFF2-40B4-BE49-F238E27FC236}">
                <a16:creationId xmlns:a16="http://schemas.microsoft.com/office/drawing/2014/main" id="{F4CB599D-1E16-4C46-B506-6BF91BE7235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7331BCA8-D183-4BCE-9BAE-504A02F5376F}" type="slidenum">
              <a:rPr lang="en-US" altLang="zh-CN" sz="2000" smtClean="0">
                <a:solidFill>
                  <a:schemeClr val="bg2"/>
                </a:solidFill>
              </a:rPr>
              <a:pPr/>
              <a:t>10</a:t>
            </a:fld>
            <a:endParaRPr lang="en-US" altLang="zh-CN" sz="2000">
              <a:solidFill>
                <a:schemeClr val="bg2"/>
              </a:solidFill>
            </a:endParaRPr>
          </a:p>
        </p:txBody>
      </p:sp>
      <p:grpSp>
        <p:nvGrpSpPr>
          <p:cNvPr id="46" name="组合 45">
            <a:extLst>
              <a:ext uri="{FF2B5EF4-FFF2-40B4-BE49-F238E27FC236}">
                <a16:creationId xmlns:a16="http://schemas.microsoft.com/office/drawing/2014/main" id="{A615D090-FCCB-4320-8B3A-4F1963372F8F}"/>
              </a:ext>
            </a:extLst>
          </p:cNvPr>
          <p:cNvGrpSpPr/>
          <p:nvPr/>
        </p:nvGrpSpPr>
        <p:grpSpPr>
          <a:xfrm>
            <a:off x="1041396" y="2003896"/>
            <a:ext cx="1685925" cy="1419225"/>
            <a:chOff x="1158876" y="2368829"/>
            <a:chExt cx="1685925" cy="1419225"/>
          </a:xfrm>
        </p:grpSpPr>
        <p:sp>
          <p:nvSpPr>
            <p:cNvPr id="47" name="Line 45">
              <a:extLst>
                <a:ext uri="{FF2B5EF4-FFF2-40B4-BE49-F238E27FC236}">
                  <a16:creationId xmlns:a16="http://schemas.microsoft.com/office/drawing/2014/main" id="{C06176E3-4571-4C1D-95D4-FA6FAF896165}"/>
                </a:ext>
              </a:extLst>
            </p:cNvPr>
            <p:cNvSpPr>
              <a:spLocks noChangeShapeType="1"/>
            </p:cNvSpPr>
            <p:nvPr/>
          </p:nvSpPr>
          <p:spPr bwMode="auto">
            <a:xfrm flipH="1">
              <a:off x="1409701" y="2662933"/>
              <a:ext cx="568325" cy="802859"/>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48" name="Picture 46">
              <a:extLst>
                <a:ext uri="{FF2B5EF4-FFF2-40B4-BE49-F238E27FC236}">
                  <a16:creationId xmlns:a16="http://schemas.microsoft.com/office/drawing/2014/main" id="{BED02A6D-04F4-4244-9301-4805F4FD1F8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49" name="Line 47">
              <a:extLst>
                <a:ext uri="{FF2B5EF4-FFF2-40B4-BE49-F238E27FC236}">
                  <a16:creationId xmlns:a16="http://schemas.microsoft.com/office/drawing/2014/main" id="{244034DA-0A72-48A3-9820-9263E0BF5CC8}"/>
                </a:ext>
              </a:extLst>
            </p:cNvPr>
            <p:cNvSpPr>
              <a:spLocks noChangeShapeType="1"/>
            </p:cNvSpPr>
            <p:nvPr/>
          </p:nvSpPr>
          <p:spPr bwMode="auto">
            <a:xfrm>
              <a:off x="2187576" y="2843492"/>
              <a:ext cx="403225" cy="598487"/>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50" name="Line 49">
              <a:extLst>
                <a:ext uri="{FF2B5EF4-FFF2-40B4-BE49-F238E27FC236}">
                  <a16:creationId xmlns:a16="http://schemas.microsoft.com/office/drawing/2014/main" id="{5BF1B8FE-D71A-43DA-9346-5D9CA5946DB0}"/>
                </a:ext>
              </a:extLst>
            </p:cNvPr>
            <p:cNvSpPr>
              <a:spLocks noChangeShapeType="1"/>
            </p:cNvSpPr>
            <p:nvPr/>
          </p:nvSpPr>
          <p:spPr bwMode="auto">
            <a:xfrm flipH="1">
              <a:off x="2006601" y="2843492"/>
              <a:ext cx="9525" cy="639762"/>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51" name="Picture 50">
              <a:extLst>
                <a:ext uri="{FF2B5EF4-FFF2-40B4-BE49-F238E27FC236}">
                  <a16:creationId xmlns:a16="http://schemas.microsoft.com/office/drawing/2014/main" id="{348D0333-6E13-413C-9827-71A03B35070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2" name="Picture 51">
              <a:extLst>
                <a:ext uri="{FF2B5EF4-FFF2-40B4-BE49-F238E27FC236}">
                  <a16:creationId xmlns:a16="http://schemas.microsoft.com/office/drawing/2014/main" id="{71C050F6-6FD0-4A4B-9B1D-09CFD796980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3" name="Picture 54">
              <a:extLst>
                <a:ext uri="{FF2B5EF4-FFF2-40B4-BE49-F238E27FC236}">
                  <a16:creationId xmlns:a16="http://schemas.microsoft.com/office/drawing/2014/main" id="{05F18E04-03AD-46B6-896A-AFD14925D2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1516397"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2" name="组合 1">
            <a:extLst>
              <a:ext uri="{FF2B5EF4-FFF2-40B4-BE49-F238E27FC236}">
                <a16:creationId xmlns:a16="http://schemas.microsoft.com/office/drawing/2014/main" id="{510C7BDC-9CA1-45FC-8AC9-B348ACF1BD0B}"/>
              </a:ext>
            </a:extLst>
          </p:cNvPr>
          <p:cNvGrpSpPr/>
          <p:nvPr/>
        </p:nvGrpSpPr>
        <p:grpSpPr>
          <a:xfrm>
            <a:off x="3751640" y="2003896"/>
            <a:ext cx="1685925" cy="1419225"/>
            <a:chOff x="1158876" y="2368829"/>
            <a:chExt cx="1685925" cy="1419225"/>
          </a:xfrm>
        </p:grpSpPr>
        <p:sp>
          <p:nvSpPr>
            <p:cNvPr id="14341" name="Line 45">
              <a:extLst>
                <a:ext uri="{FF2B5EF4-FFF2-40B4-BE49-F238E27FC236}">
                  <a16:creationId xmlns:a16="http://schemas.microsoft.com/office/drawing/2014/main" id="{74EB2DF0-1AD7-485B-9794-EB3FAE30C239}"/>
                </a:ext>
              </a:extLst>
            </p:cNvPr>
            <p:cNvSpPr>
              <a:spLocks noChangeShapeType="1"/>
            </p:cNvSpPr>
            <p:nvPr/>
          </p:nvSpPr>
          <p:spPr bwMode="auto">
            <a:xfrm flipH="1">
              <a:off x="1409701" y="2662933"/>
              <a:ext cx="568325" cy="802859"/>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26630" name="Picture 46">
              <a:extLst>
                <a:ext uri="{FF2B5EF4-FFF2-40B4-BE49-F238E27FC236}">
                  <a16:creationId xmlns:a16="http://schemas.microsoft.com/office/drawing/2014/main" id="{738111C1-BD0B-4DED-82AF-302F030600C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4343" name="Line 47">
              <a:extLst>
                <a:ext uri="{FF2B5EF4-FFF2-40B4-BE49-F238E27FC236}">
                  <a16:creationId xmlns:a16="http://schemas.microsoft.com/office/drawing/2014/main" id="{251902F2-1AB0-4D08-8B97-B87867B522E7}"/>
                </a:ext>
              </a:extLst>
            </p:cNvPr>
            <p:cNvSpPr>
              <a:spLocks noChangeShapeType="1"/>
            </p:cNvSpPr>
            <p:nvPr/>
          </p:nvSpPr>
          <p:spPr bwMode="auto">
            <a:xfrm>
              <a:off x="2187576" y="2843492"/>
              <a:ext cx="403225" cy="598487"/>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14345" name="Line 49">
              <a:extLst>
                <a:ext uri="{FF2B5EF4-FFF2-40B4-BE49-F238E27FC236}">
                  <a16:creationId xmlns:a16="http://schemas.microsoft.com/office/drawing/2014/main" id="{6BB09817-9DE4-416B-A34A-9A3F7EF13E3F}"/>
                </a:ext>
              </a:extLst>
            </p:cNvPr>
            <p:cNvSpPr>
              <a:spLocks noChangeShapeType="1"/>
            </p:cNvSpPr>
            <p:nvPr/>
          </p:nvSpPr>
          <p:spPr bwMode="auto">
            <a:xfrm flipH="1">
              <a:off x="2006601" y="2843492"/>
              <a:ext cx="9525" cy="639762"/>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26634" name="Picture 50">
              <a:extLst>
                <a:ext uri="{FF2B5EF4-FFF2-40B4-BE49-F238E27FC236}">
                  <a16:creationId xmlns:a16="http://schemas.microsoft.com/office/drawing/2014/main" id="{BC76BC93-FFB3-4CD4-A963-601CB9C4812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6635" name="Picture 51">
              <a:extLst>
                <a:ext uri="{FF2B5EF4-FFF2-40B4-BE49-F238E27FC236}">
                  <a16:creationId xmlns:a16="http://schemas.microsoft.com/office/drawing/2014/main" id="{A9AFB17E-3F6C-435C-B59C-38F09AF08D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26638" name="Picture 54">
              <a:extLst>
                <a:ext uri="{FF2B5EF4-FFF2-40B4-BE49-F238E27FC236}">
                  <a16:creationId xmlns:a16="http://schemas.microsoft.com/office/drawing/2014/main" id="{0A0A4B26-F4C9-46D1-956E-EA32AF8E7C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1516397"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54" name="组合 53">
            <a:extLst>
              <a:ext uri="{FF2B5EF4-FFF2-40B4-BE49-F238E27FC236}">
                <a16:creationId xmlns:a16="http://schemas.microsoft.com/office/drawing/2014/main" id="{C4841051-9391-453E-BFF2-0009767B55E4}"/>
              </a:ext>
            </a:extLst>
          </p:cNvPr>
          <p:cNvGrpSpPr/>
          <p:nvPr/>
        </p:nvGrpSpPr>
        <p:grpSpPr>
          <a:xfrm>
            <a:off x="6480173" y="2009775"/>
            <a:ext cx="1685925" cy="1419225"/>
            <a:chOff x="1158876" y="2368829"/>
            <a:chExt cx="1685925" cy="1419225"/>
          </a:xfrm>
        </p:grpSpPr>
        <p:sp>
          <p:nvSpPr>
            <p:cNvPr id="55" name="Line 45">
              <a:extLst>
                <a:ext uri="{FF2B5EF4-FFF2-40B4-BE49-F238E27FC236}">
                  <a16:creationId xmlns:a16="http://schemas.microsoft.com/office/drawing/2014/main" id="{30DC0A24-A36A-44CE-809F-9E65A84326CC}"/>
                </a:ext>
              </a:extLst>
            </p:cNvPr>
            <p:cNvSpPr>
              <a:spLocks noChangeShapeType="1"/>
            </p:cNvSpPr>
            <p:nvPr/>
          </p:nvSpPr>
          <p:spPr bwMode="auto">
            <a:xfrm flipH="1">
              <a:off x="1409701" y="2662933"/>
              <a:ext cx="568325" cy="802859"/>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56" name="Picture 46">
              <a:extLst>
                <a:ext uri="{FF2B5EF4-FFF2-40B4-BE49-F238E27FC236}">
                  <a16:creationId xmlns:a16="http://schemas.microsoft.com/office/drawing/2014/main" id="{A14E7338-5BDC-46E6-B5D1-79358CBA1FE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7" name="Line 47">
              <a:extLst>
                <a:ext uri="{FF2B5EF4-FFF2-40B4-BE49-F238E27FC236}">
                  <a16:creationId xmlns:a16="http://schemas.microsoft.com/office/drawing/2014/main" id="{DA9A37C2-D688-4664-90B7-3722129EBCDC}"/>
                </a:ext>
              </a:extLst>
            </p:cNvPr>
            <p:cNvSpPr>
              <a:spLocks noChangeShapeType="1"/>
            </p:cNvSpPr>
            <p:nvPr/>
          </p:nvSpPr>
          <p:spPr bwMode="auto">
            <a:xfrm>
              <a:off x="2187576" y="2843492"/>
              <a:ext cx="403225" cy="598487"/>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58" name="Line 49">
              <a:extLst>
                <a:ext uri="{FF2B5EF4-FFF2-40B4-BE49-F238E27FC236}">
                  <a16:creationId xmlns:a16="http://schemas.microsoft.com/office/drawing/2014/main" id="{D02D454A-9CE6-4EE8-AB18-778E291DE9A7}"/>
                </a:ext>
              </a:extLst>
            </p:cNvPr>
            <p:cNvSpPr>
              <a:spLocks noChangeShapeType="1"/>
            </p:cNvSpPr>
            <p:nvPr/>
          </p:nvSpPr>
          <p:spPr bwMode="auto">
            <a:xfrm flipH="1">
              <a:off x="2006601" y="2843492"/>
              <a:ext cx="9525" cy="639762"/>
            </a:xfrm>
            <a:prstGeom prst="line">
              <a:avLst/>
            </a:prstGeom>
            <a:noFill/>
            <a:ln w="19050">
              <a:solidFill>
                <a:schemeClr val="tx2">
                  <a:lumMod val="50000"/>
                </a:schemeClr>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59" name="Picture 50">
              <a:extLst>
                <a:ext uri="{FF2B5EF4-FFF2-40B4-BE49-F238E27FC236}">
                  <a16:creationId xmlns:a16="http://schemas.microsoft.com/office/drawing/2014/main" id="{A62FFEA7-DC13-46DE-B9F7-C23E188A031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0" name="Picture 51">
              <a:extLst>
                <a:ext uri="{FF2B5EF4-FFF2-40B4-BE49-F238E27FC236}">
                  <a16:creationId xmlns:a16="http://schemas.microsoft.com/office/drawing/2014/main" id="{13680AD6-D377-483D-82AF-795E32EEA2E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1" name="Picture 54">
              <a:extLst>
                <a:ext uri="{FF2B5EF4-FFF2-40B4-BE49-F238E27FC236}">
                  <a16:creationId xmlns:a16="http://schemas.microsoft.com/office/drawing/2014/main" id="{96C5E181-6106-4601-BF62-7897E4178B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1516397"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3" name="组合 2">
            <a:extLst>
              <a:ext uri="{FF2B5EF4-FFF2-40B4-BE49-F238E27FC236}">
                <a16:creationId xmlns:a16="http://schemas.microsoft.com/office/drawing/2014/main" id="{9EC85920-CEE4-4C37-B518-9FF62F3D6365}"/>
              </a:ext>
            </a:extLst>
          </p:cNvPr>
          <p:cNvGrpSpPr/>
          <p:nvPr/>
        </p:nvGrpSpPr>
        <p:grpSpPr>
          <a:xfrm>
            <a:off x="838200" y="3783544"/>
            <a:ext cx="7467600" cy="2582514"/>
            <a:chOff x="838200" y="3783544"/>
            <a:chExt cx="7467600" cy="2582514"/>
          </a:xfrm>
        </p:grpSpPr>
        <p:sp>
          <p:nvSpPr>
            <p:cNvPr id="90" name="AutoShape 42">
              <a:extLst>
                <a:ext uri="{FF2B5EF4-FFF2-40B4-BE49-F238E27FC236}">
                  <a16:creationId xmlns:a16="http://schemas.microsoft.com/office/drawing/2014/main" id="{5E27BF79-AE62-4E33-B052-32ED84760A6E}"/>
                </a:ext>
              </a:extLst>
            </p:cNvPr>
            <p:cNvSpPr>
              <a:spLocks noChangeArrowheads="1"/>
            </p:cNvSpPr>
            <p:nvPr/>
          </p:nvSpPr>
          <p:spPr bwMode="auto">
            <a:xfrm>
              <a:off x="838200" y="3783544"/>
              <a:ext cx="7467600" cy="2582514"/>
            </a:xfrm>
            <a:prstGeom prst="roundRect">
              <a:avLst>
                <a:gd name="adj" fmla="val 16667"/>
              </a:avLst>
            </a:pr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2400">
                <a:latin typeface="Times New Roman" panose="02020603050405020304" pitchFamily="18" charset="0"/>
                <a:ea typeface="宋体" panose="02010600030101010101" pitchFamily="2" charset="-122"/>
              </a:endParaRPr>
            </a:p>
          </p:txBody>
        </p:sp>
        <p:sp>
          <p:nvSpPr>
            <p:cNvPr id="88" name="Line 43">
              <a:extLst>
                <a:ext uri="{FF2B5EF4-FFF2-40B4-BE49-F238E27FC236}">
                  <a16:creationId xmlns:a16="http://schemas.microsoft.com/office/drawing/2014/main" id="{B854E1EB-031D-4130-8E83-20BE875B3BA1}"/>
                </a:ext>
              </a:extLst>
            </p:cNvPr>
            <p:cNvSpPr>
              <a:spLocks noChangeShapeType="1"/>
            </p:cNvSpPr>
            <p:nvPr/>
          </p:nvSpPr>
          <p:spPr bwMode="auto">
            <a:xfrm flipH="1">
              <a:off x="4599364" y="4142901"/>
              <a:ext cx="1" cy="91424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43">
              <a:extLst>
                <a:ext uri="{FF2B5EF4-FFF2-40B4-BE49-F238E27FC236}">
                  <a16:creationId xmlns:a16="http://schemas.microsoft.com/office/drawing/2014/main" id="{D29045D7-DA82-4AA2-9820-8288BC5F6F19}"/>
                </a:ext>
              </a:extLst>
            </p:cNvPr>
            <p:cNvSpPr>
              <a:spLocks noChangeShapeType="1"/>
            </p:cNvSpPr>
            <p:nvPr/>
          </p:nvSpPr>
          <p:spPr bwMode="auto">
            <a:xfrm flipH="1">
              <a:off x="2070096" y="4309723"/>
              <a:ext cx="2436441" cy="76842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dirty="0"/>
            </a:p>
          </p:txBody>
        </p:sp>
        <p:sp>
          <p:nvSpPr>
            <p:cNvPr id="89" name="Line 43">
              <a:extLst>
                <a:ext uri="{FF2B5EF4-FFF2-40B4-BE49-F238E27FC236}">
                  <a16:creationId xmlns:a16="http://schemas.microsoft.com/office/drawing/2014/main" id="{5E1A6978-04AD-4389-A87D-71D5794A0E98}"/>
                </a:ext>
              </a:extLst>
            </p:cNvPr>
            <p:cNvSpPr>
              <a:spLocks noChangeShapeType="1"/>
            </p:cNvSpPr>
            <p:nvPr/>
          </p:nvSpPr>
          <p:spPr bwMode="auto">
            <a:xfrm>
              <a:off x="4627939" y="4282796"/>
              <a:ext cx="2709483" cy="774350"/>
            </a:xfrm>
            <a:prstGeom prst="line">
              <a:avLst/>
            </a:prstGeom>
            <a:noFill/>
            <a:ln w="19050">
              <a:solidFill>
                <a:srgbClr val="00206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2" name="组合 61">
              <a:extLst>
                <a:ext uri="{FF2B5EF4-FFF2-40B4-BE49-F238E27FC236}">
                  <a16:creationId xmlns:a16="http://schemas.microsoft.com/office/drawing/2014/main" id="{423ECFDE-50A5-415D-AB37-8115399B3CA2}"/>
                </a:ext>
              </a:extLst>
            </p:cNvPr>
            <p:cNvGrpSpPr/>
            <p:nvPr/>
          </p:nvGrpSpPr>
          <p:grpSpPr>
            <a:xfrm>
              <a:off x="1031872" y="4829175"/>
              <a:ext cx="1685925" cy="1419225"/>
              <a:chOff x="1158876" y="2368829"/>
              <a:chExt cx="1685925" cy="1419225"/>
            </a:xfrm>
          </p:grpSpPr>
          <p:sp>
            <p:nvSpPr>
              <p:cNvPr id="63" name="Line 45">
                <a:extLst>
                  <a:ext uri="{FF2B5EF4-FFF2-40B4-BE49-F238E27FC236}">
                    <a16:creationId xmlns:a16="http://schemas.microsoft.com/office/drawing/2014/main" id="{108AB096-2D6F-41FB-8BB2-18669A0D768A}"/>
                  </a:ext>
                </a:extLst>
              </p:cNvPr>
              <p:cNvSpPr>
                <a:spLocks noChangeShapeType="1"/>
              </p:cNvSpPr>
              <p:nvPr/>
            </p:nvSpPr>
            <p:spPr bwMode="auto">
              <a:xfrm flipH="1">
                <a:off x="1409701" y="2662933"/>
                <a:ext cx="568325" cy="802859"/>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64" name="Picture 46">
                <a:extLst>
                  <a:ext uri="{FF2B5EF4-FFF2-40B4-BE49-F238E27FC236}">
                    <a16:creationId xmlns:a16="http://schemas.microsoft.com/office/drawing/2014/main" id="{11C41B78-26E7-4513-8A5C-CBB078474D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65" name="Line 47">
                <a:extLst>
                  <a:ext uri="{FF2B5EF4-FFF2-40B4-BE49-F238E27FC236}">
                    <a16:creationId xmlns:a16="http://schemas.microsoft.com/office/drawing/2014/main" id="{BF58859A-47A0-4D0D-9C9F-7E8548E424F7}"/>
                  </a:ext>
                </a:extLst>
              </p:cNvPr>
              <p:cNvSpPr>
                <a:spLocks noChangeShapeType="1"/>
              </p:cNvSpPr>
              <p:nvPr/>
            </p:nvSpPr>
            <p:spPr bwMode="auto">
              <a:xfrm>
                <a:off x="2187576" y="2843492"/>
                <a:ext cx="403225" cy="598487"/>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66" name="Line 49">
                <a:extLst>
                  <a:ext uri="{FF2B5EF4-FFF2-40B4-BE49-F238E27FC236}">
                    <a16:creationId xmlns:a16="http://schemas.microsoft.com/office/drawing/2014/main" id="{F5916475-C6D8-419B-94CE-6D3095B9FEAE}"/>
                  </a:ext>
                </a:extLst>
              </p:cNvPr>
              <p:cNvSpPr>
                <a:spLocks noChangeShapeType="1"/>
              </p:cNvSpPr>
              <p:nvPr/>
            </p:nvSpPr>
            <p:spPr bwMode="auto">
              <a:xfrm flipH="1">
                <a:off x="2006601" y="2843492"/>
                <a:ext cx="9525" cy="639762"/>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67" name="Picture 50">
                <a:extLst>
                  <a:ext uri="{FF2B5EF4-FFF2-40B4-BE49-F238E27FC236}">
                    <a16:creationId xmlns:a16="http://schemas.microsoft.com/office/drawing/2014/main" id="{ACD1F390-2B26-4EB6-9C11-3C7501927B0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8" name="Picture 51">
                <a:extLst>
                  <a:ext uri="{FF2B5EF4-FFF2-40B4-BE49-F238E27FC236}">
                    <a16:creationId xmlns:a16="http://schemas.microsoft.com/office/drawing/2014/main" id="{9FFA1CF2-2E0C-446A-B63B-54C1267CF96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69" name="Picture 54">
                <a:extLst>
                  <a:ext uri="{FF2B5EF4-FFF2-40B4-BE49-F238E27FC236}">
                    <a16:creationId xmlns:a16="http://schemas.microsoft.com/office/drawing/2014/main" id="{1F0DD70B-8C88-4911-BF44-B14D8876D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1516397"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70" name="组合 69">
              <a:extLst>
                <a:ext uri="{FF2B5EF4-FFF2-40B4-BE49-F238E27FC236}">
                  <a16:creationId xmlns:a16="http://schemas.microsoft.com/office/drawing/2014/main" id="{C6FC2F72-38B2-4992-AB6D-0602E9AFF214}"/>
                </a:ext>
              </a:extLst>
            </p:cNvPr>
            <p:cNvGrpSpPr/>
            <p:nvPr/>
          </p:nvGrpSpPr>
          <p:grpSpPr>
            <a:xfrm>
              <a:off x="3751640" y="4765396"/>
              <a:ext cx="1685925" cy="1419225"/>
              <a:chOff x="1158876" y="2368829"/>
              <a:chExt cx="1685925" cy="1419225"/>
            </a:xfrm>
          </p:grpSpPr>
          <p:sp>
            <p:nvSpPr>
              <p:cNvPr id="71" name="Line 45">
                <a:extLst>
                  <a:ext uri="{FF2B5EF4-FFF2-40B4-BE49-F238E27FC236}">
                    <a16:creationId xmlns:a16="http://schemas.microsoft.com/office/drawing/2014/main" id="{06F0FC89-FAA3-4D15-9923-235ECD8F7EC4}"/>
                  </a:ext>
                </a:extLst>
              </p:cNvPr>
              <p:cNvSpPr>
                <a:spLocks noChangeShapeType="1"/>
              </p:cNvSpPr>
              <p:nvPr/>
            </p:nvSpPr>
            <p:spPr bwMode="auto">
              <a:xfrm flipH="1">
                <a:off x="1409701" y="2662933"/>
                <a:ext cx="568325" cy="802859"/>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72" name="Picture 46">
                <a:extLst>
                  <a:ext uri="{FF2B5EF4-FFF2-40B4-BE49-F238E27FC236}">
                    <a16:creationId xmlns:a16="http://schemas.microsoft.com/office/drawing/2014/main" id="{37F903E5-8B6F-4C8F-8D79-EFC04219306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73" name="Line 47">
                <a:extLst>
                  <a:ext uri="{FF2B5EF4-FFF2-40B4-BE49-F238E27FC236}">
                    <a16:creationId xmlns:a16="http://schemas.microsoft.com/office/drawing/2014/main" id="{CEC1B32A-CF30-4CDD-B975-716A915888F1}"/>
                  </a:ext>
                </a:extLst>
              </p:cNvPr>
              <p:cNvSpPr>
                <a:spLocks noChangeShapeType="1"/>
              </p:cNvSpPr>
              <p:nvPr/>
            </p:nvSpPr>
            <p:spPr bwMode="auto">
              <a:xfrm>
                <a:off x="2187576" y="2843492"/>
                <a:ext cx="403225" cy="598487"/>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74" name="Line 49">
                <a:extLst>
                  <a:ext uri="{FF2B5EF4-FFF2-40B4-BE49-F238E27FC236}">
                    <a16:creationId xmlns:a16="http://schemas.microsoft.com/office/drawing/2014/main" id="{326707B7-9E33-4CAE-A071-EEA06189D754}"/>
                  </a:ext>
                </a:extLst>
              </p:cNvPr>
              <p:cNvSpPr>
                <a:spLocks noChangeShapeType="1"/>
              </p:cNvSpPr>
              <p:nvPr/>
            </p:nvSpPr>
            <p:spPr bwMode="auto">
              <a:xfrm flipH="1">
                <a:off x="2006601" y="2843492"/>
                <a:ext cx="9525" cy="639762"/>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75" name="Picture 50">
                <a:extLst>
                  <a:ext uri="{FF2B5EF4-FFF2-40B4-BE49-F238E27FC236}">
                    <a16:creationId xmlns:a16="http://schemas.microsoft.com/office/drawing/2014/main" id="{51785373-4000-4DBF-BDC9-6F608F651AB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76" name="Picture 51">
                <a:extLst>
                  <a:ext uri="{FF2B5EF4-FFF2-40B4-BE49-F238E27FC236}">
                    <a16:creationId xmlns:a16="http://schemas.microsoft.com/office/drawing/2014/main" id="{7C940F44-0200-46D9-B0BA-8E9C68CC114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77" name="Picture 54">
                <a:extLst>
                  <a:ext uri="{FF2B5EF4-FFF2-40B4-BE49-F238E27FC236}">
                    <a16:creationId xmlns:a16="http://schemas.microsoft.com/office/drawing/2014/main" id="{75435C2D-5C9B-485C-8566-C24933B72A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1516397"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78" name="组合 77">
              <a:extLst>
                <a:ext uri="{FF2B5EF4-FFF2-40B4-BE49-F238E27FC236}">
                  <a16:creationId xmlns:a16="http://schemas.microsoft.com/office/drawing/2014/main" id="{2F53E4E1-ED2D-4991-BE85-790709D4B4A0}"/>
                </a:ext>
              </a:extLst>
            </p:cNvPr>
            <p:cNvGrpSpPr/>
            <p:nvPr/>
          </p:nvGrpSpPr>
          <p:grpSpPr>
            <a:xfrm>
              <a:off x="6470649" y="4765396"/>
              <a:ext cx="1685925" cy="1419225"/>
              <a:chOff x="1158876" y="2368829"/>
              <a:chExt cx="1685925" cy="1419225"/>
            </a:xfrm>
          </p:grpSpPr>
          <p:sp>
            <p:nvSpPr>
              <p:cNvPr id="79" name="Line 45">
                <a:extLst>
                  <a:ext uri="{FF2B5EF4-FFF2-40B4-BE49-F238E27FC236}">
                    <a16:creationId xmlns:a16="http://schemas.microsoft.com/office/drawing/2014/main" id="{10837E83-6E36-4A27-9181-8C22058933EA}"/>
                  </a:ext>
                </a:extLst>
              </p:cNvPr>
              <p:cNvSpPr>
                <a:spLocks noChangeShapeType="1"/>
              </p:cNvSpPr>
              <p:nvPr/>
            </p:nvSpPr>
            <p:spPr bwMode="auto">
              <a:xfrm flipH="1">
                <a:off x="1409701" y="2662933"/>
                <a:ext cx="568325" cy="802859"/>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pic>
            <p:nvPicPr>
              <p:cNvPr id="80" name="Picture 46">
                <a:extLst>
                  <a:ext uri="{FF2B5EF4-FFF2-40B4-BE49-F238E27FC236}">
                    <a16:creationId xmlns:a16="http://schemas.microsoft.com/office/drawing/2014/main" id="{0041B274-1F3A-454C-99E0-1C6E47C2D91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76" y="3276879"/>
                <a:ext cx="482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81" name="Line 47">
                <a:extLst>
                  <a:ext uri="{FF2B5EF4-FFF2-40B4-BE49-F238E27FC236}">
                    <a16:creationId xmlns:a16="http://schemas.microsoft.com/office/drawing/2014/main" id="{EE0B0DA6-368E-44E9-A661-F6390E21C6AC}"/>
                  </a:ext>
                </a:extLst>
              </p:cNvPr>
              <p:cNvSpPr>
                <a:spLocks noChangeShapeType="1"/>
              </p:cNvSpPr>
              <p:nvPr/>
            </p:nvSpPr>
            <p:spPr bwMode="auto">
              <a:xfrm>
                <a:off x="2187576" y="2843492"/>
                <a:ext cx="403225" cy="598487"/>
              </a:xfrm>
              <a:prstGeom prst="line">
                <a:avLst/>
              </a:prstGeom>
              <a:noFill/>
              <a:ln w="19050">
                <a:solidFill>
                  <a:schemeClr val="tx1"/>
                </a:solidFill>
                <a:round/>
                <a:headEnd/>
                <a:tailEnd/>
              </a:ln>
            </p:spPr>
            <p:txBody>
              <a:bodyPr wrap="none" anchor="ctr"/>
              <a:lstStyle/>
              <a:p>
                <a:pPr>
                  <a:defRPr/>
                </a:pPr>
                <a:endParaRPr lang="zh-CN" altLang="en-US" sz="1400">
                  <a:latin typeface="微软雅黑" panose="020B0503020204020204" pitchFamily="34" charset="-122"/>
                  <a:ea typeface="微软雅黑" panose="020B0503020204020204" pitchFamily="34" charset="-122"/>
                </a:endParaRPr>
              </a:p>
            </p:txBody>
          </p:sp>
          <p:sp>
            <p:nvSpPr>
              <p:cNvPr id="82" name="Line 49">
                <a:extLst>
                  <a:ext uri="{FF2B5EF4-FFF2-40B4-BE49-F238E27FC236}">
                    <a16:creationId xmlns:a16="http://schemas.microsoft.com/office/drawing/2014/main" id="{AA748ABE-F0E8-4CC2-B537-8E518EFC3644}"/>
                  </a:ext>
                </a:extLst>
              </p:cNvPr>
              <p:cNvSpPr>
                <a:spLocks noChangeShapeType="1"/>
              </p:cNvSpPr>
              <p:nvPr/>
            </p:nvSpPr>
            <p:spPr bwMode="auto">
              <a:xfrm flipH="1">
                <a:off x="2006601" y="2843492"/>
                <a:ext cx="9525" cy="639762"/>
              </a:xfrm>
              <a:prstGeom prst="line">
                <a:avLst/>
              </a:prstGeom>
              <a:noFill/>
              <a:ln w="19050">
                <a:solidFill>
                  <a:schemeClr val="tx1"/>
                </a:solidFill>
                <a:round/>
                <a:headEnd/>
                <a:tailEnd/>
              </a:ln>
            </p:spPr>
            <p:txBody>
              <a:bodyPr wrap="none" anchor="ctr"/>
              <a:lstStyle/>
              <a:p>
                <a:pPr>
                  <a:defRPr/>
                </a:pPr>
                <a:endParaRPr lang="zh-CN" altLang="en-US" sz="1400" dirty="0">
                  <a:latin typeface="微软雅黑" panose="020B0503020204020204" pitchFamily="34" charset="-122"/>
                  <a:ea typeface="微软雅黑" panose="020B0503020204020204" pitchFamily="34" charset="-122"/>
                </a:endParaRPr>
              </a:p>
            </p:txBody>
          </p:sp>
          <p:pic>
            <p:nvPicPr>
              <p:cNvPr id="83" name="Picture 50">
                <a:extLst>
                  <a:ext uri="{FF2B5EF4-FFF2-40B4-BE49-F238E27FC236}">
                    <a16:creationId xmlns:a16="http://schemas.microsoft.com/office/drawing/2014/main" id="{BD0F47C3-CA61-4586-9A18-3FA54DAF355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212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84" name="Picture 51">
                <a:extLst>
                  <a:ext uri="{FF2B5EF4-FFF2-40B4-BE49-F238E27FC236}">
                    <a16:creationId xmlns:a16="http://schemas.microsoft.com/office/drawing/2014/main" id="{508E527F-6CC3-460A-AA94-A1668B6457E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376" y="3276879"/>
                <a:ext cx="47942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85" name="Picture 54">
                <a:extLst>
                  <a:ext uri="{FF2B5EF4-FFF2-40B4-BE49-F238E27FC236}">
                    <a16:creationId xmlns:a16="http://schemas.microsoft.com/office/drawing/2014/main" id="{E67D09DA-79FD-443E-9AD4-0295F51744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497188">
                <a:off x="1516396" y="2368829"/>
                <a:ext cx="1108075"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pic>
          <p:nvPicPr>
            <p:cNvPr id="86" name="Picture 78">
              <a:extLst>
                <a:ext uri="{FF2B5EF4-FFF2-40B4-BE49-F238E27FC236}">
                  <a16:creationId xmlns:a16="http://schemas.microsoft.com/office/drawing/2014/main" id="{B096C103-C4D1-417B-88F4-FF336073D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102812">
              <a:off x="4060157" y="3983907"/>
              <a:ext cx="1283384" cy="630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91" name="Text Box 79">
              <a:extLst>
                <a:ext uri="{FF2B5EF4-FFF2-40B4-BE49-F238E27FC236}">
                  <a16:creationId xmlns:a16="http://schemas.microsoft.com/office/drawing/2014/main" id="{38E7ED4E-CCB0-4FCF-A00A-BF1878B4ED6B}"/>
                </a:ext>
              </a:extLst>
            </p:cNvPr>
            <p:cNvSpPr txBox="1">
              <a:spLocks noChangeArrowheads="1"/>
            </p:cNvSpPr>
            <p:nvPr/>
          </p:nvSpPr>
          <p:spPr bwMode="auto">
            <a:xfrm>
              <a:off x="6928161" y="4053245"/>
              <a:ext cx="72327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b="0" dirty="0">
                  <a:solidFill>
                    <a:srgbClr val="FF0000"/>
                  </a:solidFill>
                  <a:latin typeface="微软雅黑" panose="020B0503020204020204" pitchFamily="34" charset="-122"/>
                  <a:ea typeface="微软雅黑" panose="020B0503020204020204" pitchFamily="34" charset="-122"/>
                </a:rPr>
                <a:t>冲突域</a:t>
              </a:r>
            </a:p>
          </p:txBody>
        </p:sp>
        <p:sp>
          <p:nvSpPr>
            <p:cNvPr id="92" name="Text Box 79">
              <a:extLst>
                <a:ext uri="{FF2B5EF4-FFF2-40B4-BE49-F238E27FC236}">
                  <a16:creationId xmlns:a16="http://schemas.microsoft.com/office/drawing/2014/main" id="{512CB186-BE88-428C-9BDD-7681BAFB0758}"/>
                </a:ext>
              </a:extLst>
            </p:cNvPr>
            <p:cNvSpPr txBox="1">
              <a:spLocks noChangeArrowheads="1"/>
            </p:cNvSpPr>
            <p:nvPr/>
          </p:nvSpPr>
          <p:spPr bwMode="auto">
            <a:xfrm>
              <a:off x="1524211" y="4038600"/>
              <a:ext cx="723275"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r>
                <a:rPr kumimoji="1" lang="zh-CN" altLang="en-US" sz="1400" b="0" dirty="0">
                  <a:solidFill>
                    <a:srgbClr val="FF0000"/>
                  </a:solidFill>
                  <a:latin typeface="微软雅黑" panose="020B0503020204020204" pitchFamily="34" charset="-122"/>
                  <a:ea typeface="微软雅黑" panose="020B0503020204020204" pitchFamily="34" charset="-122"/>
                </a:rPr>
                <a:t>广播域</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F821EF1C-302A-4458-9DC0-ED38A4A4BCE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3A2F4D31-8790-4B8C-9E1B-120761ED71C2}" type="slidenum">
              <a:rPr lang="en-US" altLang="zh-CN" sz="2000" smtClean="0">
                <a:solidFill>
                  <a:schemeClr val="bg2"/>
                </a:solidFill>
              </a:rPr>
              <a:pPr/>
              <a:t>11</a:t>
            </a:fld>
            <a:endParaRPr lang="en-US" altLang="zh-CN" sz="2000">
              <a:solidFill>
                <a:schemeClr val="bg2"/>
              </a:solidFill>
            </a:endParaRPr>
          </a:p>
        </p:txBody>
      </p:sp>
      <p:sp>
        <p:nvSpPr>
          <p:cNvPr id="28675" name="Rectangle 11">
            <a:extLst>
              <a:ext uri="{FF2B5EF4-FFF2-40B4-BE49-F238E27FC236}">
                <a16:creationId xmlns:a16="http://schemas.microsoft.com/office/drawing/2014/main" id="{1A1B0489-FA91-4DB4-8A9A-75A6620CC685}"/>
              </a:ext>
            </a:extLst>
          </p:cNvPr>
          <p:cNvSpPr>
            <a:spLocks noChangeArrowheads="1"/>
          </p:cNvSpPr>
          <p:nvPr/>
        </p:nvSpPr>
        <p:spPr bwMode="auto">
          <a:xfrm>
            <a:off x="925010" y="4114800"/>
            <a:ext cx="7391400" cy="167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00000"/>
              </a:lnSpc>
              <a:buClr>
                <a:srgbClr val="FF0000"/>
              </a:buClr>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向</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发送帧，数字信号会通过集线器之间的网线发送到集线器</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，导致</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不能通信。在这种级联方式下，计算机数量增加后网络的利用率大大降低。</a:t>
            </a:r>
          </a:p>
        </p:txBody>
      </p:sp>
      <p:pic>
        <p:nvPicPr>
          <p:cNvPr id="28680" name="图片 7">
            <a:extLst>
              <a:ext uri="{FF2B5EF4-FFF2-40B4-BE49-F238E27FC236}">
                <a16:creationId xmlns:a16="http://schemas.microsoft.com/office/drawing/2014/main" id="{520D0B66-A8F6-4DBD-85B7-766221ACF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3636" y="1330089"/>
            <a:ext cx="6876728" cy="252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AB13A212-B024-488B-988F-8EC6929100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84865E13-35BF-46AF-937A-400D38B7CAA6}" type="slidenum">
              <a:rPr lang="en-US" altLang="zh-CN" sz="2000" smtClean="0">
                <a:solidFill>
                  <a:schemeClr val="bg2"/>
                </a:solidFill>
              </a:rPr>
              <a:pPr/>
              <a:t>12</a:t>
            </a:fld>
            <a:endParaRPr lang="en-US" altLang="zh-CN" sz="2000">
              <a:solidFill>
                <a:schemeClr val="bg2"/>
              </a:solidFill>
            </a:endParaRPr>
          </a:p>
        </p:txBody>
      </p:sp>
      <p:sp>
        <p:nvSpPr>
          <p:cNvPr id="13326" name="Rectangle 11">
            <a:extLst>
              <a:ext uri="{FF2B5EF4-FFF2-40B4-BE49-F238E27FC236}">
                <a16:creationId xmlns:a16="http://schemas.microsoft.com/office/drawing/2014/main" id="{3B12FA44-CB66-4B33-BD71-C6C454AEBA8B}"/>
              </a:ext>
            </a:extLst>
          </p:cNvPr>
          <p:cNvSpPr>
            <a:spLocks noChangeArrowheads="1"/>
          </p:cNvSpPr>
          <p:nvPr/>
        </p:nvSpPr>
        <p:spPr bwMode="auto">
          <a:xfrm>
            <a:off x="990600" y="1371600"/>
            <a:ext cx="7162800" cy="4129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lnSpc>
                <a:spcPct val="25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网桥工作在物理层和数据链路层。作为物理层设备时，重新生成收到的信号；作为数据链路层设备时，可以检查帧所包含的</a:t>
            </a:r>
            <a:r>
              <a:rPr lang="en-US" altLang="zh-CN" sz="1800" b="0" dirty="0">
                <a:latin typeface="微软雅黑" panose="020B0503020204020204" pitchFamily="34" charset="-122"/>
                <a:ea typeface="微软雅黑" panose="020B0503020204020204" pitchFamily="34" charset="-122"/>
              </a:rPr>
              <a:t>MAC</a:t>
            </a:r>
            <a:r>
              <a:rPr lang="zh-CN" altLang="en-US" sz="1800" b="0" dirty="0">
                <a:latin typeface="微软雅黑" panose="020B0503020204020204" pitchFamily="34" charset="-122"/>
                <a:ea typeface="微软雅黑" panose="020B0503020204020204" pitchFamily="34" charset="-122"/>
              </a:rPr>
              <a:t>地址，即具有过滤功能。网桥可实现帧的存储转发，但增加了时延。</a:t>
            </a:r>
            <a:endParaRPr lang="en-US" altLang="zh-CN" sz="1800" b="0" dirty="0">
              <a:latin typeface="微软雅黑" panose="020B0503020204020204" pitchFamily="34" charset="-122"/>
              <a:ea typeface="微软雅黑" panose="020B0503020204020204" pitchFamily="34" charset="-122"/>
            </a:endParaRPr>
          </a:p>
          <a:p>
            <a:pPr marL="342900" indent="-342900" algn="just">
              <a:lnSpc>
                <a:spcPct val="2500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rPr>
              <a:t>网桥可连接不同的局域网，需考虑帧格式、最大数据长度、数据速率、发送位的顺序、安全、是否支持多媒体等特性。网桥的不同接口也可采用不同的带宽。</a:t>
            </a:r>
          </a:p>
        </p:txBody>
      </p:sp>
      <p:sp>
        <p:nvSpPr>
          <p:cNvPr id="16" name="标题 1">
            <a:extLst>
              <a:ext uri="{FF2B5EF4-FFF2-40B4-BE49-F238E27FC236}">
                <a16:creationId xmlns:a16="http://schemas.microsoft.com/office/drawing/2014/main" id="{34FAE257-9E81-4A45-AF49-222DE25450EC}"/>
              </a:ext>
            </a:extLst>
          </p:cNvPr>
          <p:cNvSpPr txBox="1">
            <a:spLocks/>
          </p:cNvSpPr>
          <p:nvPr/>
        </p:nvSpPr>
        <p:spPr bwMode="auto">
          <a:xfrm>
            <a:off x="2971800" y="106100"/>
            <a:ext cx="3810000" cy="538162"/>
          </a:xfrm>
          <a:prstGeom prst="rect">
            <a:avLst/>
          </a:prstGeom>
          <a:noFill/>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mn-cs"/>
              </a:rPr>
              <a:t>网桥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a:extLst>
              <a:ext uri="{FF2B5EF4-FFF2-40B4-BE49-F238E27FC236}">
                <a16:creationId xmlns:a16="http://schemas.microsoft.com/office/drawing/2014/main" id="{448EACE6-DB6A-4655-9B5E-52E3E9ADE0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5AF4E5FA-6D37-4C96-B8F8-AD9A066DFDB7}" type="slidenum">
              <a:rPr lang="en-US" altLang="zh-CN" sz="2000" smtClean="0">
                <a:solidFill>
                  <a:schemeClr val="bg2"/>
                </a:solidFill>
              </a:rPr>
              <a:pPr/>
              <a:t>13</a:t>
            </a:fld>
            <a:endParaRPr lang="en-US" altLang="zh-CN" sz="2000">
              <a:solidFill>
                <a:schemeClr val="bg2"/>
              </a:solidFill>
            </a:endParaRPr>
          </a:p>
        </p:txBody>
      </p:sp>
      <p:sp>
        <p:nvSpPr>
          <p:cNvPr id="122883" name="Rectangle 4">
            <a:extLst>
              <a:ext uri="{FF2B5EF4-FFF2-40B4-BE49-F238E27FC236}">
                <a16:creationId xmlns:a16="http://schemas.microsoft.com/office/drawing/2014/main" id="{A369430D-5FA5-45ED-98B6-6EC06372D974}"/>
              </a:ext>
            </a:extLst>
          </p:cNvPr>
          <p:cNvSpPr>
            <a:spLocks noGrp="1" noChangeArrowheads="1"/>
          </p:cNvSpPr>
          <p:nvPr>
            <p:ph type="title"/>
          </p:nvPr>
        </p:nvSpPr>
        <p:spPr bwMode="auto">
          <a:xfrm>
            <a:off x="2971800" y="110925"/>
            <a:ext cx="5257800" cy="449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实验</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2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观察</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MAC</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地址表</a:t>
            </a:r>
            <a:endParaRPr lang="en-US" altLang="zh-CN" sz="2800" b="1" kern="1200" dirty="0">
              <a:solidFill>
                <a:schemeClr val="bg1"/>
              </a:solidFill>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81426FF9-C9A4-4A84-9001-C0DEB657ECCE}"/>
              </a:ext>
            </a:extLst>
          </p:cNvPr>
          <p:cNvPicPr>
            <a:picLocks noChangeAspect="1"/>
          </p:cNvPicPr>
          <p:nvPr/>
        </p:nvPicPr>
        <p:blipFill>
          <a:blip r:embed="rId2"/>
          <a:stretch>
            <a:fillRect/>
          </a:stretch>
        </p:blipFill>
        <p:spPr>
          <a:xfrm>
            <a:off x="2286000" y="1570355"/>
            <a:ext cx="5029200" cy="3012457"/>
          </a:xfrm>
          <a:prstGeom prst="rect">
            <a:avLst/>
          </a:prstGeom>
        </p:spPr>
      </p:pic>
      <p:sp>
        <p:nvSpPr>
          <p:cNvPr id="3" name="矩形 2">
            <a:extLst>
              <a:ext uri="{FF2B5EF4-FFF2-40B4-BE49-F238E27FC236}">
                <a16:creationId xmlns:a16="http://schemas.microsoft.com/office/drawing/2014/main" id="{D7110A44-8C65-4972-B1F6-378CEE2B9EE5}"/>
              </a:ext>
            </a:extLst>
          </p:cNvPr>
          <p:cNvSpPr/>
          <p:nvPr/>
        </p:nvSpPr>
        <p:spPr>
          <a:xfrm>
            <a:off x="838200" y="1069072"/>
            <a:ext cx="7778428" cy="400110"/>
          </a:xfrm>
          <a:prstGeom prst="rect">
            <a:avLst/>
          </a:prstGeom>
        </p:spPr>
        <p:txBody>
          <a:bodyPr wrap="square">
            <a:spAutoFit/>
          </a:bodyPr>
          <a:lstStyle/>
          <a:p>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使用命令</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display mac-address</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查看交换机的</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地址表</a:t>
            </a:r>
            <a:endParaRPr lang="zh-CN" altLang="en-US" sz="2000" dirty="0"/>
          </a:p>
        </p:txBody>
      </p:sp>
      <p:sp>
        <p:nvSpPr>
          <p:cNvPr id="4" name="矩形 3">
            <a:extLst>
              <a:ext uri="{FF2B5EF4-FFF2-40B4-BE49-F238E27FC236}">
                <a16:creationId xmlns:a16="http://schemas.microsoft.com/office/drawing/2014/main" id="{D6DFAA92-1130-46CB-86CF-948C2F930F90}"/>
              </a:ext>
            </a:extLst>
          </p:cNvPr>
          <p:cNvSpPr/>
          <p:nvPr/>
        </p:nvSpPr>
        <p:spPr>
          <a:xfrm>
            <a:off x="990600" y="4868282"/>
            <a:ext cx="7315200" cy="960776"/>
          </a:xfrm>
          <a:prstGeom prst="rect">
            <a:avLst/>
          </a:prstGeom>
        </p:spPr>
        <p:txBody>
          <a:bodyPr wrap="square">
            <a:spAutoFit/>
          </a:bodyPr>
          <a:lstStyle/>
          <a:p>
            <a:pPr>
              <a:lnSpc>
                <a:spcPct val="150000"/>
              </a:lnSpc>
            </a:pP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思考：用</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分别</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ping PC2</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PC3</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之后交换机的</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地址表会发生什么变化？</a:t>
            </a:r>
            <a:endParaRPr lang="zh-CN" altLang="en-US" sz="2000" dirty="0"/>
          </a:p>
        </p:txBody>
      </p:sp>
    </p:spTree>
    <p:extLst>
      <p:ext uri="{BB962C8B-B14F-4D97-AF65-F5344CB8AC3E}">
        <p14:creationId xmlns:p14="http://schemas.microsoft.com/office/powerpoint/2010/main" val="374332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3">
            <a:extLst>
              <a:ext uri="{FF2B5EF4-FFF2-40B4-BE49-F238E27FC236}">
                <a16:creationId xmlns:a16="http://schemas.microsoft.com/office/drawing/2014/main" id="{2A57DA70-EE7A-4F82-B9CF-A243C3CDF98C}"/>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9737FD8E-F9C7-451D-98C7-E55DA1FF386C}" type="slidenum">
              <a:rPr lang="en-US" altLang="zh-CN" sz="2000" smtClean="0">
                <a:solidFill>
                  <a:schemeClr val="bg2"/>
                </a:solidFill>
              </a:rPr>
              <a:pPr/>
              <a:t>14</a:t>
            </a:fld>
            <a:endParaRPr lang="en-US" altLang="zh-CN" sz="2000">
              <a:solidFill>
                <a:schemeClr val="bg2"/>
              </a:solidFill>
            </a:endParaRPr>
          </a:p>
        </p:txBody>
      </p:sp>
      <p:pic>
        <p:nvPicPr>
          <p:cNvPr id="123912" name="图片 1">
            <a:extLst>
              <a:ext uri="{FF2B5EF4-FFF2-40B4-BE49-F238E27FC236}">
                <a16:creationId xmlns:a16="http://schemas.microsoft.com/office/drawing/2014/main" id="{0C07C038-2C4C-4198-B243-DEE2608C450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1872" y="1143000"/>
            <a:ext cx="6340255" cy="285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DD462FB0-39BB-403D-8E4A-2F4A36563F52}"/>
              </a:ext>
            </a:extLst>
          </p:cNvPr>
          <p:cNvSpPr/>
          <p:nvPr/>
        </p:nvSpPr>
        <p:spPr>
          <a:xfrm>
            <a:off x="1066800" y="4343400"/>
            <a:ext cx="7239000" cy="1230080"/>
          </a:xfrm>
          <a:prstGeom prst="rect">
            <a:avLst/>
          </a:prstGeom>
        </p:spPr>
        <p:txBody>
          <a:bodyPr wrap="square">
            <a:spAutoFit/>
          </a:bodyPr>
          <a:lstStyle/>
          <a:p>
            <a:pPr>
              <a:lnSpc>
                <a:spcPct val="200000"/>
              </a:lnSpc>
            </a:pP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思考：用</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ping PC2</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时在</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PC3</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处能够抓到数据包吗？为什么会有这种现象？</a:t>
            </a:r>
            <a:endParaRPr lang="zh-CN" altLang="en-US" sz="2000" dirty="0"/>
          </a:p>
        </p:txBody>
      </p:sp>
    </p:spTree>
    <p:extLst>
      <p:ext uri="{BB962C8B-B14F-4D97-AF65-F5344CB8AC3E}">
        <p14:creationId xmlns:p14="http://schemas.microsoft.com/office/powerpoint/2010/main" val="209743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5397C146-EB09-46A4-B8C1-177ED6350F6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16850667-04B5-4206-BCE9-8D153A335F80}" type="slidenum">
              <a:rPr lang="en-US" altLang="zh-CN" sz="2000" smtClean="0">
                <a:solidFill>
                  <a:schemeClr val="bg2"/>
                </a:solidFill>
              </a:rPr>
              <a:pPr/>
              <a:t>15</a:t>
            </a:fld>
            <a:endParaRPr lang="en-US" altLang="zh-CN" sz="2000">
              <a:solidFill>
                <a:schemeClr val="bg2"/>
              </a:solidFill>
            </a:endParaRPr>
          </a:p>
        </p:txBody>
      </p:sp>
      <p:sp>
        <p:nvSpPr>
          <p:cNvPr id="32773" name="Text Box 4">
            <a:extLst>
              <a:ext uri="{FF2B5EF4-FFF2-40B4-BE49-F238E27FC236}">
                <a16:creationId xmlns:a16="http://schemas.microsoft.com/office/drawing/2014/main" id="{86FEE0B7-4720-454E-856E-F18E13744055}"/>
              </a:ext>
            </a:extLst>
          </p:cNvPr>
          <p:cNvSpPr txBox="1">
            <a:spLocks noChangeArrowheads="1"/>
          </p:cNvSpPr>
          <p:nvPr/>
        </p:nvSpPr>
        <p:spPr bwMode="auto">
          <a:xfrm>
            <a:off x="3048000" y="5791200"/>
            <a:ext cx="31368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15.5  </a:t>
            </a:r>
            <a:r>
              <a:rPr lang="zh-CN" altLang="en-US" sz="1600" dirty="0">
                <a:latin typeface="Times New Roman" panose="02020603050405020304" pitchFamily="18" charset="0"/>
                <a:ea typeface="宋体" panose="02010600030101010101" pitchFamily="2" charset="-122"/>
              </a:rPr>
              <a:t>网桥连接两个局域网</a:t>
            </a:r>
            <a:endParaRPr lang="en-US" altLang="zh-CN" sz="1600" dirty="0">
              <a:latin typeface="Times New Roman" panose="02020603050405020304" pitchFamily="18" charset="0"/>
              <a:ea typeface="宋体" panose="02010600030101010101" pitchFamily="2" charset="-122"/>
            </a:endParaRPr>
          </a:p>
        </p:txBody>
      </p:sp>
      <p:pic>
        <p:nvPicPr>
          <p:cNvPr id="32775" name="Picture 6">
            <a:extLst>
              <a:ext uri="{FF2B5EF4-FFF2-40B4-BE49-F238E27FC236}">
                <a16:creationId xmlns:a16="http://schemas.microsoft.com/office/drawing/2014/main" id="{D2F2BBBF-0106-4CFD-A5CA-F8D6BC1B9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424133"/>
            <a:ext cx="6400800" cy="400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7EC3A3-2946-4995-B246-D3586C35A741}"/>
              </a:ext>
            </a:extLst>
          </p:cNvPr>
          <p:cNvSpPr>
            <a:spLocks noGrp="1"/>
          </p:cNvSpPr>
          <p:nvPr>
            <p:ph type="sldNum" sz="quarter" idx="10"/>
          </p:nvPr>
        </p:nvSpPr>
        <p:spPr/>
        <p:txBody>
          <a:bodyPr/>
          <a:lstStyle/>
          <a:p>
            <a:pPr>
              <a:defRPr/>
            </a:pPr>
            <a:r>
              <a:rPr lang="en-US" altLang="zh-CN"/>
              <a:t>15.</a:t>
            </a:r>
            <a:fld id="{248B2151-D0B8-47AC-96C4-501CC5523D17}" type="slidenum">
              <a:rPr lang="en-US" altLang="zh-CN" smtClean="0"/>
              <a:pPr>
                <a:defRPr/>
              </a:pPr>
              <a:t>16</a:t>
            </a:fld>
            <a:endParaRPr lang="en-US" altLang="zh-CN" dirty="0"/>
          </a:p>
        </p:txBody>
      </p:sp>
      <p:sp>
        <p:nvSpPr>
          <p:cNvPr id="3" name="Rectangle 11">
            <a:extLst>
              <a:ext uri="{FF2B5EF4-FFF2-40B4-BE49-F238E27FC236}">
                <a16:creationId xmlns:a16="http://schemas.microsoft.com/office/drawing/2014/main" id="{0448A41D-2510-4741-A089-DE71FB1BE68C}"/>
              </a:ext>
            </a:extLst>
          </p:cNvPr>
          <p:cNvSpPr>
            <a:spLocks noChangeArrowheads="1"/>
          </p:cNvSpPr>
          <p:nvPr/>
        </p:nvSpPr>
        <p:spPr bwMode="auto">
          <a:xfrm>
            <a:off x="1143000" y="1600200"/>
            <a:ext cx="6858000" cy="303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just">
              <a:lnSpc>
                <a:spcPct val="250000"/>
              </a:lnSpc>
              <a:buClr>
                <a:srgbClr val="FF0000"/>
              </a:buClr>
              <a:buSzPct val="80000"/>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网桥不改变帧中的</a:t>
            </a:r>
            <a:r>
              <a:rPr lang="en-US" altLang="zh-CN" sz="2000" b="0" dirty="0">
                <a:latin typeface="微软雅黑" panose="020B0503020204020204" pitchFamily="34" charset="-122"/>
                <a:ea typeface="微软雅黑" panose="020B0503020204020204" pitchFamily="34" charset="-122"/>
              </a:rPr>
              <a:t>MAC</a:t>
            </a:r>
            <a:r>
              <a:rPr lang="zh-CN" altLang="en-US" sz="2000" b="0" dirty="0">
                <a:latin typeface="微软雅黑" panose="020B0503020204020204" pitchFamily="34" charset="-122"/>
                <a:ea typeface="微软雅黑" panose="020B0503020204020204" pitchFamily="34" charset="-122"/>
              </a:rPr>
              <a:t>地址，具有用作过滤决策的表，检查帧的目的</a:t>
            </a:r>
            <a:r>
              <a:rPr lang="en-US" altLang="zh-CN" sz="2000" b="0" dirty="0">
                <a:latin typeface="微软雅黑" panose="020B0503020204020204" pitchFamily="34" charset="-122"/>
                <a:ea typeface="微软雅黑" panose="020B0503020204020204" pitchFamily="34" charset="-122"/>
              </a:rPr>
              <a:t>MAC</a:t>
            </a:r>
            <a:r>
              <a:rPr lang="zh-CN" altLang="en-US" sz="2000" b="0" dirty="0">
                <a:latin typeface="微软雅黑" panose="020B0503020204020204" pitchFamily="34" charset="-122"/>
                <a:ea typeface="微软雅黑" panose="020B0503020204020204" pitchFamily="34" charset="-122"/>
              </a:rPr>
              <a:t>地址并基于</a:t>
            </a:r>
            <a:r>
              <a:rPr lang="en-US" altLang="zh-CN" sz="2000" b="0" dirty="0">
                <a:latin typeface="微软雅黑" panose="020B0503020204020204" pitchFamily="34" charset="-122"/>
                <a:ea typeface="微软雅黑" panose="020B0503020204020204" pitchFamily="34" charset="-122"/>
              </a:rPr>
              <a:t>MAC</a:t>
            </a:r>
            <a:r>
              <a:rPr lang="zh-CN" altLang="en-US" sz="2000" b="0" dirty="0">
                <a:latin typeface="微软雅黑" panose="020B0503020204020204" pitchFamily="34" charset="-122"/>
                <a:ea typeface="微软雅黑" panose="020B0503020204020204" pitchFamily="34" charset="-122"/>
              </a:rPr>
              <a:t>地址转发。</a:t>
            </a:r>
            <a:endParaRPr lang="en-US" altLang="zh-CN" sz="2000" b="0" dirty="0">
              <a:latin typeface="微软雅黑" panose="020B0503020204020204" pitchFamily="34" charset="-122"/>
              <a:ea typeface="微软雅黑" panose="020B0503020204020204" pitchFamily="34" charset="-122"/>
            </a:endParaRPr>
          </a:p>
          <a:p>
            <a:pPr marL="342900" indent="-342900" algn="just">
              <a:lnSpc>
                <a:spcPct val="250000"/>
              </a:lnSpc>
              <a:buClr>
                <a:srgbClr val="FF0000"/>
              </a:buClr>
              <a:buSzPct val="80000"/>
              <a:buFont typeface="Wingdings" panose="05000000000000000000" pitchFamily="2" charset="2"/>
              <a:buChar char="u"/>
            </a:pPr>
            <a:r>
              <a:rPr lang="zh-CN" altLang="en-US" sz="2000" b="0" dirty="0">
                <a:latin typeface="微软雅黑" panose="020B0503020204020204" pitchFamily="34" charset="-122"/>
                <a:ea typeface="微软雅黑" panose="020B0503020204020204" pitchFamily="34" charset="-122"/>
              </a:rPr>
              <a:t>网桥的每个接口是独立的冲突域，冲突域的数量增加，但冲突的概率降低。</a:t>
            </a:r>
            <a:endParaRPr lang="en-US" altLang="zh-CN" sz="20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7343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584268D8-7072-418E-9EBC-F6323BA26B0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BA38A093-DE51-4BF2-9BD6-2077CE78CC0E}" type="slidenum">
              <a:rPr lang="en-US" altLang="zh-CN" sz="2000" smtClean="0">
                <a:solidFill>
                  <a:schemeClr val="bg2"/>
                </a:solidFill>
              </a:rPr>
              <a:pPr/>
              <a:t>17</a:t>
            </a:fld>
            <a:endParaRPr lang="en-US" altLang="zh-CN" sz="2000">
              <a:solidFill>
                <a:schemeClr val="bg2"/>
              </a:solidFill>
            </a:endParaRPr>
          </a:p>
        </p:txBody>
      </p:sp>
      <p:sp>
        <p:nvSpPr>
          <p:cNvPr id="15374" name="Rectangle 11">
            <a:extLst>
              <a:ext uri="{FF2B5EF4-FFF2-40B4-BE49-F238E27FC236}">
                <a16:creationId xmlns:a16="http://schemas.microsoft.com/office/drawing/2014/main" id="{0E992013-43E3-4ECE-9E4B-955D58AD56D0}"/>
              </a:ext>
            </a:extLst>
          </p:cNvPr>
          <p:cNvSpPr>
            <a:spLocks noChangeArrowheads="1"/>
          </p:cNvSpPr>
          <p:nvPr/>
        </p:nvSpPr>
        <p:spPr bwMode="auto">
          <a:xfrm>
            <a:off x="762000" y="1032877"/>
            <a:ext cx="7543800"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914400" indent="-45720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nSpc>
                <a:spcPct val="150000"/>
              </a:lnSpc>
              <a:buClr>
                <a:srgbClr val="FF0000"/>
              </a:buCl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透明网桥是指站点完全意识不到桥的存在，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 802.1d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规范了透明网桥的标准：</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871" name="Text Box 4">
            <a:extLst>
              <a:ext uri="{FF2B5EF4-FFF2-40B4-BE49-F238E27FC236}">
                <a16:creationId xmlns:a16="http://schemas.microsoft.com/office/drawing/2014/main" id="{5DEF5261-F2DD-4A59-B220-86412F7AE48A}"/>
              </a:ext>
            </a:extLst>
          </p:cNvPr>
          <p:cNvSpPr txBox="1">
            <a:spLocks noChangeArrowheads="1"/>
          </p:cNvSpPr>
          <p:nvPr/>
        </p:nvSpPr>
        <p:spPr bwMode="auto">
          <a:xfrm>
            <a:off x="2908340" y="94525"/>
            <a:ext cx="5783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透明网桥（</a:t>
            </a:r>
            <a:r>
              <a:rPr lang="en-US" altLang="zh-CN" sz="2800" dirty="0">
                <a:solidFill>
                  <a:schemeClr val="bg1"/>
                </a:solidFill>
                <a:latin typeface="微软雅黑" panose="020B0503020204020204" pitchFamily="34" charset="-122"/>
                <a:ea typeface="微软雅黑" panose="020B0503020204020204" pitchFamily="34" charset="-122"/>
              </a:rPr>
              <a:t>Transparent Bridge</a:t>
            </a:r>
            <a:r>
              <a:rPr lang="zh-CN" altLang="en-US" sz="2800" dirty="0">
                <a:solidFill>
                  <a:schemeClr val="bg1"/>
                </a:solidFill>
                <a:latin typeface="微软雅黑" panose="020B0503020204020204" pitchFamily="34" charset="-122"/>
                <a:ea typeface="微软雅黑" panose="020B0503020204020204" pitchFamily="34" charset="-122"/>
              </a:rPr>
              <a:t>）</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8" name="Text Box 4">
            <a:extLst>
              <a:ext uri="{FF2B5EF4-FFF2-40B4-BE49-F238E27FC236}">
                <a16:creationId xmlns:a16="http://schemas.microsoft.com/office/drawing/2014/main" id="{82ACEB15-054F-4A90-9887-924FBEB83665}"/>
              </a:ext>
            </a:extLst>
          </p:cNvPr>
          <p:cNvSpPr txBox="1">
            <a:spLocks noChangeArrowheads="1"/>
          </p:cNvSpPr>
          <p:nvPr/>
        </p:nvSpPr>
        <p:spPr bwMode="auto">
          <a:xfrm>
            <a:off x="4495800" y="5797527"/>
            <a:ext cx="3343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15.6  </a:t>
            </a:r>
            <a:r>
              <a:rPr lang="zh-CN" altLang="en-US" sz="1600" dirty="0">
                <a:latin typeface="Times New Roman" panose="02020603050405020304" pitchFamily="18" charset="0"/>
                <a:ea typeface="宋体" panose="02010600030101010101" pitchFamily="2" charset="-122"/>
              </a:rPr>
              <a:t>学习型网桥和学习过程</a:t>
            </a:r>
            <a:endParaRPr lang="en-US" altLang="zh-CN" sz="1600" dirty="0">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85923F13-3D22-4C8C-9121-A4E9B0277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3077" y="1762195"/>
            <a:ext cx="4322723" cy="3724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a:extLst>
              <a:ext uri="{FF2B5EF4-FFF2-40B4-BE49-F238E27FC236}">
                <a16:creationId xmlns:a16="http://schemas.microsoft.com/office/drawing/2014/main" id="{71F4F826-8882-441A-9306-E506C9753C69}"/>
              </a:ext>
            </a:extLst>
          </p:cNvPr>
          <p:cNvSpPr>
            <a:spLocks noChangeArrowheads="1"/>
          </p:cNvSpPr>
          <p:nvPr/>
        </p:nvSpPr>
        <p:spPr bwMode="auto">
          <a:xfrm>
            <a:off x="694928" y="1762195"/>
            <a:ext cx="3343672" cy="2480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914400" indent="-45720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531813" lvl="1" indent="-358775"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帧能从一个站点转发到另外一个站点</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531813" lvl="1" indent="-358775"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能够学习帧中的地址，自动建立转发表</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531813" lvl="1" indent="-358775" algn="just">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避免形成循环（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Loop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）问题</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F0E989FC-4E71-4BE6-85A9-7FD9B070FC5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DA77BBCE-4B08-4A47-B1D1-3206AA6F2A42}" type="slidenum">
              <a:rPr lang="en-US" altLang="zh-CN" sz="2000" smtClean="0">
                <a:solidFill>
                  <a:schemeClr val="bg2"/>
                </a:solidFill>
              </a:rPr>
              <a:pPr/>
              <a:t>18</a:t>
            </a:fld>
            <a:endParaRPr lang="en-US" altLang="zh-CN" sz="2000">
              <a:solidFill>
                <a:schemeClr val="bg2"/>
              </a:solidFill>
            </a:endParaRPr>
          </a:p>
        </p:txBody>
      </p:sp>
      <p:sp>
        <p:nvSpPr>
          <p:cNvPr id="40965" name="Text Box 4">
            <a:extLst>
              <a:ext uri="{FF2B5EF4-FFF2-40B4-BE49-F238E27FC236}">
                <a16:creationId xmlns:a16="http://schemas.microsoft.com/office/drawing/2014/main" id="{97895707-8B1C-45E0-8818-310D4CC3B747}"/>
              </a:ext>
            </a:extLst>
          </p:cNvPr>
          <p:cNvSpPr txBox="1">
            <a:spLocks noChangeArrowheads="1"/>
          </p:cNvSpPr>
          <p:nvPr/>
        </p:nvSpPr>
        <p:spPr bwMode="auto">
          <a:xfrm>
            <a:off x="3581400" y="6231523"/>
            <a:ext cx="2362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15.7  </a:t>
            </a:r>
            <a:r>
              <a:rPr lang="zh-CN" altLang="en-US" sz="1600" dirty="0">
                <a:latin typeface="Times New Roman" panose="02020603050405020304" pitchFamily="18" charset="0"/>
                <a:ea typeface="宋体" panose="02010600030101010101" pitchFamily="2" charset="-122"/>
              </a:rPr>
              <a:t>环路问题</a:t>
            </a:r>
            <a:endParaRPr lang="en-US" altLang="zh-CN" sz="1600" dirty="0">
              <a:latin typeface="Times New Roman" panose="02020603050405020304" pitchFamily="18" charset="0"/>
              <a:ea typeface="宋体" panose="02010600030101010101" pitchFamily="2" charset="-122"/>
            </a:endParaRPr>
          </a:p>
        </p:txBody>
      </p:sp>
      <p:pic>
        <p:nvPicPr>
          <p:cNvPr id="40967" name="Picture 6">
            <a:extLst>
              <a:ext uri="{FF2B5EF4-FFF2-40B4-BE49-F238E27FC236}">
                <a16:creationId xmlns:a16="http://schemas.microsoft.com/office/drawing/2014/main" id="{0FA2879D-28AA-4136-B549-CD5AB0E89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462" y="1143000"/>
            <a:ext cx="7272338" cy="48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63044A00-3F73-4E63-AD62-61B9ABC900E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3C22E26C-08FF-4788-9464-44E7FFDFC8A1}" type="slidenum">
              <a:rPr lang="en-US" altLang="zh-CN" sz="2000" smtClean="0">
                <a:solidFill>
                  <a:schemeClr val="bg2"/>
                </a:solidFill>
              </a:rPr>
              <a:pPr/>
              <a:t>19</a:t>
            </a:fld>
            <a:endParaRPr lang="en-US" altLang="zh-CN" sz="2000">
              <a:solidFill>
                <a:schemeClr val="bg2"/>
              </a:solidFill>
            </a:endParaRPr>
          </a:p>
        </p:txBody>
      </p:sp>
      <p:sp>
        <p:nvSpPr>
          <p:cNvPr id="43011" name="文本框 2">
            <a:extLst>
              <a:ext uri="{FF2B5EF4-FFF2-40B4-BE49-F238E27FC236}">
                <a16:creationId xmlns:a16="http://schemas.microsoft.com/office/drawing/2014/main" id="{A9718523-7A3A-412E-A7AB-34711051A9ED}"/>
              </a:ext>
            </a:extLst>
          </p:cNvPr>
          <p:cNvSpPr txBox="1">
            <a:spLocks noChangeArrowheads="1"/>
          </p:cNvSpPr>
          <p:nvPr/>
        </p:nvSpPr>
        <p:spPr bwMode="auto">
          <a:xfrm>
            <a:off x="764170" y="977690"/>
            <a:ext cx="7658100" cy="787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150000"/>
              </a:lnSpc>
              <a:buClr>
                <a:srgbClr val="FF0000"/>
              </a:buClr>
              <a:buSzPct val="80000"/>
            </a:pPr>
            <a:r>
              <a:rPr lang="zh-CN" altLang="en-US" sz="1600" b="0" dirty="0">
                <a:latin typeface="微软雅黑" panose="020B0503020204020204" pitchFamily="34" charset="-122"/>
                <a:ea typeface="微软雅黑" panose="020B0503020204020204" pitchFamily="34" charset="-122"/>
              </a:rPr>
              <a:t>生成树是一个没有循环路径的图，用于建立到达其它 </a:t>
            </a:r>
            <a:r>
              <a:rPr lang="en-US" altLang="zh-CN" sz="1600" b="0" dirty="0">
                <a:latin typeface="微软雅黑" panose="020B0503020204020204" pitchFamily="34" charset="-122"/>
                <a:ea typeface="微软雅黑" panose="020B0503020204020204" pitchFamily="34" charset="-122"/>
              </a:rPr>
              <a:t>LAN </a:t>
            </a:r>
            <a:r>
              <a:rPr lang="zh-CN" altLang="en-US" sz="1600" b="0" dirty="0">
                <a:latin typeface="微软雅黑" panose="020B0503020204020204" pitchFamily="34" charset="-122"/>
                <a:ea typeface="微软雅黑" panose="020B0503020204020204" pitchFamily="34" charset="-122"/>
              </a:rPr>
              <a:t>的唯一路径。它基于某种度量（最小跳数、最小延迟、最短队列、最大带宽）选择最小代价。</a:t>
            </a:r>
            <a:endParaRPr lang="en-US" altLang="zh-CN" sz="1600" b="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3CD48F10-88B8-4C39-8707-EAE58B567B4A}"/>
              </a:ext>
            </a:extLst>
          </p:cNvPr>
          <p:cNvSpPr/>
          <p:nvPr/>
        </p:nvSpPr>
        <p:spPr>
          <a:xfrm>
            <a:off x="2895600" y="94525"/>
            <a:ext cx="5505450" cy="522287"/>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生成树（</a:t>
            </a:r>
            <a:r>
              <a:rPr lang="en-US" altLang="zh-CN" sz="2800" dirty="0">
                <a:solidFill>
                  <a:schemeClr val="bg1"/>
                </a:solidFill>
                <a:latin typeface="微软雅黑" panose="020B0503020204020204" pitchFamily="34" charset="-122"/>
                <a:ea typeface="微软雅黑" panose="020B0503020204020204" pitchFamily="34" charset="-122"/>
              </a:rPr>
              <a:t>Spanning Tree</a:t>
            </a:r>
            <a:r>
              <a:rPr lang="zh-CN" altLang="en-US" sz="2800" dirty="0">
                <a:solidFill>
                  <a:schemeClr val="bg1"/>
                </a:solidFill>
                <a:latin typeface="微软雅黑" panose="020B0503020204020204" pitchFamily="34" charset="-122"/>
                <a:ea typeface="微软雅黑" panose="020B0503020204020204" pitchFamily="34" charset="-122"/>
              </a:rPr>
              <a:t>）</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9" name="Text Box 4">
            <a:extLst>
              <a:ext uri="{FF2B5EF4-FFF2-40B4-BE49-F238E27FC236}">
                <a16:creationId xmlns:a16="http://schemas.microsoft.com/office/drawing/2014/main" id="{015CEC33-0B44-4A31-AAD0-8BB4E7697C41}"/>
              </a:ext>
            </a:extLst>
          </p:cNvPr>
          <p:cNvSpPr txBox="1">
            <a:spLocks noChangeArrowheads="1"/>
          </p:cNvSpPr>
          <p:nvPr/>
        </p:nvSpPr>
        <p:spPr bwMode="auto">
          <a:xfrm>
            <a:off x="2702120" y="6146684"/>
            <a:ext cx="37748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15.8  </a:t>
            </a:r>
            <a:r>
              <a:rPr lang="zh-CN" altLang="en-US" sz="1600" dirty="0">
                <a:latin typeface="Times New Roman" panose="02020603050405020304" pitchFamily="18" charset="0"/>
                <a:ea typeface="宋体" panose="02010600030101010101" pitchFamily="2" charset="-122"/>
              </a:rPr>
              <a:t>网桥连接的</a:t>
            </a:r>
            <a:r>
              <a:rPr lang="en-US" altLang="zh-CN" sz="1600" dirty="0">
                <a:latin typeface="Times New Roman" panose="02020603050405020304" pitchFamily="18" charset="0"/>
                <a:ea typeface="宋体" panose="02010600030101010101" pitchFamily="2" charset="-122"/>
              </a:rPr>
              <a:t>LAN</a:t>
            </a:r>
            <a:r>
              <a:rPr lang="zh-CN" altLang="en-US" sz="1600" dirty="0">
                <a:latin typeface="Times New Roman" panose="02020603050405020304" pitchFamily="18" charset="0"/>
                <a:ea typeface="宋体" panose="02010600030101010101" pitchFamily="2" charset="-122"/>
              </a:rPr>
              <a:t>系统及图示</a:t>
            </a:r>
            <a:endParaRPr lang="en-US" altLang="zh-CN" sz="1600" dirty="0">
              <a:latin typeface="Times New Roman" panose="02020603050405020304" pitchFamily="18" charset="0"/>
              <a:ea typeface="宋体" panose="02010600030101010101" pitchFamily="2" charset="-122"/>
            </a:endParaRPr>
          </a:p>
        </p:txBody>
      </p:sp>
      <p:pic>
        <p:nvPicPr>
          <p:cNvPr id="10" name="Picture 6">
            <a:extLst>
              <a:ext uri="{FF2B5EF4-FFF2-40B4-BE49-F238E27FC236}">
                <a16:creationId xmlns:a16="http://schemas.microsoft.com/office/drawing/2014/main" id="{B147D0B6-BC45-401D-B27D-310911510B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476" y="1828800"/>
            <a:ext cx="4281487" cy="4192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DA6FCB3E-D000-4348-B7EA-2721A94BB06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F2B4F449-A8B1-4CAC-A1EF-64F9D321D518}" type="slidenum">
              <a:rPr lang="en-US" altLang="zh-CN" sz="2000" smtClean="0">
                <a:solidFill>
                  <a:schemeClr val="bg2"/>
                </a:solidFill>
              </a:rPr>
              <a:pPr/>
              <a:t>20</a:t>
            </a:fld>
            <a:endParaRPr lang="en-US" altLang="zh-CN" sz="2000">
              <a:solidFill>
                <a:schemeClr val="bg2"/>
              </a:solidFill>
            </a:endParaRPr>
          </a:p>
        </p:txBody>
      </p:sp>
      <p:sp>
        <p:nvSpPr>
          <p:cNvPr id="46083" name="文本框 2">
            <a:extLst>
              <a:ext uri="{FF2B5EF4-FFF2-40B4-BE49-F238E27FC236}">
                <a16:creationId xmlns:a16="http://schemas.microsoft.com/office/drawing/2014/main" id="{8F08D257-E8EC-4C8F-ADCD-1C03FD98996B}"/>
              </a:ext>
            </a:extLst>
          </p:cNvPr>
          <p:cNvSpPr txBox="1">
            <a:spLocks noChangeArrowheads="1"/>
          </p:cNvSpPr>
          <p:nvPr/>
        </p:nvSpPr>
        <p:spPr bwMode="auto">
          <a:xfrm>
            <a:off x="457200" y="1588688"/>
            <a:ext cx="3834268" cy="3680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531813" lvl="1" indent="-358775">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每个网桥广播其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，选择最小</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的网桥作为根网桥；</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531813" lvl="1" indent="-358775">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找出从根网桥到其它网桥或</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的最短路径；</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531813" lvl="1" indent="-358775">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最短路径组合生成最短的树；</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531813" lvl="1" indent="-358775">
              <a:lnSpc>
                <a:spcPct val="25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标记转发端口和阻塞端口。</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D12766B4-E810-4E0A-9B19-7DCD879969EF}"/>
              </a:ext>
            </a:extLst>
          </p:cNvPr>
          <p:cNvSpPr/>
          <p:nvPr/>
        </p:nvSpPr>
        <p:spPr>
          <a:xfrm>
            <a:off x="2971800" y="64625"/>
            <a:ext cx="5640388" cy="522287"/>
          </a:xfrm>
          <a:prstGeom prst="rect">
            <a:avLst/>
          </a:prstGeom>
        </p:spPr>
        <p:txBody>
          <a:bodyPr wrap="square">
            <a:spAutoFit/>
          </a:body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生成树算法</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8" name="Text Box 4">
            <a:extLst>
              <a:ext uri="{FF2B5EF4-FFF2-40B4-BE49-F238E27FC236}">
                <a16:creationId xmlns:a16="http://schemas.microsoft.com/office/drawing/2014/main" id="{B2C8FF15-2054-42C6-93F6-DDF55AF5739C}"/>
              </a:ext>
            </a:extLst>
          </p:cNvPr>
          <p:cNvSpPr txBox="1">
            <a:spLocks noChangeArrowheads="1"/>
          </p:cNvSpPr>
          <p:nvPr/>
        </p:nvSpPr>
        <p:spPr bwMode="auto">
          <a:xfrm>
            <a:off x="5070902" y="5930104"/>
            <a:ext cx="293009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15.9  </a:t>
            </a:r>
            <a:r>
              <a:rPr lang="zh-CN" altLang="en-US" sz="1600" dirty="0">
                <a:latin typeface="Times New Roman" panose="02020603050405020304" pitchFamily="18" charset="0"/>
                <a:ea typeface="宋体" panose="02010600030101010101" pitchFamily="2" charset="-122"/>
              </a:rPr>
              <a:t>最短路径和生成树</a:t>
            </a:r>
            <a:endParaRPr lang="en-US" altLang="zh-CN" sz="1600" dirty="0">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B6C02858-6005-4CED-A3C4-3FF2B1E80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5603" y="1366353"/>
            <a:ext cx="3834268" cy="4396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8F05F547-5D54-4DD9-B52F-45B978C6FC0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30CD37B5-5715-4059-8CC5-DE7855FB1F68}" type="slidenum">
              <a:rPr lang="en-US" altLang="zh-CN" sz="2000" smtClean="0">
                <a:solidFill>
                  <a:schemeClr val="bg2"/>
                </a:solidFill>
              </a:rPr>
              <a:pPr/>
              <a:t>21</a:t>
            </a:fld>
            <a:endParaRPr lang="en-US" altLang="zh-CN" sz="2000">
              <a:solidFill>
                <a:schemeClr val="bg2"/>
              </a:solidFill>
            </a:endParaRPr>
          </a:p>
        </p:txBody>
      </p:sp>
      <p:sp>
        <p:nvSpPr>
          <p:cNvPr id="49157" name="Text Box 4">
            <a:extLst>
              <a:ext uri="{FF2B5EF4-FFF2-40B4-BE49-F238E27FC236}">
                <a16:creationId xmlns:a16="http://schemas.microsoft.com/office/drawing/2014/main" id="{D161AD7B-ACFF-41A2-A8AB-BCF1E21086E6}"/>
              </a:ext>
            </a:extLst>
          </p:cNvPr>
          <p:cNvSpPr txBox="1">
            <a:spLocks noChangeArrowheads="1"/>
          </p:cNvSpPr>
          <p:nvPr/>
        </p:nvSpPr>
        <p:spPr bwMode="auto">
          <a:xfrm>
            <a:off x="2138437" y="5257800"/>
            <a:ext cx="51005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15.10  </a:t>
            </a:r>
            <a:r>
              <a:rPr lang="zh-CN" altLang="en-US" sz="1600" dirty="0">
                <a:latin typeface="Times New Roman" panose="02020603050405020304" pitchFamily="18" charset="0"/>
                <a:ea typeface="宋体" panose="02010600030101010101" pitchFamily="2" charset="-122"/>
              </a:rPr>
              <a:t>使用生成树算法后的转发端口和阻塞端口</a:t>
            </a:r>
            <a:endParaRPr lang="en-US" altLang="zh-CN" sz="1600" dirty="0">
              <a:latin typeface="Times New Roman" panose="02020603050405020304" pitchFamily="18" charset="0"/>
              <a:ea typeface="宋体" panose="02010600030101010101" pitchFamily="2" charset="-122"/>
            </a:endParaRPr>
          </a:p>
        </p:txBody>
      </p:sp>
      <p:pic>
        <p:nvPicPr>
          <p:cNvPr id="49159" name="Picture 7">
            <a:extLst>
              <a:ext uri="{FF2B5EF4-FFF2-40B4-BE49-F238E27FC236}">
                <a16:creationId xmlns:a16="http://schemas.microsoft.com/office/drawing/2014/main" id="{E138C5BF-3852-4452-8BE9-514001EAF1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318" y="1676400"/>
            <a:ext cx="6032500" cy="308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Oval 30">
            <a:extLst>
              <a:ext uri="{FF2B5EF4-FFF2-40B4-BE49-F238E27FC236}">
                <a16:creationId xmlns:a16="http://schemas.microsoft.com/office/drawing/2014/main" id="{37C56122-6C92-4538-BF46-E7A0D3C85AA4}"/>
              </a:ext>
            </a:extLst>
          </p:cNvPr>
          <p:cNvSpPr>
            <a:spLocks noChangeArrowheads="1"/>
          </p:cNvSpPr>
          <p:nvPr/>
        </p:nvSpPr>
        <p:spPr bwMode="auto">
          <a:xfrm>
            <a:off x="6484938" y="1828800"/>
            <a:ext cx="2268537" cy="2238375"/>
          </a:xfrm>
          <a:prstGeom prst="ellipse">
            <a:avLst/>
          </a:prstGeom>
          <a:solidFill>
            <a:srgbClr val="CCEC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75" name="Oval 29">
            <a:extLst>
              <a:ext uri="{FF2B5EF4-FFF2-40B4-BE49-F238E27FC236}">
                <a16:creationId xmlns:a16="http://schemas.microsoft.com/office/drawing/2014/main" id="{EDAC59D8-4130-4E40-8B33-8D30248976F5}"/>
              </a:ext>
            </a:extLst>
          </p:cNvPr>
          <p:cNvSpPr>
            <a:spLocks noChangeArrowheads="1"/>
          </p:cNvSpPr>
          <p:nvPr/>
        </p:nvSpPr>
        <p:spPr bwMode="auto">
          <a:xfrm>
            <a:off x="3371850" y="1809750"/>
            <a:ext cx="2268538" cy="2238375"/>
          </a:xfrm>
          <a:prstGeom prst="ellipse">
            <a:avLst/>
          </a:prstGeom>
          <a:solidFill>
            <a:srgbClr val="99FF99"/>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76" name="Oval 30">
            <a:extLst>
              <a:ext uri="{FF2B5EF4-FFF2-40B4-BE49-F238E27FC236}">
                <a16:creationId xmlns:a16="http://schemas.microsoft.com/office/drawing/2014/main" id="{0E70F81A-7611-4BDF-8510-F443DC8061BD}"/>
              </a:ext>
            </a:extLst>
          </p:cNvPr>
          <p:cNvSpPr>
            <a:spLocks noChangeArrowheads="1"/>
          </p:cNvSpPr>
          <p:nvPr/>
        </p:nvSpPr>
        <p:spPr bwMode="auto">
          <a:xfrm>
            <a:off x="6561138" y="1828800"/>
            <a:ext cx="2268537" cy="223837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77" name="Oval 29">
            <a:extLst>
              <a:ext uri="{FF2B5EF4-FFF2-40B4-BE49-F238E27FC236}">
                <a16:creationId xmlns:a16="http://schemas.microsoft.com/office/drawing/2014/main" id="{45799F0A-F809-4841-8EF7-0B4F67E5D7F3}"/>
              </a:ext>
            </a:extLst>
          </p:cNvPr>
          <p:cNvSpPr>
            <a:spLocks noChangeArrowheads="1"/>
          </p:cNvSpPr>
          <p:nvPr/>
        </p:nvSpPr>
        <p:spPr bwMode="auto">
          <a:xfrm>
            <a:off x="3413125" y="1828800"/>
            <a:ext cx="2268538" cy="2238375"/>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78" name="Oval 31">
            <a:extLst>
              <a:ext uri="{FF2B5EF4-FFF2-40B4-BE49-F238E27FC236}">
                <a16:creationId xmlns:a16="http://schemas.microsoft.com/office/drawing/2014/main" id="{7C441039-B7EC-4CF0-AF6D-2D58F2648D79}"/>
              </a:ext>
            </a:extLst>
          </p:cNvPr>
          <p:cNvSpPr>
            <a:spLocks noChangeArrowheads="1"/>
          </p:cNvSpPr>
          <p:nvPr/>
        </p:nvSpPr>
        <p:spPr bwMode="auto">
          <a:xfrm>
            <a:off x="350838" y="1828800"/>
            <a:ext cx="2268537" cy="2238375"/>
          </a:xfrm>
          <a:prstGeom prst="ellipse">
            <a:avLst/>
          </a:prstGeom>
          <a:solidFill>
            <a:srgbClr val="FFCC99"/>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79" name="Rectangle 4">
            <a:extLst>
              <a:ext uri="{FF2B5EF4-FFF2-40B4-BE49-F238E27FC236}">
                <a16:creationId xmlns:a16="http://schemas.microsoft.com/office/drawing/2014/main" id="{E46123F4-CE4E-41CA-822F-613CDC1211E5}"/>
              </a:ext>
            </a:extLst>
          </p:cNvPr>
          <p:cNvSpPr>
            <a:spLocks noGrp="1" noChangeArrowheads="1"/>
          </p:cNvSpPr>
          <p:nvPr>
            <p:ph type="title"/>
          </p:nvPr>
        </p:nvSpPr>
        <p:spPr bwMode="auto">
          <a:xfrm>
            <a:off x="572294" y="4502149"/>
            <a:ext cx="8091488" cy="1270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00000"/>
              </a:lnSpc>
            </a:pPr>
            <a:r>
              <a:rPr lang="zh-CN" altLang="en-US" sz="1800" dirty="0">
                <a:solidFill>
                  <a:schemeClr val="tx1"/>
                </a:solidFill>
                <a:latin typeface="微软雅黑" panose="020B0503020204020204" pitchFamily="34" charset="-122"/>
                <a:ea typeface="微软雅黑" panose="020B0503020204020204" pitchFamily="34" charset="-122"/>
              </a:rPr>
              <a:t>网桥将不同端口连接的网络分隔成独立的冲突域，但网桥在收到一个广播数据帧时，会向所有端口转发这个广播帧，即所有端口处于同一个广播域中。</a:t>
            </a:r>
          </a:p>
        </p:txBody>
      </p:sp>
      <p:sp>
        <p:nvSpPr>
          <p:cNvPr id="54280" name="Line 5">
            <a:extLst>
              <a:ext uri="{FF2B5EF4-FFF2-40B4-BE49-F238E27FC236}">
                <a16:creationId xmlns:a16="http://schemas.microsoft.com/office/drawing/2014/main" id="{05EDA248-3004-4F74-B6F8-CED4E108AF11}"/>
              </a:ext>
            </a:extLst>
          </p:cNvPr>
          <p:cNvSpPr>
            <a:spLocks noChangeShapeType="1"/>
          </p:cNvSpPr>
          <p:nvPr/>
        </p:nvSpPr>
        <p:spPr bwMode="auto">
          <a:xfrm>
            <a:off x="8275638" y="2438400"/>
            <a:ext cx="0" cy="6667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81" name="Line 6">
            <a:extLst>
              <a:ext uri="{FF2B5EF4-FFF2-40B4-BE49-F238E27FC236}">
                <a16:creationId xmlns:a16="http://schemas.microsoft.com/office/drawing/2014/main" id="{5668AAA3-A250-49A0-AE94-562843E9040D}"/>
              </a:ext>
            </a:extLst>
          </p:cNvPr>
          <p:cNvSpPr>
            <a:spLocks noChangeShapeType="1"/>
          </p:cNvSpPr>
          <p:nvPr/>
        </p:nvSpPr>
        <p:spPr bwMode="auto">
          <a:xfrm>
            <a:off x="6561138" y="2432050"/>
            <a:ext cx="22685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82" name="Rectangle 7">
            <a:extLst>
              <a:ext uri="{FF2B5EF4-FFF2-40B4-BE49-F238E27FC236}">
                <a16:creationId xmlns:a16="http://schemas.microsoft.com/office/drawing/2014/main" id="{F73C84B4-7DDC-4796-8E7F-8ED546D904D6}"/>
              </a:ext>
            </a:extLst>
          </p:cNvPr>
          <p:cNvSpPr>
            <a:spLocks noChangeArrowheads="1"/>
          </p:cNvSpPr>
          <p:nvPr/>
        </p:nvSpPr>
        <p:spPr bwMode="auto">
          <a:xfrm>
            <a:off x="8743950" y="2363788"/>
            <a:ext cx="95250" cy="122237"/>
          </a:xfrm>
          <a:prstGeom prst="rect">
            <a:avLst/>
          </a:prstGeom>
          <a:solidFill>
            <a:schemeClr val="tx1"/>
          </a:solidFill>
          <a:ln w="12700">
            <a:solidFill>
              <a:schemeClr val="bg1"/>
            </a:solidFill>
            <a:miter lim="800000"/>
            <a:headEnd/>
            <a:tailEnd/>
          </a:ln>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83" name="Line 8">
            <a:extLst>
              <a:ext uri="{FF2B5EF4-FFF2-40B4-BE49-F238E27FC236}">
                <a16:creationId xmlns:a16="http://schemas.microsoft.com/office/drawing/2014/main" id="{682F21F8-4D58-42C5-96C9-D52F954213A9}"/>
              </a:ext>
            </a:extLst>
          </p:cNvPr>
          <p:cNvSpPr>
            <a:spLocks noChangeShapeType="1"/>
          </p:cNvSpPr>
          <p:nvPr/>
        </p:nvSpPr>
        <p:spPr bwMode="auto">
          <a:xfrm>
            <a:off x="7099300" y="2438400"/>
            <a:ext cx="0" cy="711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pic>
        <p:nvPicPr>
          <p:cNvPr id="54284" name="Picture 9">
            <a:extLst>
              <a:ext uri="{FF2B5EF4-FFF2-40B4-BE49-F238E27FC236}">
                <a16:creationId xmlns:a16="http://schemas.microsoft.com/office/drawing/2014/main" id="{2D2ED8BB-ECAA-4326-8F03-05ED4BD091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0700" y="3073400"/>
            <a:ext cx="4619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5" name="Picture 10">
            <a:extLst>
              <a:ext uri="{FF2B5EF4-FFF2-40B4-BE49-F238E27FC236}">
                <a16:creationId xmlns:a16="http://schemas.microsoft.com/office/drawing/2014/main" id="{1767EA21-A64C-48D0-AD9E-EFA34710074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6563" y="3071813"/>
            <a:ext cx="4635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6" name="Line 11">
            <a:extLst>
              <a:ext uri="{FF2B5EF4-FFF2-40B4-BE49-F238E27FC236}">
                <a16:creationId xmlns:a16="http://schemas.microsoft.com/office/drawing/2014/main" id="{726EA1A8-E736-4557-99B9-80559D3F151C}"/>
              </a:ext>
            </a:extLst>
          </p:cNvPr>
          <p:cNvSpPr>
            <a:spLocks noChangeShapeType="1"/>
          </p:cNvSpPr>
          <p:nvPr/>
        </p:nvSpPr>
        <p:spPr bwMode="auto">
          <a:xfrm>
            <a:off x="5122863" y="2420938"/>
            <a:ext cx="0" cy="6588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87" name="Line 12">
            <a:extLst>
              <a:ext uri="{FF2B5EF4-FFF2-40B4-BE49-F238E27FC236}">
                <a16:creationId xmlns:a16="http://schemas.microsoft.com/office/drawing/2014/main" id="{2A6AAEA8-AAC8-4A17-8268-BAE00845A0D6}"/>
              </a:ext>
            </a:extLst>
          </p:cNvPr>
          <p:cNvSpPr>
            <a:spLocks noChangeShapeType="1"/>
          </p:cNvSpPr>
          <p:nvPr/>
        </p:nvSpPr>
        <p:spPr bwMode="auto">
          <a:xfrm flipV="1">
            <a:off x="3462338" y="2424113"/>
            <a:ext cx="21701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88" name="Line 13">
            <a:extLst>
              <a:ext uri="{FF2B5EF4-FFF2-40B4-BE49-F238E27FC236}">
                <a16:creationId xmlns:a16="http://schemas.microsoft.com/office/drawing/2014/main" id="{699251AB-7049-4BAF-9B99-552EC455222E}"/>
              </a:ext>
            </a:extLst>
          </p:cNvPr>
          <p:cNvSpPr>
            <a:spLocks noChangeShapeType="1"/>
          </p:cNvSpPr>
          <p:nvPr/>
        </p:nvSpPr>
        <p:spPr bwMode="auto">
          <a:xfrm>
            <a:off x="4013200" y="2444750"/>
            <a:ext cx="0" cy="6731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pic>
        <p:nvPicPr>
          <p:cNvPr id="54289" name="Picture 14">
            <a:extLst>
              <a:ext uri="{FF2B5EF4-FFF2-40B4-BE49-F238E27FC236}">
                <a16:creationId xmlns:a16="http://schemas.microsoft.com/office/drawing/2014/main" id="{BC963FE6-EA33-4194-A398-883EDC0CC12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488" y="3055938"/>
            <a:ext cx="4635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0" name="Picture 15">
            <a:extLst>
              <a:ext uri="{FF2B5EF4-FFF2-40B4-BE49-F238E27FC236}">
                <a16:creationId xmlns:a16="http://schemas.microsoft.com/office/drawing/2014/main" id="{8965CE9E-A8CC-45A3-8B78-03A63B5ECE3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5375" y="3054350"/>
            <a:ext cx="4619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91" name="Line 16">
            <a:extLst>
              <a:ext uri="{FF2B5EF4-FFF2-40B4-BE49-F238E27FC236}">
                <a16:creationId xmlns:a16="http://schemas.microsoft.com/office/drawing/2014/main" id="{E59789F6-2DC5-4A5C-80F2-2729B61AC1DE}"/>
              </a:ext>
            </a:extLst>
          </p:cNvPr>
          <p:cNvSpPr>
            <a:spLocks noChangeShapeType="1"/>
          </p:cNvSpPr>
          <p:nvPr/>
        </p:nvSpPr>
        <p:spPr bwMode="auto">
          <a:xfrm>
            <a:off x="2074863" y="2487613"/>
            <a:ext cx="0" cy="6619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92" name="Rectangle 17">
            <a:extLst>
              <a:ext uri="{FF2B5EF4-FFF2-40B4-BE49-F238E27FC236}">
                <a16:creationId xmlns:a16="http://schemas.microsoft.com/office/drawing/2014/main" id="{60EEE697-BDF4-42ED-8D44-2CADF85DD924}"/>
              </a:ext>
            </a:extLst>
          </p:cNvPr>
          <p:cNvSpPr>
            <a:spLocks noChangeArrowheads="1"/>
          </p:cNvSpPr>
          <p:nvPr/>
        </p:nvSpPr>
        <p:spPr bwMode="auto">
          <a:xfrm>
            <a:off x="269875" y="2389188"/>
            <a:ext cx="95250" cy="119062"/>
          </a:xfrm>
          <a:prstGeom prst="rect">
            <a:avLst/>
          </a:prstGeom>
          <a:solidFill>
            <a:schemeClr val="tx1"/>
          </a:solidFill>
          <a:ln w="12700">
            <a:solidFill>
              <a:schemeClr val="bg1"/>
            </a:solidFill>
            <a:miter lim="800000"/>
            <a:headEnd/>
            <a:tailEnd/>
          </a:ln>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1600">
              <a:latin typeface="Times New Roman" panose="02020603050405020304" pitchFamily="18" charset="0"/>
              <a:ea typeface="宋体" panose="02010600030101010101" pitchFamily="2" charset="-122"/>
            </a:endParaRPr>
          </a:p>
        </p:txBody>
      </p:sp>
      <p:sp>
        <p:nvSpPr>
          <p:cNvPr id="54293" name="Line 18">
            <a:extLst>
              <a:ext uri="{FF2B5EF4-FFF2-40B4-BE49-F238E27FC236}">
                <a16:creationId xmlns:a16="http://schemas.microsoft.com/office/drawing/2014/main" id="{DF1C7BDD-19F0-42E0-B237-7B7212AF2717}"/>
              </a:ext>
            </a:extLst>
          </p:cNvPr>
          <p:cNvSpPr>
            <a:spLocks noChangeShapeType="1"/>
          </p:cNvSpPr>
          <p:nvPr/>
        </p:nvSpPr>
        <p:spPr bwMode="auto">
          <a:xfrm flipV="1">
            <a:off x="334963" y="2433638"/>
            <a:ext cx="2233612" cy="174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54294" name="Line 19">
            <a:extLst>
              <a:ext uri="{FF2B5EF4-FFF2-40B4-BE49-F238E27FC236}">
                <a16:creationId xmlns:a16="http://schemas.microsoft.com/office/drawing/2014/main" id="{0A80BD77-1B90-4169-B658-0FD6BC41093D}"/>
              </a:ext>
            </a:extLst>
          </p:cNvPr>
          <p:cNvSpPr>
            <a:spLocks noChangeShapeType="1"/>
          </p:cNvSpPr>
          <p:nvPr/>
        </p:nvSpPr>
        <p:spPr bwMode="auto">
          <a:xfrm>
            <a:off x="954088" y="2449513"/>
            <a:ext cx="0" cy="6524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pic>
        <p:nvPicPr>
          <p:cNvPr id="54295" name="Picture 20">
            <a:extLst>
              <a:ext uri="{FF2B5EF4-FFF2-40B4-BE49-F238E27FC236}">
                <a16:creationId xmlns:a16="http://schemas.microsoft.com/office/drawing/2014/main" id="{2DA2D3AB-737C-41F1-8A9E-C97385E1A8A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75" y="3076575"/>
            <a:ext cx="4619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6" name="Picture 21">
            <a:extLst>
              <a:ext uri="{FF2B5EF4-FFF2-40B4-BE49-F238E27FC236}">
                <a16:creationId xmlns:a16="http://schemas.microsoft.com/office/drawing/2014/main" id="{15D96CBC-F026-4B7B-A179-96B37A6A0F7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3074988"/>
            <a:ext cx="4603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97" name="Picture 23">
            <a:extLst>
              <a:ext uri="{FF2B5EF4-FFF2-40B4-BE49-F238E27FC236}">
                <a16:creationId xmlns:a16="http://schemas.microsoft.com/office/drawing/2014/main" id="{809938EB-459F-4899-B3B9-100ADB77F71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50" y="1997075"/>
            <a:ext cx="116681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54298" name="Picture 24">
            <a:extLst>
              <a:ext uri="{FF2B5EF4-FFF2-40B4-BE49-F238E27FC236}">
                <a16:creationId xmlns:a16="http://schemas.microsoft.com/office/drawing/2014/main" id="{BA5EF82B-71D5-4F1D-BE9E-BF9E86A1713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8150" y="1997075"/>
            <a:ext cx="1192213"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54299" name="Rectangle 25">
            <a:extLst>
              <a:ext uri="{FF2B5EF4-FFF2-40B4-BE49-F238E27FC236}">
                <a16:creationId xmlns:a16="http://schemas.microsoft.com/office/drawing/2014/main" id="{DF5CE01D-ACBB-44DF-A77E-F6687F1D8B7F}"/>
              </a:ext>
            </a:extLst>
          </p:cNvPr>
          <p:cNvSpPr>
            <a:spLocks noChangeArrowheads="1"/>
          </p:cNvSpPr>
          <p:nvPr/>
        </p:nvSpPr>
        <p:spPr bwMode="auto">
          <a:xfrm>
            <a:off x="2671763" y="1771650"/>
            <a:ext cx="955675"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r>
              <a:rPr kumimoji="1" lang="zh-CN" altLang="en-US" sz="1600">
                <a:latin typeface="Times New Roman" panose="02020603050405020304" pitchFamily="18" charset="0"/>
                <a:ea typeface="宋体" panose="02010600030101010101" pitchFamily="2" charset="-122"/>
                <a:cs typeface="Times New Roman" panose="02020603050405020304" pitchFamily="18" charset="0"/>
              </a:rPr>
              <a:t>网桥 </a:t>
            </a:r>
            <a:r>
              <a:rPr kumimoji="1" lang="en-US" altLang="zh-CN" sz="1600">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600" baseline="-25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300" name="Line 26">
            <a:extLst>
              <a:ext uri="{FF2B5EF4-FFF2-40B4-BE49-F238E27FC236}">
                <a16:creationId xmlns:a16="http://schemas.microsoft.com/office/drawing/2014/main" id="{CD2C138E-872B-4A52-934B-F350679DC9A1}"/>
              </a:ext>
            </a:extLst>
          </p:cNvPr>
          <p:cNvSpPr>
            <a:spLocks noChangeShapeType="1"/>
          </p:cNvSpPr>
          <p:nvPr/>
        </p:nvSpPr>
        <p:spPr bwMode="auto">
          <a:xfrm>
            <a:off x="1122363" y="2638425"/>
            <a:ext cx="781050" cy="0"/>
          </a:xfrm>
          <a:prstGeom prst="line">
            <a:avLst/>
          </a:prstGeom>
          <a:noFill/>
          <a:ln w="3810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sz="1600"/>
          </a:p>
        </p:txBody>
      </p:sp>
      <p:sp>
        <p:nvSpPr>
          <p:cNvPr id="54301" name="Line 27">
            <a:extLst>
              <a:ext uri="{FF2B5EF4-FFF2-40B4-BE49-F238E27FC236}">
                <a16:creationId xmlns:a16="http://schemas.microsoft.com/office/drawing/2014/main" id="{1A454D11-8EA5-497F-A0CC-907A37812898}"/>
              </a:ext>
            </a:extLst>
          </p:cNvPr>
          <p:cNvSpPr>
            <a:spLocks noChangeShapeType="1"/>
          </p:cNvSpPr>
          <p:nvPr/>
        </p:nvSpPr>
        <p:spPr bwMode="auto">
          <a:xfrm>
            <a:off x="4171950" y="2638425"/>
            <a:ext cx="779463" cy="0"/>
          </a:xfrm>
          <a:prstGeom prst="line">
            <a:avLst/>
          </a:prstGeom>
          <a:noFill/>
          <a:ln w="3810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sz="1600"/>
          </a:p>
        </p:txBody>
      </p:sp>
      <p:sp>
        <p:nvSpPr>
          <p:cNvPr id="54302" name="Line 28">
            <a:extLst>
              <a:ext uri="{FF2B5EF4-FFF2-40B4-BE49-F238E27FC236}">
                <a16:creationId xmlns:a16="http://schemas.microsoft.com/office/drawing/2014/main" id="{B1768762-E1FD-4164-A4D9-D3EFABBBADDA}"/>
              </a:ext>
            </a:extLst>
          </p:cNvPr>
          <p:cNvSpPr>
            <a:spLocks noChangeShapeType="1"/>
          </p:cNvSpPr>
          <p:nvPr/>
        </p:nvSpPr>
        <p:spPr bwMode="auto">
          <a:xfrm>
            <a:off x="7286625" y="2638425"/>
            <a:ext cx="779463" cy="0"/>
          </a:xfrm>
          <a:prstGeom prst="line">
            <a:avLst/>
          </a:prstGeom>
          <a:noFill/>
          <a:ln w="3810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sz="1600"/>
          </a:p>
        </p:txBody>
      </p:sp>
      <p:sp>
        <p:nvSpPr>
          <p:cNvPr id="54303" name="Rectangle 32">
            <a:extLst>
              <a:ext uri="{FF2B5EF4-FFF2-40B4-BE49-F238E27FC236}">
                <a16:creationId xmlns:a16="http://schemas.microsoft.com/office/drawing/2014/main" id="{31CE361C-9C4D-4A21-AA2C-6A32D909BEAC}"/>
              </a:ext>
            </a:extLst>
          </p:cNvPr>
          <p:cNvSpPr>
            <a:spLocks noChangeArrowheads="1"/>
          </p:cNvSpPr>
          <p:nvPr/>
        </p:nvSpPr>
        <p:spPr bwMode="auto">
          <a:xfrm>
            <a:off x="1068388" y="1965325"/>
            <a:ext cx="1119187"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r>
              <a:rPr kumimoji="1" lang="zh-CN" altLang="en-US" sz="1600">
                <a:latin typeface="Times New Roman" panose="02020603050405020304" pitchFamily="18" charset="0"/>
                <a:ea typeface="宋体" panose="02010600030101010101" pitchFamily="2" charset="-122"/>
                <a:cs typeface="Times New Roman" panose="02020603050405020304" pitchFamily="18" charset="0"/>
              </a:rPr>
              <a:t>冲突域</a:t>
            </a:r>
          </a:p>
        </p:txBody>
      </p:sp>
      <p:sp>
        <p:nvSpPr>
          <p:cNvPr id="54304" name="Rectangle 33">
            <a:extLst>
              <a:ext uri="{FF2B5EF4-FFF2-40B4-BE49-F238E27FC236}">
                <a16:creationId xmlns:a16="http://schemas.microsoft.com/office/drawing/2014/main" id="{61A44FA6-7EB4-40D6-9EA3-FDBB5EADDC0F}"/>
              </a:ext>
            </a:extLst>
          </p:cNvPr>
          <p:cNvSpPr>
            <a:spLocks noChangeArrowheads="1"/>
          </p:cNvSpPr>
          <p:nvPr/>
        </p:nvSpPr>
        <p:spPr bwMode="auto">
          <a:xfrm>
            <a:off x="4084638" y="1965325"/>
            <a:ext cx="1349375"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zh-CN" altLang="en-US" sz="1600">
                <a:latin typeface="Times New Roman" panose="02020603050405020304" pitchFamily="18" charset="0"/>
                <a:ea typeface="宋体" panose="02010600030101010101" pitchFamily="2" charset="-122"/>
                <a:cs typeface="Times New Roman" panose="02020603050405020304" pitchFamily="18" charset="0"/>
              </a:rPr>
              <a:t>冲突域</a:t>
            </a:r>
          </a:p>
        </p:txBody>
      </p:sp>
      <p:sp>
        <p:nvSpPr>
          <p:cNvPr id="54305" name="Rectangle 34">
            <a:extLst>
              <a:ext uri="{FF2B5EF4-FFF2-40B4-BE49-F238E27FC236}">
                <a16:creationId xmlns:a16="http://schemas.microsoft.com/office/drawing/2014/main" id="{1E1D2E7F-614E-44C8-A0BF-E0EF3B480B3B}"/>
              </a:ext>
            </a:extLst>
          </p:cNvPr>
          <p:cNvSpPr>
            <a:spLocks noChangeArrowheads="1"/>
          </p:cNvSpPr>
          <p:nvPr/>
        </p:nvSpPr>
        <p:spPr bwMode="auto">
          <a:xfrm>
            <a:off x="7208838" y="1965325"/>
            <a:ext cx="1292225"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zh-CN" altLang="en-US" sz="1600">
                <a:latin typeface="Times New Roman" panose="02020603050405020304" pitchFamily="18" charset="0"/>
                <a:ea typeface="宋体" panose="02010600030101010101" pitchFamily="2" charset="-122"/>
                <a:cs typeface="Times New Roman" panose="02020603050405020304" pitchFamily="18" charset="0"/>
              </a:rPr>
              <a:t>冲突域</a:t>
            </a:r>
          </a:p>
        </p:txBody>
      </p:sp>
      <p:sp>
        <p:nvSpPr>
          <p:cNvPr id="54306" name="Rectangle 35">
            <a:extLst>
              <a:ext uri="{FF2B5EF4-FFF2-40B4-BE49-F238E27FC236}">
                <a16:creationId xmlns:a16="http://schemas.microsoft.com/office/drawing/2014/main" id="{50A93744-C2D8-43F7-A5A9-BB54E33D042D}"/>
              </a:ext>
            </a:extLst>
          </p:cNvPr>
          <p:cNvSpPr>
            <a:spLocks noChangeArrowheads="1"/>
          </p:cNvSpPr>
          <p:nvPr/>
        </p:nvSpPr>
        <p:spPr bwMode="auto">
          <a:xfrm>
            <a:off x="406400" y="2984500"/>
            <a:ext cx="338138"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en-US" altLang="zh-CN" sz="1600">
                <a:ea typeface="黑体" panose="02010609060101010101" pitchFamily="49" charset="-122"/>
              </a:rPr>
              <a:t>A</a:t>
            </a:r>
          </a:p>
        </p:txBody>
      </p:sp>
      <p:sp>
        <p:nvSpPr>
          <p:cNvPr id="54307" name="Rectangle 36">
            <a:extLst>
              <a:ext uri="{FF2B5EF4-FFF2-40B4-BE49-F238E27FC236}">
                <a16:creationId xmlns:a16="http://schemas.microsoft.com/office/drawing/2014/main" id="{D86893CA-CC34-4605-9C00-2DD3C7F9B6FC}"/>
              </a:ext>
            </a:extLst>
          </p:cNvPr>
          <p:cNvSpPr>
            <a:spLocks noChangeArrowheads="1"/>
          </p:cNvSpPr>
          <p:nvPr/>
        </p:nvSpPr>
        <p:spPr bwMode="auto">
          <a:xfrm>
            <a:off x="1493838" y="2984500"/>
            <a:ext cx="338137"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en-US" altLang="zh-CN" sz="1600">
                <a:ea typeface="黑体" panose="02010609060101010101" pitchFamily="49" charset="-122"/>
              </a:rPr>
              <a:t>B</a:t>
            </a:r>
          </a:p>
        </p:txBody>
      </p:sp>
      <p:sp>
        <p:nvSpPr>
          <p:cNvPr id="54308" name="Rectangle 37">
            <a:extLst>
              <a:ext uri="{FF2B5EF4-FFF2-40B4-BE49-F238E27FC236}">
                <a16:creationId xmlns:a16="http://schemas.microsoft.com/office/drawing/2014/main" id="{490EA1F4-4DB2-455E-A2E2-BF9CBB498FC5}"/>
              </a:ext>
            </a:extLst>
          </p:cNvPr>
          <p:cNvSpPr>
            <a:spLocks noChangeArrowheads="1"/>
          </p:cNvSpPr>
          <p:nvPr/>
        </p:nvSpPr>
        <p:spPr bwMode="auto">
          <a:xfrm>
            <a:off x="3441700" y="2984500"/>
            <a:ext cx="338138"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en-US" altLang="zh-CN" sz="1600">
                <a:ea typeface="黑体" panose="02010609060101010101" pitchFamily="49" charset="-122"/>
              </a:rPr>
              <a:t>C</a:t>
            </a:r>
          </a:p>
        </p:txBody>
      </p:sp>
      <p:sp>
        <p:nvSpPr>
          <p:cNvPr id="54309" name="Rectangle 38">
            <a:extLst>
              <a:ext uri="{FF2B5EF4-FFF2-40B4-BE49-F238E27FC236}">
                <a16:creationId xmlns:a16="http://schemas.microsoft.com/office/drawing/2014/main" id="{9ACC6949-084A-4533-9CD2-C9C64691491D}"/>
              </a:ext>
            </a:extLst>
          </p:cNvPr>
          <p:cNvSpPr>
            <a:spLocks noChangeArrowheads="1"/>
          </p:cNvSpPr>
          <p:nvPr/>
        </p:nvSpPr>
        <p:spPr bwMode="auto">
          <a:xfrm>
            <a:off x="4618038" y="2984500"/>
            <a:ext cx="338137"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en-US" altLang="zh-CN" sz="1600">
                <a:ea typeface="黑体" panose="02010609060101010101" pitchFamily="49" charset="-122"/>
              </a:rPr>
              <a:t>D</a:t>
            </a:r>
          </a:p>
        </p:txBody>
      </p:sp>
      <p:sp>
        <p:nvSpPr>
          <p:cNvPr id="54310" name="Rectangle 39">
            <a:extLst>
              <a:ext uri="{FF2B5EF4-FFF2-40B4-BE49-F238E27FC236}">
                <a16:creationId xmlns:a16="http://schemas.microsoft.com/office/drawing/2014/main" id="{53645F95-319B-427B-ACEA-F066F0F280EE}"/>
              </a:ext>
            </a:extLst>
          </p:cNvPr>
          <p:cNvSpPr>
            <a:spLocks noChangeArrowheads="1"/>
          </p:cNvSpPr>
          <p:nvPr/>
        </p:nvSpPr>
        <p:spPr bwMode="auto">
          <a:xfrm>
            <a:off x="6581775" y="2984500"/>
            <a:ext cx="322263"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pPr>
              <a:buFont typeface="Wingdings" panose="05000000000000000000" pitchFamily="2" charset="2"/>
              <a:buNone/>
            </a:pPr>
            <a:r>
              <a:rPr kumimoji="1" lang="en-US" altLang="zh-CN" sz="1600">
                <a:ea typeface="黑体" panose="02010609060101010101" pitchFamily="49" charset="-122"/>
              </a:rPr>
              <a:t>E</a:t>
            </a:r>
          </a:p>
        </p:txBody>
      </p:sp>
      <p:sp>
        <p:nvSpPr>
          <p:cNvPr id="54311" name="Rectangle 40">
            <a:extLst>
              <a:ext uri="{FF2B5EF4-FFF2-40B4-BE49-F238E27FC236}">
                <a16:creationId xmlns:a16="http://schemas.microsoft.com/office/drawing/2014/main" id="{3C4B1C8D-8DB6-4BEB-B010-DBDBB675DB14}"/>
              </a:ext>
            </a:extLst>
          </p:cNvPr>
          <p:cNvSpPr>
            <a:spLocks noChangeArrowheads="1"/>
          </p:cNvSpPr>
          <p:nvPr/>
        </p:nvSpPr>
        <p:spPr bwMode="auto">
          <a:xfrm>
            <a:off x="7742238" y="2984500"/>
            <a:ext cx="307975"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a:ea typeface="黑体" panose="02010609060101010101" pitchFamily="49" charset="-122"/>
              </a:rPr>
              <a:t>F</a:t>
            </a:r>
            <a:endParaRPr kumimoji="1" lang="en-US" altLang="zh-CN" sz="1600" baseline="-25000">
              <a:ea typeface="黑体" panose="02010609060101010101" pitchFamily="49" charset="-122"/>
            </a:endParaRPr>
          </a:p>
        </p:txBody>
      </p:sp>
      <p:sp>
        <p:nvSpPr>
          <p:cNvPr id="54312" name="Rectangle 42">
            <a:extLst>
              <a:ext uri="{FF2B5EF4-FFF2-40B4-BE49-F238E27FC236}">
                <a16:creationId xmlns:a16="http://schemas.microsoft.com/office/drawing/2014/main" id="{8E1B6067-0B78-41CE-A5AD-8C15A2C56DEA}"/>
              </a:ext>
            </a:extLst>
          </p:cNvPr>
          <p:cNvSpPr>
            <a:spLocks noChangeArrowheads="1"/>
          </p:cNvSpPr>
          <p:nvPr/>
        </p:nvSpPr>
        <p:spPr bwMode="auto">
          <a:xfrm>
            <a:off x="5692775" y="1758950"/>
            <a:ext cx="1036638" cy="335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sz="3200" b="1">
                <a:solidFill>
                  <a:schemeClr val="tx1"/>
                </a:solidFill>
                <a:latin typeface="Arial" panose="020B0604020202020204" pitchFamily="34" charset="0"/>
              </a:defRPr>
            </a:lvl1pPr>
            <a:lvl2pPr marL="742950" indent="-285750" defTabSz="762000">
              <a:defRPr sz="3200" b="1">
                <a:solidFill>
                  <a:schemeClr val="tx1"/>
                </a:solidFill>
                <a:latin typeface="Arial" panose="020B0604020202020204" pitchFamily="34" charset="0"/>
              </a:defRPr>
            </a:lvl2pPr>
            <a:lvl3pPr marL="1143000" indent="-228600" defTabSz="762000">
              <a:defRPr sz="3200" b="1">
                <a:solidFill>
                  <a:schemeClr val="tx1"/>
                </a:solidFill>
                <a:latin typeface="Arial" panose="020B0604020202020204" pitchFamily="34" charset="0"/>
              </a:defRPr>
            </a:lvl3pPr>
            <a:lvl4pPr marL="1600200" indent="-228600" defTabSz="762000">
              <a:defRPr sz="3200" b="1">
                <a:solidFill>
                  <a:schemeClr val="tx1"/>
                </a:solidFill>
                <a:latin typeface="Arial" panose="020B0604020202020204" pitchFamily="34" charset="0"/>
              </a:defRPr>
            </a:lvl4pPr>
            <a:lvl5pPr marL="2057400" indent="-228600" defTabSz="762000">
              <a:defRPr sz="3200" b="1">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3200" b="1">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3200" b="1">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3200" b="1">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3200" b="1">
                <a:solidFill>
                  <a:schemeClr val="tx1"/>
                </a:solidFill>
                <a:latin typeface="Arial" panose="020B0604020202020204" pitchFamily="34" charset="0"/>
              </a:defRPr>
            </a:lvl9pPr>
          </a:lstStyle>
          <a:p>
            <a:r>
              <a:rPr kumimoji="1" lang="zh-CN" altLang="en-US" sz="1600">
                <a:latin typeface="Times New Roman" panose="02020603050405020304" pitchFamily="18" charset="0"/>
                <a:ea typeface="宋体" panose="02010600030101010101" pitchFamily="2" charset="-122"/>
                <a:cs typeface="Times New Roman" panose="02020603050405020304" pitchFamily="18" charset="0"/>
              </a:rPr>
              <a:t>网桥 </a:t>
            </a:r>
            <a:r>
              <a:rPr kumimoji="1" lang="en-US" altLang="zh-CN" sz="160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54313" name="灯片编号占位符 3">
            <a:extLst>
              <a:ext uri="{FF2B5EF4-FFF2-40B4-BE49-F238E27FC236}">
                <a16:creationId xmlns:a16="http://schemas.microsoft.com/office/drawing/2014/main" id="{CA9C1101-B506-40E5-B56C-25F6E38CE19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E8167A4E-DB7F-4085-B47E-CDBA64019341}" type="slidenum">
              <a:rPr lang="en-US" altLang="zh-CN" sz="2000" smtClean="0">
                <a:solidFill>
                  <a:schemeClr val="bg2"/>
                </a:solidFill>
              </a:rPr>
              <a:pPr/>
              <a:t>22</a:t>
            </a:fld>
            <a:endParaRPr lang="en-US" altLang="zh-CN" sz="2000">
              <a:solidFill>
                <a:schemeClr val="bg2"/>
              </a:solidFill>
            </a:endParaRPr>
          </a:p>
        </p:txBody>
      </p:sp>
      <p:sp>
        <p:nvSpPr>
          <p:cNvPr id="42" name="标题 1">
            <a:extLst>
              <a:ext uri="{FF2B5EF4-FFF2-40B4-BE49-F238E27FC236}">
                <a16:creationId xmlns:a16="http://schemas.microsoft.com/office/drawing/2014/main" id="{413CABD5-B3D1-43AF-8FEB-455A7CF304F8}"/>
              </a:ext>
            </a:extLst>
          </p:cNvPr>
          <p:cNvSpPr txBox="1">
            <a:spLocks/>
          </p:cNvSpPr>
          <p:nvPr/>
        </p:nvSpPr>
        <p:spPr bwMode="auto">
          <a:xfrm>
            <a:off x="3015457" y="83214"/>
            <a:ext cx="5050632" cy="533400"/>
          </a:xfrm>
          <a:prstGeom prst="rect">
            <a:avLst/>
          </a:prstGeom>
          <a:noFill/>
        </p:spPr>
        <p:txBody>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cs typeface="+mn-cs"/>
              </a:rPr>
              <a:t>网桥的冲突域和广播域</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8A76CB8C-9D32-4E0F-9E17-918E9B0BBA16}"/>
              </a:ext>
            </a:extLst>
          </p:cNvPr>
          <p:cNvSpPr>
            <a:spLocks noGrp="1"/>
          </p:cNvSpPr>
          <p:nvPr>
            <p:ph type="title"/>
          </p:nvPr>
        </p:nvSpPr>
        <p:spPr bwMode="auto">
          <a:xfrm>
            <a:off x="2918750" y="94525"/>
            <a:ext cx="46482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kern="1200" dirty="0">
                <a:solidFill>
                  <a:schemeClr val="bg1"/>
                </a:solidFill>
                <a:latin typeface="微软雅黑" panose="020B0503020204020204" pitchFamily="34" charset="-122"/>
                <a:ea typeface="微软雅黑" panose="020B0503020204020204" pitchFamily="34" charset="-122"/>
                <a:cs typeface="+mn-cs"/>
              </a:rPr>
              <a:t>二层交换机</a:t>
            </a:r>
          </a:p>
        </p:txBody>
      </p:sp>
      <p:sp>
        <p:nvSpPr>
          <p:cNvPr id="48131" name="内容占位符 2">
            <a:extLst>
              <a:ext uri="{FF2B5EF4-FFF2-40B4-BE49-F238E27FC236}">
                <a16:creationId xmlns:a16="http://schemas.microsoft.com/office/drawing/2014/main" id="{A88678DD-97F5-4E2D-B984-C67533B35E71}"/>
              </a:ext>
            </a:extLst>
          </p:cNvPr>
          <p:cNvSpPr>
            <a:spLocks noGrp="1"/>
          </p:cNvSpPr>
          <p:nvPr>
            <p:ph idx="1"/>
          </p:nvPr>
        </p:nvSpPr>
        <p:spPr bwMode="auto">
          <a:xfrm>
            <a:off x="1295400" y="1600200"/>
            <a:ext cx="7010400" cy="339041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250000"/>
              </a:lnSpc>
              <a:spcBef>
                <a:spcPct val="0"/>
              </a:spcBef>
              <a:buClr>
                <a:srgbClr val="FF0000"/>
              </a:buClr>
              <a:buSzPct val="80000"/>
              <a:buNone/>
              <a:defRPr/>
            </a:pPr>
            <a:r>
              <a:rPr lang="zh-CN" altLang="en-US" sz="1800" kern="1200" dirty="0">
                <a:latin typeface="微软雅黑" panose="020B0503020204020204" pitchFamily="34" charset="-122"/>
                <a:ea typeface="微软雅黑" panose="020B0503020204020204" pitchFamily="34" charset="-122"/>
              </a:rPr>
              <a:t>交换机包括二层和三层交换机。二层交换机可称为以太网交换机，也被称为数据链路层交换机，主要负责在数据链路层进行数据帧的转发。它是一个多端口并具有更好性能的网桥，可以像网桥一样基于收到帧的</a:t>
            </a:r>
            <a:r>
              <a:rPr lang="en-US" altLang="zh-CN" sz="1800" kern="1200" dirty="0">
                <a:latin typeface="微软雅黑" panose="020B0503020204020204" pitchFamily="34" charset="-122"/>
                <a:ea typeface="微软雅黑" panose="020B0503020204020204" pitchFamily="34" charset="-122"/>
              </a:rPr>
              <a:t>MAC</a:t>
            </a:r>
            <a:r>
              <a:rPr lang="zh-CN" altLang="en-US" sz="1800" kern="1200" dirty="0">
                <a:latin typeface="微软雅黑" panose="020B0503020204020204" pitchFamily="34" charset="-122"/>
                <a:ea typeface="微软雅黑" panose="020B0503020204020204" pitchFamily="34" charset="-122"/>
              </a:rPr>
              <a:t>地址做出过滤决策。二层交换机工作过程比网桥更加复杂，它有缓存区来保存帧并进行处理。</a:t>
            </a:r>
            <a:endParaRPr lang="en-US" altLang="zh-CN" sz="1800" kern="1200" dirty="0">
              <a:latin typeface="微软雅黑" panose="020B0503020204020204" pitchFamily="34" charset="-122"/>
              <a:ea typeface="微软雅黑" panose="020B0503020204020204" pitchFamily="34" charset="-122"/>
            </a:endParaRPr>
          </a:p>
        </p:txBody>
      </p:sp>
      <p:sp>
        <p:nvSpPr>
          <p:cNvPr id="58372" name="灯片编号占位符 3">
            <a:extLst>
              <a:ext uri="{FF2B5EF4-FFF2-40B4-BE49-F238E27FC236}">
                <a16:creationId xmlns:a16="http://schemas.microsoft.com/office/drawing/2014/main" id="{97F8DBB2-799A-415D-A202-4D614035DD1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FCB07C7D-F059-4886-BE9B-CFAC0625C532}" type="slidenum">
              <a:rPr lang="en-US" altLang="zh-CN" sz="2000" smtClean="0">
                <a:solidFill>
                  <a:schemeClr val="bg2"/>
                </a:solidFill>
              </a:rPr>
              <a:pPr/>
              <a:t>23</a:t>
            </a:fld>
            <a:endParaRPr lang="en-US" altLang="zh-CN" sz="2000">
              <a:solidFill>
                <a:schemeClr val="bg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7912B7D5-5E26-4470-B050-7C021F1A4F4A}"/>
              </a:ext>
            </a:extLst>
          </p:cNvPr>
          <p:cNvSpPr>
            <a:spLocks noGrp="1" noChangeArrowheads="1"/>
          </p:cNvSpPr>
          <p:nvPr>
            <p:ph type="title"/>
          </p:nvPr>
        </p:nvSpPr>
        <p:spPr bwMode="auto">
          <a:xfrm>
            <a:off x="3013275" y="76200"/>
            <a:ext cx="5486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二层交换机的转发方式</a:t>
            </a:r>
            <a:endParaRPr lang="en-US" altLang="zh-CN" sz="28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62467" name="Rectangle 3">
            <a:extLst>
              <a:ext uri="{FF2B5EF4-FFF2-40B4-BE49-F238E27FC236}">
                <a16:creationId xmlns:a16="http://schemas.microsoft.com/office/drawing/2014/main" id="{FED6BD4C-A22D-4FF4-BBC0-F5EB90C13376}"/>
              </a:ext>
            </a:extLst>
          </p:cNvPr>
          <p:cNvSpPr>
            <a:spLocks noGrp="1" noChangeArrowheads="1"/>
          </p:cNvSpPr>
          <p:nvPr>
            <p:ph type="body" idx="1"/>
          </p:nvPr>
        </p:nvSpPr>
        <p:spPr bwMode="auto">
          <a:xfrm>
            <a:off x="1108275" y="1123709"/>
            <a:ext cx="7391400" cy="504849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150000"/>
              </a:lnSpc>
              <a:spcBef>
                <a:spcPct val="0"/>
              </a:spcBef>
              <a:buClr>
                <a:srgbClr val="FF0000"/>
              </a:buClr>
              <a:buSzPct val="80000"/>
              <a:buFont typeface="Wingdings" panose="05000000000000000000" pitchFamily="2" charset="2"/>
              <a:buChar char="u"/>
              <a:defRPr/>
            </a:pPr>
            <a:r>
              <a:rPr lang="zh-CN" altLang="en-US" sz="1800" kern="1200" dirty="0">
                <a:latin typeface="微软雅黑" panose="020B0503020204020204" pitchFamily="34" charset="-122"/>
                <a:ea typeface="微软雅黑" panose="020B0503020204020204" pitchFamily="34" charset="-122"/>
              </a:rPr>
              <a:t>存储转发式（</a:t>
            </a:r>
            <a:r>
              <a:rPr lang="en-US" altLang="zh-CN" sz="1800" kern="1200" dirty="0">
                <a:latin typeface="微软雅黑" panose="020B0503020204020204" pitchFamily="34" charset="-122"/>
                <a:ea typeface="微软雅黑" panose="020B0503020204020204" pitchFamily="34" charset="-122"/>
              </a:rPr>
              <a:t>Store-and-forward</a:t>
            </a:r>
            <a:r>
              <a:rPr lang="zh-CN" altLang="en-US" sz="1800" kern="1200" dirty="0">
                <a:latin typeface="微软雅黑" panose="020B0503020204020204" pitchFamily="34" charset="-122"/>
                <a:ea typeface="微软雅黑" panose="020B0503020204020204" pitchFamily="34" charset="-122"/>
              </a:rPr>
              <a:t>）</a:t>
            </a:r>
            <a:endParaRPr lang="en-GB" altLang="zh-CN" sz="1800" kern="1200" dirty="0">
              <a:latin typeface="微软雅黑" panose="020B0503020204020204" pitchFamily="34" charset="-122"/>
              <a:ea typeface="微软雅黑" panose="020B0503020204020204" pitchFamily="34" charset="-122"/>
            </a:endParaRPr>
          </a:p>
          <a:p>
            <a:pPr lvl="1">
              <a:lnSpc>
                <a:spcPct val="150000"/>
              </a:lnSpc>
              <a:buClr>
                <a:srgbClr val="0070C0"/>
              </a:buClr>
              <a:buSzPct val="800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从输入线路上接收帧并缓存，通过转发表将其发到适当的输出线路上；</a:t>
            </a:r>
            <a:endParaRPr lang="en-GB"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Clr>
                <a:srgbClr val="0070C0"/>
              </a:buClr>
              <a:buSzPct val="800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发送方和接收方之间存在延迟，但具有整体一致性。</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Bef>
                <a:spcPct val="0"/>
              </a:spcBef>
              <a:buClr>
                <a:srgbClr val="FF0000"/>
              </a:buClr>
              <a:buSzPct val="80000"/>
              <a:buFont typeface="Wingdings" panose="05000000000000000000" pitchFamily="2" charset="2"/>
              <a:buChar char="u"/>
              <a:defRPr/>
            </a:pPr>
            <a:r>
              <a:rPr lang="zh-CN" altLang="en-US" sz="1800" kern="1200" dirty="0">
                <a:latin typeface="微软雅黑" panose="020B0503020204020204" pitchFamily="34" charset="-122"/>
                <a:ea typeface="微软雅黑" panose="020B0503020204020204" pitchFamily="34" charset="-122"/>
              </a:rPr>
              <a:t>直通式（</a:t>
            </a:r>
            <a:r>
              <a:rPr lang="en-US" altLang="zh-CN" sz="1800" kern="1200" dirty="0">
                <a:latin typeface="微软雅黑" panose="020B0503020204020204" pitchFamily="34" charset="-122"/>
                <a:ea typeface="微软雅黑" panose="020B0503020204020204" pitchFamily="34" charset="-122"/>
              </a:rPr>
              <a:t>Cut-through</a:t>
            </a:r>
            <a:r>
              <a:rPr lang="zh-CN" altLang="en-US" sz="1800" kern="1200" dirty="0">
                <a:latin typeface="微软雅黑" panose="020B0503020204020204" pitchFamily="34" charset="-122"/>
                <a:ea typeface="微软雅黑" panose="020B0503020204020204" pitchFamily="34" charset="-122"/>
              </a:rPr>
              <a:t>）</a:t>
            </a:r>
            <a:endParaRPr lang="en-GB" altLang="zh-CN" sz="1800" kern="1200" dirty="0">
              <a:latin typeface="微软雅黑" panose="020B0503020204020204" pitchFamily="34" charset="-122"/>
              <a:ea typeface="微软雅黑" panose="020B0503020204020204" pitchFamily="34" charset="-122"/>
            </a:endParaRPr>
          </a:p>
          <a:p>
            <a:pPr lvl="1">
              <a:lnSpc>
                <a:spcPct val="150000"/>
              </a:lnSpc>
              <a:buClr>
                <a:srgbClr val="0070C0"/>
              </a:buClr>
              <a:buSzPct val="800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利用目的地址总是出现在</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帧最前面的特点，交换机识别出目的地址后就将帧转发到适当的输出线路；</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Clr>
                <a:srgbClr val="0070C0"/>
              </a:buClr>
              <a:buSzPct val="8000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能够达到很高的吞吐量，但可能传播损坏帧（无法做</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检查）。</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1" indent="-342900" algn="just">
              <a:lnSpc>
                <a:spcPct val="150000"/>
              </a:lnSpc>
              <a:spcBef>
                <a:spcPct val="0"/>
              </a:spcBef>
              <a:buClr>
                <a:srgbClr val="FF0000"/>
              </a:buClr>
              <a:buSzPct val="80000"/>
              <a:buFont typeface="Wingdings" panose="05000000000000000000" pitchFamily="2" charset="2"/>
              <a:buChar char="u"/>
              <a:defRPr/>
            </a:pPr>
            <a:r>
              <a:rPr lang="zh-CN" altLang="en-US" sz="1800" kern="1200" dirty="0">
                <a:latin typeface="微软雅黑" panose="020B0503020204020204" pitchFamily="34" charset="-122"/>
                <a:ea typeface="微软雅黑" panose="020B0503020204020204" pitchFamily="34" charset="-122"/>
                <a:cs typeface="+mn-cs"/>
              </a:rPr>
              <a:t>无碎片转发（</a:t>
            </a:r>
            <a:r>
              <a:rPr lang="en-GB" altLang="zh-CN" sz="1800" kern="1200" dirty="0">
                <a:latin typeface="微软雅黑" panose="020B0503020204020204" pitchFamily="34" charset="-122"/>
                <a:ea typeface="微软雅黑" panose="020B0503020204020204" pitchFamily="34" charset="-122"/>
                <a:cs typeface="+mn-cs"/>
              </a:rPr>
              <a:t>Fragment-Free switching</a:t>
            </a:r>
            <a:r>
              <a:rPr lang="zh-CN" altLang="en-GB" sz="1800" kern="1200" dirty="0">
                <a:latin typeface="微软雅黑" panose="020B0503020204020204" pitchFamily="34" charset="-122"/>
                <a:ea typeface="微软雅黑" panose="020B0503020204020204" pitchFamily="34" charset="-122"/>
                <a:cs typeface="+mn-cs"/>
              </a:rPr>
              <a:t>）</a:t>
            </a:r>
            <a:endParaRPr lang="en-US" altLang="zh-CN" sz="1800" kern="1200" dirty="0">
              <a:latin typeface="微软雅黑" panose="020B0503020204020204" pitchFamily="34" charset="-122"/>
              <a:ea typeface="微软雅黑" panose="020B0503020204020204" pitchFamily="34" charset="-122"/>
              <a:cs typeface="+mn-cs"/>
            </a:endParaRPr>
          </a:p>
          <a:p>
            <a:pPr lvl="1">
              <a:lnSpc>
                <a:spcPct val="150000"/>
              </a:lnSpc>
              <a:buClr>
                <a:srgbClr val="0070C0"/>
              </a:buClr>
              <a:buSzPct val="80000"/>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首先检查是否满足最小帧长，如果不满足则认为该帧是碎片或假包，将其丢弃；如果满足则进行查找转发表并转发；</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buClr>
                <a:srgbClr val="0070C0"/>
              </a:buClr>
              <a:buSzPct val="80000"/>
              <a:buFont typeface="Wingdings" panose="05000000000000000000" pitchFamily="2" charset="2"/>
              <a:buChar char="l"/>
              <a:defRPr/>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是介于存储转发和直通式之间的一种方式，在一定程度上可减少网络中的碎片数据包，提高网络传输的效率。</a:t>
            </a:r>
            <a:endParaRPr lang="en-GB"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468" name="灯片编号占位符 3">
            <a:extLst>
              <a:ext uri="{FF2B5EF4-FFF2-40B4-BE49-F238E27FC236}">
                <a16:creationId xmlns:a16="http://schemas.microsoft.com/office/drawing/2014/main" id="{72A35C86-8730-4529-BB5E-E7C436605A9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AAF7B18E-BFF7-4334-80E9-2C6555D46606}" type="slidenum">
              <a:rPr lang="en-US" altLang="zh-CN" sz="2000" smtClean="0">
                <a:solidFill>
                  <a:schemeClr val="bg2"/>
                </a:solidFill>
              </a:rPr>
              <a:pPr/>
              <a:t>24</a:t>
            </a:fld>
            <a:endParaRPr lang="en-US" altLang="zh-CN" sz="2000">
              <a:solidFill>
                <a:schemeClr val="bg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8A76CB8C-9D32-4E0F-9E17-918E9B0BBA16}"/>
              </a:ext>
            </a:extLst>
          </p:cNvPr>
          <p:cNvSpPr>
            <a:spLocks noGrp="1"/>
          </p:cNvSpPr>
          <p:nvPr>
            <p:ph type="title"/>
          </p:nvPr>
        </p:nvSpPr>
        <p:spPr bwMode="auto">
          <a:xfrm>
            <a:off x="2918750" y="94525"/>
            <a:ext cx="46482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kern="1200" dirty="0">
                <a:solidFill>
                  <a:schemeClr val="bg1"/>
                </a:solidFill>
                <a:latin typeface="微软雅黑" panose="020B0503020204020204" pitchFamily="34" charset="-122"/>
                <a:ea typeface="微软雅黑" panose="020B0503020204020204" pitchFamily="34" charset="-122"/>
                <a:cs typeface="+mn-cs"/>
              </a:rPr>
              <a:t>二层交换机 </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vs.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集线器</a:t>
            </a:r>
          </a:p>
        </p:txBody>
      </p:sp>
      <p:sp>
        <p:nvSpPr>
          <p:cNvPr id="48131" name="内容占位符 2">
            <a:extLst>
              <a:ext uri="{FF2B5EF4-FFF2-40B4-BE49-F238E27FC236}">
                <a16:creationId xmlns:a16="http://schemas.microsoft.com/office/drawing/2014/main" id="{A88678DD-97F5-4E2D-B984-C67533B35E71}"/>
              </a:ext>
            </a:extLst>
          </p:cNvPr>
          <p:cNvSpPr>
            <a:spLocks noGrp="1"/>
          </p:cNvSpPr>
          <p:nvPr>
            <p:ph idx="1"/>
          </p:nvPr>
        </p:nvSpPr>
        <p:spPr bwMode="auto">
          <a:xfrm>
            <a:off x="1028700" y="1371600"/>
            <a:ext cx="7200900" cy="3810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交换机每个端口独享带宽，而集线器共享带宽；</a:t>
            </a:r>
            <a:endParaRPr lang="en-US" altLang="zh-CN" sz="1600" kern="1200" dirty="0">
              <a:latin typeface="微软雅黑" panose="020B0503020204020204" pitchFamily="34" charset="-122"/>
              <a:ea typeface="微软雅黑" panose="020B0503020204020204" pitchFamily="34" charset="-122"/>
            </a:endParaRP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交换机根据</a:t>
            </a:r>
            <a:r>
              <a:rPr lang="en-US" altLang="zh-CN" sz="1600" kern="1200" dirty="0">
                <a:latin typeface="微软雅黑" panose="020B0503020204020204" pitchFamily="34" charset="-122"/>
                <a:ea typeface="微软雅黑" panose="020B0503020204020204" pitchFamily="34" charset="-122"/>
              </a:rPr>
              <a:t>MAC</a:t>
            </a:r>
            <a:r>
              <a:rPr lang="zh-CN" altLang="en-US" sz="1600" kern="1200" dirty="0">
                <a:latin typeface="微软雅黑" panose="020B0503020204020204" pitchFamily="34" charset="-122"/>
                <a:ea typeface="微软雅黑" panose="020B0503020204020204" pitchFamily="34" charset="-122"/>
              </a:rPr>
              <a:t>地址只转发到目标端口，比集线器广播式转发更安全；</a:t>
            </a:r>
            <a:endParaRPr lang="en-US" altLang="zh-CN" sz="1600" kern="1200" dirty="0">
              <a:latin typeface="微软雅黑" panose="020B0503020204020204" pitchFamily="34" charset="-122"/>
              <a:ea typeface="微软雅黑" panose="020B0503020204020204" pitchFamily="34" charset="-122"/>
            </a:endParaRP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交换机采用全双工通信，不再使用</a:t>
            </a:r>
            <a:r>
              <a:rPr lang="en-US" altLang="zh-CN" sz="1600" kern="1200" dirty="0">
                <a:latin typeface="微软雅黑" panose="020B0503020204020204" pitchFamily="34" charset="-122"/>
                <a:ea typeface="微软雅黑" panose="020B0503020204020204" pitchFamily="34" charset="-122"/>
              </a:rPr>
              <a:t>CSMA/CD</a:t>
            </a:r>
            <a:r>
              <a:rPr lang="zh-CN" altLang="en-US" sz="1600" kern="1200" dirty="0">
                <a:latin typeface="微软雅黑" panose="020B0503020204020204" pitchFamily="34" charset="-122"/>
                <a:ea typeface="微软雅黑" panose="020B0503020204020204" pitchFamily="34" charset="-122"/>
              </a:rPr>
              <a:t>协议，而集线器工作在半双工模式；</a:t>
            </a:r>
            <a:endParaRPr lang="en-US" altLang="zh-CN" sz="1600" kern="1200" dirty="0">
              <a:latin typeface="微软雅黑" panose="020B0503020204020204" pitchFamily="34" charset="-122"/>
              <a:ea typeface="微软雅黑" panose="020B0503020204020204" pitchFamily="34" charset="-122"/>
            </a:endParaRP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交换机使用存储转发技术，因此接口可工作在不同速率，而集线器接口速率需相同；</a:t>
            </a:r>
            <a:endParaRPr lang="en-US" altLang="zh-CN" sz="1600" kern="1200" dirty="0">
              <a:latin typeface="微软雅黑" panose="020B0503020204020204" pitchFamily="34" charset="-122"/>
              <a:ea typeface="微软雅黑" panose="020B0503020204020204" pitchFamily="34" charset="-122"/>
            </a:endParaRP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交换机可转发广播帧，集线器在传输数据时采用的是广播方式。</a:t>
            </a:r>
            <a:endParaRPr lang="en-US" altLang="zh-CN" sz="1600" kern="1200" dirty="0">
              <a:latin typeface="微软雅黑" panose="020B0503020204020204" pitchFamily="34" charset="-122"/>
              <a:ea typeface="微软雅黑" panose="020B0503020204020204" pitchFamily="34" charset="-122"/>
            </a:endParaRPr>
          </a:p>
        </p:txBody>
      </p:sp>
      <p:sp>
        <p:nvSpPr>
          <p:cNvPr id="58372" name="灯片编号占位符 3">
            <a:extLst>
              <a:ext uri="{FF2B5EF4-FFF2-40B4-BE49-F238E27FC236}">
                <a16:creationId xmlns:a16="http://schemas.microsoft.com/office/drawing/2014/main" id="{97F8DBB2-799A-415D-A202-4D614035DD1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FCB07C7D-F059-4886-BE9B-CFAC0625C532}" type="slidenum">
              <a:rPr lang="en-US" altLang="zh-CN" sz="2000" smtClean="0">
                <a:solidFill>
                  <a:schemeClr val="bg2"/>
                </a:solidFill>
              </a:rPr>
              <a:pPr/>
              <a:t>25</a:t>
            </a:fld>
            <a:endParaRPr lang="en-US" altLang="zh-CN" sz="2000">
              <a:solidFill>
                <a:schemeClr val="bg2"/>
              </a:solidFill>
            </a:endParaRPr>
          </a:p>
        </p:txBody>
      </p:sp>
    </p:spTree>
    <p:extLst>
      <p:ext uri="{BB962C8B-B14F-4D97-AF65-F5344CB8AC3E}">
        <p14:creationId xmlns:p14="http://schemas.microsoft.com/office/powerpoint/2010/main" val="2123387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D535CF0C-ED14-4C57-BA75-78D64ABE4949}"/>
              </a:ext>
            </a:extLst>
          </p:cNvPr>
          <p:cNvSpPr>
            <a:spLocks noGrp="1"/>
          </p:cNvSpPr>
          <p:nvPr>
            <p:ph type="title"/>
          </p:nvPr>
        </p:nvSpPr>
        <p:spPr bwMode="auto">
          <a:xfrm>
            <a:off x="2990125" y="76200"/>
            <a:ext cx="55626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kern="1200" dirty="0">
                <a:solidFill>
                  <a:schemeClr val="bg1"/>
                </a:solidFill>
                <a:latin typeface="微软雅黑" panose="020B0503020204020204" pitchFamily="34" charset="-122"/>
                <a:ea typeface="微软雅黑" panose="020B0503020204020204" pitchFamily="34" charset="-122"/>
                <a:cs typeface="+mn-cs"/>
              </a:rPr>
              <a:t>交换机的冲突域和广播域</a:t>
            </a:r>
          </a:p>
        </p:txBody>
      </p:sp>
      <p:sp>
        <p:nvSpPr>
          <p:cNvPr id="59395" name="灯片编号占位符 3">
            <a:extLst>
              <a:ext uri="{FF2B5EF4-FFF2-40B4-BE49-F238E27FC236}">
                <a16:creationId xmlns:a16="http://schemas.microsoft.com/office/drawing/2014/main" id="{1E55AFF3-0B9F-4FB9-BC16-7A9520AE640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9E7F0084-BBB6-4895-BE63-D9539D71A25E}" type="slidenum">
              <a:rPr lang="en-US" altLang="zh-CN" sz="2000" smtClean="0">
                <a:solidFill>
                  <a:schemeClr val="bg2"/>
                </a:solidFill>
              </a:rPr>
              <a:pPr/>
              <a:t>26</a:t>
            </a:fld>
            <a:endParaRPr lang="en-US" altLang="zh-CN" sz="2000">
              <a:solidFill>
                <a:schemeClr val="bg2"/>
              </a:solidFill>
            </a:endParaRPr>
          </a:p>
        </p:txBody>
      </p:sp>
      <p:pic>
        <p:nvPicPr>
          <p:cNvPr id="59400" name="图片 8">
            <a:extLst>
              <a:ext uri="{FF2B5EF4-FFF2-40B4-BE49-F238E27FC236}">
                <a16:creationId xmlns:a16="http://schemas.microsoft.com/office/drawing/2014/main" id="{2A41F43B-B390-4151-8D2F-D144C3DBA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1128478"/>
            <a:ext cx="7277100" cy="33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1" name="内容占位符 2">
            <a:extLst>
              <a:ext uri="{FF2B5EF4-FFF2-40B4-BE49-F238E27FC236}">
                <a16:creationId xmlns:a16="http://schemas.microsoft.com/office/drawing/2014/main" id="{2E414D4F-2021-4BEC-8D51-09D09D15149E}"/>
              </a:ext>
            </a:extLst>
          </p:cNvPr>
          <p:cNvSpPr>
            <a:spLocks noGrp="1"/>
          </p:cNvSpPr>
          <p:nvPr>
            <p:ph idx="1"/>
          </p:nvPr>
        </p:nvSpPr>
        <p:spPr bwMode="auto">
          <a:xfrm>
            <a:off x="1420791" y="4724400"/>
            <a:ext cx="7162800" cy="1528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集线器连接的设备处于同一个冲突域和广播域</a:t>
            </a: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交换机连接的设备处于不同的冲突域和同一个广播域 </a:t>
            </a:r>
          </a:p>
          <a:p>
            <a:pPr algn="just">
              <a:lnSpc>
                <a:spcPct val="200000"/>
              </a:lnSpc>
              <a:spcBef>
                <a:spcPct val="0"/>
              </a:spcBef>
              <a:buClr>
                <a:srgbClr val="FF0000"/>
              </a:buClr>
              <a:buSzPct val="80000"/>
              <a:buFont typeface="Wingdings" panose="05000000000000000000" pitchFamily="2" charset="2"/>
              <a:buChar char="u"/>
              <a:defRPr/>
            </a:pPr>
            <a:r>
              <a:rPr lang="zh-CN" altLang="en-US" sz="1600" kern="1200" dirty="0">
                <a:latin typeface="微软雅黑" panose="020B0503020204020204" pitchFamily="34" charset="-122"/>
                <a:ea typeface="微软雅黑" panose="020B0503020204020204" pitchFamily="34" charset="-122"/>
              </a:rPr>
              <a:t>路由器隔离广播域</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500D7972-D112-4244-B829-87AF88F4ECBE}"/>
              </a:ext>
            </a:extLst>
          </p:cNvPr>
          <p:cNvSpPr>
            <a:spLocks noGrp="1" noChangeArrowheads="1"/>
          </p:cNvSpPr>
          <p:nvPr>
            <p:ph type="title"/>
          </p:nvPr>
        </p:nvSpPr>
        <p:spPr bwMode="auto">
          <a:xfrm>
            <a:off x="2960225" y="94525"/>
            <a:ext cx="5715000" cy="5635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广播风暴（</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broadcast storm</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 </a:t>
            </a:r>
          </a:p>
        </p:txBody>
      </p:sp>
      <p:sp>
        <p:nvSpPr>
          <p:cNvPr id="56324" name="灯片编号占位符 3">
            <a:extLst>
              <a:ext uri="{FF2B5EF4-FFF2-40B4-BE49-F238E27FC236}">
                <a16:creationId xmlns:a16="http://schemas.microsoft.com/office/drawing/2014/main" id="{7D341E83-9692-41D8-AE60-2020C224CE7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86B15AE7-C17B-4C93-BF54-260D951E04C3}" type="slidenum">
              <a:rPr lang="en-US" altLang="zh-CN" sz="2000" smtClean="0">
                <a:solidFill>
                  <a:schemeClr val="bg2"/>
                </a:solidFill>
              </a:rPr>
              <a:pPr/>
              <a:t>27</a:t>
            </a:fld>
            <a:endParaRPr lang="en-US" altLang="zh-CN" sz="2000">
              <a:solidFill>
                <a:schemeClr val="bg2"/>
              </a:solidFill>
            </a:endParaRPr>
          </a:p>
        </p:txBody>
      </p:sp>
      <p:sp>
        <p:nvSpPr>
          <p:cNvPr id="2" name="矩形 1">
            <a:extLst>
              <a:ext uri="{FF2B5EF4-FFF2-40B4-BE49-F238E27FC236}">
                <a16:creationId xmlns:a16="http://schemas.microsoft.com/office/drawing/2014/main" id="{4783204D-2099-41BB-92ED-F1EDED61BAD1}"/>
              </a:ext>
            </a:extLst>
          </p:cNvPr>
          <p:cNvSpPr/>
          <p:nvPr/>
        </p:nvSpPr>
        <p:spPr>
          <a:xfrm>
            <a:off x="952500" y="1373245"/>
            <a:ext cx="7239000" cy="4111510"/>
          </a:xfrm>
          <a:prstGeom prst="rect">
            <a:avLst/>
          </a:prstGeom>
        </p:spPr>
        <p:txBody>
          <a:bodyPr wrap="square">
            <a:spAutoFit/>
          </a:bodyPr>
          <a:lstStyle/>
          <a:p>
            <a:pPr algn="just">
              <a:lnSpc>
                <a:spcPct val="150000"/>
              </a:lnSpc>
              <a:buClr>
                <a:srgbClr val="FF0000"/>
              </a:buClr>
              <a:buSzPct val="80000"/>
              <a:defRPr/>
            </a:pPr>
            <a:r>
              <a:rPr lang="zh-CN" altLang="en-US" sz="1600" b="0" dirty="0">
                <a:latin typeface="微软雅黑" panose="020B0503020204020204" pitchFamily="34" charset="-122"/>
                <a:ea typeface="微软雅黑" panose="020B0503020204020204" pitchFamily="34" charset="-122"/>
              </a:rPr>
              <a:t>由于网络拓扑的设计和连接问题，或其他原因导致广播在网段内大量复制，传播数据帧，导致网络性能下降，甚至网络瘫痪，这就是广播风暴。广播风暴会占用大量网络带宽，导致正常业务不能运行，甚至彻底瘫痪。</a:t>
            </a:r>
            <a:endParaRPr lang="en-US" altLang="zh-CN" sz="1600" b="0" dirty="0">
              <a:latin typeface="微软雅黑" panose="020B0503020204020204" pitchFamily="34" charset="-122"/>
              <a:ea typeface="微软雅黑" panose="020B0503020204020204" pitchFamily="34" charset="-122"/>
            </a:endParaRPr>
          </a:p>
          <a:p>
            <a:pPr algn="just">
              <a:lnSpc>
                <a:spcPct val="150000"/>
              </a:lnSpc>
              <a:buClr>
                <a:srgbClr val="FF0000"/>
              </a:buClr>
              <a:buSzPct val="80000"/>
              <a:defRPr/>
            </a:pPr>
            <a:endParaRPr lang="en-US" altLang="zh-CN" sz="1600" b="0" dirty="0">
              <a:latin typeface="微软雅黑" panose="020B0503020204020204" pitchFamily="34" charset="-122"/>
              <a:ea typeface="微软雅黑" panose="020B0503020204020204" pitchFamily="34" charset="-122"/>
            </a:endParaRPr>
          </a:p>
          <a:p>
            <a:pPr algn="just">
              <a:lnSpc>
                <a:spcPct val="150000"/>
              </a:lnSpc>
              <a:buClr>
                <a:srgbClr val="FF0000"/>
              </a:buClr>
              <a:buSzPct val="80000"/>
              <a:defRPr/>
            </a:pPr>
            <a:r>
              <a:rPr lang="zh-CN" altLang="en-US" sz="1600" b="0" dirty="0">
                <a:latin typeface="微软雅黑" panose="020B0503020204020204" pitchFamily="34" charset="-122"/>
                <a:ea typeface="微软雅黑" panose="020B0503020204020204" pitchFamily="34" charset="-122"/>
              </a:rPr>
              <a:t>广播风暴的产生有多种原因，如蠕虫病毒、交换机端口故障、网卡故障、链路冗余没有启用生成树协议、网线线序错误或受到干扰等。蠕虫病毒和</a:t>
            </a:r>
            <a:r>
              <a:rPr lang="en-US" altLang="zh-CN" sz="1600" b="0" dirty="0">
                <a:latin typeface="微软雅黑" panose="020B0503020204020204" pitchFamily="34" charset="-122"/>
                <a:ea typeface="微软雅黑" panose="020B0503020204020204" pitchFamily="34" charset="-122"/>
              </a:rPr>
              <a:t>ARP</a:t>
            </a:r>
            <a:r>
              <a:rPr lang="zh-CN" altLang="en-US" sz="1600" b="0" dirty="0">
                <a:latin typeface="微软雅黑" panose="020B0503020204020204" pitchFamily="34" charset="-122"/>
                <a:ea typeface="微软雅黑" panose="020B0503020204020204" pitchFamily="34" charset="-122"/>
              </a:rPr>
              <a:t>攻击是造成网络广播风暴最主要的原因。</a:t>
            </a:r>
            <a:endParaRPr lang="en-US" altLang="zh-CN" sz="1600" b="0" dirty="0">
              <a:latin typeface="微软雅黑" panose="020B0503020204020204" pitchFamily="34" charset="-122"/>
              <a:ea typeface="微软雅黑" panose="020B0503020204020204" pitchFamily="34" charset="-122"/>
            </a:endParaRPr>
          </a:p>
          <a:p>
            <a:pPr algn="just">
              <a:lnSpc>
                <a:spcPct val="150000"/>
              </a:lnSpc>
              <a:buClr>
                <a:srgbClr val="FF0000"/>
              </a:buClr>
              <a:buSzPct val="80000"/>
              <a:defRPr/>
            </a:pPr>
            <a:endParaRPr lang="en-US" altLang="zh-CN" sz="1600" b="0" dirty="0">
              <a:latin typeface="微软雅黑" panose="020B0503020204020204" pitchFamily="34" charset="-122"/>
              <a:ea typeface="微软雅黑" panose="020B0503020204020204" pitchFamily="34" charset="-122"/>
            </a:endParaRPr>
          </a:p>
          <a:p>
            <a:pPr algn="just">
              <a:lnSpc>
                <a:spcPct val="150000"/>
              </a:lnSpc>
              <a:buClr>
                <a:srgbClr val="FF0000"/>
              </a:buClr>
              <a:buSzPct val="80000"/>
              <a:defRPr/>
            </a:pPr>
            <a:r>
              <a:rPr lang="zh-CN" altLang="en-US" sz="1600" b="0" dirty="0">
                <a:latin typeface="微软雅黑" panose="020B0503020204020204" pitchFamily="34" charset="-122"/>
                <a:ea typeface="微软雅黑" panose="020B0503020204020204" pitchFamily="34" charset="-122"/>
              </a:rPr>
              <a:t>广播风暴在一些使用集线器的网络中比较常见，最快捷的方法是集线器断电后重启，但彻底解决问题的办法是使用交换机，并划分</a:t>
            </a:r>
            <a:r>
              <a:rPr lang="en-US" altLang="zh-CN" sz="1600" b="0" dirty="0">
                <a:latin typeface="微软雅黑" panose="020B0503020204020204" pitchFamily="34" charset="-122"/>
                <a:ea typeface="微软雅黑" panose="020B0503020204020204" pitchFamily="34" charset="-122"/>
              </a:rPr>
              <a:t>VLAN</a:t>
            </a:r>
            <a:r>
              <a:rPr lang="zh-CN" altLang="en-US" sz="1600" b="0" dirty="0">
                <a:latin typeface="微软雅黑" panose="020B0503020204020204" pitchFamily="34" charset="-122"/>
                <a:ea typeface="微软雅黑" panose="020B0503020204020204" pitchFamily="34" charset="-122"/>
              </a:rPr>
              <a:t>、通过端口控制网络广播风暴。</a:t>
            </a:r>
          </a:p>
        </p:txBody>
      </p:sp>
    </p:spTree>
    <p:extLst>
      <p:ext uri="{BB962C8B-B14F-4D97-AF65-F5344CB8AC3E}">
        <p14:creationId xmlns:p14="http://schemas.microsoft.com/office/powerpoint/2010/main" val="2339610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1A0FD24-498A-48B5-8DF2-6F6EF24E1D35}"/>
              </a:ext>
            </a:extLst>
          </p:cNvPr>
          <p:cNvPicPr>
            <a:picLocks noChangeAspect="1"/>
          </p:cNvPicPr>
          <p:nvPr/>
        </p:nvPicPr>
        <p:blipFill>
          <a:blip r:embed="rId2"/>
          <a:stretch>
            <a:fillRect/>
          </a:stretch>
        </p:blipFill>
        <p:spPr>
          <a:xfrm>
            <a:off x="957262" y="1408329"/>
            <a:ext cx="7272338" cy="4916271"/>
          </a:xfrm>
          <a:prstGeom prst="rect">
            <a:avLst/>
          </a:prstGeom>
        </p:spPr>
      </p:pic>
      <p:sp>
        <p:nvSpPr>
          <p:cNvPr id="125954" name="灯片编号占位符 3">
            <a:extLst>
              <a:ext uri="{FF2B5EF4-FFF2-40B4-BE49-F238E27FC236}">
                <a16:creationId xmlns:a16="http://schemas.microsoft.com/office/drawing/2014/main" id="{B3C08D0D-743A-463A-9383-BEEB75D7C1E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48863279-4088-4F06-B19C-AFC5560101D8}" type="slidenum">
              <a:rPr lang="en-US" altLang="zh-CN" sz="2000" smtClean="0">
                <a:solidFill>
                  <a:schemeClr val="bg2"/>
                </a:solidFill>
              </a:rPr>
              <a:pPr/>
              <a:t>28</a:t>
            </a:fld>
            <a:endParaRPr lang="en-US" altLang="zh-CN" sz="2000">
              <a:solidFill>
                <a:schemeClr val="bg2"/>
              </a:solidFill>
            </a:endParaRPr>
          </a:p>
        </p:txBody>
      </p:sp>
      <p:sp>
        <p:nvSpPr>
          <p:cNvPr id="125955" name="Rectangle 4">
            <a:extLst>
              <a:ext uri="{FF2B5EF4-FFF2-40B4-BE49-F238E27FC236}">
                <a16:creationId xmlns:a16="http://schemas.microsoft.com/office/drawing/2014/main" id="{6CF85275-9E75-4746-A224-F6E1454A5F24}"/>
              </a:ext>
            </a:extLst>
          </p:cNvPr>
          <p:cNvSpPr>
            <a:spLocks noGrp="1" noChangeArrowheads="1"/>
          </p:cNvSpPr>
          <p:nvPr>
            <p:ph type="title"/>
          </p:nvPr>
        </p:nvSpPr>
        <p:spPr bwMode="auto">
          <a:xfrm>
            <a:off x="2971800" y="76200"/>
            <a:ext cx="5257800" cy="5500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实验</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3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生成树协议</a:t>
            </a:r>
            <a:endParaRPr lang="en-US" altLang="zh-CN" sz="28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125960" name="文本框 2">
            <a:extLst>
              <a:ext uri="{FF2B5EF4-FFF2-40B4-BE49-F238E27FC236}">
                <a16:creationId xmlns:a16="http://schemas.microsoft.com/office/drawing/2014/main" id="{828D333D-17CC-45D4-BBCA-4F45A0C25C1F}"/>
              </a:ext>
            </a:extLst>
          </p:cNvPr>
          <p:cNvSpPr txBox="1">
            <a:spLocks noChangeArrowheads="1"/>
          </p:cNvSpPr>
          <p:nvPr/>
        </p:nvSpPr>
        <p:spPr bwMode="auto">
          <a:xfrm>
            <a:off x="599954" y="1012154"/>
            <a:ext cx="8153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在交换机上运行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display </a:t>
            </a:r>
            <a:r>
              <a:rPr lang="en-US" altLang="zh-CN" sz="1600" b="0" dirty="0" err="1">
                <a:latin typeface="微软雅黑" panose="020B0503020204020204" pitchFamily="34" charset="-122"/>
                <a:ea typeface="微软雅黑" panose="020B0503020204020204" pitchFamily="34" charset="-122"/>
                <a:cs typeface="Times New Roman" panose="02020603050405020304" pitchFamily="18" charset="0"/>
              </a:rPr>
              <a:t>stp</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brief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，查看交换机端口状态并在不同的交换机端口抓包。</a:t>
            </a:r>
          </a:p>
        </p:txBody>
      </p:sp>
      <p:sp>
        <p:nvSpPr>
          <p:cNvPr id="2" name="文本框 1">
            <a:extLst>
              <a:ext uri="{FF2B5EF4-FFF2-40B4-BE49-F238E27FC236}">
                <a16:creationId xmlns:a16="http://schemas.microsoft.com/office/drawing/2014/main" id="{F18E0348-5D9B-41C8-A512-FFD87B9B1F96}"/>
              </a:ext>
            </a:extLst>
          </p:cNvPr>
          <p:cNvSpPr txBox="1"/>
          <p:nvPr/>
        </p:nvSpPr>
        <p:spPr>
          <a:xfrm>
            <a:off x="5943600" y="1736593"/>
            <a:ext cx="2362200" cy="1156855"/>
          </a:xfrm>
          <a:prstGeom prst="rect">
            <a:avLst/>
          </a:prstGeom>
          <a:noFill/>
        </p:spPr>
        <p:txBody>
          <a:bodyPr wrap="square" rtlCol="0">
            <a:spAutoFit/>
          </a:bodyPr>
          <a:lstStyle/>
          <a:p>
            <a:pPr>
              <a:lnSpc>
                <a:spcPct val="150000"/>
              </a:lnSpc>
            </a:pPr>
            <a:r>
              <a:rPr lang="en-US" altLang="zh-CN" sz="1600" b="0" dirty="0">
                <a:latin typeface="微软雅黑" panose="020B0503020204020204" pitchFamily="34" charset="-122"/>
                <a:ea typeface="微软雅黑" panose="020B0503020204020204" pitchFamily="34" charset="-122"/>
              </a:rPr>
              <a:t>STP</a:t>
            </a:r>
            <a:r>
              <a:rPr lang="zh-CN" altLang="en-US" sz="1600" b="0" dirty="0">
                <a:latin typeface="微软雅黑" panose="020B0503020204020204" pitchFamily="34" charset="-122"/>
                <a:ea typeface="微软雅黑" panose="020B0503020204020204" pitchFamily="34" charset="-122"/>
              </a:rPr>
              <a:t>：生成树</a:t>
            </a:r>
            <a:endParaRPr lang="en-US" altLang="zh-CN" sz="1600" b="0" dirty="0">
              <a:latin typeface="微软雅黑" panose="020B0503020204020204" pitchFamily="34" charset="-122"/>
              <a:ea typeface="微软雅黑" panose="020B0503020204020204" pitchFamily="34" charset="-122"/>
            </a:endParaRPr>
          </a:p>
          <a:p>
            <a:pPr>
              <a:lnSpc>
                <a:spcPct val="150000"/>
              </a:lnSpc>
            </a:pPr>
            <a:r>
              <a:rPr lang="en-US" altLang="zh-CN" sz="1600" b="0" dirty="0">
                <a:latin typeface="微软雅黑" panose="020B0503020204020204" pitchFamily="34" charset="-122"/>
                <a:ea typeface="微软雅黑" panose="020B0503020204020204" pitchFamily="34" charset="-122"/>
              </a:rPr>
              <a:t>RSTP</a:t>
            </a:r>
            <a:r>
              <a:rPr lang="zh-CN" altLang="en-US" sz="1600" b="0" dirty="0">
                <a:latin typeface="微软雅黑" panose="020B0503020204020204" pitchFamily="34" charset="-122"/>
                <a:ea typeface="微软雅黑" panose="020B0503020204020204" pitchFamily="34" charset="-122"/>
              </a:rPr>
              <a:t>：快速生成树</a:t>
            </a:r>
            <a:endParaRPr lang="en-US" altLang="zh-CN" sz="1600" b="0" dirty="0">
              <a:latin typeface="微软雅黑" panose="020B0503020204020204" pitchFamily="34" charset="-122"/>
              <a:ea typeface="微软雅黑" panose="020B0503020204020204" pitchFamily="34" charset="-122"/>
            </a:endParaRPr>
          </a:p>
          <a:p>
            <a:pPr>
              <a:lnSpc>
                <a:spcPct val="150000"/>
              </a:lnSpc>
            </a:pPr>
            <a:r>
              <a:rPr lang="en-US" altLang="zh-CN" sz="1600" b="0" dirty="0">
                <a:latin typeface="微软雅黑" panose="020B0503020204020204" pitchFamily="34" charset="-122"/>
                <a:ea typeface="微软雅黑" panose="020B0503020204020204" pitchFamily="34" charset="-122"/>
              </a:rPr>
              <a:t>MSTP</a:t>
            </a:r>
            <a:r>
              <a:rPr lang="zh-CN" altLang="en-US" sz="1600" b="0" dirty="0">
                <a:latin typeface="微软雅黑" panose="020B0503020204020204" pitchFamily="34" charset="-122"/>
                <a:ea typeface="微软雅黑" panose="020B0503020204020204" pitchFamily="34" charset="-122"/>
              </a:rPr>
              <a:t>：多生成树</a:t>
            </a:r>
          </a:p>
        </p:txBody>
      </p:sp>
    </p:spTree>
    <p:extLst>
      <p:ext uri="{BB962C8B-B14F-4D97-AF65-F5344CB8AC3E}">
        <p14:creationId xmlns:p14="http://schemas.microsoft.com/office/powerpoint/2010/main" val="2764145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79F0FB-DF39-4D70-ADF0-765C2DF5E486}"/>
              </a:ext>
            </a:extLst>
          </p:cNvPr>
          <p:cNvSpPr>
            <a:spLocks noGrp="1"/>
          </p:cNvSpPr>
          <p:nvPr>
            <p:ph type="sldNum" sz="quarter" idx="10"/>
          </p:nvPr>
        </p:nvSpPr>
        <p:spPr/>
        <p:txBody>
          <a:bodyPr/>
          <a:lstStyle/>
          <a:p>
            <a:pPr>
              <a:defRPr/>
            </a:pPr>
            <a:r>
              <a:rPr lang="en-US" altLang="zh-CN"/>
              <a:t>15.</a:t>
            </a:r>
            <a:fld id="{38D18773-4C11-415B-B314-A1A7817F7071}" type="slidenum">
              <a:rPr lang="en-US" altLang="zh-CN" smtClean="0"/>
              <a:pPr>
                <a:defRPr/>
              </a:pPr>
              <a:t>29</a:t>
            </a:fld>
            <a:endParaRPr lang="en-US" altLang="zh-CN"/>
          </a:p>
        </p:txBody>
      </p:sp>
      <p:pic>
        <p:nvPicPr>
          <p:cNvPr id="6" name="图片 5">
            <a:extLst>
              <a:ext uri="{FF2B5EF4-FFF2-40B4-BE49-F238E27FC236}">
                <a16:creationId xmlns:a16="http://schemas.microsoft.com/office/drawing/2014/main" id="{0383C8AA-75EA-4C38-B7E9-F86889B56CCA}"/>
              </a:ext>
            </a:extLst>
          </p:cNvPr>
          <p:cNvPicPr>
            <a:picLocks noChangeAspect="1"/>
          </p:cNvPicPr>
          <p:nvPr/>
        </p:nvPicPr>
        <p:blipFill>
          <a:blip r:embed="rId3"/>
          <a:stretch>
            <a:fillRect/>
          </a:stretch>
        </p:blipFill>
        <p:spPr>
          <a:xfrm>
            <a:off x="990600" y="2807371"/>
            <a:ext cx="7181850" cy="3038475"/>
          </a:xfrm>
          <a:prstGeom prst="rect">
            <a:avLst/>
          </a:prstGeom>
        </p:spPr>
      </p:pic>
      <p:sp>
        <p:nvSpPr>
          <p:cNvPr id="7" name="文本框 2">
            <a:extLst>
              <a:ext uri="{FF2B5EF4-FFF2-40B4-BE49-F238E27FC236}">
                <a16:creationId xmlns:a16="http://schemas.microsoft.com/office/drawing/2014/main" id="{FE9092D8-6194-42D0-89D6-65D1AA71F7ED}"/>
              </a:ext>
            </a:extLst>
          </p:cNvPr>
          <p:cNvSpPr txBox="1">
            <a:spLocks noChangeArrowheads="1"/>
          </p:cNvSpPr>
          <p:nvPr/>
        </p:nvSpPr>
        <p:spPr bwMode="auto">
          <a:xfrm>
            <a:off x="990600" y="762000"/>
            <a:ext cx="7448671" cy="1833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50000"/>
              </a:lnSpc>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 ping PC2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之后，在交换机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LSW1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上运行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display </a:t>
            </a:r>
            <a:r>
              <a:rPr lang="en-US" altLang="zh-CN" sz="1600" b="0" dirty="0" err="1">
                <a:latin typeface="微软雅黑" panose="020B0503020204020204" pitchFamily="34" charset="-122"/>
                <a:ea typeface="微软雅黑" panose="020B0503020204020204" pitchFamily="34" charset="-122"/>
                <a:cs typeface="Times New Roman" panose="02020603050405020304" pitchFamily="18" charset="0"/>
              </a:rPr>
              <a:t>stp</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brief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命令，可以看出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G0/0/1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端口被堵塞，同时在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LSW4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的端口</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G0/0/1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端口抓到数据包，说明</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的通信是经由</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LSW4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a:t>
            </a:r>
          </a:p>
        </p:txBody>
      </p:sp>
      <p:sp>
        <p:nvSpPr>
          <p:cNvPr id="2" name="矩形 1">
            <a:extLst>
              <a:ext uri="{FF2B5EF4-FFF2-40B4-BE49-F238E27FC236}">
                <a16:creationId xmlns:a16="http://schemas.microsoft.com/office/drawing/2014/main" id="{DDB72A56-74C2-486E-A5F5-A430FFD723AA}"/>
              </a:ext>
            </a:extLst>
          </p:cNvPr>
          <p:cNvSpPr/>
          <p:nvPr/>
        </p:nvSpPr>
        <p:spPr bwMode="auto">
          <a:xfrm>
            <a:off x="5310850" y="3745375"/>
            <a:ext cx="1101524" cy="236316"/>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5285646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4CA04888-8C79-471D-9082-B7ECF225190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30</a:t>
            </a:fld>
            <a:endParaRPr lang="en-US" altLang="zh-CN" sz="2000">
              <a:solidFill>
                <a:schemeClr val="bg2"/>
              </a:solidFill>
            </a:endParaRPr>
          </a:p>
        </p:txBody>
      </p:sp>
      <p:sp>
        <p:nvSpPr>
          <p:cNvPr id="65541" name="Text Box 4">
            <a:extLst>
              <a:ext uri="{FF2B5EF4-FFF2-40B4-BE49-F238E27FC236}">
                <a16:creationId xmlns:a16="http://schemas.microsoft.com/office/drawing/2014/main" id="{DD35DA16-B4CE-4A5A-8A44-C6CFEBC6410C}"/>
              </a:ext>
            </a:extLst>
          </p:cNvPr>
          <p:cNvSpPr txBox="1">
            <a:spLocks noChangeArrowheads="1"/>
          </p:cNvSpPr>
          <p:nvPr/>
        </p:nvSpPr>
        <p:spPr bwMode="auto">
          <a:xfrm>
            <a:off x="3039268" y="82950"/>
            <a:ext cx="18375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路由器</a:t>
            </a:r>
            <a:endParaRPr lang="en-US" altLang="zh-CN" sz="2800" dirty="0">
              <a:solidFill>
                <a:schemeClr val="bg1"/>
              </a:solidFill>
              <a:latin typeface="微软雅黑" panose="020B0503020204020204" pitchFamily="34" charset="-122"/>
              <a:ea typeface="微软雅黑" panose="020B0503020204020204" pitchFamily="34" charset="-122"/>
            </a:endParaRPr>
          </a:p>
        </p:txBody>
      </p:sp>
      <p:pic>
        <p:nvPicPr>
          <p:cNvPr id="65543" name="Picture 6">
            <a:extLst>
              <a:ext uri="{FF2B5EF4-FFF2-40B4-BE49-F238E27FC236}">
                <a16:creationId xmlns:a16="http://schemas.microsoft.com/office/drawing/2014/main" id="{403453B4-4073-4F93-A1AE-A4AA6C0E2F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124200"/>
            <a:ext cx="6209852" cy="237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4" name="Text Box 4">
            <a:extLst>
              <a:ext uri="{FF2B5EF4-FFF2-40B4-BE49-F238E27FC236}">
                <a16:creationId xmlns:a16="http://schemas.microsoft.com/office/drawing/2014/main" id="{E5F44A2D-CC17-49B6-8FC4-72472DAD28D0}"/>
              </a:ext>
            </a:extLst>
          </p:cNvPr>
          <p:cNvSpPr txBox="1">
            <a:spLocks noChangeArrowheads="1"/>
          </p:cNvSpPr>
          <p:nvPr/>
        </p:nvSpPr>
        <p:spPr bwMode="auto">
          <a:xfrm>
            <a:off x="2760020" y="5756209"/>
            <a:ext cx="36665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15.11  </a:t>
            </a:r>
            <a:r>
              <a:rPr lang="zh-CN" altLang="en-US" sz="1600" dirty="0">
                <a:latin typeface="Times New Roman" panose="02020603050405020304" pitchFamily="18" charset="0"/>
                <a:ea typeface="宋体" panose="02010600030101010101" pitchFamily="2" charset="-122"/>
              </a:rPr>
              <a:t>路由器连接 </a:t>
            </a:r>
            <a:r>
              <a:rPr lang="en-US" altLang="zh-CN" sz="1600" dirty="0">
                <a:latin typeface="Times New Roman" panose="02020603050405020304" pitchFamily="18" charset="0"/>
                <a:ea typeface="宋体" panose="02010600030101010101" pitchFamily="2" charset="-122"/>
              </a:rPr>
              <a:t>LAN </a:t>
            </a:r>
            <a:r>
              <a:rPr lang="zh-CN" altLang="en-US" sz="1600" dirty="0">
                <a:latin typeface="Times New Roman" panose="02020603050405020304" pitchFamily="18" charset="0"/>
                <a:ea typeface="宋体" panose="02010600030101010101" pitchFamily="2" charset="-122"/>
              </a:rPr>
              <a:t>和 </a:t>
            </a:r>
            <a:r>
              <a:rPr lang="en-US" altLang="zh-CN" sz="1600" dirty="0">
                <a:latin typeface="Times New Roman" panose="02020603050405020304" pitchFamily="18" charset="0"/>
                <a:ea typeface="宋体" panose="02010600030101010101" pitchFamily="2" charset="-122"/>
              </a:rPr>
              <a:t>WAN</a:t>
            </a:r>
          </a:p>
        </p:txBody>
      </p:sp>
      <p:sp>
        <p:nvSpPr>
          <p:cNvPr id="2" name="矩形 1">
            <a:extLst>
              <a:ext uri="{FF2B5EF4-FFF2-40B4-BE49-F238E27FC236}">
                <a16:creationId xmlns:a16="http://schemas.microsoft.com/office/drawing/2014/main" id="{89CCC2FD-72B4-421B-A62E-82EAB6B8120B}"/>
              </a:ext>
            </a:extLst>
          </p:cNvPr>
          <p:cNvSpPr/>
          <p:nvPr/>
        </p:nvSpPr>
        <p:spPr>
          <a:xfrm>
            <a:off x="1033158" y="1112677"/>
            <a:ext cx="7120242" cy="1778757"/>
          </a:xfrm>
          <a:prstGeom prst="rect">
            <a:avLst/>
          </a:prstGeom>
        </p:spPr>
        <p:txBody>
          <a:bodyPr wrap="square">
            <a:spAutoFit/>
          </a:bodyPr>
          <a:lstStyle/>
          <a:p>
            <a:pPr algn="just">
              <a:lnSpc>
                <a:spcPct val="200000"/>
              </a:lnSpc>
            </a:pPr>
            <a:r>
              <a:rPr lang="zh-CN" altLang="en-US" sz="1600" b="0" dirty="0">
                <a:latin typeface="微软雅黑" panose="020B0503020204020204" pitchFamily="34" charset="-122"/>
                <a:ea typeface="微软雅黑" panose="020B0503020204020204" pitchFamily="34" charset="-122"/>
              </a:rPr>
              <a:t>路由器是连接两个或多个网络的硬件设备，在网络间起网关的作用，是读取每一个数据报中的地址然后决定如何传送的网络设备。路由器完成网络层任务，对不同的网络之间的数据报进行存储、分组转发处理。</a:t>
            </a:r>
            <a:endParaRPr lang="en-US" altLang="zh-CN" sz="1600" b="0" dirty="0">
              <a:latin typeface="微软雅黑" panose="020B0503020204020204" pitchFamily="34" charset="-122"/>
              <a:ea typeface="微软雅黑" panose="020B0503020204020204" pitchFamily="34" charset="-122"/>
            </a:endParaRPr>
          </a:p>
          <a:p>
            <a:pPr algn="just">
              <a:lnSpc>
                <a:spcPct val="200000"/>
              </a:lnSpc>
            </a:pPr>
            <a:endParaRPr lang="en-US" altLang="zh-CN" sz="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Freeform 3">
            <a:extLst>
              <a:ext uri="{FF2B5EF4-FFF2-40B4-BE49-F238E27FC236}">
                <a16:creationId xmlns:a16="http://schemas.microsoft.com/office/drawing/2014/main" id="{01F07BE4-0531-7444-A1F5-60C180F08530}"/>
              </a:ext>
            </a:extLst>
          </p:cNvPr>
          <p:cNvSpPr>
            <a:spLocks/>
          </p:cNvSpPr>
          <p:nvPr/>
        </p:nvSpPr>
        <p:spPr bwMode="auto">
          <a:xfrm flipH="1">
            <a:off x="6716314" y="2426494"/>
            <a:ext cx="478631" cy="602729"/>
          </a:xfrm>
          <a:custGeom>
            <a:avLst/>
            <a:gdLst>
              <a:gd name="T0" fmla="*/ 2147483647 w 402"/>
              <a:gd name="T1" fmla="*/ 2147483647 h 537"/>
              <a:gd name="T2" fmla="*/ 2147483647 w 402"/>
              <a:gd name="T3" fmla="*/ 0 h 537"/>
              <a:gd name="T4" fmla="*/ 0 w 402"/>
              <a:gd name="T5" fmla="*/ 2147483647 h 537"/>
              <a:gd name="T6" fmla="*/ 2147483647 w 402"/>
              <a:gd name="T7" fmla="*/ 2147483647 h 537"/>
              <a:gd name="T8" fmla="*/ 2147483647 w 402"/>
              <a:gd name="T9" fmla="*/ 2147483647 h 537"/>
              <a:gd name="T10" fmla="*/ 0 60000 65536"/>
              <a:gd name="T11" fmla="*/ 0 60000 65536"/>
              <a:gd name="T12" fmla="*/ 0 60000 65536"/>
              <a:gd name="T13" fmla="*/ 0 60000 65536"/>
              <a:gd name="T14" fmla="*/ 0 60000 65536"/>
              <a:gd name="T15" fmla="*/ 0 w 402"/>
              <a:gd name="T16" fmla="*/ 0 h 537"/>
              <a:gd name="T17" fmla="*/ 402 w 402"/>
              <a:gd name="T18" fmla="*/ 537 h 537"/>
            </a:gdLst>
            <a:ahLst/>
            <a:cxnLst>
              <a:cxn ang="T10">
                <a:pos x="T0" y="T1"/>
              </a:cxn>
              <a:cxn ang="T11">
                <a:pos x="T2" y="T3"/>
              </a:cxn>
              <a:cxn ang="T12">
                <a:pos x="T4" y="T5"/>
              </a:cxn>
              <a:cxn ang="T13">
                <a:pos x="T6" y="T7"/>
              </a:cxn>
              <a:cxn ang="T14">
                <a:pos x="T8" y="T9"/>
              </a:cxn>
            </a:cxnLst>
            <a:rect l="T15" t="T16" r="T17" b="T18"/>
            <a:pathLst>
              <a:path w="402" h="537">
                <a:moveTo>
                  <a:pt x="402" y="363"/>
                </a:moveTo>
                <a:lnTo>
                  <a:pt x="28" y="0"/>
                </a:lnTo>
                <a:lnTo>
                  <a:pt x="0" y="470"/>
                </a:lnTo>
                <a:lnTo>
                  <a:pt x="242" y="537"/>
                </a:lnTo>
                <a:lnTo>
                  <a:pt x="402" y="363"/>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685800">
              <a:defRPr/>
            </a:pPr>
            <a:endParaRPr lang="en-US" sz="1350" b="0" kern="0" dirty="0">
              <a:solidFill>
                <a:srgbClr val="000000"/>
              </a:solidFill>
              <a:latin typeface="Calibri" panose="020F0502020204030204"/>
              <a:ea typeface="ＭＳ Ｐゴシック" charset="0"/>
            </a:endParaRPr>
          </a:p>
        </p:txBody>
      </p:sp>
      <p:sp>
        <p:nvSpPr>
          <p:cNvPr id="222" name="Freeform 10">
            <a:extLst>
              <a:ext uri="{FF2B5EF4-FFF2-40B4-BE49-F238E27FC236}">
                <a16:creationId xmlns:a16="http://schemas.microsoft.com/office/drawing/2014/main" id="{AB992FF6-010D-6E4B-AAE6-09AEF8090B80}"/>
              </a:ext>
            </a:extLst>
          </p:cNvPr>
          <p:cNvSpPr>
            <a:spLocks/>
          </p:cNvSpPr>
          <p:nvPr/>
        </p:nvSpPr>
        <p:spPr bwMode="auto">
          <a:xfrm>
            <a:off x="6706790" y="1490964"/>
            <a:ext cx="270272" cy="1138209"/>
          </a:xfrm>
          <a:custGeom>
            <a:avLst/>
            <a:gdLst>
              <a:gd name="T0" fmla="*/ 2147483647 w 267"/>
              <a:gd name="T1" fmla="*/ 2147483647 h 1186"/>
              <a:gd name="T2" fmla="*/ 0 w 267"/>
              <a:gd name="T3" fmla="*/ 0 h 1186"/>
              <a:gd name="T4" fmla="*/ 0 w 267"/>
              <a:gd name="T5" fmla="*/ 2147483647 h 1186"/>
              <a:gd name="T6" fmla="*/ 2147483647 w 267"/>
              <a:gd name="T7" fmla="*/ 2147483647 h 1186"/>
              <a:gd name="T8" fmla="*/ 2147483647 w 267"/>
              <a:gd name="T9" fmla="*/ 2147483647 h 1186"/>
              <a:gd name="T10" fmla="*/ 0 60000 65536"/>
              <a:gd name="T11" fmla="*/ 0 60000 65536"/>
              <a:gd name="T12" fmla="*/ 0 60000 65536"/>
              <a:gd name="T13" fmla="*/ 0 60000 65536"/>
              <a:gd name="T14" fmla="*/ 0 60000 65536"/>
              <a:gd name="T15" fmla="*/ 0 w 267"/>
              <a:gd name="T16" fmla="*/ 0 h 1186"/>
              <a:gd name="T17" fmla="*/ 267 w 267"/>
              <a:gd name="T18" fmla="*/ 1186 h 1186"/>
            </a:gdLst>
            <a:ahLst/>
            <a:cxnLst>
              <a:cxn ang="T10">
                <a:pos x="T0" y="T1"/>
              </a:cxn>
              <a:cxn ang="T11">
                <a:pos x="T2" y="T3"/>
              </a:cxn>
              <a:cxn ang="T12">
                <a:pos x="T4" y="T5"/>
              </a:cxn>
              <a:cxn ang="T13">
                <a:pos x="T6" y="T7"/>
              </a:cxn>
              <a:cxn ang="T14">
                <a:pos x="T8" y="T9"/>
              </a:cxn>
            </a:cxnLst>
            <a:rect l="T15" t="T16" r="T17" b="T18"/>
            <a:pathLst>
              <a:path w="267" h="1186">
                <a:moveTo>
                  <a:pt x="254" y="466"/>
                </a:moveTo>
                <a:lnTo>
                  <a:pt x="0" y="0"/>
                </a:lnTo>
                <a:lnTo>
                  <a:pt x="0" y="1186"/>
                </a:lnTo>
                <a:lnTo>
                  <a:pt x="267" y="652"/>
                </a:lnTo>
                <a:lnTo>
                  <a:pt x="254" y="466"/>
                </a:lnTo>
                <a:close/>
              </a:path>
            </a:pathLst>
          </a:custGeom>
          <a:gradFill rotWithShape="1">
            <a:gsLst>
              <a:gs pos="0">
                <a:schemeClr val="bg1">
                  <a:lumMod val="75000"/>
                </a:schemeClr>
              </a:gs>
              <a:gs pos="100000">
                <a:srgbClr val="FFFFFF"/>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a:lstStyle/>
          <a:p>
            <a:pPr defTabSz="685800">
              <a:defRPr/>
            </a:pPr>
            <a:endParaRPr lang="en-US" sz="1350" b="0" kern="0" dirty="0">
              <a:solidFill>
                <a:srgbClr val="000000"/>
              </a:solidFill>
              <a:latin typeface="Calibri" panose="020F0502020204030204"/>
              <a:ea typeface="ＭＳ Ｐゴシック" charset="0"/>
            </a:endParaRPr>
          </a:p>
        </p:txBody>
      </p:sp>
      <p:sp>
        <p:nvSpPr>
          <p:cNvPr id="224" name="Rectangle 24">
            <a:extLst>
              <a:ext uri="{FF2B5EF4-FFF2-40B4-BE49-F238E27FC236}">
                <a16:creationId xmlns:a16="http://schemas.microsoft.com/office/drawing/2014/main" id="{40F95C2F-93D8-8641-B89D-44099AAF3351}"/>
              </a:ext>
            </a:extLst>
          </p:cNvPr>
          <p:cNvSpPr>
            <a:spLocks noChangeArrowheads="1"/>
          </p:cNvSpPr>
          <p:nvPr/>
        </p:nvSpPr>
        <p:spPr bwMode="auto">
          <a:xfrm>
            <a:off x="5753100" y="1504033"/>
            <a:ext cx="954881" cy="1152525"/>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defTabSz="685800">
              <a:defRPr/>
            </a:pPr>
            <a:endParaRPr lang="en-US" sz="1800" b="0" kern="0" dirty="0">
              <a:solidFill>
                <a:srgbClr val="000000"/>
              </a:solidFill>
              <a:latin typeface="Calibri" panose="020F0502020204030204"/>
              <a:ea typeface="ＭＳ Ｐゴシック" charset="0"/>
              <a:cs typeface="Arial" charset="0"/>
            </a:endParaRPr>
          </a:p>
        </p:txBody>
      </p:sp>
      <p:sp>
        <p:nvSpPr>
          <p:cNvPr id="225" name="Line 25">
            <a:extLst>
              <a:ext uri="{FF2B5EF4-FFF2-40B4-BE49-F238E27FC236}">
                <a16:creationId xmlns:a16="http://schemas.microsoft.com/office/drawing/2014/main" id="{D33B7F54-4590-CD44-AAC5-D038D030BE3D}"/>
              </a:ext>
            </a:extLst>
          </p:cNvPr>
          <p:cNvSpPr>
            <a:spLocks noChangeShapeType="1"/>
          </p:cNvSpPr>
          <p:nvPr/>
        </p:nvSpPr>
        <p:spPr bwMode="auto">
          <a:xfrm>
            <a:off x="5753099" y="1742158"/>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26" name="Text Box 26">
            <a:extLst>
              <a:ext uri="{FF2B5EF4-FFF2-40B4-BE49-F238E27FC236}">
                <a16:creationId xmlns:a16="http://schemas.microsoft.com/office/drawing/2014/main" id="{A909BE45-EB97-0B47-8BBD-A683AD590BE4}"/>
              </a:ext>
            </a:extLst>
          </p:cNvPr>
          <p:cNvSpPr txBox="1">
            <a:spLocks noChangeArrowheads="1"/>
          </p:cNvSpPr>
          <p:nvPr/>
        </p:nvSpPr>
        <p:spPr bwMode="auto">
          <a:xfrm>
            <a:off x="5737621" y="1479029"/>
            <a:ext cx="988219" cy="1223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defTabSz="685800">
              <a:lnSpc>
                <a:spcPct val="110000"/>
              </a:lnSpc>
            </a:pPr>
            <a:r>
              <a:rPr lang="en-US" sz="1350" b="0" i="0" dirty="0">
                <a:solidFill>
                  <a:srgbClr val="000000"/>
                </a:solidFill>
                <a:latin typeface="Calibri" panose="020F0502020204030204"/>
                <a:cs typeface="Arial" charset="0"/>
              </a:rPr>
              <a:t>application</a:t>
            </a:r>
          </a:p>
          <a:p>
            <a:pPr algn="ctr" defTabSz="685800">
              <a:lnSpc>
                <a:spcPct val="110000"/>
              </a:lnSpc>
            </a:pPr>
            <a:r>
              <a:rPr lang="en-US" sz="1350" b="0" i="0" dirty="0">
                <a:solidFill>
                  <a:srgbClr val="000000"/>
                </a:solidFill>
                <a:latin typeface="Calibri" panose="020F0502020204030204"/>
                <a:cs typeface="Arial" charset="0"/>
              </a:rPr>
              <a:t>transport</a:t>
            </a:r>
          </a:p>
          <a:p>
            <a:pPr algn="ctr" defTabSz="685800">
              <a:lnSpc>
                <a:spcPct val="110000"/>
              </a:lnSpc>
            </a:pPr>
            <a:r>
              <a:rPr lang="en-US" sz="1350" b="0" i="0" dirty="0">
                <a:solidFill>
                  <a:srgbClr val="000000"/>
                </a:solidFill>
                <a:latin typeface="Calibri" panose="020F0502020204030204"/>
                <a:cs typeface="Arial" charset="0"/>
              </a:rPr>
              <a:t>network</a:t>
            </a:r>
          </a:p>
          <a:p>
            <a:pPr algn="ctr" defTabSz="685800">
              <a:lnSpc>
                <a:spcPct val="110000"/>
              </a:lnSpc>
            </a:pPr>
            <a:r>
              <a:rPr lang="en-US" sz="1350" b="0" i="0" dirty="0">
                <a:solidFill>
                  <a:srgbClr val="000000"/>
                </a:solidFill>
                <a:latin typeface="Calibri" panose="020F0502020204030204"/>
                <a:cs typeface="Arial" charset="0"/>
              </a:rPr>
              <a:t>link</a:t>
            </a:r>
          </a:p>
          <a:p>
            <a:pPr algn="ctr" defTabSz="685800">
              <a:lnSpc>
                <a:spcPct val="110000"/>
              </a:lnSpc>
            </a:pPr>
            <a:r>
              <a:rPr lang="en-US" sz="1350" b="0" i="0" dirty="0">
                <a:solidFill>
                  <a:srgbClr val="000000"/>
                </a:solidFill>
                <a:latin typeface="Calibri" panose="020F0502020204030204"/>
                <a:cs typeface="Arial" charset="0"/>
              </a:rPr>
              <a:t>physical</a:t>
            </a:r>
          </a:p>
        </p:txBody>
      </p:sp>
      <p:sp>
        <p:nvSpPr>
          <p:cNvPr id="227" name="Line 27">
            <a:extLst>
              <a:ext uri="{FF2B5EF4-FFF2-40B4-BE49-F238E27FC236}">
                <a16:creationId xmlns:a16="http://schemas.microsoft.com/office/drawing/2014/main" id="{745AFD95-7E6A-4A41-A5E2-AA9F581238E4}"/>
              </a:ext>
            </a:extLst>
          </p:cNvPr>
          <p:cNvSpPr>
            <a:spLocks noChangeShapeType="1"/>
          </p:cNvSpPr>
          <p:nvPr/>
        </p:nvSpPr>
        <p:spPr bwMode="auto">
          <a:xfrm>
            <a:off x="5759052" y="1982665"/>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28" name="Line 28">
            <a:extLst>
              <a:ext uri="{FF2B5EF4-FFF2-40B4-BE49-F238E27FC236}">
                <a16:creationId xmlns:a16="http://schemas.microsoft.com/office/drawing/2014/main" id="{B0DBF066-F9B4-A742-A513-93884F553186}"/>
              </a:ext>
            </a:extLst>
          </p:cNvPr>
          <p:cNvSpPr>
            <a:spLocks noChangeShapeType="1"/>
          </p:cNvSpPr>
          <p:nvPr/>
        </p:nvSpPr>
        <p:spPr bwMode="auto">
          <a:xfrm>
            <a:off x="5762624" y="2193405"/>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29" name="Line 29">
            <a:extLst>
              <a:ext uri="{FF2B5EF4-FFF2-40B4-BE49-F238E27FC236}">
                <a16:creationId xmlns:a16="http://schemas.microsoft.com/office/drawing/2014/main" id="{F534CDCB-A35A-D441-9712-36C2335EB29A}"/>
              </a:ext>
            </a:extLst>
          </p:cNvPr>
          <p:cNvSpPr>
            <a:spLocks noChangeShapeType="1"/>
          </p:cNvSpPr>
          <p:nvPr/>
        </p:nvSpPr>
        <p:spPr bwMode="auto">
          <a:xfrm>
            <a:off x="5762624" y="2400574"/>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grpSp>
        <p:nvGrpSpPr>
          <p:cNvPr id="230" name="Group 88">
            <a:extLst>
              <a:ext uri="{FF2B5EF4-FFF2-40B4-BE49-F238E27FC236}">
                <a16:creationId xmlns:a16="http://schemas.microsoft.com/office/drawing/2014/main" id="{99EDF56C-6A01-F94E-A728-5194B4128F84}"/>
              </a:ext>
            </a:extLst>
          </p:cNvPr>
          <p:cNvGrpSpPr>
            <a:grpSpLocks/>
          </p:cNvGrpSpPr>
          <p:nvPr/>
        </p:nvGrpSpPr>
        <p:grpSpPr bwMode="auto">
          <a:xfrm>
            <a:off x="6834188" y="3455194"/>
            <a:ext cx="996554" cy="766763"/>
            <a:chOff x="3593" y="192"/>
            <a:chExt cx="837" cy="644"/>
          </a:xfrm>
        </p:grpSpPr>
        <p:sp>
          <p:nvSpPr>
            <p:cNvPr id="232" name="Rectangle 90">
              <a:extLst>
                <a:ext uri="{FF2B5EF4-FFF2-40B4-BE49-F238E27FC236}">
                  <a16:creationId xmlns:a16="http://schemas.microsoft.com/office/drawing/2014/main" id="{2B37CAA8-6688-1947-99A7-8F92E5A76BCE}"/>
                </a:ext>
              </a:extLst>
            </p:cNvPr>
            <p:cNvSpPr>
              <a:spLocks noChangeArrowheads="1"/>
            </p:cNvSpPr>
            <p:nvPr/>
          </p:nvSpPr>
          <p:spPr bwMode="auto">
            <a:xfrm>
              <a:off x="3628" y="213"/>
              <a:ext cx="802" cy="596"/>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defTabSz="685800">
                <a:defRPr/>
              </a:pPr>
              <a:endParaRPr lang="en-US" sz="1800" b="0" kern="0" dirty="0">
                <a:solidFill>
                  <a:srgbClr val="000000"/>
                </a:solidFill>
                <a:latin typeface="Calibri" panose="020F0502020204030204"/>
                <a:ea typeface="ＭＳ Ｐゴシック" charset="0"/>
                <a:cs typeface="Arial" charset="0"/>
              </a:endParaRPr>
            </a:p>
          </p:txBody>
        </p:sp>
        <p:sp>
          <p:nvSpPr>
            <p:cNvPr id="233" name="Line 91">
              <a:extLst>
                <a:ext uri="{FF2B5EF4-FFF2-40B4-BE49-F238E27FC236}">
                  <a16:creationId xmlns:a16="http://schemas.microsoft.com/office/drawing/2014/main" id="{769A4C50-D6BC-5A4A-9CA6-C318AA142C54}"/>
                </a:ext>
              </a:extLst>
            </p:cNvPr>
            <p:cNvSpPr>
              <a:spLocks noChangeShapeType="1"/>
            </p:cNvSpPr>
            <p:nvPr/>
          </p:nvSpPr>
          <p:spPr bwMode="auto">
            <a:xfrm>
              <a:off x="3628" y="413"/>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34" name="Text Box 92">
              <a:extLst>
                <a:ext uri="{FF2B5EF4-FFF2-40B4-BE49-F238E27FC236}">
                  <a16:creationId xmlns:a16="http://schemas.microsoft.com/office/drawing/2014/main" id="{3E12E849-9B9D-4241-8E11-CE64E8ECB9B4}"/>
                </a:ext>
              </a:extLst>
            </p:cNvPr>
            <p:cNvSpPr txBox="1">
              <a:spLocks noChangeArrowheads="1"/>
            </p:cNvSpPr>
            <p:nvPr/>
          </p:nvSpPr>
          <p:spPr bwMode="auto">
            <a:xfrm>
              <a:off x="3593" y="192"/>
              <a:ext cx="830" cy="6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defTabSz="685800">
                <a:lnSpc>
                  <a:spcPct val="110000"/>
                </a:lnSpc>
                <a:defRPr/>
              </a:pPr>
              <a:r>
                <a:rPr lang="en-US" sz="1350" b="0" i="0" kern="0" dirty="0">
                  <a:solidFill>
                    <a:srgbClr val="000000"/>
                  </a:solidFill>
                  <a:latin typeface="Calibri" panose="020F0502020204030204"/>
                  <a:cs typeface="Arial" charset="0"/>
                </a:rPr>
                <a:t>network</a:t>
              </a:r>
            </a:p>
            <a:p>
              <a:pPr algn="ctr" defTabSz="685800">
                <a:lnSpc>
                  <a:spcPct val="110000"/>
                </a:lnSpc>
                <a:defRPr/>
              </a:pPr>
              <a:r>
                <a:rPr lang="en-US" sz="1350" b="0" i="0" kern="0" dirty="0">
                  <a:solidFill>
                    <a:srgbClr val="000000"/>
                  </a:solidFill>
                  <a:latin typeface="Calibri" panose="020F0502020204030204"/>
                  <a:cs typeface="Arial" charset="0"/>
                </a:rPr>
                <a:t>link</a:t>
              </a:r>
            </a:p>
            <a:p>
              <a:pPr algn="ctr" defTabSz="685800">
                <a:lnSpc>
                  <a:spcPct val="110000"/>
                </a:lnSpc>
                <a:defRPr/>
              </a:pPr>
              <a:r>
                <a:rPr lang="en-US" sz="1350" b="0" i="0" kern="0" dirty="0">
                  <a:solidFill>
                    <a:srgbClr val="000000"/>
                  </a:solidFill>
                  <a:latin typeface="Calibri" panose="020F0502020204030204"/>
                  <a:cs typeface="Arial" charset="0"/>
                </a:rPr>
                <a:t>physical</a:t>
              </a:r>
            </a:p>
          </p:txBody>
        </p:sp>
        <p:sp>
          <p:nvSpPr>
            <p:cNvPr id="235" name="Line 93">
              <a:extLst>
                <a:ext uri="{FF2B5EF4-FFF2-40B4-BE49-F238E27FC236}">
                  <a16:creationId xmlns:a16="http://schemas.microsoft.com/office/drawing/2014/main" id="{B1DB0967-A4F5-4942-A8F6-F4308097ADEA}"/>
                </a:ext>
              </a:extLst>
            </p:cNvPr>
            <p:cNvSpPr>
              <a:spLocks noChangeShapeType="1"/>
            </p:cNvSpPr>
            <p:nvPr/>
          </p:nvSpPr>
          <p:spPr bwMode="auto">
            <a:xfrm>
              <a:off x="3633" y="615"/>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grpSp>
      <p:grpSp>
        <p:nvGrpSpPr>
          <p:cNvPr id="236" name="Group 94">
            <a:extLst>
              <a:ext uri="{FF2B5EF4-FFF2-40B4-BE49-F238E27FC236}">
                <a16:creationId xmlns:a16="http://schemas.microsoft.com/office/drawing/2014/main" id="{A2F919B7-DD6F-7244-A0F2-19268AF16CDA}"/>
              </a:ext>
            </a:extLst>
          </p:cNvPr>
          <p:cNvGrpSpPr>
            <a:grpSpLocks/>
          </p:cNvGrpSpPr>
          <p:nvPr/>
        </p:nvGrpSpPr>
        <p:grpSpPr bwMode="auto">
          <a:xfrm>
            <a:off x="7121127" y="2430339"/>
            <a:ext cx="988219" cy="538163"/>
            <a:chOff x="4714" y="633"/>
            <a:chExt cx="830" cy="452"/>
          </a:xfrm>
        </p:grpSpPr>
        <p:sp>
          <p:nvSpPr>
            <p:cNvPr id="238" name="Rectangle 96">
              <a:extLst>
                <a:ext uri="{FF2B5EF4-FFF2-40B4-BE49-F238E27FC236}">
                  <a16:creationId xmlns:a16="http://schemas.microsoft.com/office/drawing/2014/main" id="{A2C107D3-D803-9C4C-8309-56EECF5D3DA6}"/>
                </a:ext>
              </a:extLst>
            </p:cNvPr>
            <p:cNvSpPr>
              <a:spLocks noChangeArrowheads="1"/>
            </p:cNvSpPr>
            <p:nvPr/>
          </p:nvSpPr>
          <p:spPr bwMode="auto">
            <a:xfrm>
              <a:off x="4723" y="642"/>
              <a:ext cx="802" cy="413"/>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defTabSz="685800">
                <a:defRPr/>
              </a:pPr>
              <a:endParaRPr lang="en-US" sz="1800" b="0" kern="0" dirty="0">
                <a:solidFill>
                  <a:srgbClr val="000000"/>
                </a:solidFill>
                <a:latin typeface="Calibri" panose="020F0502020204030204"/>
                <a:ea typeface="ＭＳ Ｐゴシック" charset="0"/>
                <a:cs typeface="Arial" charset="0"/>
              </a:endParaRPr>
            </a:p>
          </p:txBody>
        </p:sp>
        <p:sp>
          <p:nvSpPr>
            <p:cNvPr id="239" name="Line 97">
              <a:extLst>
                <a:ext uri="{FF2B5EF4-FFF2-40B4-BE49-F238E27FC236}">
                  <a16:creationId xmlns:a16="http://schemas.microsoft.com/office/drawing/2014/main" id="{99CB6AF6-DE90-BC49-BA50-9A0CC7951357}"/>
                </a:ext>
              </a:extLst>
            </p:cNvPr>
            <p:cNvSpPr>
              <a:spLocks noChangeShapeType="1"/>
            </p:cNvSpPr>
            <p:nvPr/>
          </p:nvSpPr>
          <p:spPr bwMode="auto">
            <a:xfrm>
              <a:off x="4723" y="842"/>
              <a:ext cx="796" cy="2"/>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40" name="Text Box 98">
              <a:extLst>
                <a:ext uri="{FF2B5EF4-FFF2-40B4-BE49-F238E27FC236}">
                  <a16:creationId xmlns:a16="http://schemas.microsoft.com/office/drawing/2014/main" id="{626648BF-F132-7741-A82C-B2A2D25C64F0}"/>
                </a:ext>
              </a:extLst>
            </p:cNvPr>
            <p:cNvSpPr txBox="1">
              <a:spLocks noChangeArrowheads="1"/>
            </p:cNvSpPr>
            <p:nvPr/>
          </p:nvSpPr>
          <p:spPr bwMode="auto">
            <a:xfrm>
              <a:off x="4714" y="633"/>
              <a:ext cx="830" cy="4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defTabSz="685800">
                <a:lnSpc>
                  <a:spcPct val="110000"/>
                </a:lnSpc>
                <a:defRPr/>
              </a:pPr>
              <a:r>
                <a:rPr lang="en-US" sz="1350" b="0" i="0" kern="0" dirty="0">
                  <a:solidFill>
                    <a:srgbClr val="000000"/>
                  </a:solidFill>
                  <a:latin typeface="Calibri" panose="020F0502020204030204"/>
                  <a:cs typeface="Arial" charset="0"/>
                </a:rPr>
                <a:t>link</a:t>
              </a:r>
            </a:p>
            <a:p>
              <a:pPr algn="ctr" defTabSz="685800">
                <a:lnSpc>
                  <a:spcPct val="110000"/>
                </a:lnSpc>
                <a:defRPr/>
              </a:pPr>
              <a:r>
                <a:rPr lang="en-US" sz="1350" b="0" i="0" kern="0" dirty="0">
                  <a:solidFill>
                    <a:srgbClr val="000000"/>
                  </a:solidFill>
                  <a:latin typeface="Calibri" panose="020F0502020204030204"/>
                  <a:cs typeface="Arial" charset="0"/>
                </a:rPr>
                <a:t>physical</a:t>
              </a:r>
            </a:p>
          </p:txBody>
        </p:sp>
      </p:grpSp>
      <p:sp>
        <p:nvSpPr>
          <p:cNvPr id="241" name="Text Box 167">
            <a:extLst>
              <a:ext uri="{FF2B5EF4-FFF2-40B4-BE49-F238E27FC236}">
                <a16:creationId xmlns:a16="http://schemas.microsoft.com/office/drawing/2014/main" id="{0D414E66-52A4-FD45-9F38-C0B146F4F52B}"/>
              </a:ext>
            </a:extLst>
          </p:cNvPr>
          <p:cNvSpPr txBox="1">
            <a:spLocks noChangeArrowheads="1"/>
          </p:cNvSpPr>
          <p:nvPr/>
        </p:nvSpPr>
        <p:spPr bwMode="auto">
          <a:xfrm>
            <a:off x="6199584" y="3064942"/>
            <a:ext cx="646395" cy="3000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eaLnBrk="1" hangingPunct="1"/>
            <a:r>
              <a:rPr lang="en-US" sz="1350" i="0" dirty="0">
                <a:solidFill>
                  <a:srgbClr val="000000"/>
                </a:solidFill>
                <a:latin typeface="Calibri" panose="020F0502020204030204"/>
                <a:cs typeface="Arial" charset="0"/>
              </a:rPr>
              <a:t>switch</a:t>
            </a:r>
          </a:p>
        </p:txBody>
      </p:sp>
      <p:grpSp>
        <p:nvGrpSpPr>
          <p:cNvPr id="242" name="Group 39">
            <a:extLst>
              <a:ext uri="{FF2B5EF4-FFF2-40B4-BE49-F238E27FC236}">
                <a16:creationId xmlns:a16="http://schemas.microsoft.com/office/drawing/2014/main" id="{A9D85F99-184A-C247-8EEF-D6424E29B19D}"/>
              </a:ext>
            </a:extLst>
          </p:cNvPr>
          <p:cNvGrpSpPr>
            <a:grpSpLocks/>
          </p:cNvGrpSpPr>
          <p:nvPr/>
        </p:nvGrpSpPr>
        <p:grpSpPr bwMode="auto">
          <a:xfrm>
            <a:off x="5146696" y="1940369"/>
            <a:ext cx="710803" cy="253603"/>
            <a:chOff x="1079" y="884"/>
            <a:chExt cx="597" cy="213"/>
          </a:xfrm>
        </p:grpSpPr>
        <p:sp>
          <p:nvSpPr>
            <p:cNvPr id="243" name="Rectangle 40">
              <a:extLst>
                <a:ext uri="{FF2B5EF4-FFF2-40B4-BE49-F238E27FC236}">
                  <a16:creationId xmlns:a16="http://schemas.microsoft.com/office/drawing/2014/main" id="{93627791-CAF3-F246-8904-D04C8A4CAD9B}"/>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CC0000"/>
                </a:solidFill>
                <a:latin typeface="Calibri" panose="020F0502020204030204"/>
                <a:ea typeface="ＭＳ Ｐゴシック" charset="0"/>
                <a:cs typeface="Arial" charset="0"/>
              </a:endParaRPr>
            </a:p>
          </p:txBody>
        </p:sp>
        <p:sp>
          <p:nvSpPr>
            <p:cNvPr id="244" name="Text Box 4">
              <a:extLst>
                <a:ext uri="{FF2B5EF4-FFF2-40B4-BE49-F238E27FC236}">
                  <a16:creationId xmlns:a16="http://schemas.microsoft.com/office/drawing/2014/main" id="{B40F8DAC-E0F6-FF42-8FD8-853D7E460A33}"/>
                </a:ext>
              </a:extLst>
            </p:cNvPr>
            <p:cNvSpPr txBox="1">
              <a:spLocks noChangeArrowheads="1"/>
            </p:cNvSpPr>
            <p:nvPr/>
          </p:nvSpPr>
          <p:spPr bwMode="auto">
            <a:xfrm>
              <a:off x="1079" y="884"/>
              <a:ext cx="597"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a:defRPr/>
              </a:pPr>
              <a:r>
                <a:rPr lang="en-US" sz="1050" b="0" i="0" kern="0" dirty="0">
                  <a:solidFill>
                    <a:srgbClr val="CC0000"/>
                  </a:solidFill>
                  <a:latin typeface="Calibri" panose="020F0502020204030204"/>
                  <a:cs typeface="Arial" charset="0"/>
                </a:rPr>
                <a:t>datagram</a:t>
              </a:r>
            </a:p>
          </p:txBody>
        </p:sp>
      </p:grpSp>
      <p:sp>
        <p:nvSpPr>
          <p:cNvPr id="246" name="Rectangle 58">
            <a:extLst>
              <a:ext uri="{FF2B5EF4-FFF2-40B4-BE49-F238E27FC236}">
                <a16:creationId xmlns:a16="http://schemas.microsoft.com/office/drawing/2014/main" id="{904DF746-C0E7-BF47-8215-521928307836}"/>
              </a:ext>
            </a:extLst>
          </p:cNvPr>
          <p:cNvSpPr>
            <a:spLocks noChangeArrowheads="1"/>
          </p:cNvSpPr>
          <p:nvPr/>
        </p:nvSpPr>
        <p:spPr bwMode="auto">
          <a:xfrm>
            <a:off x="5679281" y="4311527"/>
            <a:ext cx="954881" cy="1152525"/>
          </a:xfrm>
          <a:prstGeom prst="rect">
            <a:avLst/>
          </a:prstGeom>
          <a:solidFill>
            <a:srgbClr val="FFFFFF"/>
          </a:solidFill>
          <a:ln w="28575">
            <a:solidFill>
              <a:srgbClr val="000000"/>
            </a:solidFill>
            <a:miter lim="800000"/>
            <a:headEnd/>
            <a:tailEnd/>
          </a:ln>
          <a:effectLst>
            <a:outerShdw blurRad="50800" dist="38100" dir="18900000" algn="bl" rotWithShape="0">
              <a:prstClr val="black">
                <a:alpha val="40000"/>
              </a:prstClr>
            </a:outerShdw>
          </a:effectLst>
        </p:spPr>
        <p:txBody>
          <a:bodyPr wrap="none" anchor="ctr"/>
          <a:lstStyle/>
          <a:p>
            <a:pPr defTabSz="685800">
              <a:defRPr/>
            </a:pPr>
            <a:endParaRPr lang="en-US" sz="1800" b="0" kern="0" dirty="0">
              <a:solidFill>
                <a:srgbClr val="000000"/>
              </a:solidFill>
              <a:latin typeface="Calibri" panose="020F0502020204030204"/>
              <a:ea typeface="ＭＳ Ｐゴシック" charset="0"/>
              <a:cs typeface="Arial" charset="0"/>
            </a:endParaRPr>
          </a:p>
        </p:txBody>
      </p:sp>
      <p:sp>
        <p:nvSpPr>
          <p:cNvPr id="247" name="Line 59">
            <a:extLst>
              <a:ext uri="{FF2B5EF4-FFF2-40B4-BE49-F238E27FC236}">
                <a16:creationId xmlns:a16="http://schemas.microsoft.com/office/drawing/2014/main" id="{4A61DB1F-938B-0D45-86D5-7E3D32CE6B90}"/>
              </a:ext>
            </a:extLst>
          </p:cNvPr>
          <p:cNvSpPr>
            <a:spLocks noChangeShapeType="1"/>
          </p:cNvSpPr>
          <p:nvPr/>
        </p:nvSpPr>
        <p:spPr bwMode="auto">
          <a:xfrm>
            <a:off x="5679280" y="4549652"/>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48" name="Text Box 60">
            <a:extLst>
              <a:ext uri="{FF2B5EF4-FFF2-40B4-BE49-F238E27FC236}">
                <a16:creationId xmlns:a16="http://schemas.microsoft.com/office/drawing/2014/main" id="{29965BFE-AAD6-C14F-A3B2-09C709999017}"/>
              </a:ext>
            </a:extLst>
          </p:cNvPr>
          <p:cNvSpPr txBox="1">
            <a:spLocks noChangeArrowheads="1"/>
          </p:cNvSpPr>
          <p:nvPr/>
        </p:nvSpPr>
        <p:spPr bwMode="auto">
          <a:xfrm>
            <a:off x="5663802" y="4291286"/>
            <a:ext cx="988219" cy="12235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algn="ctr" defTabSz="685800">
              <a:lnSpc>
                <a:spcPct val="110000"/>
              </a:lnSpc>
            </a:pPr>
            <a:r>
              <a:rPr lang="en-US" sz="1350" b="0" i="0" dirty="0">
                <a:solidFill>
                  <a:srgbClr val="000000"/>
                </a:solidFill>
                <a:latin typeface="Calibri" panose="020F0502020204030204"/>
                <a:cs typeface="Arial" charset="0"/>
              </a:rPr>
              <a:t>application</a:t>
            </a:r>
          </a:p>
          <a:p>
            <a:pPr algn="ctr" defTabSz="685800">
              <a:lnSpc>
                <a:spcPct val="110000"/>
              </a:lnSpc>
            </a:pPr>
            <a:r>
              <a:rPr lang="en-US" sz="1350" b="0" i="0" dirty="0">
                <a:solidFill>
                  <a:srgbClr val="000000"/>
                </a:solidFill>
                <a:latin typeface="Calibri" panose="020F0502020204030204"/>
                <a:cs typeface="Arial" charset="0"/>
              </a:rPr>
              <a:t>transport</a:t>
            </a:r>
          </a:p>
          <a:p>
            <a:pPr algn="ctr" defTabSz="685800">
              <a:lnSpc>
                <a:spcPct val="110000"/>
              </a:lnSpc>
            </a:pPr>
            <a:r>
              <a:rPr lang="en-US" sz="1350" b="0" i="0" dirty="0">
                <a:solidFill>
                  <a:srgbClr val="000000"/>
                </a:solidFill>
                <a:latin typeface="Calibri" panose="020F0502020204030204"/>
                <a:cs typeface="Arial" charset="0"/>
              </a:rPr>
              <a:t>network</a:t>
            </a:r>
          </a:p>
          <a:p>
            <a:pPr algn="ctr" defTabSz="685800">
              <a:lnSpc>
                <a:spcPct val="110000"/>
              </a:lnSpc>
            </a:pPr>
            <a:r>
              <a:rPr lang="en-US" sz="1350" b="0" i="0" dirty="0">
                <a:solidFill>
                  <a:srgbClr val="000000"/>
                </a:solidFill>
                <a:latin typeface="Calibri" panose="020F0502020204030204"/>
                <a:cs typeface="Arial" charset="0"/>
              </a:rPr>
              <a:t>link</a:t>
            </a:r>
          </a:p>
          <a:p>
            <a:pPr algn="ctr" defTabSz="685800">
              <a:lnSpc>
                <a:spcPct val="110000"/>
              </a:lnSpc>
            </a:pPr>
            <a:r>
              <a:rPr lang="en-US" sz="1350" b="0" i="0" dirty="0">
                <a:solidFill>
                  <a:srgbClr val="000000"/>
                </a:solidFill>
                <a:latin typeface="Calibri" panose="020F0502020204030204"/>
                <a:cs typeface="Arial" charset="0"/>
              </a:rPr>
              <a:t>physical</a:t>
            </a:r>
          </a:p>
        </p:txBody>
      </p:sp>
      <p:sp>
        <p:nvSpPr>
          <p:cNvPr id="249" name="Line 61">
            <a:extLst>
              <a:ext uri="{FF2B5EF4-FFF2-40B4-BE49-F238E27FC236}">
                <a16:creationId xmlns:a16="http://schemas.microsoft.com/office/drawing/2014/main" id="{5777DFE7-3058-8B41-BCBE-0C467A09331A}"/>
              </a:ext>
            </a:extLst>
          </p:cNvPr>
          <p:cNvSpPr>
            <a:spLocks noChangeShapeType="1"/>
          </p:cNvSpPr>
          <p:nvPr/>
        </p:nvSpPr>
        <p:spPr bwMode="auto">
          <a:xfrm>
            <a:off x="5685233" y="4790158"/>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50" name="Line 62">
            <a:extLst>
              <a:ext uri="{FF2B5EF4-FFF2-40B4-BE49-F238E27FC236}">
                <a16:creationId xmlns:a16="http://schemas.microsoft.com/office/drawing/2014/main" id="{810CDF14-3EE2-C44A-B1BA-C360A7B12FBF}"/>
              </a:ext>
            </a:extLst>
          </p:cNvPr>
          <p:cNvSpPr>
            <a:spLocks noChangeShapeType="1"/>
          </p:cNvSpPr>
          <p:nvPr/>
        </p:nvSpPr>
        <p:spPr bwMode="auto">
          <a:xfrm>
            <a:off x="5688805" y="5000899"/>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51" name="Line 63">
            <a:extLst>
              <a:ext uri="{FF2B5EF4-FFF2-40B4-BE49-F238E27FC236}">
                <a16:creationId xmlns:a16="http://schemas.microsoft.com/office/drawing/2014/main" id="{1E96DEAF-7097-7648-BDB7-732EDCB108C0}"/>
              </a:ext>
            </a:extLst>
          </p:cNvPr>
          <p:cNvSpPr>
            <a:spLocks noChangeShapeType="1"/>
          </p:cNvSpPr>
          <p:nvPr/>
        </p:nvSpPr>
        <p:spPr bwMode="auto">
          <a:xfrm>
            <a:off x="5688805" y="5208067"/>
            <a:ext cx="947738" cy="2381"/>
          </a:xfrm>
          <a:prstGeom prst="line">
            <a:avLst/>
          </a:prstGeom>
          <a:noFill/>
          <a:ln w="28575">
            <a:solidFill>
              <a:srgbClr val="000000"/>
            </a:solidFill>
            <a:round/>
            <a:headEnd/>
            <a:tailEnd/>
          </a:ln>
          <a:extLst>
            <a:ext uri="{909E8E84-426E-40dd-AFC4-6F175D3DCCD1}">
              <a14:hiddenFill xmlns:a14="http://schemas.microsoft.com/office/drawing/2010/main" xmlns="">
                <a:noFill/>
              </a14:hiddenFill>
            </a:ext>
          </a:extLst>
        </p:spPr>
        <p:txBody>
          <a:bodyPr wrap="none" anchor="ctr"/>
          <a:lstStyle/>
          <a:p>
            <a:pPr defTabSz="685800">
              <a:defRPr/>
            </a:pPr>
            <a:endParaRPr lang="en-US" sz="1350" b="0" kern="0" dirty="0">
              <a:solidFill>
                <a:srgbClr val="000000"/>
              </a:solidFill>
              <a:latin typeface="Calibri" panose="020F0502020204030204"/>
              <a:ea typeface="ＭＳ Ｐゴシック" charset="0"/>
            </a:endParaRPr>
          </a:p>
        </p:txBody>
      </p:sp>
      <p:sp>
        <p:nvSpPr>
          <p:cNvPr id="252" name="Freeform 49">
            <a:extLst>
              <a:ext uri="{FF2B5EF4-FFF2-40B4-BE49-F238E27FC236}">
                <a16:creationId xmlns:a16="http://schemas.microsoft.com/office/drawing/2014/main" id="{E2EE8043-3257-FE4A-92F4-B6F48FD9FDFC}"/>
              </a:ext>
            </a:extLst>
          </p:cNvPr>
          <p:cNvSpPr>
            <a:spLocks/>
          </p:cNvSpPr>
          <p:nvPr/>
        </p:nvSpPr>
        <p:spPr bwMode="auto">
          <a:xfrm>
            <a:off x="6643433" y="4317206"/>
            <a:ext cx="305054" cy="1338536"/>
          </a:xfrm>
          <a:custGeom>
            <a:avLst/>
            <a:gdLst>
              <a:gd name="T0" fmla="*/ 0 w 240"/>
              <a:gd name="T1" fmla="*/ 2147483647 h 1170"/>
              <a:gd name="T2" fmla="*/ 2147483647 w 240"/>
              <a:gd name="T3" fmla="*/ 0 h 1170"/>
              <a:gd name="T4" fmla="*/ 2147483647 w 240"/>
              <a:gd name="T5" fmla="*/ 2147483647 h 1170"/>
              <a:gd name="T6" fmla="*/ 2147483647 w 240"/>
              <a:gd name="T7" fmla="*/ 2147483647 h 1170"/>
              <a:gd name="T8" fmla="*/ 0 w 240"/>
              <a:gd name="T9" fmla="*/ 2147483647 h 1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0" h="1170">
                <a:moveTo>
                  <a:pt x="0" y="960"/>
                </a:moveTo>
                <a:lnTo>
                  <a:pt x="6" y="0"/>
                </a:lnTo>
                <a:lnTo>
                  <a:pt x="240" y="1092"/>
                </a:lnTo>
                <a:lnTo>
                  <a:pt x="168" y="1170"/>
                </a:lnTo>
                <a:lnTo>
                  <a:pt x="0" y="960"/>
                </a:lnTo>
                <a:close/>
              </a:path>
            </a:pathLst>
          </a:custGeom>
          <a:gradFill rotWithShape="1">
            <a:gsLst>
              <a:gs pos="1000">
                <a:schemeClr val="bg1">
                  <a:lumMod val="75000"/>
                </a:schemeClr>
              </a:gs>
              <a:gs pos="100000">
                <a:srgbClr val="FFFFFF"/>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defRPr/>
            </a:pPr>
            <a:endParaRPr lang="en-US" sz="1350" b="0" kern="0" dirty="0">
              <a:solidFill>
                <a:srgbClr val="000000"/>
              </a:solidFill>
              <a:latin typeface="Arial" charset="0"/>
              <a:ea typeface="ＭＳ Ｐゴシック" charset="0"/>
            </a:endParaRPr>
          </a:p>
        </p:txBody>
      </p:sp>
      <p:grpSp>
        <p:nvGrpSpPr>
          <p:cNvPr id="253" name="Group 50">
            <a:extLst>
              <a:ext uri="{FF2B5EF4-FFF2-40B4-BE49-F238E27FC236}">
                <a16:creationId xmlns:a16="http://schemas.microsoft.com/office/drawing/2014/main" id="{3FA51AA2-677E-5946-8932-3BD724A74658}"/>
              </a:ext>
            </a:extLst>
          </p:cNvPr>
          <p:cNvGrpSpPr>
            <a:grpSpLocks/>
          </p:cNvGrpSpPr>
          <p:nvPr/>
        </p:nvGrpSpPr>
        <p:grpSpPr bwMode="auto">
          <a:xfrm>
            <a:off x="5029200" y="2173167"/>
            <a:ext cx="821531" cy="277416"/>
            <a:chOff x="998" y="1077"/>
            <a:chExt cx="690" cy="233"/>
          </a:xfrm>
        </p:grpSpPr>
        <p:sp>
          <p:nvSpPr>
            <p:cNvPr id="254" name="Rectangle 51">
              <a:extLst>
                <a:ext uri="{FF2B5EF4-FFF2-40B4-BE49-F238E27FC236}">
                  <a16:creationId xmlns:a16="http://schemas.microsoft.com/office/drawing/2014/main" id="{105093D3-1052-BA4D-BBC3-7D514C18117E}"/>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3500000" algn="br"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CC0000"/>
                </a:solidFill>
                <a:latin typeface="Calibri" panose="020F0502020204030204"/>
                <a:ea typeface="ＭＳ Ｐゴシック" charset="0"/>
                <a:cs typeface="Arial" charset="0"/>
              </a:endParaRPr>
            </a:p>
          </p:txBody>
        </p:sp>
        <p:sp>
          <p:nvSpPr>
            <p:cNvPr id="255" name="Text Box 7">
              <a:extLst>
                <a:ext uri="{FF2B5EF4-FFF2-40B4-BE49-F238E27FC236}">
                  <a16:creationId xmlns:a16="http://schemas.microsoft.com/office/drawing/2014/main" id="{B6817446-3AB0-0941-94BC-0C21B9600CEB}"/>
                </a:ext>
              </a:extLst>
            </p:cNvPr>
            <p:cNvSpPr txBox="1">
              <a:spLocks noChangeArrowheads="1"/>
            </p:cNvSpPr>
            <p:nvPr/>
          </p:nvSpPr>
          <p:spPr bwMode="auto">
            <a:xfrm>
              <a:off x="1107" y="1077"/>
              <a:ext cx="469" cy="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a:defRPr/>
              </a:pPr>
              <a:r>
                <a:rPr lang="en-US" sz="1200" b="0" i="0" kern="0" dirty="0">
                  <a:solidFill>
                    <a:srgbClr val="CC0000"/>
                  </a:solidFill>
                  <a:latin typeface="Calibri" panose="020F0502020204030204"/>
                  <a:cs typeface="Arial" charset="0"/>
                </a:rPr>
                <a:t>frame</a:t>
              </a:r>
            </a:p>
          </p:txBody>
        </p:sp>
      </p:grpSp>
      <p:sp>
        <p:nvSpPr>
          <p:cNvPr id="256" name="Freeform 53">
            <a:extLst>
              <a:ext uri="{FF2B5EF4-FFF2-40B4-BE49-F238E27FC236}">
                <a16:creationId xmlns:a16="http://schemas.microsoft.com/office/drawing/2014/main" id="{40CB35A5-C775-B24E-BAD3-715AFA2E5F97}"/>
              </a:ext>
            </a:extLst>
          </p:cNvPr>
          <p:cNvSpPr>
            <a:spLocks/>
          </p:cNvSpPr>
          <p:nvPr/>
        </p:nvSpPr>
        <p:spPr bwMode="auto">
          <a:xfrm>
            <a:off x="5769769" y="1355204"/>
            <a:ext cx="2193131" cy="3986213"/>
          </a:xfrm>
          <a:custGeom>
            <a:avLst/>
            <a:gdLst>
              <a:gd name="T0" fmla="*/ 2147483647 w 1842"/>
              <a:gd name="T1" fmla="*/ 0 h 3348"/>
              <a:gd name="T2" fmla="*/ 2147483647 w 1842"/>
              <a:gd name="T3" fmla="*/ 2147483647 h 3348"/>
              <a:gd name="T4" fmla="*/ 2147483647 w 1842"/>
              <a:gd name="T5" fmla="*/ 2147483647 h 3348"/>
              <a:gd name="T6" fmla="*/ 2147483647 w 1842"/>
              <a:gd name="T7" fmla="*/ 2147483647 h 3348"/>
              <a:gd name="T8" fmla="*/ 2147483647 w 1842"/>
              <a:gd name="T9" fmla="*/ 2147483647 h 3348"/>
              <a:gd name="T10" fmla="*/ 2147483647 w 1842"/>
              <a:gd name="T11" fmla="*/ 2147483647 h 3348"/>
              <a:gd name="T12" fmla="*/ 2147483647 w 1842"/>
              <a:gd name="T13" fmla="*/ 2147483647 h 3348"/>
              <a:gd name="T14" fmla="*/ 2147483647 w 1842"/>
              <a:gd name="T15" fmla="*/ 2147483647 h 3348"/>
              <a:gd name="T16" fmla="*/ 2147483647 w 1842"/>
              <a:gd name="T17" fmla="*/ 2147483647 h 3348"/>
              <a:gd name="T18" fmla="*/ 2147483647 w 1842"/>
              <a:gd name="T19" fmla="*/ 2147483647 h 3348"/>
              <a:gd name="T20" fmla="*/ 2147483647 w 1842"/>
              <a:gd name="T21" fmla="*/ 2147483647 h 3348"/>
              <a:gd name="T22" fmla="*/ 2147483647 w 1842"/>
              <a:gd name="T23" fmla="*/ 2147483647 h 3348"/>
              <a:gd name="T24" fmla="*/ 0 w 1842"/>
              <a:gd name="T25" fmla="*/ 2147483647 h 33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842" h="3348">
                <a:moveTo>
                  <a:pt x="132" y="0"/>
                </a:moveTo>
                <a:lnTo>
                  <a:pt x="138" y="1200"/>
                </a:lnTo>
                <a:lnTo>
                  <a:pt x="1326" y="1200"/>
                </a:lnTo>
                <a:lnTo>
                  <a:pt x="1326" y="948"/>
                </a:lnTo>
                <a:lnTo>
                  <a:pt x="1830" y="948"/>
                </a:lnTo>
                <a:lnTo>
                  <a:pt x="1842" y="2496"/>
                </a:lnTo>
                <a:lnTo>
                  <a:pt x="1656" y="2340"/>
                </a:lnTo>
                <a:lnTo>
                  <a:pt x="1644" y="1896"/>
                </a:lnTo>
                <a:lnTo>
                  <a:pt x="1248" y="1902"/>
                </a:lnTo>
                <a:lnTo>
                  <a:pt x="1230" y="2430"/>
                </a:lnTo>
                <a:lnTo>
                  <a:pt x="774" y="3348"/>
                </a:lnTo>
                <a:lnTo>
                  <a:pt x="6" y="3348"/>
                </a:lnTo>
                <a:lnTo>
                  <a:pt x="0" y="2226"/>
                </a:lnTo>
              </a:path>
            </a:pathLst>
          </a:custGeom>
          <a:noFill/>
          <a:ln w="28575" cap="flat" cmpd="sng">
            <a:solidFill>
              <a:srgbClr val="C00000"/>
            </a:solidFill>
            <a:prstDash val="solid"/>
            <a:round/>
            <a:headEnd type="none" w="med" len="me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endParaRPr lang="en-US" sz="1350" b="0" dirty="0">
              <a:solidFill>
                <a:srgbClr val="000000"/>
              </a:solidFill>
              <a:latin typeface="Calibri" panose="020F0502020204030204"/>
              <a:ea typeface="ＭＳ Ｐゴシック" charset="0"/>
            </a:endParaRPr>
          </a:p>
        </p:txBody>
      </p:sp>
      <p:grpSp>
        <p:nvGrpSpPr>
          <p:cNvPr id="257" name="Group 54">
            <a:extLst>
              <a:ext uri="{FF2B5EF4-FFF2-40B4-BE49-F238E27FC236}">
                <a16:creationId xmlns:a16="http://schemas.microsoft.com/office/drawing/2014/main" id="{F9CD8691-4A81-E546-B8E4-9D2D7EC78DD3}"/>
              </a:ext>
            </a:extLst>
          </p:cNvPr>
          <p:cNvGrpSpPr>
            <a:grpSpLocks/>
          </p:cNvGrpSpPr>
          <p:nvPr/>
        </p:nvGrpSpPr>
        <p:grpSpPr bwMode="auto">
          <a:xfrm>
            <a:off x="7858125" y="2437485"/>
            <a:ext cx="821531" cy="277416"/>
            <a:chOff x="998" y="1077"/>
            <a:chExt cx="690" cy="233"/>
          </a:xfrm>
        </p:grpSpPr>
        <p:sp>
          <p:nvSpPr>
            <p:cNvPr id="258" name="Rectangle 55">
              <a:extLst>
                <a:ext uri="{FF2B5EF4-FFF2-40B4-BE49-F238E27FC236}">
                  <a16:creationId xmlns:a16="http://schemas.microsoft.com/office/drawing/2014/main" id="{5F582994-70F9-254C-9BBF-4D91B215415C}"/>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CC0000"/>
                </a:solidFill>
                <a:latin typeface="Calibri" panose="020F0502020204030204"/>
                <a:ea typeface="ＭＳ Ｐゴシック" charset="0"/>
                <a:cs typeface="Arial" charset="0"/>
              </a:endParaRPr>
            </a:p>
          </p:txBody>
        </p:sp>
        <p:sp>
          <p:nvSpPr>
            <p:cNvPr id="259" name="Text Box 7">
              <a:extLst>
                <a:ext uri="{FF2B5EF4-FFF2-40B4-BE49-F238E27FC236}">
                  <a16:creationId xmlns:a16="http://schemas.microsoft.com/office/drawing/2014/main" id="{6B480047-4735-F440-AD49-79B7CB8487BC}"/>
                </a:ext>
              </a:extLst>
            </p:cNvPr>
            <p:cNvSpPr txBox="1">
              <a:spLocks noChangeArrowheads="1"/>
            </p:cNvSpPr>
            <p:nvPr/>
          </p:nvSpPr>
          <p:spPr bwMode="auto">
            <a:xfrm>
              <a:off x="1107" y="1077"/>
              <a:ext cx="469" cy="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a:defRPr/>
              </a:pPr>
              <a:r>
                <a:rPr lang="en-US" sz="1200" b="0" i="0" kern="0" dirty="0">
                  <a:solidFill>
                    <a:srgbClr val="CC0000"/>
                  </a:solidFill>
                  <a:latin typeface="Calibri" panose="020F0502020204030204"/>
                  <a:cs typeface="Arial" charset="0"/>
                </a:rPr>
                <a:t>frame</a:t>
              </a:r>
            </a:p>
          </p:txBody>
        </p:sp>
      </p:grpSp>
      <p:grpSp>
        <p:nvGrpSpPr>
          <p:cNvPr id="260" name="Group 57">
            <a:extLst>
              <a:ext uri="{FF2B5EF4-FFF2-40B4-BE49-F238E27FC236}">
                <a16:creationId xmlns:a16="http://schemas.microsoft.com/office/drawing/2014/main" id="{B859AA0B-050D-C941-823C-E4E952BCB494}"/>
              </a:ext>
            </a:extLst>
          </p:cNvPr>
          <p:cNvGrpSpPr>
            <a:grpSpLocks/>
          </p:cNvGrpSpPr>
          <p:nvPr/>
        </p:nvGrpSpPr>
        <p:grpSpPr bwMode="auto">
          <a:xfrm>
            <a:off x="7615237" y="3748364"/>
            <a:ext cx="821531" cy="277416"/>
            <a:chOff x="998" y="1074"/>
            <a:chExt cx="690" cy="233"/>
          </a:xfrm>
        </p:grpSpPr>
        <p:sp>
          <p:nvSpPr>
            <p:cNvPr id="261" name="Rectangle 58">
              <a:extLst>
                <a:ext uri="{FF2B5EF4-FFF2-40B4-BE49-F238E27FC236}">
                  <a16:creationId xmlns:a16="http://schemas.microsoft.com/office/drawing/2014/main" id="{520FEFD6-584A-7247-9BEE-CBC0030830E2}"/>
                </a:ext>
              </a:extLst>
            </p:cNvPr>
            <p:cNvSpPr>
              <a:spLocks noChangeArrowheads="1"/>
            </p:cNvSpPr>
            <p:nvPr/>
          </p:nvSpPr>
          <p:spPr bwMode="auto">
            <a:xfrm>
              <a:off x="998" y="1113"/>
              <a:ext cx="690"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CC0000"/>
                </a:solidFill>
                <a:latin typeface="Calibri" panose="020F0502020204030204"/>
                <a:ea typeface="ＭＳ Ｐゴシック" charset="0"/>
                <a:cs typeface="Arial" charset="0"/>
              </a:endParaRPr>
            </a:p>
          </p:txBody>
        </p:sp>
        <p:sp>
          <p:nvSpPr>
            <p:cNvPr id="262" name="Text Box 7">
              <a:extLst>
                <a:ext uri="{FF2B5EF4-FFF2-40B4-BE49-F238E27FC236}">
                  <a16:creationId xmlns:a16="http://schemas.microsoft.com/office/drawing/2014/main" id="{ADDBB7BA-B523-4144-ABAF-24B0D2DA2E4C}"/>
                </a:ext>
              </a:extLst>
            </p:cNvPr>
            <p:cNvSpPr txBox="1">
              <a:spLocks noChangeArrowheads="1"/>
            </p:cNvSpPr>
            <p:nvPr/>
          </p:nvSpPr>
          <p:spPr bwMode="auto">
            <a:xfrm>
              <a:off x="1107" y="1074"/>
              <a:ext cx="469" cy="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a:defRPr/>
              </a:pPr>
              <a:r>
                <a:rPr lang="en-US" sz="1200" b="0" i="0" kern="0" dirty="0">
                  <a:solidFill>
                    <a:srgbClr val="CC0000"/>
                  </a:solidFill>
                  <a:latin typeface="Calibri" panose="020F0502020204030204"/>
                  <a:cs typeface="Arial" charset="0"/>
                </a:rPr>
                <a:t>frame</a:t>
              </a:r>
            </a:p>
          </p:txBody>
        </p:sp>
      </p:grpSp>
      <p:grpSp>
        <p:nvGrpSpPr>
          <p:cNvPr id="263" name="Group 60">
            <a:extLst>
              <a:ext uri="{FF2B5EF4-FFF2-40B4-BE49-F238E27FC236}">
                <a16:creationId xmlns:a16="http://schemas.microsoft.com/office/drawing/2014/main" id="{8897CB89-B9E0-DE4D-A4A0-0E6A835276E0}"/>
              </a:ext>
            </a:extLst>
          </p:cNvPr>
          <p:cNvGrpSpPr>
            <a:grpSpLocks/>
          </p:cNvGrpSpPr>
          <p:nvPr/>
        </p:nvGrpSpPr>
        <p:grpSpPr bwMode="auto">
          <a:xfrm>
            <a:off x="7679531" y="3512617"/>
            <a:ext cx="710803" cy="253603"/>
            <a:chOff x="1082" y="894"/>
            <a:chExt cx="597" cy="213"/>
          </a:xfrm>
        </p:grpSpPr>
        <p:sp>
          <p:nvSpPr>
            <p:cNvPr id="264" name="Rectangle 61">
              <a:extLst>
                <a:ext uri="{FF2B5EF4-FFF2-40B4-BE49-F238E27FC236}">
                  <a16:creationId xmlns:a16="http://schemas.microsoft.com/office/drawing/2014/main" id="{8EC4E045-23CD-4D4D-9AE0-1CFBFBBD211D}"/>
                </a:ext>
              </a:extLst>
            </p:cNvPr>
            <p:cNvSpPr>
              <a:spLocks noChangeArrowheads="1"/>
            </p:cNvSpPr>
            <p:nvPr/>
          </p:nvSpPr>
          <p:spPr bwMode="auto">
            <a:xfrm>
              <a:off x="1082" y="939"/>
              <a:ext cx="576" cy="135"/>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CC0000"/>
                </a:solidFill>
                <a:latin typeface="Calibri" panose="020F0502020204030204"/>
                <a:ea typeface="ＭＳ Ｐゴシック" charset="0"/>
                <a:cs typeface="Arial" charset="0"/>
              </a:endParaRPr>
            </a:p>
          </p:txBody>
        </p:sp>
        <p:sp>
          <p:nvSpPr>
            <p:cNvPr id="265" name="Text Box 4">
              <a:extLst>
                <a:ext uri="{FF2B5EF4-FFF2-40B4-BE49-F238E27FC236}">
                  <a16:creationId xmlns:a16="http://schemas.microsoft.com/office/drawing/2014/main" id="{D40BDD0B-C795-BE49-93B1-203BB0E2A19B}"/>
                </a:ext>
              </a:extLst>
            </p:cNvPr>
            <p:cNvSpPr txBox="1">
              <a:spLocks noChangeArrowheads="1"/>
            </p:cNvSpPr>
            <p:nvPr/>
          </p:nvSpPr>
          <p:spPr bwMode="auto">
            <a:xfrm>
              <a:off x="1082" y="894"/>
              <a:ext cx="597" cy="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defTabSz="685800">
                <a:defRPr/>
              </a:pPr>
              <a:r>
                <a:rPr lang="en-US" sz="1050" b="0" i="0" kern="0" dirty="0">
                  <a:solidFill>
                    <a:srgbClr val="CC0000"/>
                  </a:solidFill>
                  <a:latin typeface="Calibri" panose="020F0502020204030204"/>
                  <a:cs typeface="Arial" charset="0"/>
                </a:rPr>
                <a:t>datagram</a:t>
              </a:r>
            </a:p>
          </p:txBody>
        </p:sp>
      </p:grpSp>
      <p:sp>
        <p:nvSpPr>
          <p:cNvPr id="266" name="Freeform 63">
            <a:extLst>
              <a:ext uri="{FF2B5EF4-FFF2-40B4-BE49-F238E27FC236}">
                <a16:creationId xmlns:a16="http://schemas.microsoft.com/office/drawing/2014/main" id="{5370C3AC-7652-584B-A1A9-E013FF8219B8}"/>
              </a:ext>
            </a:extLst>
          </p:cNvPr>
          <p:cNvSpPr>
            <a:spLocks/>
          </p:cNvSpPr>
          <p:nvPr/>
        </p:nvSpPr>
        <p:spPr bwMode="auto">
          <a:xfrm>
            <a:off x="6627018" y="3467100"/>
            <a:ext cx="249777" cy="731044"/>
          </a:xfrm>
          <a:custGeom>
            <a:avLst/>
            <a:gdLst>
              <a:gd name="T0" fmla="*/ 2147483647 w 228"/>
              <a:gd name="T1" fmla="*/ 0 h 582"/>
              <a:gd name="T2" fmla="*/ 2147483647 w 228"/>
              <a:gd name="T3" fmla="*/ 2147483647 h 582"/>
              <a:gd name="T4" fmla="*/ 2147483647 w 228"/>
              <a:gd name="T5" fmla="*/ 2147483647 h 582"/>
              <a:gd name="T6" fmla="*/ 0 w 228"/>
              <a:gd name="T7" fmla="*/ 2147483647 h 582"/>
              <a:gd name="T8" fmla="*/ 2147483647 w 228"/>
              <a:gd name="T9" fmla="*/ 0 h 58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 h="582">
                <a:moveTo>
                  <a:pt x="228" y="0"/>
                </a:moveTo>
                <a:lnTo>
                  <a:pt x="228" y="582"/>
                </a:lnTo>
                <a:lnTo>
                  <a:pt x="12" y="360"/>
                </a:lnTo>
                <a:lnTo>
                  <a:pt x="0" y="222"/>
                </a:lnTo>
                <a:lnTo>
                  <a:pt x="228" y="0"/>
                </a:lnTo>
                <a:close/>
              </a:path>
            </a:pathLst>
          </a:custGeom>
          <a:gradFill rotWithShape="1">
            <a:gsLst>
              <a:gs pos="0">
                <a:srgbClr val="FFFFFF"/>
              </a:gs>
              <a:gs pos="100000">
                <a:schemeClr val="bg1">
                  <a:lumMod val="75000"/>
                </a:schemeClr>
              </a:gs>
            </a:gsLst>
            <a:lin ang="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defRPr/>
            </a:pPr>
            <a:endParaRPr lang="en-US" sz="1350" b="0" kern="0" dirty="0">
              <a:solidFill>
                <a:srgbClr val="000000"/>
              </a:solidFill>
              <a:latin typeface="Calibri" panose="020F0502020204030204"/>
              <a:ea typeface="ＭＳ Ｐゴシック" charset="0"/>
            </a:endParaRPr>
          </a:p>
        </p:txBody>
      </p:sp>
      <p:grpSp>
        <p:nvGrpSpPr>
          <p:cNvPr id="267" name="Group 44">
            <a:extLst>
              <a:ext uri="{FF2B5EF4-FFF2-40B4-BE49-F238E27FC236}">
                <a16:creationId xmlns:a16="http://schemas.microsoft.com/office/drawing/2014/main" id="{919B7E9F-8F5F-8440-A2CE-0FC37936B7B9}"/>
              </a:ext>
            </a:extLst>
          </p:cNvPr>
          <p:cNvGrpSpPr>
            <a:grpSpLocks/>
          </p:cNvGrpSpPr>
          <p:nvPr/>
        </p:nvGrpSpPr>
        <p:grpSpPr bwMode="auto">
          <a:xfrm>
            <a:off x="6669881" y="1823121"/>
            <a:ext cx="571500" cy="520303"/>
            <a:chOff x="-44" y="1473"/>
            <a:chExt cx="981" cy="1105"/>
          </a:xfrm>
        </p:grpSpPr>
        <p:pic>
          <p:nvPicPr>
            <p:cNvPr id="268" name="Picture 45" descr="desktop_computer_stylized_medium">
              <a:extLst>
                <a:ext uri="{FF2B5EF4-FFF2-40B4-BE49-F238E27FC236}">
                  <a16:creationId xmlns:a16="http://schemas.microsoft.com/office/drawing/2014/main" id="{B1A8FCBB-0DDE-8A49-8F61-157033BBC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69" name="Freeform 46">
              <a:extLst>
                <a:ext uri="{FF2B5EF4-FFF2-40B4-BE49-F238E27FC236}">
                  <a16:creationId xmlns:a16="http://schemas.microsoft.com/office/drawing/2014/main" id="{CD07C411-AE4D-9944-871E-4D956D09EB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defRPr/>
              </a:pPr>
              <a:endParaRPr lang="en-US" sz="1350" b="0" kern="0" dirty="0">
                <a:solidFill>
                  <a:srgbClr val="000000"/>
                </a:solidFill>
                <a:latin typeface="Calibri" panose="020F0502020204030204"/>
                <a:ea typeface="ＭＳ Ｐゴシック" charset="0"/>
              </a:endParaRPr>
            </a:p>
          </p:txBody>
        </p:sp>
      </p:grpSp>
      <p:grpSp>
        <p:nvGrpSpPr>
          <p:cNvPr id="270" name="Group 44">
            <a:extLst>
              <a:ext uri="{FF2B5EF4-FFF2-40B4-BE49-F238E27FC236}">
                <a16:creationId xmlns:a16="http://schemas.microsoft.com/office/drawing/2014/main" id="{FED5811E-55B1-CB4F-A7F6-E2DB2227A207}"/>
              </a:ext>
            </a:extLst>
          </p:cNvPr>
          <p:cNvGrpSpPr>
            <a:grpSpLocks/>
          </p:cNvGrpSpPr>
          <p:nvPr/>
        </p:nvGrpSpPr>
        <p:grpSpPr bwMode="auto">
          <a:xfrm>
            <a:off x="6654402" y="5314033"/>
            <a:ext cx="571500" cy="520303"/>
            <a:chOff x="-44" y="1473"/>
            <a:chExt cx="981" cy="1105"/>
          </a:xfrm>
        </p:grpSpPr>
        <p:pic>
          <p:nvPicPr>
            <p:cNvPr id="271" name="Picture 45" descr="desktop_computer_stylized_medium">
              <a:extLst>
                <a:ext uri="{FF2B5EF4-FFF2-40B4-BE49-F238E27FC236}">
                  <a16:creationId xmlns:a16="http://schemas.microsoft.com/office/drawing/2014/main" id="{DAC5DA2F-A245-084F-88A6-0B1CA06A2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72" name="Freeform 46">
              <a:extLst>
                <a:ext uri="{FF2B5EF4-FFF2-40B4-BE49-F238E27FC236}">
                  <a16:creationId xmlns:a16="http://schemas.microsoft.com/office/drawing/2014/main" id="{7F81D0E8-D949-8340-BAA4-FACAF209E1E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defRPr/>
              </a:pPr>
              <a:endParaRPr lang="en-US" sz="1350" b="0" kern="0" dirty="0">
                <a:solidFill>
                  <a:srgbClr val="000000"/>
                </a:solidFill>
                <a:latin typeface="Arial" charset="0"/>
                <a:ea typeface="ＭＳ Ｐゴシック" charset="0"/>
              </a:endParaRPr>
            </a:p>
          </p:txBody>
        </p:sp>
      </p:grpSp>
      <p:grpSp>
        <p:nvGrpSpPr>
          <p:cNvPr id="286" name="Group 285">
            <a:extLst>
              <a:ext uri="{FF2B5EF4-FFF2-40B4-BE49-F238E27FC236}">
                <a16:creationId xmlns:a16="http://schemas.microsoft.com/office/drawing/2014/main" id="{6DB73E28-359B-0D44-919E-7D576FF49810}"/>
              </a:ext>
            </a:extLst>
          </p:cNvPr>
          <p:cNvGrpSpPr/>
          <p:nvPr/>
        </p:nvGrpSpPr>
        <p:grpSpPr>
          <a:xfrm>
            <a:off x="6311728" y="2710006"/>
            <a:ext cx="685800" cy="359765"/>
            <a:chOff x="3668110" y="2448910"/>
            <a:chExt cx="3794234" cy="2165130"/>
          </a:xfrm>
        </p:grpSpPr>
        <p:sp>
          <p:nvSpPr>
            <p:cNvPr id="287" name="Rectangle 286">
              <a:extLst>
                <a:ext uri="{FF2B5EF4-FFF2-40B4-BE49-F238E27FC236}">
                  <a16:creationId xmlns:a16="http://schemas.microsoft.com/office/drawing/2014/main" id="{6FF260AB-3623-1541-8810-5D38FD706BC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288" name="Freeform 287">
              <a:extLst>
                <a:ext uri="{FF2B5EF4-FFF2-40B4-BE49-F238E27FC236}">
                  <a16:creationId xmlns:a16="http://schemas.microsoft.com/office/drawing/2014/main" id="{8E0FB9FE-D5C1-F441-81C2-D0BDD75CF2F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grpSp>
          <p:nvGrpSpPr>
            <p:cNvPr id="289" name="Group 288">
              <a:extLst>
                <a:ext uri="{FF2B5EF4-FFF2-40B4-BE49-F238E27FC236}">
                  <a16:creationId xmlns:a16="http://schemas.microsoft.com/office/drawing/2014/main" id="{16A8BBE1-A115-D94A-AB3D-932C52B2CCDC}"/>
                </a:ext>
              </a:extLst>
            </p:cNvPr>
            <p:cNvGrpSpPr/>
            <p:nvPr/>
          </p:nvGrpSpPr>
          <p:grpSpPr>
            <a:xfrm>
              <a:off x="3941378" y="2603243"/>
              <a:ext cx="3202061" cy="1066110"/>
              <a:chOff x="7939341" y="3037317"/>
              <a:chExt cx="897649" cy="353919"/>
            </a:xfrm>
          </p:grpSpPr>
          <p:sp>
            <p:nvSpPr>
              <p:cNvPr id="290" name="Freeform 289">
                <a:extLst>
                  <a:ext uri="{FF2B5EF4-FFF2-40B4-BE49-F238E27FC236}">
                    <a16:creationId xmlns:a16="http://schemas.microsoft.com/office/drawing/2014/main" id="{AE632F04-B824-F24E-98A6-1C6189B5D07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291" name="Freeform 290">
                <a:extLst>
                  <a:ext uri="{FF2B5EF4-FFF2-40B4-BE49-F238E27FC236}">
                    <a16:creationId xmlns:a16="http://schemas.microsoft.com/office/drawing/2014/main" id="{BD78FFCE-583D-8D49-9DA6-5DB4C3DF02F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292" name="Freeform 291">
                <a:extLst>
                  <a:ext uri="{FF2B5EF4-FFF2-40B4-BE49-F238E27FC236}">
                    <a16:creationId xmlns:a16="http://schemas.microsoft.com/office/drawing/2014/main" id="{7991B3E7-75B9-F24D-8313-C898F7A28E30}"/>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293" name="Freeform 292">
                <a:extLst>
                  <a:ext uri="{FF2B5EF4-FFF2-40B4-BE49-F238E27FC236}">
                    <a16:creationId xmlns:a16="http://schemas.microsoft.com/office/drawing/2014/main" id="{ACB88455-804A-7740-B912-3AA1AA670D4E}"/>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grpSp>
      </p:grpSp>
      <p:grpSp>
        <p:nvGrpSpPr>
          <p:cNvPr id="294" name="Group 293">
            <a:extLst>
              <a:ext uri="{FF2B5EF4-FFF2-40B4-BE49-F238E27FC236}">
                <a16:creationId xmlns:a16="http://schemas.microsoft.com/office/drawing/2014/main" id="{901C6627-1DCF-2049-84D1-192052A1D393}"/>
              </a:ext>
            </a:extLst>
          </p:cNvPr>
          <p:cNvGrpSpPr/>
          <p:nvPr/>
        </p:nvGrpSpPr>
        <p:grpSpPr>
          <a:xfrm>
            <a:off x="6040766" y="3663115"/>
            <a:ext cx="671141" cy="331871"/>
            <a:chOff x="7493876" y="2774731"/>
            <a:chExt cx="1481958" cy="894622"/>
          </a:xfrm>
        </p:grpSpPr>
        <p:sp>
          <p:nvSpPr>
            <p:cNvPr id="295" name="Freeform 294">
              <a:extLst>
                <a:ext uri="{FF2B5EF4-FFF2-40B4-BE49-F238E27FC236}">
                  <a16:creationId xmlns:a16="http://schemas.microsoft.com/office/drawing/2014/main" id="{BE684CCD-414D-8E47-AA7F-53C0B4E9B1A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b="0" dirty="0">
                  <a:solidFill>
                    <a:prstClr val="white"/>
                  </a:solidFill>
                  <a:latin typeface="Calibri" panose="020F0502020204030204"/>
                </a:rPr>
                <a:t>                   </a:t>
              </a:r>
            </a:p>
          </p:txBody>
        </p:sp>
        <p:sp>
          <p:nvSpPr>
            <p:cNvPr id="296" name="Oval 295">
              <a:extLst>
                <a:ext uri="{FF2B5EF4-FFF2-40B4-BE49-F238E27FC236}">
                  <a16:creationId xmlns:a16="http://schemas.microsoft.com/office/drawing/2014/main" id="{CDAB3155-198F-9E49-9692-760762600E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r>
                <a:rPr lang="en-US" sz="1350" b="0" dirty="0">
                  <a:solidFill>
                    <a:prstClr val="white"/>
                  </a:solidFill>
                  <a:latin typeface="Calibri" panose="020F0502020204030204"/>
                </a:rPr>
                <a:t>              </a:t>
              </a:r>
            </a:p>
          </p:txBody>
        </p:sp>
        <p:grpSp>
          <p:nvGrpSpPr>
            <p:cNvPr id="297" name="Group 296">
              <a:extLst>
                <a:ext uri="{FF2B5EF4-FFF2-40B4-BE49-F238E27FC236}">
                  <a16:creationId xmlns:a16="http://schemas.microsoft.com/office/drawing/2014/main" id="{80396737-09C0-7C4A-A270-73907BCCF924}"/>
                </a:ext>
              </a:extLst>
            </p:cNvPr>
            <p:cNvGrpSpPr/>
            <p:nvPr/>
          </p:nvGrpSpPr>
          <p:grpSpPr>
            <a:xfrm>
              <a:off x="7713663" y="2848339"/>
              <a:ext cx="1042107" cy="425543"/>
              <a:chOff x="7786941" y="2884917"/>
              <a:chExt cx="897649" cy="353919"/>
            </a:xfrm>
          </p:grpSpPr>
          <p:sp>
            <p:nvSpPr>
              <p:cNvPr id="298" name="Freeform 297">
                <a:extLst>
                  <a:ext uri="{FF2B5EF4-FFF2-40B4-BE49-F238E27FC236}">
                    <a16:creationId xmlns:a16="http://schemas.microsoft.com/office/drawing/2014/main" id="{E92282CC-91FB-4F46-8BF9-915E613138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299" name="Freeform 298">
                <a:extLst>
                  <a:ext uri="{FF2B5EF4-FFF2-40B4-BE49-F238E27FC236}">
                    <a16:creationId xmlns:a16="http://schemas.microsoft.com/office/drawing/2014/main" id="{87BECC80-2C78-C544-82A6-8865B57817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300" name="Freeform 299">
                <a:extLst>
                  <a:ext uri="{FF2B5EF4-FFF2-40B4-BE49-F238E27FC236}">
                    <a16:creationId xmlns:a16="http://schemas.microsoft.com/office/drawing/2014/main" id="{A8DE6C25-8200-BB48-A3FA-57CBE9613C2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sp>
            <p:nvSpPr>
              <p:cNvPr id="301" name="Freeform 300">
                <a:extLst>
                  <a:ext uri="{FF2B5EF4-FFF2-40B4-BE49-F238E27FC236}">
                    <a16:creationId xmlns:a16="http://schemas.microsoft.com/office/drawing/2014/main" id="{98F6125B-3A5F-394B-A7E8-7917BA0EB18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1" fontAlgn="auto" hangingPunct="1">
                  <a:spcBef>
                    <a:spcPts val="0"/>
                  </a:spcBef>
                  <a:spcAft>
                    <a:spcPts val="0"/>
                  </a:spcAft>
                  <a:defRPr/>
                </a:pPr>
                <a:endParaRPr lang="en-US" sz="1350" b="0">
                  <a:solidFill>
                    <a:prstClr val="white"/>
                  </a:solidFill>
                  <a:latin typeface="Calibri" panose="020F0502020204030204"/>
                </a:endParaRPr>
              </a:p>
            </p:txBody>
          </p:sp>
        </p:grpSp>
      </p:grpSp>
      <p:sp>
        <p:nvSpPr>
          <p:cNvPr id="302" name="Rectangle 3">
            <a:extLst>
              <a:ext uri="{FF2B5EF4-FFF2-40B4-BE49-F238E27FC236}">
                <a16:creationId xmlns:a16="http://schemas.microsoft.com/office/drawing/2014/main" id="{795B37CE-BA46-A349-8A61-92AB4E79040F}"/>
              </a:ext>
            </a:extLst>
          </p:cNvPr>
          <p:cNvSpPr txBox="1">
            <a:spLocks noChangeArrowheads="1"/>
          </p:cNvSpPr>
          <p:nvPr/>
        </p:nvSpPr>
        <p:spPr>
          <a:xfrm>
            <a:off x="555053" y="1482194"/>
            <a:ext cx="4702803" cy="218092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defTabSz="685800" fontAlgn="auto">
              <a:lnSpc>
                <a:spcPct val="200000"/>
              </a:lnSpc>
              <a:spcBef>
                <a:spcPts val="750"/>
              </a:spcBef>
              <a:spcAft>
                <a:spcPts val="0"/>
              </a:spcAft>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两者都是存储和转发</a:t>
            </a:r>
            <a:endParaRPr lang="en-US" altLang="zh-CN" sz="1800" dirty="0">
              <a:latin typeface="微软雅黑" panose="020B0503020204020204" pitchFamily="34" charset="-122"/>
              <a:ea typeface="微软雅黑" panose="020B0503020204020204" pitchFamily="34" charset="-122"/>
            </a:endParaRPr>
          </a:p>
          <a:p>
            <a:pPr marL="531813" indent="-265113" defTabSz="685800" fontAlgn="auto">
              <a:lnSpc>
                <a:spcPct val="200000"/>
              </a:lnSpc>
              <a:spcBef>
                <a:spcPts val="750"/>
              </a:spcBef>
              <a:spcAft>
                <a:spcPts val="0"/>
              </a:spcAft>
              <a:buClr>
                <a:srgbClr val="3399FF"/>
              </a:buClr>
              <a:buSzPct val="80000"/>
              <a:buFont typeface="Wingdings" panose="05000000000000000000" pitchFamily="2" charset="2"/>
              <a:buChar char="l"/>
              <a:defRPr/>
            </a:pPr>
            <a:r>
              <a:rPr lang="zh-CN" altLang="en-US" sz="1600" b="0" dirty="0">
                <a:latin typeface="微软雅黑" panose="020B0503020204020204" pitchFamily="34" charset="-122"/>
                <a:ea typeface="微软雅黑" panose="020B0503020204020204" pitchFamily="34" charset="-122"/>
              </a:rPr>
              <a:t>路由器：网络层设备（检查网络层首部）</a:t>
            </a:r>
            <a:endParaRPr lang="en-US" altLang="zh-CN" sz="1600" b="0" dirty="0">
              <a:latin typeface="微软雅黑" panose="020B0503020204020204" pitchFamily="34" charset="-122"/>
              <a:ea typeface="微软雅黑" panose="020B0503020204020204" pitchFamily="34" charset="-122"/>
            </a:endParaRPr>
          </a:p>
          <a:p>
            <a:pPr marL="531813" indent="-265113" defTabSz="685800" fontAlgn="auto">
              <a:lnSpc>
                <a:spcPct val="200000"/>
              </a:lnSpc>
              <a:spcBef>
                <a:spcPts val="750"/>
              </a:spcBef>
              <a:spcAft>
                <a:spcPts val="0"/>
              </a:spcAft>
              <a:buClr>
                <a:srgbClr val="3399FF"/>
              </a:buClr>
              <a:buSzPct val="80000"/>
              <a:buFont typeface="Wingdings" panose="05000000000000000000" pitchFamily="2" charset="2"/>
              <a:buChar char="l"/>
              <a:defRPr/>
            </a:pPr>
            <a:r>
              <a:rPr lang="zh-CN" altLang="en-US" sz="1600" b="0" dirty="0">
                <a:latin typeface="微软雅黑" panose="020B0503020204020204" pitchFamily="34" charset="-122"/>
                <a:ea typeface="微软雅黑" panose="020B0503020204020204" pitchFamily="34" charset="-122"/>
              </a:rPr>
              <a:t>交换机：链路层设备（检查链路层首部）</a:t>
            </a:r>
            <a:endParaRPr lang="en-US" sz="1600" b="0" dirty="0">
              <a:latin typeface="微软雅黑" panose="020B0503020204020204" pitchFamily="34" charset="-122"/>
              <a:ea typeface="微软雅黑" panose="020B0503020204020204" pitchFamily="34" charset="-122"/>
            </a:endParaRPr>
          </a:p>
        </p:txBody>
      </p:sp>
      <p:sp>
        <p:nvSpPr>
          <p:cNvPr id="303" name="Rectangle 3">
            <a:extLst>
              <a:ext uri="{FF2B5EF4-FFF2-40B4-BE49-F238E27FC236}">
                <a16:creationId xmlns:a16="http://schemas.microsoft.com/office/drawing/2014/main" id="{2E27120A-F39B-F74A-A7B4-81F35A55090D}"/>
              </a:ext>
            </a:extLst>
          </p:cNvPr>
          <p:cNvSpPr txBox="1">
            <a:spLocks noChangeArrowheads="1"/>
          </p:cNvSpPr>
          <p:nvPr/>
        </p:nvSpPr>
        <p:spPr>
          <a:xfrm>
            <a:off x="533400" y="3679525"/>
            <a:ext cx="5077943" cy="2180921"/>
          </a:xfrm>
          <a:prstGeom prst="rect">
            <a:avLst/>
          </a:prstGeom>
        </p:spPr>
        <p:txBody>
          <a:bodyPr vert="horz" lIns="68580" tIns="34290" rIns="68580" bIns="3429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defTabSz="685800" fontAlgn="auto">
              <a:lnSpc>
                <a:spcPct val="200000"/>
              </a:lnSpc>
              <a:spcBef>
                <a:spcPts val="750"/>
              </a:spcBef>
              <a:spcAft>
                <a:spcPts val="0"/>
              </a:spcAft>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rPr>
              <a:t>两者都有转发表</a:t>
            </a:r>
            <a:endParaRPr lang="en-US" altLang="zh-CN" sz="1800" dirty="0">
              <a:latin typeface="微软雅黑" panose="020B0503020204020204" pitchFamily="34" charset="-122"/>
              <a:ea typeface="微软雅黑" panose="020B0503020204020204" pitchFamily="34" charset="-122"/>
            </a:endParaRPr>
          </a:p>
          <a:p>
            <a:pPr marL="531813" indent="-265113" defTabSz="685800" fontAlgn="auto">
              <a:lnSpc>
                <a:spcPct val="200000"/>
              </a:lnSpc>
              <a:spcBef>
                <a:spcPts val="750"/>
              </a:spcBef>
              <a:spcAft>
                <a:spcPts val="0"/>
              </a:spcAft>
              <a:buClr>
                <a:srgbClr val="3399FF"/>
              </a:buClr>
              <a:buSzPct val="80000"/>
              <a:buFont typeface="Wingdings" panose="05000000000000000000" pitchFamily="2" charset="2"/>
              <a:buChar char="l"/>
              <a:defRPr/>
            </a:pPr>
            <a:r>
              <a:rPr lang="zh-CN" altLang="en-US" sz="1600" b="0" dirty="0">
                <a:latin typeface="微软雅黑" panose="020B0503020204020204" pitchFamily="34" charset="-122"/>
                <a:ea typeface="微软雅黑" panose="020B0503020204020204" pitchFamily="34" charset="-122"/>
              </a:rPr>
              <a:t>路由器：使用路由算法、</a:t>
            </a:r>
            <a:r>
              <a:rPr lang="en-US" altLang="zh-CN" sz="1600" b="0" dirty="0">
                <a:latin typeface="微软雅黑" panose="020B0503020204020204" pitchFamily="34" charset="-122"/>
                <a:ea typeface="微软雅黑" panose="020B0503020204020204" pitchFamily="34" charset="-122"/>
              </a:rPr>
              <a:t>IP</a:t>
            </a:r>
            <a:r>
              <a:rPr lang="zh-CN" altLang="en-US" sz="1600" b="0" dirty="0">
                <a:latin typeface="微软雅黑" panose="020B0503020204020204" pitchFamily="34" charset="-122"/>
                <a:ea typeface="微软雅黑" panose="020B0503020204020204" pitchFamily="34" charset="-122"/>
              </a:rPr>
              <a:t>地址计算</a:t>
            </a:r>
            <a:r>
              <a:rPr lang="zh-CN" altLang="en-US" sz="1600" dirty="0">
                <a:latin typeface="微软雅黑" panose="020B0503020204020204" pitchFamily="34" charset="-122"/>
                <a:ea typeface="微软雅黑" panose="020B0503020204020204" pitchFamily="34" charset="-122"/>
              </a:rPr>
              <a:t>路由表</a:t>
            </a:r>
            <a:endParaRPr lang="en-US" altLang="zh-CN" sz="1600" dirty="0">
              <a:latin typeface="微软雅黑" panose="020B0503020204020204" pitchFamily="34" charset="-122"/>
              <a:ea typeface="微软雅黑" panose="020B0503020204020204" pitchFamily="34" charset="-122"/>
            </a:endParaRPr>
          </a:p>
          <a:p>
            <a:pPr marL="531813" indent="-265113" defTabSz="685800" fontAlgn="auto">
              <a:lnSpc>
                <a:spcPct val="200000"/>
              </a:lnSpc>
              <a:spcBef>
                <a:spcPts val="750"/>
              </a:spcBef>
              <a:spcAft>
                <a:spcPts val="0"/>
              </a:spcAft>
              <a:buClr>
                <a:srgbClr val="3399FF"/>
              </a:buClr>
              <a:buSzPct val="80000"/>
              <a:buFont typeface="Wingdings" panose="05000000000000000000" pitchFamily="2" charset="2"/>
              <a:buChar char="l"/>
              <a:defRPr/>
            </a:pPr>
            <a:r>
              <a:rPr lang="zh-CN" altLang="en-US" sz="1600" b="0" dirty="0">
                <a:latin typeface="微软雅黑" panose="020B0503020204020204" pitchFamily="34" charset="-122"/>
                <a:ea typeface="微软雅黑" panose="020B0503020204020204" pitchFamily="34" charset="-122"/>
              </a:rPr>
              <a:t>交换机：使用泛洪、学习建立</a:t>
            </a:r>
            <a:r>
              <a:rPr lang="en-US" altLang="zh-CN" sz="1600" dirty="0">
                <a:latin typeface="微软雅黑" panose="020B0503020204020204" pitchFamily="34" charset="-122"/>
                <a:ea typeface="微软雅黑" panose="020B0503020204020204" pitchFamily="34" charset="-122"/>
              </a:rPr>
              <a:t>MAC</a:t>
            </a:r>
            <a:r>
              <a:rPr lang="zh-CN" altLang="en-US" sz="1600" dirty="0">
                <a:latin typeface="微软雅黑" panose="020B0503020204020204" pitchFamily="34" charset="-122"/>
                <a:ea typeface="微软雅黑" panose="020B0503020204020204" pitchFamily="34" charset="-122"/>
              </a:rPr>
              <a:t>地址转发表</a:t>
            </a:r>
            <a:endParaRPr lang="en-US" sz="1600" dirty="0">
              <a:latin typeface="微软雅黑" panose="020B0503020204020204" pitchFamily="34" charset="-122"/>
              <a:ea typeface="微软雅黑" panose="020B0503020204020204" pitchFamily="34" charset="-122"/>
            </a:endParaRPr>
          </a:p>
        </p:txBody>
      </p:sp>
      <p:sp>
        <p:nvSpPr>
          <p:cNvPr id="69" name="Text Box 4">
            <a:extLst>
              <a:ext uri="{FF2B5EF4-FFF2-40B4-BE49-F238E27FC236}">
                <a16:creationId xmlns:a16="http://schemas.microsoft.com/office/drawing/2014/main" id="{C5A62D93-0E89-4D03-8A72-85D2C30B1098}"/>
              </a:ext>
            </a:extLst>
          </p:cNvPr>
          <p:cNvSpPr txBox="1">
            <a:spLocks noChangeArrowheads="1"/>
          </p:cNvSpPr>
          <p:nvPr/>
        </p:nvSpPr>
        <p:spPr bwMode="auto">
          <a:xfrm>
            <a:off x="3016118" y="94525"/>
            <a:ext cx="44775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路由器 </a:t>
            </a:r>
            <a:r>
              <a:rPr lang="en-US" altLang="zh-CN" sz="2800" dirty="0">
                <a:solidFill>
                  <a:schemeClr val="bg1"/>
                </a:solidFill>
                <a:latin typeface="微软雅黑" panose="020B0503020204020204" pitchFamily="34" charset="-122"/>
                <a:ea typeface="微软雅黑" panose="020B0503020204020204" pitchFamily="34" charset="-122"/>
              </a:rPr>
              <a:t>vs. </a:t>
            </a:r>
            <a:r>
              <a:rPr lang="zh-CN" altLang="en-US" sz="2800" dirty="0">
                <a:solidFill>
                  <a:schemeClr val="bg1"/>
                </a:solidFill>
                <a:latin typeface="微软雅黑" panose="020B0503020204020204" pitchFamily="34" charset="-122"/>
                <a:ea typeface="微软雅黑" panose="020B0503020204020204" pitchFamily="34" charset="-122"/>
              </a:rPr>
              <a:t>交换机（二层）</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70" name="灯片编号占位符 1">
            <a:extLst>
              <a:ext uri="{FF2B5EF4-FFF2-40B4-BE49-F238E27FC236}">
                <a16:creationId xmlns:a16="http://schemas.microsoft.com/office/drawing/2014/main" id="{1F51F4D3-9CB8-4029-B0FE-4A8C9157CBE9}"/>
              </a:ext>
            </a:extLst>
          </p:cNvPr>
          <p:cNvSpPr>
            <a:spLocks noGrp="1"/>
          </p:cNvSpPr>
          <p:nvPr>
            <p:ph type="sldNum" sz="quarter" idx="10"/>
          </p:nvPr>
        </p:nvSpPr>
        <p:spPr>
          <a:xfrm>
            <a:off x="83058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31</a:t>
            </a:fld>
            <a:endParaRPr lang="en-US" altLang="zh-CN" sz="2000">
              <a:solidFill>
                <a:schemeClr val="bg2"/>
              </a:solidFill>
            </a:endParaRPr>
          </a:p>
        </p:txBody>
      </p:sp>
    </p:spTree>
    <p:extLst>
      <p:ext uri="{BB962C8B-B14F-4D97-AF65-F5344CB8AC3E}">
        <p14:creationId xmlns:p14="http://schemas.microsoft.com/office/powerpoint/2010/main" val="2355994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dissolve">
                                      <p:cBhvr>
                                        <p:cTn id="7" dur="500"/>
                                        <p:tgtEl>
                                          <p:spTgt spid="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Line 112">
            <a:extLst>
              <a:ext uri="{FF2B5EF4-FFF2-40B4-BE49-F238E27FC236}">
                <a16:creationId xmlns:a16="http://schemas.microsoft.com/office/drawing/2014/main" id="{790E8755-7936-4E1C-9A18-853FAE6C3E3A}"/>
              </a:ext>
            </a:extLst>
          </p:cNvPr>
          <p:cNvSpPr>
            <a:spLocks noChangeShapeType="1"/>
          </p:cNvSpPr>
          <p:nvPr/>
        </p:nvSpPr>
        <p:spPr bwMode="auto">
          <a:xfrm flipV="1">
            <a:off x="3571875" y="3278136"/>
            <a:ext cx="0" cy="190023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68611" name="Object 86">
            <a:extLst>
              <a:ext uri="{FF2B5EF4-FFF2-40B4-BE49-F238E27FC236}">
                <a16:creationId xmlns:a16="http://schemas.microsoft.com/office/drawing/2014/main" id="{FC03A464-9516-4521-8480-E07F7C654E38}"/>
              </a:ext>
            </a:extLst>
          </p:cNvPr>
          <p:cNvGraphicFramePr>
            <a:graphicFrameLocks noChangeAspect="1"/>
          </p:cNvGraphicFramePr>
          <p:nvPr>
            <p:extLst>
              <p:ext uri="{D42A27DB-BD31-4B8C-83A1-F6EECF244321}">
                <p14:modId xmlns:p14="http://schemas.microsoft.com/office/powerpoint/2010/main" val="2510403845"/>
              </p:ext>
            </p:extLst>
          </p:nvPr>
        </p:nvGraphicFramePr>
        <p:xfrm>
          <a:off x="2030413" y="2162123"/>
          <a:ext cx="4938712" cy="3933825"/>
        </p:xfrm>
        <a:graphic>
          <a:graphicData uri="http://schemas.openxmlformats.org/presentationml/2006/ole">
            <mc:AlternateContent xmlns:mc="http://schemas.openxmlformats.org/markup-compatibility/2006">
              <mc:Choice xmlns:v="urn:schemas-microsoft-com:vml" Requires="v">
                <p:oleObj spid="_x0000_s1036" name="Visio" r:id="rId4" imgW="1572300" imgH="1107000" progId="Visio.Drawing.11">
                  <p:embed/>
                </p:oleObj>
              </mc:Choice>
              <mc:Fallback>
                <p:oleObj name="Visio" r:id="rId4" imgW="1572300" imgH="1107000" progId="Visio.Drawing.11">
                  <p:embed/>
                  <p:pic>
                    <p:nvPicPr>
                      <p:cNvPr id="0" name="Object 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0413" y="2162123"/>
                        <a:ext cx="4938712"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8612" name="Picture 81" descr="1">
            <a:extLst>
              <a:ext uri="{FF2B5EF4-FFF2-40B4-BE49-F238E27FC236}">
                <a16:creationId xmlns:a16="http://schemas.microsoft.com/office/drawing/2014/main" id="{CAF21839-FB56-4AA9-9B80-4B69F38F18E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6498" y="2723779"/>
            <a:ext cx="695740" cy="64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Line 87">
            <a:extLst>
              <a:ext uri="{FF2B5EF4-FFF2-40B4-BE49-F238E27FC236}">
                <a16:creationId xmlns:a16="http://schemas.microsoft.com/office/drawing/2014/main" id="{3856F66F-F8C2-450B-91D6-C437DC9F6B30}"/>
              </a:ext>
            </a:extLst>
          </p:cNvPr>
          <p:cNvSpPr>
            <a:spLocks noChangeShapeType="1"/>
          </p:cNvSpPr>
          <p:nvPr/>
        </p:nvSpPr>
        <p:spPr bwMode="auto">
          <a:xfrm>
            <a:off x="3787775" y="3190823"/>
            <a:ext cx="927100" cy="7747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4" name="Line 89">
            <a:extLst>
              <a:ext uri="{FF2B5EF4-FFF2-40B4-BE49-F238E27FC236}">
                <a16:creationId xmlns:a16="http://schemas.microsoft.com/office/drawing/2014/main" id="{1F522B9E-8523-4305-82B9-E5903AF36CF7}"/>
              </a:ext>
            </a:extLst>
          </p:cNvPr>
          <p:cNvSpPr>
            <a:spLocks noChangeShapeType="1"/>
          </p:cNvSpPr>
          <p:nvPr/>
        </p:nvSpPr>
        <p:spPr bwMode="auto">
          <a:xfrm flipH="1">
            <a:off x="3932238" y="4227461"/>
            <a:ext cx="877887" cy="11239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5" name="Line 91">
            <a:extLst>
              <a:ext uri="{FF2B5EF4-FFF2-40B4-BE49-F238E27FC236}">
                <a16:creationId xmlns:a16="http://schemas.microsoft.com/office/drawing/2014/main" id="{E345D5B2-4142-4523-A836-6782BC08B531}"/>
              </a:ext>
            </a:extLst>
          </p:cNvPr>
          <p:cNvSpPr>
            <a:spLocks noChangeShapeType="1"/>
          </p:cNvSpPr>
          <p:nvPr/>
        </p:nvSpPr>
        <p:spPr bwMode="auto">
          <a:xfrm flipV="1">
            <a:off x="2434810" y="2936826"/>
            <a:ext cx="801688" cy="158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6" name="Line 90">
            <a:extLst>
              <a:ext uri="{FF2B5EF4-FFF2-40B4-BE49-F238E27FC236}">
                <a16:creationId xmlns:a16="http://schemas.microsoft.com/office/drawing/2014/main" id="{96567F0D-C044-43D4-87F6-6D543F85F69E}"/>
              </a:ext>
            </a:extLst>
          </p:cNvPr>
          <p:cNvSpPr>
            <a:spLocks noChangeShapeType="1"/>
          </p:cNvSpPr>
          <p:nvPr/>
        </p:nvSpPr>
        <p:spPr bwMode="auto">
          <a:xfrm flipH="1">
            <a:off x="5038725" y="4035373"/>
            <a:ext cx="1173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7" name="Line 92">
            <a:extLst>
              <a:ext uri="{FF2B5EF4-FFF2-40B4-BE49-F238E27FC236}">
                <a16:creationId xmlns:a16="http://schemas.microsoft.com/office/drawing/2014/main" id="{2738D147-180D-49E8-BFD3-0010C47ACE53}"/>
              </a:ext>
            </a:extLst>
          </p:cNvPr>
          <p:cNvSpPr>
            <a:spLocks noChangeShapeType="1"/>
          </p:cNvSpPr>
          <p:nvPr/>
        </p:nvSpPr>
        <p:spPr bwMode="auto">
          <a:xfrm>
            <a:off x="1949450" y="5464123"/>
            <a:ext cx="13033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8618" name="Line 93">
            <a:extLst>
              <a:ext uri="{FF2B5EF4-FFF2-40B4-BE49-F238E27FC236}">
                <a16:creationId xmlns:a16="http://schemas.microsoft.com/office/drawing/2014/main" id="{D38E4D98-72B7-4154-AAB9-1AF847C0CEA1}"/>
              </a:ext>
            </a:extLst>
          </p:cNvPr>
          <p:cNvSpPr>
            <a:spLocks noChangeShapeType="1"/>
          </p:cNvSpPr>
          <p:nvPr/>
        </p:nvSpPr>
        <p:spPr bwMode="auto">
          <a:xfrm flipH="1" flipV="1">
            <a:off x="6567487" y="4056011"/>
            <a:ext cx="1184274" cy="63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pic>
        <p:nvPicPr>
          <p:cNvPr id="68619" name="Picture 94" descr="图标10">
            <a:extLst>
              <a:ext uri="{FF2B5EF4-FFF2-40B4-BE49-F238E27FC236}">
                <a16:creationId xmlns:a16="http://schemas.microsoft.com/office/drawing/2014/main" id="{2B70658C-39A9-48E3-B4EA-30425BE9B5E2}"/>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8405" y="2619699"/>
            <a:ext cx="789936" cy="64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0" name="Picture 96" descr="图标10">
            <a:extLst>
              <a:ext uri="{FF2B5EF4-FFF2-40B4-BE49-F238E27FC236}">
                <a16:creationId xmlns:a16="http://schemas.microsoft.com/office/drawing/2014/main" id="{5957D416-AAE6-4BE6-A6BA-F673250AB8F9}"/>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2428" y="5137017"/>
            <a:ext cx="842585" cy="682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21" name="Picture 97" descr="图标10">
            <a:extLst>
              <a:ext uri="{FF2B5EF4-FFF2-40B4-BE49-F238E27FC236}">
                <a16:creationId xmlns:a16="http://schemas.microsoft.com/office/drawing/2014/main" id="{17B292C6-0F1D-493B-850F-5947689619F5}"/>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9037" y="3803598"/>
            <a:ext cx="762000" cy="616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utoShape 98">
            <a:extLst>
              <a:ext uri="{FF2B5EF4-FFF2-40B4-BE49-F238E27FC236}">
                <a16:creationId xmlns:a16="http://schemas.microsoft.com/office/drawing/2014/main" id="{10EA9B7D-FEEA-4E25-BC4E-6067D25338C9}"/>
              </a:ext>
            </a:extLst>
          </p:cNvPr>
          <p:cNvSpPr>
            <a:spLocks noChangeArrowheads="1"/>
          </p:cNvSpPr>
          <p:nvPr/>
        </p:nvSpPr>
        <p:spPr bwMode="auto">
          <a:xfrm>
            <a:off x="882650" y="4133005"/>
            <a:ext cx="1878013" cy="699293"/>
          </a:xfrm>
          <a:prstGeom prst="wedgeEllipseCallout">
            <a:avLst>
              <a:gd name="adj1" fmla="val 25458"/>
              <a:gd name="adj2" fmla="val 78185"/>
            </a:avLst>
          </a:prstGeom>
          <a:gradFill rotWithShape="1">
            <a:gsLst>
              <a:gs pos="0">
                <a:srgbClr val="182F76"/>
              </a:gs>
              <a:gs pos="100000">
                <a:srgbClr val="3366FF"/>
              </a:gs>
            </a:gsLst>
            <a:lin ang="5400000" scaled="1"/>
          </a:gradFill>
          <a:ln w="9525">
            <a:solidFill>
              <a:schemeClr val="tx1"/>
            </a:solidFill>
            <a:miter lim="800000"/>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solidFill>
                  <a:schemeClr val="bg1"/>
                </a:solidFill>
                <a:ea typeface="楷体_GB2312" panose="02010609030101010101" pitchFamily="49" charset="-122"/>
              </a:rPr>
              <a:t>我想去</a:t>
            </a:r>
            <a:r>
              <a:rPr lang="en-US" altLang="zh-CN" sz="1600" dirty="0">
                <a:solidFill>
                  <a:schemeClr val="bg1"/>
                </a:solidFill>
                <a:ea typeface="楷体_GB2312" panose="02010609030101010101" pitchFamily="49" charset="-122"/>
              </a:rPr>
              <a:t>192.168.1.1</a:t>
            </a:r>
          </a:p>
        </p:txBody>
      </p:sp>
      <p:pic>
        <p:nvPicPr>
          <p:cNvPr id="20" name="Picture 99" descr="j0239041">
            <a:extLst>
              <a:ext uri="{FF2B5EF4-FFF2-40B4-BE49-F238E27FC236}">
                <a16:creationId xmlns:a16="http://schemas.microsoft.com/office/drawing/2014/main" id="{31A16172-B7F2-46C5-9085-69F641246B71}"/>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8513" y="5030736"/>
            <a:ext cx="7207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0" descr="j0198606">
            <a:extLst>
              <a:ext uri="{FF2B5EF4-FFF2-40B4-BE49-F238E27FC236}">
                <a16:creationId xmlns:a16="http://schemas.microsoft.com/office/drawing/2014/main" id="{7A288A95-A0D8-4A14-AEC2-F21CD27DBA8B}"/>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79725" y="4062361"/>
            <a:ext cx="668338"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AutoShape 101">
            <a:extLst>
              <a:ext uri="{FF2B5EF4-FFF2-40B4-BE49-F238E27FC236}">
                <a16:creationId xmlns:a16="http://schemas.microsoft.com/office/drawing/2014/main" id="{2F2DFF68-D0AD-4DDE-811C-AE27D900DA06}"/>
              </a:ext>
            </a:extLst>
          </p:cNvPr>
          <p:cNvSpPr>
            <a:spLocks noChangeArrowheads="1"/>
          </p:cNvSpPr>
          <p:nvPr/>
        </p:nvSpPr>
        <p:spPr bwMode="auto">
          <a:xfrm>
            <a:off x="1809749" y="3311476"/>
            <a:ext cx="1838325" cy="494504"/>
          </a:xfrm>
          <a:prstGeom prst="wedgeEllipseCallout">
            <a:avLst>
              <a:gd name="adj1" fmla="val 23384"/>
              <a:gd name="adj2" fmla="val 124009"/>
            </a:avLst>
          </a:prstGeom>
          <a:gradFill rotWithShape="1">
            <a:gsLst>
              <a:gs pos="0">
                <a:srgbClr val="764700"/>
              </a:gs>
              <a:gs pos="100000">
                <a:srgbClr val="FF9900"/>
              </a:gs>
            </a:gsLst>
            <a:lin ang="5400000" scaled="1"/>
          </a:gradFill>
          <a:ln w="9525">
            <a:solidFill>
              <a:schemeClr val="tx1"/>
            </a:solidFill>
            <a:miter lim="800000"/>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bg1"/>
                </a:solidFill>
                <a:ea typeface="楷体_GB2312" panose="02010609030101010101" pitchFamily="49" charset="-122"/>
              </a:rPr>
              <a:t>请走</a:t>
            </a:r>
            <a:r>
              <a:rPr lang="en-US" altLang="zh-CN" sz="1600" dirty="0">
                <a:solidFill>
                  <a:schemeClr val="bg1"/>
                </a:solidFill>
                <a:ea typeface="楷体_GB2312" panose="02010609030101010101" pitchFamily="49" charset="-122"/>
              </a:rPr>
              <a:t>R2</a:t>
            </a:r>
            <a:r>
              <a:rPr lang="zh-CN" altLang="en-US" sz="1600" dirty="0">
                <a:solidFill>
                  <a:schemeClr val="bg1"/>
                </a:solidFill>
                <a:ea typeface="楷体_GB2312" panose="02010609030101010101" pitchFamily="49" charset="-122"/>
              </a:rPr>
              <a:t>方向</a:t>
            </a:r>
          </a:p>
        </p:txBody>
      </p:sp>
      <p:sp>
        <p:nvSpPr>
          <p:cNvPr id="68626" name="Text Box 102">
            <a:extLst>
              <a:ext uri="{FF2B5EF4-FFF2-40B4-BE49-F238E27FC236}">
                <a16:creationId xmlns:a16="http://schemas.microsoft.com/office/drawing/2014/main" id="{98628110-13A5-4DD1-BCB9-ACEE5DBB64A7}"/>
              </a:ext>
            </a:extLst>
          </p:cNvPr>
          <p:cNvSpPr txBox="1">
            <a:spLocks noChangeArrowheads="1"/>
          </p:cNvSpPr>
          <p:nvPr/>
        </p:nvSpPr>
        <p:spPr bwMode="auto">
          <a:xfrm>
            <a:off x="2810408" y="5521435"/>
            <a:ext cx="5762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solidFill>
                  <a:srgbClr val="FF0000"/>
                </a:solidFill>
                <a:ea typeface="宋体" panose="02010600030101010101" pitchFamily="2" charset="-122"/>
              </a:rPr>
              <a:t>R1</a:t>
            </a:r>
          </a:p>
        </p:txBody>
      </p:sp>
      <p:sp>
        <p:nvSpPr>
          <p:cNvPr id="68627" name="Text Box 103">
            <a:extLst>
              <a:ext uri="{FF2B5EF4-FFF2-40B4-BE49-F238E27FC236}">
                <a16:creationId xmlns:a16="http://schemas.microsoft.com/office/drawing/2014/main" id="{19A95ECE-8913-4817-ABB5-6598EA00931D}"/>
              </a:ext>
            </a:extLst>
          </p:cNvPr>
          <p:cNvSpPr txBox="1">
            <a:spLocks noChangeArrowheads="1"/>
          </p:cNvSpPr>
          <p:nvPr/>
        </p:nvSpPr>
        <p:spPr bwMode="auto">
          <a:xfrm>
            <a:off x="4798219" y="4438820"/>
            <a:ext cx="57626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solidFill>
                  <a:srgbClr val="FF0000"/>
                </a:solidFill>
                <a:ea typeface="宋体" panose="02010600030101010101" pitchFamily="2" charset="-122"/>
              </a:rPr>
              <a:t>R2</a:t>
            </a:r>
          </a:p>
        </p:txBody>
      </p:sp>
      <p:sp>
        <p:nvSpPr>
          <p:cNvPr id="68628" name="Text Box 104">
            <a:extLst>
              <a:ext uri="{FF2B5EF4-FFF2-40B4-BE49-F238E27FC236}">
                <a16:creationId xmlns:a16="http://schemas.microsoft.com/office/drawing/2014/main" id="{94251828-DD77-4E9B-A3AA-3D368E02F461}"/>
              </a:ext>
            </a:extLst>
          </p:cNvPr>
          <p:cNvSpPr txBox="1">
            <a:spLocks noChangeArrowheads="1"/>
          </p:cNvSpPr>
          <p:nvPr/>
        </p:nvSpPr>
        <p:spPr bwMode="auto">
          <a:xfrm>
            <a:off x="3249774" y="2357759"/>
            <a:ext cx="604838" cy="379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solidFill>
                  <a:srgbClr val="FF0000"/>
                </a:solidFill>
                <a:ea typeface="宋体" panose="02010600030101010101" pitchFamily="2" charset="-122"/>
              </a:rPr>
              <a:t>R3</a:t>
            </a:r>
          </a:p>
        </p:txBody>
      </p:sp>
      <p:sp>
        <p:nvSpPr>
          <p:cNvPr id="68629" name="Text Box 105">
            <a:extLst>
              <a:ext uri="{FF2B5EF4-FFF2-40B4-BE49-F238E27FC236}">
                <a16:creationId xmlns:a16="http://schemas.microsoft.com/office/drawing/2014/main" id="{E1E63036-74F7-4BE6-A07F-E24917AFC1DF}"/>
              </a:ext>
            </a:extLst>
          </p:cNvPr>
          <p:cNvSpPr txBox="1">
            <a:spLocks noChangeArrowheads="1"/>
          </p:cNvSpPr>
          <p:nvPr/>
        </p:nvSpPr>
        <p:spPr bwMode="auto">
          <a:xfrm>
            <a:off x="6211888" y="4287896"/>
            <a:ext cx="5762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solidFill>
                  <a:srgbClr val="FF0000"/>
                </a:solidFill>
                <a:ea typeface="宋体" panose="02010600030101010101" pitchFamily="2" charset="-122"/>
              </a:rPr>
              <a:t>R4</a:t>
            </a:r>
          </a:p>
        </p:txBody>
      </p:sp>
      <p:pic>
        <p:nvPicPr>
          <p:cNvPr id="27" name="Picture 106" descr="j0198606">
            <a:extLst>
              <a:ext uri="{FF2B5EF4-FFF2-40B4-BE49-F238E27FC236}">
                <a16:creationId xmlns:a16="http://schemas.microsoft.com/office/drawing/2014/main" id="{2611304A-F0B6-4151-9A4A-232F08AA2FDC}"/>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3725" y="2752673"/>
            <a:ext cx="681038"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107" descr="j0198606">
            <a:extLst>
              <a:ext uri="{FF2B5EF4-FFF2-40B4-BE49-F238E27FC236}">
                <a16:creationId xmlns:a16="http://schemas.microsoft.com/office/drawing/2014/main" id="{F6F555E8-AEDD-4BA3-9648-7035A0440EA4}"/>
              </a:ext>
            </a:extLst>
          </p:cNvPr>
          <p:cNvPicPr preferRelativeResize="0">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2825" y="2571698"/>
            <a:ext cx="681038"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AutoShape 108">
            <a:extLst>
              <a:ext uri="{FF2B5EF4-FFF2-40B4-BE49-F238E27FC236}">
                <a16:creationId xmlns:a16="http://schemas.microsoft.com/office/drawing/2014/main" id="{E4786E32-4389-4A2F-82EF-B05761044A22}"/>
              </a:ext>
            </a:extLst>
          </p:cNvPr>
          <p:cNvSpPr>
            <a:spLocks noChangeArrowheads="1"/>
          </p:cNvSpPr>
          <p:nvPr/>
        </p:nvSpPr>
        <p:spPr bwMode="auto">
          <a:xfrm>
            <a:off x="3446463" y="1819223"/>
            <a:ext cx="1787525" cy="525463"/>
          </a:xfrm>
          <a:prstGeom prst="wedgeEllipseCallout">
            <a:avLst>
              <a:gd name="adj1" fmla="val 16093"/>
              <a:gd name="adj2" fmla="val 118618"/>
            </a:avLst>
          </a:prstGeom>
          <a:gradFill rotWithShape="1">
            <a:gsLst>
              <a:gs pos="0">
                <a:srgbClr val="764700"/>
              </a:gs>
              <a:gs pos="100000">
                <a:srgbClr val="FF9900"/>
              </a:gs>
            </a:gsLst>
            <a:lin ang="5400000" scaled="1"/>
          </a:gradFill>
          <a:ln w="9525">
            <a:solidFill>
              <a:schemeClr val="tx1"/>
            </a:solidFill>
            <a:miter lim="800000"/>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solidFill>
                  <a:schemeClr val="bg1"/>
                </a:solidFill>
                <a:ea typeface="楷体_GB2312" panose="02010609030101010101" pitchFamily="49" charset="-122"/>
              </a:rPr>
              <a:t>请走</a:t>
            </a:r>
            <a:r>
              <a:rPr lang="en-US" altLang="zh-CN" sz="1600" dirty="0">
                <a:solidFill>
                  <a:schemeClr val="bg1"/>
                </a:solidFill>
                <a:ea typeface="楷体_GB2312" panose="02010609030101010101" pitchFamily="49" charset="-122"/>
              </a:rPr>
              <a:t>R4</a:t>
            </a:r>
            <a:r>
              <a:rPr lang="zh-CN" altLang="en-US" sz="1600" dirty="0">
                <a:solidFill>
                  <a:schemeClr val="bg1"/>
                </a:solidFill>
                <a:ea typeface="楷体_GB2312" panose="02010609030101010101" pitchFamily="49" charset="-122"/>
              </a:rPr>
              <a:t>方向</a:t>
            </a:r>
          </a:p>
        </p:txBody>
      </p:sp>
      <p:sp>
        <p:nvSpPr>
          <p:cNvPr id="30" name="AutoShape 109">
            <a:extLst>
              <a:ext uri="{FF2B5EF4-FFF2-40B4-BE49-F238E27FC236}">
                <a16:creationId xmlns:a16="http://schemas.microsoft.com/office/drawing/2014/main" id="{B3185336-D6A4-49FC-9038-BB85C399FD4A}"/>
              </a:ext>
            </a:extLst>
          </p:cNvPr>
          <p:cNvSpPr>
            <a:spLocks noChangeArrowheads="1"/>
          </p:cNvSpPr>
          <p:nvPr/>
        </p:nvSpPr>
        <p:spPr bwMode="auto">
          <a:xfrm>
            <a:off x="6692900" y="1754137"/>
            <a:ext cx="1787525" cy="919160"/>
          </a:xfrm>
          <a:prstGeom prst="wedgeEllipseCallout">
            <a:avLst>
              <a:gd name="adj1" fmla="val -51690"/>
              <a:gd name="adj2" fmla="val 56097"/>
            </a:avLst>
          </a:prstGeom>
          <a:gradFill rotWithShape="1">
            <a:gsLst>
              <a:gs pos="0">
                <a:srgbClr val="764700"/>
              </a:gs>
              <a:gs pos="100000">
                <a:srgbClr val="FF9900"/>
              </a:gs>
            </a:gsLst>
            <a:lin ang="5400000" scaled="1"/>
          </a:gradFill>
          <a:ln w="9525">
            <a:solidFill>
              <a:schemeClr val="tx1"/>
            </a:solidFill>
            <a:miter lim="800000"/>
            <a:headEnd/>
            <a:tailEnd/>
          </a:ln>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400" dirty="0">
                <a:solidFill>
                  <a:schemeClr val="bg1"/>
                </a:solidFill>
                <a:ea typeface="楷体_GB2312" panose="02010609030101010101" pitchFamily="49" charset="-122"/>
              </a:rPr>
              <a:t>从以太口方向出去就到了</a:t>
            </a:r>
          </a:p>
        </p:txBody>
      </p:sp>
      <p:sp>
        <p:nvSpPr>
          <p:cNvPr id="68634" name="Text Box 110">
            <a:extLst>
              <a:ext uri="{FF2B5EF4-FFF2-40B4-BE49-F238E27FC236}">
                <a16:creationId xmlns:a16="http://schemas.microsoft.com/office/drawing/2014/main" id="{48AE1746-63E1-43C9-B95C-374B147455B4}"/>
              </a:ext>
            </a:extLst>
          </p:cNvPr>
          <p:cNvSpPr txBox="1">
            <a:spLocks noChangeArrowheads="1"/>
          </p:cNvSpPr>
          <p:nvPr/>
        </p:nvSpPr>
        <p:spPr bwMode="auto">
          <a:xfrm>
            <a:off x="795337" y="5848350"/>
            <a:ext cx="22320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ea typeface="宋体" panose="02010600030101010101" pitchFamily="2" charset="-122"/>
              </a:rPr>
              <a:t>192.168.0.1/24</a:t>
            </a:r>
          </a:p>
        </p:txBody>
      </p:sp>
      <p:sp>
        <p:nvSpPr>
          <p:cNvPr id="68635" name="Text Box 111">
            <a:extLst>
              <a:ext uri="{FF2B5EF4-FFF2-40B4-BE49-F238E27FC236}">
                <a16:creationId xmlns:a16="http://schemas.microsoft.com/office/drawing/2014/main" id="{471D3C01-AFA5-4F48-A717-B651D97D9B2F}"/>
              </a:ext>
            </a:extLst>
          </p:cNvPr>
          <p:cNvSpPr txBox="1">
            <a:spLocks noChangeArrowheads="1"/>
          </p:cNvSpPr>
          <p:nvPr/>
        </p:nvSpPr>
        <p:spPr bwMode="auto">
          <a:xfrm>
            <a:off x="7088188" y="4498923"/>
            <a:ext cx="197961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kumimoji="1" lang="en-US" altLang="zh-CN" sz="1600" dirty="0">
                <a:ea typeface="宋体" panose="02010600030101010101" pitchFamily="2" charset="-122"/>
              </a:rPr>
              <a:t>192.168.1.1/24</a:t>
            </a:r>
          </a:p>
        </p:txBody>
      </p:sp>
      <p:sp>
        <p:nvSpPr>
          <p:cNvPr id="68636" name="矩形 2">
            <a:extLst>
              <a:ext uri="{FF2B5EF4-FFF2-40B4-BE49-F238E27FC236}">
                <a16:creationId xmlns:a16="http://schemas.microsoft.com/office/drawing/2014/main" id="{3E5E4E9E-3D88-415E-8872-79D550BF764B}"/>
              </a:ext>
            </a:extLst>
          </p:cNvPr>
          <p:cNvSpPr>
            <a:spLocks noChangeArrowheads="1"/>
          </p:cNvSpPr>
          <p:nvPr/>
        </p:nvSpPr>
        <p:spPr bwMode="auto">
          <a:xfrm>
            <a:off x="2971800" y="89381"/>
            <a:ext cx="1295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路由</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68637" name="灯片编号占位符 1">
            <a:extLst>
              <a:ext uri="{FF2B5EF4-FFF2-40B4-BE49-F238E27FC236}">
                <a16:creationId xmlns:a16="http://schemas.microsoft.com/office/drawing/2014/main" id="{E8A7D130-F1F6-49AA-8908-850CEF27BB5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C5A91C0B-F2B6-4268-AFA8-549ACB50EDAA}" type="slidenum">
              <a:rPr lang="en-US" altLang="zh-CN" sz="2000" smtClean="0">
                <a:solidFill>
                  <a:schemeClr val="bg2"/>
                </a:solidFill>
              </a:rPr>
              <a:pPr/>
              <a:t>32</a:t>
            </a:fld>
            <a:endParaRPr lang="en-US" altLang="zh-CN" sz="2000">
              <a:solidFill>
                <a:schemeClr val="bg2"/>
              </a:solidFill>
            </a:endParaRPr>
          </a:p>
        </p:txBody>
      </p:sp>
      <p:pic>
        <p:nvPicPr>
          <p:cNvPr id="68642" name="Picture 82" descr="1">
            <a:extLst>
              <a:ext uri="{FF2B5EF4-FFF2-40B4-BE49-F238E27FC236}">
                <a16:creationId xmlns:a16="http://schemas.microsoft.com/office/drawing/2014/main" id="{D2407384-7291-4191-9B0E-64F209B0A9D7}"/>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6400" y="5134207"/>
            <a:ext cx="695740" cy="64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41" name="Picture 83" descr="1">
            <a:extLst>
              <a:ext uri="{FF2B5EF4-FFF2-40B4-BE49-F238E27FC236}">
                <a16:creationId xmlns:a16="http://schemas.microsoft.com/office/drawing/2014/main" id="{044858C3-D6F2-4E0C-97B1-6F0B2D46360E}"/>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6451" y="3803598"/>
            <a:ext cx="714374" cy="65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43" name="Rectangle 57">
            <a:extLst>
              <a:ext uri="{FF2B5EF4-FFF2-40B4-BE49-F238E27FC236}">
                <a16:creationId xmlns:a16="http://schemas.microsoft.com/office/drawing/2014/main" id="{A6399B1F-1BB5-4A03-821D-2482C3F2D233}"/>
              </a:ext>
            </a:extLst>
          </p:cNvPr>
          <p:cNvSpPr>
            <a:spLocks noChangeArrowheads="1"/>
          </p:cNvSpPr>
          <p:nvPr/>
        </p:nvSpPr>
        <p:spPr bwMode="auto">
          <a:xfrm>
            <a:off x="765969" y="1110829"/>
            <a:ext cx="806450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20000"/>
              </a:spcBef>
            </a:pPr>
            <a:r>
              <a:rPr kumimoji="1" lang="zh-CN" altLang="en-US" sz="1800" b="0" dirty="0">
                <a:latin typeface="微软雅黑" panose="020B0503020204020204" pitchFamily="34" charset="-122"/>
                <a:ea typeface="微软雅黑" panose="020B0503020204020204" pitchFamily="34" charset="-122"/>
              </a:rPr>
              <a:t>路由器通过路由决定数据的转发，转发策略称为</a:t>
            </a:r>
            <a:r>
              <a:rPr kumimoji="1" lang="zh-CN" altLang="en-US" sz="1800" dirty="0">
                <a:latin typeface="微软雅黑" panose="020B0503020204020204" pitchFamily="34" charset="-122"/>
                <a:ea typeface="微软雅黑" panose="020B0503020204020204" pitchFamily="34" charset="-122"/>
              </a:rPr>
              <a:t>路由选择</a:t>
            </a:r>
            <a:r>
              <a:rPr kumimoji="1" lang="zh-CN" altLang="en-US" sz="1800" b="0" dirty="0">
                <a:latin typeface="微软雅黑" panose="020B0503020204020204" pitchFamily="34" charset="-122"/>
                <a:ea typeface="微软雅黑" panose="020B0503020204020204" pitchFamily="34" charset="-122"/>
              </a:rPr>
              <a:t>（</a:t>
            </a:r>
            <a:r>
              <a:rPr kumimoji="1" lang="en-US" altLang="zh-CN" sz="1800" b="0" dirty="0">
                <a:latin typeface="微软雅黑" panose="020B0503020204020204" pitchFamily="34" charset="-122"/>
                <a:ea typeface="微软雅黑" panose="020B0503020204020204" pitchFamily="34" charset="-122"/>
              </a:rPr>
              <a:t>routing</a:t>
            </a:r>
            <a:r>
              <a:rPr kumimoji="1" lang="zh-CN" altLang="en-US" sz="1800" b="0" dirty="0">
                <a:latin typeface="微软雅黑" panose="020B0503020204020204" pitchFamily="34" charset="-122"/>
                <a:ea typeface="微软雅黑" panose="020B0503020204020204" pitchFamily="34" charset="-122"/>
              </a:rPr>
              <a:t>）</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68644" name="Picture 84" descr="1">
            <a:extLst>
              <a:ext uri="{FF2B5EF4-FFF2-40B4-BE49-F238E27FC236}">
                <a16:creationId xmlns:a16="http://schemas.microsoft.com/office/drawing/2014/main" id="{872F09A4-D060-429B-80B9-6FA7AED4FEC6}"/>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81725" y="3696988"/>
            <a:ext cx="681038" cy="627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par>
                          <p:cTn id="7" fill="hold" nodeType="afterGroup">
                            <p:stCondLst>
                              <p:cond delay="0"/>
                            </p:stCondLst>
                            <p:childTnLst>
                              <p:par>
                                <p:cTn id="8" presetID="2" presetClass="entr" presetSubtype="8" fill="hold" grpId="0" nodeType="afterEffect">
                                  <p:stCondLst>
                                    <p:cond delay="1000"/>
                                  </p:stCondLst>
                                  <p:childTnLst>
                                    <p:set>
                                      <p:cBhvr>
                                        <p:cTn id="9" dur="1" fill="hold">
                                          <p:stCondLst>
                                            <p:cond delay="0"/>
                                          </p:stCondLst>
                                        </p:cTn>
                                        <p:tgtEl>
                                          <p:spTgt spid="19"/>
                                        </p:tgtEl>
                                        <p:attrNameLst>
                                          <p:attrName>style.visibility</p:attrName>
                                        </p:attrNameLst>
                                      </p:cBhvr>
                                      <p:to>
                                        <p:strVal val="visible"/>
                                      </p:to>
                                    </p:set>
                                    <p:anim calcmode="lin" valueType="num">
                                      <p:cBhvr additive="base">
                                        <p:cTn id="10" dur="500" fill="hold"/>
                                        <p:tgtEl>
                                          <p:spTgt spid="19"/>
                                        </p:tgtEl>
                                        <p:attrNameLst>
                                          <p:attrName>ppt_x</p:attrName>
                                        </p:attrNameLst>
                                      </p:cBhvr>
                                      <p:tavLst>
                                        <p:tav tm="0">
                                          <p:val>
                                            <p:strVal val="0-#ppt_w/2"/>
                                          </p:val>
                                        </p:tav>
                                        <p:tav tm="100000">
                                          <p:val>
                                            <p:strVal val="#ppt_x"/>
                                          </p:val>
                                        </p:tav>
                                      </p:tavLst>
                                    </p:anim>
                                    <p:anim calcmode="lin" valueType="num">
                                      <p:cBhvr additive="base">
                                        <p:cTn id="11"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19"/>
                                        </p:tgtEl>
                                        <p:attrNameLst>
                                          <p:attrName>style.visibility</p:attrName>
                                        </p:attrNameLst>
                                      </p:cBhvr>
                                      <p:to>
                                        <p:strVal val="hidden"/>
                                      </p:to>
                                    </p:set>
                                  </p:childTnLst>
                                </p:cTn>
                              </p:par>
                            </p:childTnLst>
                          </p:cTn>
                        </p:par>
                        <p:par>
                          <p:cTn id="16" fill="hold" nodeType="afterGroup">
                            <p:stCondLst>
                              <p:cond delay="0"/>
                            </p:stCondLst>
                            <p:childTnLst>
                              <p:par>
                                <p:cTn id="17" presetID="63" presetClass="path" presetSubtype="0" accel="50000" decel="50000" fill="hold" nodeType="afterEffect">
                                  <p:stCondLst>
                                    <p:cond delay="0"/>
                                  </p:stCondLst>
                                  <p:childTnLst>
                                    <p:animMotion origin="layout" path="M 5E-6 -3.7037E-6 L 0.10226 0.00093 " pathEditMode="relative" rAng="0" ptsTypes="AA">
                                      <p:cBhvr>
                                        <p:cTn id="18" dur="2000" fill="hold"/>
                                        <p:tgtEl>
                                          <p:spTgt spid="20"/>
                                        </p:tgtEl>
                                        <p:attrNameLst>
                                          <p:attrName>ppt_x</p:attrName>
                                          <p:attrName>ppt_y</p:attrName>
                                        </p:attrNameLst>
                                      </p:cBhvr>
                                      <p:rCtr x="5104" y="46"/>
                                    </p:animMotion>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par>
                          <p:cTn id="23" fill="hold" nodeType="afterGroup">
                            <p:stCondLst>
                              <p:cond delay="500"/>
                            </p:stCondLst>
                            <p:childTnLst>
                              <p:par>
                                <p:cTn id="24" presetID="1" presetClass="entr" presetSubtype="0" fill="hold" grpId="0" nodeType="afterEffect">
                                  <p:stCondLst>
                                    <p:cond delay="1000"/>
                                  </p:stCondLst>
                                  <p:childTnLst>
                                    <p:set>
                                      <p:cBhvr>
                                        <p:cTn id="25" dur="1" fill="hold">
                                          <p:stCondLst>
                                            <p:cond delay="0"/>
                                          </p:stCondLst>
                                        </p:cTn>
                                        <p:tgtEl>
                                          <p:spTgt spid="2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56" presetClass="path" presetSubtype="0" accel="50000" decel="50000" fill="hold" nodeType="clickEffect">
                                  <p:stCondLst>
                                    <p:cond delay="0"/>
                                  </p:stCondLst>
                                  <p:childTnLst>
                                    <p:animMotion origin="layout" path="M 0.10226 0.00093 L 0.2283 -0.16666 " pathEditMode="relative" rAng="0" ptsTypes="AA">
                                      <p:cBhvr>
                                        <p:cTn id="29" dur="2000" fill="hold"/>
                                        <p:tgtEl>
                                          <p:spTgt spid="20"/>
                                        </p:tgtEl>
                                        <p:attrNameLst>
                                          <p:attrName>ppt_x</p:attrName>
                                          <p:attrName>ppt_y</p:attrName>
                                        </p:attrNameLst>
                                      </p:cBhvr>
                                      <p:rCtr x="6302" y="-8380"/>
                                    </p:animMotion>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499"/>
                                          </p:stCondLst>
                                        </p:cTn>
                                        <p:tgtEl>
                                          <p:spTgt spid="27"/>
                                        </p:tgtEl>
                                        <p:attrNameLst>
                                          <p:attrName>style.visibility</p:attrName>
                                        </p:attrNameLst>
                                      </p:cBhvr>
                                      <p:to>
                                        <p:strVal val="visible"/>
                                      </p:to>
                                    </p:set>
                                  </p:childTnLst>
                                </p:cTn>
                              </p:par>
                            </p:childTnLst>
                          </p:cTn>
                        </p:par>
                        <p:par>
                          <p:cTn id="34" fill="hold" nodeType="afterGroup">
                            <p:stCondLst>
                              <p:cond delay="500"/>
                            </p:stCondLst>
                            <p:childTnLst>
                              <p:par>
                                <p:cTn id="35" presetID="1" presetClass="entr" presetSubtype="0" fill="hold" grpId="0" nodeType="afterEffect">
                                  <p:stCondLst>
                                    <p:cond delay="100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63" presetClass="path" presetSubtype="0" accel="50000" decel="50000" fill="hold" nodeType="clickEffect">
                                  <p:stCondLst>
                                    <p:cond delay="0"/>
                                  </p:stCondLst>
                                  <p:childTnLst>
                                    <p:animMotion origin="layout" path="M 0.2283 -0.16666 L 0.4783 -0.16666 " pathEditMode="relative" rAng="0" ptsTypes="AA">
                                      <p:cBhvr>
                                        <p:cTn id="40" dur="2000" fill="hold"/>
                                        <p:tgtEl>
                                          <p:spTgt spid="20"/>
                                        </p:tgtEl>
                                        <p:attrNameLst>
                                          <p:attrName>ppt_x</p:attrName>
                                          <p:attrName>ppt_y</p:attrName>
                                        </p:attrNameLst>
                                      </p:cBhvr>
                                      <p:rCtr x="12500" y="0"/>
                                    </p:animMotion>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28"/>
                                        </p:tgtEl>
                                        <p:attrNameLst>
                                          <p:attrName>style.visibility</p:attrName>
                                        </p:attrNameLst>
                                      </p:cBhvr>
                                      <p:to>
                                        <p:strVal val="visible"/>
                                      </p:to>
                                    </p:set>
                                  </p:childTnLst>
                                </p:cTn>
                              </p:par>
                            </p:childTnLst>
                          </p:cTn>
                        </p:par>
                        <p:par>
                          <p:cTn id="45" fill="hold" nodeType="afterGroup">
                            <p:stCondLst>
                              <p:cond delay="500"/>
                            </p:stCondLst>
                            <p:childTnLst>
                              <p:par>
                                <p:cTn id="46" presetID="1" presetClass="entr" presetSubtype="0" fill="hold" grpId="0" nodeType="afterEffect">
                                  <p:stCondLst>
                                    <p:cond delay="1000"/>
                                  </p:stCondLst>
                                  <p:childTnLst>
                                    <p:set>
                                      <p:cBhvr>
                                        <p:cTn id="47" dur="1" fill="hold">
                                          <p:stCondLst>
                                            <p:cond delay="0"/>
                                          </p:stCondLst>
                                        </p:cTn>
                                        <p:tgtEl>
                                          <p:spTgt spid="30"/>
                                        </p:tgtEl>
                                        <p:attrNameLst>
                                          <p:attrName>style.visibility</p:attrName>
                                        </p:attrNameLst>
                                      </p:cBhvr>
                                      <p:to>
                                        <p:strVal val="visible"/>
                                      </p:to>
                                    </p:set>
                                  </p:childTnLst>
                                </p:cTn>
                              </p:par>
                            </p:childTnLst>
                          </p:cTn>
                        </p:par>
                        <p:par>
                          <p:cTn id="48" fill="hold" nodeType="withGroup">
                            <p:stCondLst>
                              <p:cond delay="1500"/>
                            </p:stCondLst>
                            <p:childTnLst>
                              <p:par>
                                <p:cTn id="49" presetID="63" presetClass="path" presetSubtype="0" accel="50000" decel="50000" fill="hold" nodeType="afterEffect">
                                  <p:stCondLst>
                                    <p:cond delay="0"/>
                                  </p:stCondLst>
                                  <p:childTnLst>
                                    <p:animMotion origin="layout" path="M 0.4783 -0.16666 L 0.63577 -0.16666 " pathEditMode="relative" rAng="0" ptsTypes="AA">
                                      <p:cBhvr>
                                        <p:cTn id="50" dur="2000" fill="hold"/>
                                        <p:tgtEl>
                                          <p:spTgt spid="20"/>
                                        </p:tgtEl>
                                        <p:attrNameLst>
                                          <p:attrName>ppt_x</p:attrName>
                                          <p:attrName>ppt_y</p:attrName>
                                        </p:attrNameLst>
                                      </p:cBhvr>
                                      <p:rCtr x="7865"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2" grpId="0" animBg="1"/>
      <p:bldP spid="29" grpId="0" animBg="1"/>
      <p:bldP spid="3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3EA8ACDE-0FE5-4A3B-982E-4396F7A52E0E}"/>
              </a:ext>
            </a:extLst>
          </p:cNvPr>
          <p:cNvSpPr>
            <a:spLocks noGrp="1"/>
          </p:cNvSpPr>
          <p:nvPr>
            <p:ph type="title"/>
          </p:nvPr>
        </p:nvSpPr>
        <p:spPr bwMode="auto">
          <a:xfrm>
            <a:off x="2971800" y="99350"/>
            <a:ext cx="55626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路由表（</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routing table</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a:t>
            </a:r>
          </a:p>
        </p:txBody>
      </p:sp>
      <p:sp>
        <p:nvSpPr>
          <p:cNvPr id="35843" name="Rectangle 3">
            <a:extLst>
              <a:ext uri="{FF2B5EF4-FFF2-40B4-BE49-F238E27FC236}">
                <a16:creationId xmlns:a16="http://schemas.microsoft.com/office/drawing/2014/main" id="{31FBDA9D-4D3B-4E29-BF0B-6CFB87987DB6}"/>
              </a:ext>
            </a:extLst>
          </p:cNvPr>
          <p:cNvSpPr>
            <a:spLocks noChangeArrowheads="1"/>
          </p:cNvSpPr>
          <p:nvPr/>
        </p:nvSpPr>
        <p:spPr bwMode="auto">
          <a:xfrm>
            <a:off x="952500" y="1219200"/>
            <a:ext cx="7353300" cy="5029200"/>
          </a:xfrm>
          <a:prstGeom prst="rect">
            <a:avLst/>
          </a:prstGeom>
          <a:noFill/>
          <a:ln>
            <a:noFill/>
          </a:ln>
        </p:spPr>
        <p:txBody>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ts val="3400"/>
              </a:lnSpc>
              <a:spcBef>
                <a:spcPct val="20000"/>
              </a:spcBef>
              <a:buClr>
                <a:schemeClr val="tx2">
                  <a:lumMod val="60000"/>
                  <a:lumOff val="40000"/>
                </a:schemeClr>
              </a:buClr>
              <a:buSzPct val="80000"/>
              <a:defRPr/>
            </a:pP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路由表用于保存各种传输路径的相关数据（路由信息）供数据转发（路由选择）时使用，主要包含以下关键项：</a:t>
            </a:r>
          </a:p>
          <a:p>
            <a:pPr marL="625475" indent="-452438" algn="just">
              <a:lnSpc>
                <a:spcPts val="3400"/>
              </a:lnSpc>
              <a:spcBef>
                <a:spcPct val="20000"/>
              </a:spcBef>
              <a:buClr>
                <a:srgbClr val="FF0000"/>
              </a:buClr>
              <a:buSzPct val="80000"/>
              <a:buFont typeface="Wingdings" panose="05000000000000000000" pitchFamily="2" charset="2"/>
              <a:buChar char="u"/>
              <a:defRPr/>
            </a:pPr>
            <a:r>
              <a:rPr kumimoji="1" lang="zh-CN" altLang="en-US" sz="1800" dirty="0">
                <a:latin typeface="微软雅黑" panose="020B0503020204020204" pitchFamily="34" charset="-122"/>
                <a:ea typeface="微软雅黑" panose="020B0503020204020204" pitchFamily="34" charset="-122"/>
                <a:cs typeface="Times New Roman" panose="02020603050405020304" pitchFamily="18" charset="0"/>
              </a:rPr>
              <a:t>目的地址</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Destination</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171450" indent="454025" algn="just">
              <a:lnSpc>
                <a:spcPts val="3400"/>
              </a:lnSpc>
              <a:spcBef>
                <a:spcPct val="20000"/>
              </a:spcBef>
              <a:buClr>
                <a:srgbClr val="FF0000"/>
              </a:buClr>
              <a:buSzPct val="80000"/>
              <a:defRPr/>
            </a:pP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标识</a:t>
            </a:r>
            <a:r>
              <a:rPr kumimoji="1"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数据报的目的地址或目的网络。</a:t>
            </a:r>
          </a:p>
          <a:p>
            <a:pPr marL="625475" indent="-452438" algn="just">
              <a:lnSpc>
                <a:spcPts val="3400"/>
              </a:lnSpc>
              <a:spcBef>
                <a:spcPct val="20000"/>
              </a:spcBef>
              <a:buClr>
                <a:srgbClr val="FF0000"/>
              </a:buClr>
              <a:buSzPct val="80000"/>
              <a:buFont typeface="Wingdings" panose="05000000000000000000" pitchFamily="2" charset="2"/>
              <a:buChar char="u"/>
              <a:defRPr/>
            </a:pPr>
            <a:r>
              <a:rPr kumimoji="1" lang="zh-CN" altLang="en-US" sz="1800" dirty="0">
                <a:latin typeface="微软雅黑" panose="020B0503020204020204" pitchFamily="34" charset="-122"/>
                <a:ea typeface="微软雅黑" panose="020B0503020204020204" pitchFamily="34" charset="-122"/>
                <a:cs typeface="Times New Roman" panose="02020603050405020304" pitchFamily="18" charset="0"/>
              </a:rPr>
              <a:t>网络掩码</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Mask</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171450" indent="454025" algn="just">
              <a:lnSpc>
                <a:spcPts val="3400"/>
              </a:lnSpc>
              <a:spcBef>
                <a:spcPct val="20000"/>
              </a:spcBef>
              <a:buClr>
                <a:srgbClr val="FF0000"/>
              </a:buClr>
              <a:buSzPct val="80000"/>
              <a:defRPr/>
            </a:pP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与目的地址一起标识目的主机或路由器所在网段的地址。</a:t>
            </a:r>
            <a:endParaRPr kumimoji="1"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625475" indent="-452438" algn="just">
              <a:lnSpc>
                <a:spcPts val="3400"/>
              </a:lnSpc>
              <a:spcBef>
                <a:spcPct val="20000"/>
              </a:spcBef>
              <a:buClr>
                <a:srgbClr val="FF0000"/>
              </a:buClr>
              <a:buSzPct val="80000"/>
              <a:buFont typeface="Wingdings" panose="05000000000000000000" pitchFamily="2" charset="2"/>
              <a:buChar char="u"/>
              <a:defRPr/>
            </a:pPr>
            <a:r>
              <a:rPr kumimoji="1" lang="zh-CN" altLang="en-US" sz="1800" dirty="0">
                <a:latin typeface="微软雅黑" panose="020B0503020204020204" pitchFamily="34" charset="-122"/>
                <a:ea typeface="微软雅黑" panose="020B0503020204020204" pitchFamily="34" charset="-122"/>
                <a:cs typeface="Times New Roman" panose="02020603050405020304" pitchFamily="18" charset="0"/>
              </a:rPr>
              <a:t>输出接口</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Interface</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171450" indent="454025" algn="just">
              <a:lnSpc>
                <a:spcPts val="3400"/>
              </a:lnSpc>
              <a:spcBef>
                <a:spcPct val="20000"/>
              </a:spcBef>
              <a:buClr>
                <a:srgbClr val="FF0000"/>
              </a:buClr>
              <a:buSzPct val="80000"/>
              <a:defRPr/>
            </a:pP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说明</a:t>
            </a:r>
            <a:r>
              <a:rPr kumimoji="1"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数据报从路由器哪个接口转发。</a:t>
            </a:r>
          </a:p>
          <a:p>
            <a:pPr marL="625475" indent="-452438" algn="just">
              <a:lnSpc>
                <a:spcPts val="3400"/>
              </a:lnSpc>
              <a:spcBef>
                <a:spcPct val="20000"/>
              </a:spcBef>
              <a:buClr>
                <a:srgbClr val="FF0000"/>
              </a:buClr>
              <a:buSzPct val="80000"/>
              <a:buFont typeface="Wingdings" panose="05000000000000000000" pitchFamily="2" charset="2"/>
              <a:buChar char="u"/>
              <a:defRPr/>
            </a:pPr>
            <a:r>
              <a:rPr kumimoji="1" lang="zh-CN" altLang="en-US" sz="1800" dirty="0">
                <a:latin typeface="微软雅黑" panose="020B0503020204020204" pitchFamily="34" charset="-122"/>
                <a:ea typeface="微软雅黑" panose="020B0503020204020204" pitchFamily="34" charset="-122"/>
                <a:cs typeface="Times New Roman" panose="02020603050405020304" pitchFamily="18" charset="0"/>
              </a:rPr>
              <a:t>下一跳</a:t>
            </a:r>
            <a:r>
              <a:rPr kumimoji="1" lang="en-US" altLang="zh-CN" sz="1800" dirty="0">
                <a:latin typeface="微软雅黑" panose="020B0503020204020204" pitchFamily="34" charset="-122"/>
                <a:ea typeface="微软雅黑" panose="020B0503020204020204" pitchFamily="34" charset="-122"/>
                <a:cs typeface="Times New Roman" panose="02020603050405020304" pitchFamily="18" charset="0"/>
              </a:rPr>
              <a:t>IP</a:t>
            </a:r>
            <a:r>
              <a:rPr kumimoji="1" lang="zh-CN" altLang="en-US" sz="1800" dirty="0">
                <a:latin typeface="微软雅黑" panose="020B0503020204020204" pitchFamily="34" charset="-122"/>
                <a:ea typeface="微软雅黑" panose="020B0503020204020204" pitchFamily="34" charset="-122"/>
                <a:cs typeface="Times New Roman" panose="02020603050405020304" pitchFamily="18" charset="0"/>
              </a:rPr>
              <a:t>地址</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Next hop</a:t>
            </a:r>
            <a:r>
              <a:rPr kumimoji="1"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171450" indent="454025" algn="just">
              <a:lnSpc>
                <a:spcPts val="3400"/>
              </a:lnSpc>
              <a:spcBef>
                <a:spcPct val="20000"/>
              </a:spcBef>
              <a:buClr>
                <a:srgbClr val="FF0000"/>
              </a:buClr>
              <a:buSzPct val="80000"/>
              <a:defRPr/>
            </a:pP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说明</a:t>
            </a:r>
            <a:r>
              <a:rPr kumimoji="1"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kumimoji="1"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数据报所经由的下一个路由器的接口地址。</a:t>
            </a:r>
          </a:p>
        </p:txBody>
      </p:sp>
      <p:sp>
        <p:nvSpPr>
          <p:cNvPr id="70660" name="灯片编号占位符 1">
            <a:extLst>
              <a:ext uri="{FF2B5EF4-FFF2-40B4-BE49-F238E27FC236}">
                <a16:creationId xmlns:a16="http://schemas.microsoft.com/office/drawing/2014/main" id="{59A36139-B31E-49AE-9195-44A9BDAD042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7049666A-241D-4D89-AAC3-E9FD7BE3029A}" type="slidenum">
              <a:rPr lang="en-US" altLang="zh-CN" sz="2000" smtClean="0">
                <a:solidFill>
                  <a:schemeClr val="bg2"/>
                </a:solidFill>
              </a:rPr>
              <a:pPr/>
              <a:t>33</a:t>
            </a:fld>
            <a:endParaRPr lang="en-US" altLang="zh-CN" sz="2000">
              <a:solidFill>
                <a:schemeClr val="bg2"/>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CC4E73BE-DB61-40EB-8074-96ADFF52F88A}"/>
              </a:ext>
            </a:extLst>
          </p:cNvPr>
          <p:cNvSpPr>
            <a:spLocks noGrp="1"/>
          </p:cNvSpPr>
          <p:nvPr>
            <p:ph type="title"/>
          </p:nvPr>
        </p:nvSpPr>
        <p:spPr bwMode="auto">
          <a:xfrm>
            <a:off x="2938462" y="94525"/>
            <a:ext cx="4833938" cy="614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路由的分类</a:t>
            </a:r>
          </a:p>
        </p:txBody>
      </p:sp>
      <p:sp>
        <p:nvSpPr>
          <p:cNvPr id="58371" name="Rectangle 1026">
            <a:extLst>
              <a:ext uri="{FF2B5EF4-FFF2-40B4-BE49-F238E27FC236}">
                <a16:creationId xmlns:a16="http://schemas.microsoft.com/office/drawing/2014/main" id="{82F07735-BEB8-4018-974C-B9654C542945}"/>
              </a:ext>
            </a:extLst>
          </p:cNvPr>
          <p:cNvSpPr>
            <a:spLocks noChangeArrowheads="1"/>
          </p:cNvSpPr>
          <p:nvPr/>
        </p:nvSpPr>
        <p:spPr bwMode="auto">
          <a:xfrm>
            <a:off x="785631" y="1066800"/>
            <a:ext cx="7572737" cy="5219506"/>
          </a:xfrm>
          <a:prstGeom prst="rect">
            <a:avLst/>
          </a:prstGeom>
          <a:noFill/>
          <a:ln>
            <a:noFill/>
          </a:ln>
        </p:spPr>
        <p:txBody>
          <a:bodyPr wrap="square" anchor="ctr">
            <a:spAutoFit/>
          </a:bodyPr>
          <a:lstStyle>
            <a:lvl1pPr marL="187325" indent="-187325">
              <a:defRPr sz="3200" b="1">
                <a:solidFill>
                  <a:schemeClr val="tx1"/>
                </a:solidFill>
                <a:latin typeface="Arial" panose="020B0604020202020204" pitchFamily="34" charset="0"/>
              </a:defRPr>
            </a:lvl1pPr>
            <a:lvl2pPr marL="635000" indent="-187325">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ct val="150000"/>
              </a:lnSpc>
              <a:spcBef>
                <a:spcPct val="50000"/>
              </a:spcBef>
              <a:buClr>
                <a:srgbClr val="002060"/>
              </a:buClr>
              <a:buSzPct val="80000"/>
              <a:defRPr/>
            </a:pPr>
            <a:r>
              <a:rPr lang="zh-CN" altLang="en-US" sz="1600" b="0" dirty="0"/>
              <a:t>根据路由器学习路由信息、生成并维护路由表的方法包括三种路由：</a:t>
            </a:r>
            <a:endParaRPr kumimoji="1" lang="en-US" altLang="zh-CN" sz="1600" b="0" dirty="0">
              <a:latin typeface="微软雅黑" panose="020B0503020204020204" pitchFamily="34" charset="-122"/>
              <a:ea typeface="微软雅黑" panose="020B0503020204020204" pitchFamily="34" charset="-122"/>
            </a:endParaRPr>
          </a:p>
          <a:p>
            <a:pPr marL="457200" indent="-457200" algn="just">
              <a:lnSpc>
                <a:spcPct val="150000"/>
              </a:lnSpc>
              <a:spcBef>
                <a:spcPct val="50000"/>
              </a:spcBef>
              <a:buClr>
                <a:srgbClr val="FF0000"/>
              </a:buClr>
              <a:buSzPct val="80000"/>
              <a:buFont typeface="Wingdings" panose="05000000000000000000" pitchFamily="2" charset="2"/>
              <a:buChar char="u"/>
              <a:defRPr/>
            </a:pPr>
            <a:r>
              <a:rPr kumimoji="1" lang="zh-CN" altLang="en-US" sz="1600" dirty="0">
                <a:latin typeface="微软雅黑" panose="020B0503020204020204" pitchFamily="34" charset="-122"/>
                <a:ea typeface="微软雅黑" panose="020B0503020204020204" pitchFamily="34" charset="-122"/>
              </a:rPr>
              <a:t>直连路由（</a:t>
            </a:r>
            <a:r>
              <a:rPr lang="en-US" altLang="zh-CN" sz="1600" dirty="0"/>
              <a:t> Direct </a:t>
            </a:r>
            <a:r>
              <a:rPr kumimoji="1" lang="zh-CN" altLang="en-US" sz="1600" dirty="0">
                <a:latin typeface="微软雅黑" panose="020B0503020204020204" pitchFamily="34" charset="-122"/>
                <a:ea typeface="微软雅黑" panose="020B0503020204020204" pitchFamily="34" charset="-122"/>
              </a:rPr>
              <a:t>）</a:t>
            </a:r>
          </a:p>
          <a:p>
            <a:pPr marL="447675" lvl="1" indent="0" algn="just">
              <a:lnSpc>
                <a:spcPct val="150000"/>
              </a:lnSpc>
              <a:buSzPct val="70000"/>
              <a:defRPr/>
            </a:pPr>
            <a:r>
              <a:rPr kumimoji="1" lang="zh-CN" altLang="en-US" sz="1600" b="0" dirty="0">
                <a:latin typeface="微软雅黑" panose="020B0503020204020204" pitchFamily="34" charset="-122"/>
                <a:ea typeface="微软雅黑" panose="020B0503020204020204" pitchFamily="34" charset="-122"/>
              </a:rPr>
              <a:t>由链路层协议发现，一般指去往路由器接口地址所在网段的路径，该路径信息不需要网络管理员维护，也不需要路由器通过某种算法进行计算获得，直连路由无法使路由器获取与其不直接相连的路由信息。</a:t>
            </a:r>
          </a:p>
          <a:p>
            <a:pPr marL="457200" indent="-457200" algn="just">
              <a:lnSpc>
                <a:spcPct val="150000"/>
              </a:lnSpc>
              <a:spcBef>
                <a:spcPct val="50000"/>
              </a:spcBef>
              <a:buClr>
                <a:srgbClr val="FF0000"/>
              </a:buClr>
              <a:buSzPct val="80000"/>
              <a:buFont typeface="Wingdings" panose="05000000000000000000" pitchFamily="2" charset="2"/>
              <a:buChar char="u"/>
              <a:defRPr/>
            </a:pPr>
            <a:r>
              <a:rPr kumimoji="1" lang="zh-CN" altLang="en-US" sz="1600" dirty="0">
                <a:latin typeface="微软雅黑" panose="020B0503020204020204" pitchFamily="34" charset="-122"/>
                <a:ea typeface="微软雅黑" panose="020B0503020204020204" pitchFamily="34" charset="-122"/>
              </a:rPr>
              <a:t>静态路由（</a:t>
            </a:r>
            <a:r>
              <a:rPr kumimoji="1" lang="en-US" altLang="zh-CN" sz="1600" dirty="0">
                <a:latin typeface="微软雅黑" panose="020B0503020204020204" pitchFamily="34" charset="-122"/>
                <a:ea typeface="微软雅黑" panose="020B0503020204020204" pitchFamily="34" charset="-122"/>
              </a:rPr>
              <a:t> Static </a:t>
            </a:r>
            <a:r>
              <a:rPr kumimoji="1" lang="zh-CN" altLang="en-US" sz="1600" dirty="0">
                <a:latin typeface="微软雅黑" panose="020B0503020204020204" pitchFamily="34" charset="-122"/>
                <a:ea typeface="微软雅黑" panose="020B0503020204020204" pitchFamily="34" charset="-122"/>
              </a:rPr>
              <a:t>）</a:t>
            </a:r>
          </a:p>
          <a:p>
            <a:pPr marL="447675" lvl="1" indent="0" algn="just">
              <a:lnSpc>
                <a:spcPct val="150000"/>
              </a:lnSpc>
              <a:buSzPct val="70000"/>
              <a:defRPr/>
            </a:pPr>
            <a:r>
              <a:rPr kumimoji="1" lang="zh-CN" altLang="en-US" sz="1600" b="0" dirty="0">
                <a:latin typeface="微软雅黑" panose="020B0503020204020204" pitchFamily="34" charset="-122"/>
                <a:ea typeface="微软雅黑" panose="020B0503020204020204" pitchFamily="34" charset="-122"/>
              </a:rPr>
              <a:t>是根据网络拓扑，使用命令在路由器上配置的路由信息。这些静态路由信息指导报文发送，不需要路由器进行计算，但是当网络规模较大或网络拓扑经常发生改变时，网络管理员的工作将非常复杂并且容易产生错误。</a:t>
            </a:r>
            <a:endParaRPr kumimoji="1" lang="en-US" altLang="zh-CN" sz="1600" b="0" dirty="0">
              <a:latin typeface="微软雅黑" panose="020B0503020204020204" pitchFamily="34" charset="-122"/>
              <a:ea typeface="微软雅黑" panose="020B0503020204020204" pitchFamily="34" charset="-122"/>
            </a:endParaRPr>
          </a:p>
          <a:p>
            <a:pPr marL="457200" lvl="1" indent="-457200" algn="just">
              <a:lnSpc>
                <a:spcPct val="150000"/>
              </a:lnSpc>
              <a:spcBef>
                <a:spcPct val="50000"/>
              </a:spcBef>
              <a:buClr>
                <a:srgbClr val="FF0000"/>
              </a:buClr>
              <a:buSzPct val="80000"/>
              <a:buFont typeface="Wingdings" panose="05000000000000000000" pitchFamily="2" charset="2"/>
              <a:buChar char="u"/>
              <a:defRPr/>
            </a:pPr>
            <a:r>
              <a:rPr kumimoji="1" lang="zh-CN" altLang="en-US" sz="1600" dirty="0">
                <a:latin typeface="微软雅黑" panose="020B0503020204020204" pitchFamily="34" charset="-122"/>
                <a:ea typeface="微软雅黑" panose="020B0503020204020204" pitchFamily="34" charset="-122"/>
              </a:rPr>
              <a:t>动态路由（</a:t>
            </a:r>
            <a:r>
              <a:rPr kumimoji="1" lang="en-US" altLang="zh-CN" sz="1600" dirty="0">
                <a:latin typeface="微软雅黑" panose="020B0503020204020204" pitchFamily="34" charset="-122"/>
                <a:ea typeface="微软雅黑" panose="020B0503020204020204" pitchFamily="34" charset="-122"/>
              </a:rPr>
              <a:t> Dynamic </a:t>
            </a:r>
            <a:r>
              <a:rPr kumimoji="1" lang="zh-CN" altLang="en-US" sz="1600" dirty="0">
                <a:latin typeface="微软雅黑" panose="020B0503020204020204" pitchFamily="34" charset="-122"/>
                <a:ea typeface="微软雅黑" panose="020B0503020204020204" pitchFamily="34" charset="-122"/>
              </a:rPr>
              <a:t>）</a:t>
            </a:r>
          </a:p>
          <a:p>
            <a:pPr marL="447675" lvl="1" indent="0" algn="just">
              <a:lnSpc>
                <a:spcPct val="150000"/>
              </a:lnSpc>
              <a:buSzPct val="70000"/>
              <a:defRPr/>
            </a:pPr>
            <a:r>
              <a:rPr kumimoji="1" lang="zh-CN" altLang="en-US" sz="1600" b="0" dirty="0">
                <a:latin typeface="微软雅黑" panose="020B0503020204020204" pitchFamily="34" charset="-122"/>
                <a:ea typeface="微软雅黑" panose="020B0503020204020204" pitchFamily="34" charset="-122"/>
              </a:rPr>
              <a:t>路由器按照特定的算法自动计算新的路由信息，适应网络拓扑结构的变化。路由器需要交换信息，因此开销大，配置复杂。但动态路由无需人工维护，适合复杂拓扑结构的网络。</a:t>
            </a:r>
          </a:p>
        </p:txBody>
      </p:sp>
      <p:sp>
        <p:nvSpPr>
          <p:cNvPr id="72708" name="灯片编号占位符 1">
            <a:extLst>
              <a:ext uri="{FF2B5EF4-FFF2-40B4-BE49-F238E27FC236}">
                <a16:creationId xmlns:a16="http://schemas.microsoft.com/office/drawing/2014/main" id="{07315312-D2E3-4A8A-8956-0C2A7A4A349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DDE35986-6DC1-4E32-AAA4-9318A4C8D4A5}" type="slidenum">
              <a:rPr lang="en-US" altLang="zh-CN" sz="2000" smtClean="0">
                <a:solidFill>
                  <a:schemeClr val="bg2"/>
                </a:solidFill>
              </a:rPr>
              <a:pPr/>
              <a:t>34</a:t>
            </a:fld>
            <a:endParaRPr lang="en-US" altLang="zh-CN" sz="2000">
              <a:solidFill>
                <a:schemeClr val="bg2"/>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5BD258E-DFBC-ECCA-0290-717B97EC2430}"/>
              </a:ext>
            </a:extLst>
          </p:cNvPr>
          <p:cNvSpPr>
            <a:spLocks noGrp="1"/>
          </p:cNvSpPr>
          <p:nvPr>
            <p:ph type="sldNum" sz="quarter" idx="10"/>
          </p:nvPr>
        </p:nvSpPr>
        <p:spPr/>
        <p:txBody>
          <a:bodyPr/>
          <a:lstStyle/>
          <a:p>
            <a:pPr>
              <a:defRPr/>
            </a:pPr>
            <a:r>
              <a:rPr lang="en-US" altLang="zh-CN"/>
              <a:t>15.</a:t>
            </a:r>
            <a:fld id="{3A249DA5-79A4-40DE-8F1B-5CE2A826BED8}" type="slidenum">
              <a:rPr lang="en-US" altLang="zh-CN" smtClean="0"/>
              <a:pPr>
                <a:defRPr/>
              </a:pPr>
              <a:t>35</a:t>
            </a:fld>
            <a:endParaRPr lang="en-US" altLang="zh-CN"/>
          </a:p>
        </p:txBody>
      </p:sp>
      <p:sp>
        <p:nvSpPr>
          <p:cNvPr id="5" name="文本框 4">
            <a:extLst>
              <a:ext uri="{FF2B5EF4-FFF2-40B4-BE49-F238E27FC236}">
                <a16:creationId xmlns:a16="http://schemas.microsoft.com/office/drawing/2014/main" id="{890EC8B5-8CCA-727D-A068-D6911497F7E1}"/>
              </a:ext>
            </a:extLst>
          </p:cNvPr>
          <p:cNvSpPr txBox="1"/>
          <p:nvPr/>
        </p:nvSpPr>
        <p:spPr>
          <a:xfrm>
            <a:off x="1181100" y="1295400"/>
            <a:ext cx="6781800" cy="2919838"/>
          </a:xfrm>
          <a:prstGeom prst="rect">
            <a:avLst/>
          </a:prstGeom>
          <a:noFill/>
        </p:spPr>
        <p:txBody>
          <a:bodyPr wrap="square">
            <a:spAutoFit/>
          </a:bodyPr>
          <a:lstStyle/>
          <a:p>
            <a:pPr algn="just">
              <a:lnSpc>
                <a:spcPct val="200000"/>
              </a:lnSpc>
              <a:spcAft>
                <a:spcPts val="1125"/>
              </a:spcAft>
            </a:pPr>
            <a:r>
              <a:rPr lang="zh-CN" altLang="en-US" sz="1800" b="0" dirty="0">
                <a:solidFill>
                  <a:srgbClr val="333333"/>
                </a:solidFill>
                <a:latin typeface="微软雅黑" panose="020B0503020204020204" pitchFamily="34" charset="-122"/>
                <a:ea typeface="微软雅黑" panose="020B0503020204020204" pitchFamily="34" charset="-122"/>
              </a:rPr>
              <a:t>三层交换机就是具有部分路由器功能的交换机，工作在网络层。三层交换机的最重要目的是加快大型局域网内部的数据交换，所具有的路由功能也是为这目的服务的。</a:t>
            </a:r>
          </a:p>
          <a:p>
            <a:pPr algn="just">
              <a:lnSpc>
                <a:spcPct val="200000"/>
              </a:lnSpc>
              <a:spcAft>
                <a:spcPts val="1125"/>
              </a:spcAft>
            </a:pPr>
            <a:r>
              <a:rPr lang="zh-CN" altLang="en-US" sz="1800" b="0" dirty="0">
                <a:solidFill>
                  <a:srgbClr val="333333"/>
                </a:solidFill>
                <a:latin typeface="微软雅黑" panose="020B0503020204020204" pitchFamily="34" charset="-122"/>
                <a:ea typeface="微软雅黑" panose="020B0503020204020204" pitchFamily="34" charset="-122"/>
              </a:rPr>
              <a:t>对于数据包转发等规律性的过程由硬件高速实现，而像路由信息更新、路由表维护、路由计算、路由确定等功能，由软件实现。</a:t>
            </a:r>
          </a:p>
        </p:txBody>
      </p:sp>
      <p:sp>
        <p:nvSpPr>
          <p:cNvPr id="7" name="文本框 6">
            <a:extLst>
              <a:ext uri="{FF2B5EF4-FFF2-40B4-BE49-F238E27FC236}">
                <a16:creationId xmlns:a16="http://schemas.microsoft.com/office/drawing/2014/main" id="{9CC6DF78-ADC0-5505-5AB2-8785987CD51A}"/>
              </a:ext>
            </a:extLst>
          </p:cNvPr>
          <p:cNvSpPr txBox="1"/>
          <p:nvPr/>
        </p:nvSpPr>
        <p:spPr>
          <a:xfrm>
            <a:off x="2971800" y="76200"/>
            <a:ext cx="4609652" cy="523220"/>
          </a:xfrm>
          <a:prstGeom prst="rect">
            <a:avLst/>
          </a:prstGeom>
          <a:noFill/>
        </p:spPr>
        <p:txBody>
          <a:bodyPr wrap="squar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三层交换机</a:t>
            </a:r>
          </a:p>
        </p:txBody>
      </p:sp>
      <p:pic>
        <p:nvPicPr>
          <p:cNvPr id="69634" name="Picture 2">
            <a:extLst>
              <a:ext uri="{FF2B5EF4-FFF2-40B4-BE49-F238E27FC236}">
                <a16:creationId xmlns:a16="http://schemas.microsoft.com/office/drawing/2014/main" id="{E0C2F0CF-EE48-4893-AFC9-E803B76E08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82" t="33672" r="6868" b="48760"/>
          <a:stretch/>
        </p:blipFill>
        <p:spPr bwMode="auto">
          <a:xfrm>
            <a:off x="2019300" y="4648200"/>
            <a:ext cx="5105400" cy="1079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719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a:extLst>
              <a:ext uri="{FF2B5EF4-FFF2-40B4-BE49-F238E27FC236}">
                <a16:creationId xmlns:a16="http://schemas.microsoft.com/office/drawing/2014/main" id="{4D1BE32B-0FFF-462C-A866-74EDB415B224}"/>
              </a:ext>
            </a:extLst>
          </p:cNvPr>
          <p:cNvSpPr>
            <a:spLocks noGrp="1" noChangeArrowheads="1"/>
          </p:cNvSpPr>
          <p:nvPr>
            <p:ph type="body" idx="1"/>
          </p:nvPr>
        </p:nvSpPr>
        <p:spPr bwMode="auto">
          <a:xfrm>
            <a:off x="647700" y="1143000"/>
            <a:ext cx="7848600" cy="4953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150000"/>
              </a:lnSpc>
              <a:buFont typeface="Wingdings" panose="05000000000000000000" pitchFamily="2" charset="2"/>
              <a:buNone/>
              <a:defRPr/>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三层交换机具有路由功能，与传统路由器的路由功能总体上一致，但是还存在着很大的本质区别。</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a:t>
            </a:r>
          </a:p>
          <a:p>
            <a:pPr>
              <a:lnSpc>
                <a:spcPct val="150000"/>
              </a:lnSpc>
              <a:buClr>
                <a:srgbClr val="FF0000"/>
              </a:buClr>
              <a:buSzPct val="80000"/>
              <a:buFont typeface="Wingdings" panose="05000000000000000000" pitchFamily="2" charset="2"/>
              <a:buChar char="u"/>
              <a:defRPr/>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主要功能不同。</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三层交换机同时具备了数据交换和路由转发两种功能，但其主要功能还是数据交换；而路由器仅具有路由转发这一种主要功能。</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endParaRPr lang="en-US" altLang="zh-CN" sz="9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适用环境不同。</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三层交换机的路由功能通常比较简单，在局域网中的主要用途还是提供快速数据交换功能。路由器则更多体现在不同类型网络之间的互联上，可进行最佳路由选择、负荷分担、链路备份及和其他网络进行路由信息的交换等。</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endParaRPr lang="en-US" altLang="zh-CN" sz="9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buClr>
                <a:srgbClr val="FF0000"/>
              </a:buClr>
              <a:buSzPct val="80000"/>
              <a:buFont typeface="Wingdings" panose="05000000000000000000" pitchFamily="2" charset="2"/>
              <a:buChar char="u"/>
              <a:defRPr/>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性能体现不同。</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路由器一般由基于</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CPU</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软件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路由引擎执行数据报交换，而三层交换机通过</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硬件</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执行数据报交换。从整体性能上三层交换机的性能远优于路由器，适用于数据交换频繁的局域网中；路由器虽然路由功能非常强大，但它的数据报转发效率远低于三层交换机，更适合于数据交换不是很频繁的不同类型网络的互联。</a:t>
            </a:r>
            <a:endParaRPr lang="en-GB"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516" name="灯片编号占位符 3">
            <a:extLst>
              <a:ext uri="{FF2B5EF4-FFF2-40B4-BE49-F238E27FC236}">
                <a16:creationId xmlns:a16="http://schemas.microsoft.com/office/drawing/2014/main" id="{862E9A44-21F0-4BE0-AFC2-6904C49E91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7DDB47EE-4102-4D8B-9E73-4CBF2131B540}" type="slidenum">
              <a:rPr lang="en-US" altLang="zh-CN" sz="2000" smtClean="0">
                <a:solidFill>
                  <a:schemeClr val="bg2"/>
                </a:solidFill>
              </a:rPr>
              <a:pPr/>
              <a:t>36</a:t>
            </a:fld>
            <a:endParaRPr lang="en-US" altLang="zh-CN" sz="2000">
              <a:solidFill>
                <a:schemeClr val="bg2"/>
              </a:solidFill>
            </a:endParaRPr>
          </a:p>
        </p:txBody>
      </p:sp>
      <p:sp>
        <p:nvSpPr>
          <p:cNvPr id="7" name="Text Box 4">
            <a:extLst>
              <a:ext uri="{FF2B5EF4-FFF2-40B4-BE49-F238E27FC236}">
                <a16:creationId xmlns:a16="http://schemas.microsoft.com/office/drawing/2014/main" id="{204463E1-26D8-49F3-A69B-6B9EF2E5A73D}"/>
              </a:ext>
            </a:extLst>
          </p:cNvPr>
          <p:cNvSpPr txBox="1">
            <a:spLocks noChangeArrowheads="1"/>
          </p:cNvSpPr>
          <p:nvPr/>
        </p:nvSpPr>
        <p:spPr bwMode="auto">
          <a:xfrm>
            <a:off x="2992968" y="82950"/>
            <a:ext cx="44775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路由器 </a:t>
            </a:r>
            <a:r>
              <a:rPr lang="en-US" altLang="zh-CN" sz="2800" dirty="0">
                <a:solidFill>
                  <a:schemeClr val="bg1"/>
                </a:solidFill>
                <a:latin typeface="微软雅黑" panose="020B0503020204020204" pitchFamily="34" charset="-122"/>
                <a:ea typeface="微软雅黑" panose="020B0503020204020204" pitchFamily="34" charset="-122"/>
              </a:rPr>
              <a:t>vs. </a:t>
            </a:r>
            <a:r>
              <a:rPr lang="zh-CN" altLang="en-US" sz="2800" dirty="0">
                <a:solidFill>
                  <a:schemeClr val="bg1"/>
                </a:solidFill>
                <a:latin typeface="微软雅黑" panose="020B0503020204020204" pitchFamily="34" charset="-122"/>
                <a:ea typeface="微软雅黑" panose="020B0503020204020204" pitchFamily="34" charset="-122"/>
              </a:rPr>
              <a:t>交换机（三层）</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066665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267AC40-411E-818B-3E81-022779753A7C}"/>
              </a:ext>
            </a:extLst>
          </p:cNvPr>
          <p:cNvSpPr>
            <a:spLocks noGrp="1"/>
          </p:cNvSpPr>
          <p:nvPr>
            <p:ph type="sldNum" sz="quarter" idx="10"/>
          </p:nvPr>
        </p:nvSpPr>
        <p:spPr/>
        <p:txBody>
          <a:bodyPr/>
          <a:lstStyle/>
          <a:p>
            <a:pPr>
              <a:defRPr/>
            </a:pPr>
            <a:r>
              <a:rPr lang="en-US" altLang="zh-CN"/>
              <a:t>15.</a:t>
            </a:r>
            <a:fld id="{38D18773-4C11-415B-B314-A1A7817F7071}" type="slidenum">
              <a:rPr lang="en-US" altLang="zh-CN" smtClean="0"/>
              <a:pPr>
                <a:defRPr/>
              </a:pPr>
              <a:t>37</a:t>
            </a:fld>
            <a:endParaRPr lang="en-US" altLang="zh-CN"/>
          </a:p>
        </p:txBody>
      </p:sp>
      <p:sp>
        <p:nvSpPr>
          <p:cNvPr id="5" name="文本框 4">
            <a:extLst>
              <a:ext uri="{FF2B5EF4-FFF2-40B4-BE49-F238E27FC236}">
                <a16:creationId xmlns:a16="http://schemas.microsoft.com/office/drawing/2014/main" id="{94A7DD0B-2818-F69D-8198-1F1E9F7C94AD}"/>
              </a:ext>
            </a:extLst>
          </p:cNvPr>
          <p:cNvSpPr txBox="1"/>
          <p:nvPr/>
        </p:nvSpPr>
        <p:spPr>
          <a:xfrm>
            <a:off x="952973" y="1130086"/>
            <a:ext cx="7352827" cy="2264851"/>
          </a:xfrm>
          <a:prstGeom prst="rect">
            <a:avLst/>
          </a:prstGeom>
          <a:noFill/>
        </p:spPr>
        <p:txBody>
          <a:bodyPr wrap="square" rtlCol="0">
            <a:spAutoFit/>
          </a:bodyPr>
          <a:lstStyle/>
          <a:p>
            <a:pPr marL="285750" indent="-285750">
              <a:lnSpc>
                <a:spcPct val="150000"/>
              </a:lnSpc>
              <a:buClr>
                <a:srgbClr val="FF0000"/>
              </a:buClr>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rPr>
              <a:t>核心层</a:t>
            </a:r>
            <a:r>
              <a:rPr lang="zh-CN" altLang="en-US" sz="1600" b="0" dirty="0">
                <a:latin typeface="微软雅黑" panose="020B0503020204020204" pitchFamily="34" charset="-122"/>
                <a:ea typeface="微软雅黑" panose="020B0503020204020204" pitchFamily="34" charset="-122"/>
              </a:rPr>
              <a:t>：通过高速转发通信，提供快速、可靠的骨干数据交换。</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rPr>
              <a:t>汇聚层</a:t>
            </a:r>
            <a:r>
              <a:rPr lang="zh-CN" altLang="en-US" sz="1600" b="0" dirty="0">
                <a:latin typeface="微软雅黑" panose="020B0503020204020204" pitchFamily="34" charset="-122"/>
                <a:ea typeface="微软雅黑" panose="020B0503020204020204" pitchFamily="34" charset="-122"/>
              </a:rPr>
              <a:t>：在工作站接入核心层前先做汇聚，减轻核心层设备的负荷。汇聚层具有实施策略、安全、工作组接入、虚拟局域网之间的路由、源地址或目的地址过滤等多种功能。</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pPr>
            <a:r>
              <a:rPr lang="zh-CN" altLang="en-US" sz="1600" dirty="0">
                <a:latin typeface="微软雅黑" panose="020B0503020204020204" pitchFamily="34" charset="-122"/>
                <a:ea typeface="微软雅黑" panose="020B0503020204020204" pitchFamily="34" charset="-122"/>
              </a:rPr>
              <a:t>接入层</a:t>
            </a:r>
            <a:r>
              <a:rPr lang="zh-CN" altLang="en-US" sz="1600" b="0" dirty="0">
                <a:latin typeface="微软雅黑" panose="020B0503020204020204" pitchFamily="34" charset="-122"/>
                <a:ea typeface="微软雅黑" panose="020B0503020204020204" pitchFamily="34" charset="-122"/>
              </a:rPr>
              <a:t>：是直接连接用户计算机并使各种网络资源接入网络，为用户提供了在本地网段访问应用系统的能力。</a:t>
            </a:r>
          </a:p>
        </p:txBody>
      </p:sp>
      <p:sp>
        <p:nvSpPr>
          <p:cNvPr id="2" name="矩形 1">
            <a:extLst>
              <a:ext uri="{FF2B5EF4-FFF2-40B4-BE49-F238E27FC236}">
                <a16:creationId xmlns:a16="http://schemas.microsoft.com/office/drawing/2014/main" id="{F84EA8CD-4D74-4A36-8ADC-C7BC04B4613C}"/>
              </a:ext>
            </a:extLst>
          </p:cNvPr>
          <p:cNvSpPr/>
          <p:nvPr/>
        </p:nvSpPr>
        <p:spPr>
          <a:xfrm>
            <a:off x="2971800" y="76200"/>
            <a:ext cx="4572000" cy="523220"/>
          </a:xfrm>
          <a:prstGeom prst="rect">
            <a:avLst/>
          </a:prstGeom>
        </p:spPr>
        <p:txBody>
          <a:bodyPr>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网络设计的三层结构</a:t>
            </a:r>
          </a:p>
        </p:txBody>
      </p:sp>
      <p:graphicFrame>
        <p:nvGraphicFramePr>
          <p:cNvPr id="6" name="表格 5">
            <a:extLst>
              <a:ext uri="{FF2B5EF4-FFF2-40B4-BE49-F238E27FC236}">
                <a16:creationId xmlns:a16="http://schemas.microsoft.com/office/drawing/2014/main" id="{115A8246-C24B-4C64-98A8-E916F75270A1}"/>
              </a:ext>
            </a:extLst>
          </p:cNvPr>
          <p:cNvGraphicFramePr>
            <a:graphicFrameLocks noGrp="1"/>
          </p:cNvGraphicFramePr>
          <p:nvPr>
            <p:extLst>
              <p:ext uri="{D42A27DB-BD31-4B8C-83A1-F6EECF244321}">
                <p14:modId xmlns:p14="http://schemas.microsoft.com/office/powerpoint/2010/main" val="3435445895"/>
              </p:ext>
            </p:extLst>
          </p:nvPr>
        </p:nvGraphicFramePr>
        <p:xfrm>
          <a:off x="1219200" y="3657600"/>
          <a:ext cx="6858948" cy="2335746"/>
        </p:xfrm>
        <a:graphic>
          <a:graphicData uri="http://schemas.openxmlformats.org/drawingml/2006/table">
            <a:tbl>
              <a:tblPr firstRow="1" bandRow="1">
                <a:tableStyleId>{5940675A-B579-460E-94D1-54222C63F5DA}</a:tableStyleId>
              </a:tblPr>
              <a:tblGrid>
                <a:gridCol w="1223059">
                  <a:extLst>
                    <a:ext uri="{9D8B030D-6E8A-4147-A177-3AD203B41FA5}">
                      <a16:colId xmlns:a16="http://schemas.microsoft.com/office/drawing/2014/main" val="4164181964"/>
                    </a:ext>
                  </a:extLst>
                </a:gridCol>
                <a:gridCol w="2133600">
                  <a:extLst>
                    <a:ext uri="{9D8B030D-6E8A-4147-A177-3AD203B41FA5}">
                      <a16:colId xmlns:a16="http://schemas.microsoft.com/office/drawing/2014/main" val="3581289772"/>
                    </a:ext>
                  </a:extLst>
                </a:gridCol>
                <a:gridCol w="3502289">
                  <a:extLst>
                    <a:ext uri="{9D8B030D-6E8A-4147-A177-3AD203B41FA5}">
                      <a16:colId xmlns:a16="http://schemas.microsoft.com/office/drawing/2014/main" val="1810766295"/>
                    </a:ext>
                  </a:extLst>
                </a:gridCol>
              </a:tblGrid>
              <a:tr h="449892">
                <a:tc>
                  <a:txBody>
                    <a:bodyPr/>
                    <a:lstStyle/>
                    <a:p>
                      <a:pPr algn="ct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600" b="1" dirty="0">
                          <a:latin typeface="微软雅黑" panose="020B0503020204020204" pitchFamily="34" charset="-122"/>
                          <a:ea typeface="微软雅黑" panose="020B0503020204020204" pitchFamily="34" charset="-122"/>
                        </a:rPr>
                        <a:t>层次</a:t>
                      </a:r>
                    </a:p>
                  </a:txBody>
                  <a:tcPr anchor="ctr"/>
                </a:tc>
                <a:tc>
                  <a:txBody>
                    <a:bodyPr/>
                    <a:lstStyle/>
                    <a:p>
                      <a:pPr algn="ctr"/>
                      <a:r>
                        <a:rPr lang="zh-CN" altLang="en-US" sz="1600" b="1" dirty="0">
                          <a:latin typeface="微软雅黑" panose="020B0503020204020204" pitchFamily="34" charset="-122"/>
                          <a:ea typeface="微软雅黑" panose="020B0503020204020204" pitchFamily="34" charset="-122"/>
                        </a:rPr>
                        <a:t>主要功能</a:t>
                      </a:r>
                    </a:p>
                  </a:txBody>
                  <a:tcPr anchor="ctr"/>
                </a:tc>
                <a:extLst>
                  <a:ext uri="{0D108BD9-81ED-4DB2-BD59-A6C34878D82A}">
                    <a16:rowId xmlns:a16="http://schemas.microsoft.com/office/drawing/2014/main" val="1742081182"/>
                  </a:ext>
                </a:extLst>
              </a:tr>
              <a:tr h="628618">
                <a:tc>
                  <a:txBody>
                    <a:bodyPr/>
                    <a:lstStyle/>
                    <a:p>
                      <a:pPr algn="ctr"/>
                      <a:r>
                        <a:rPr lang="zh-CN" altLang="en-US" sz="1400" dirty="0">
                          <a:latin typeface="微软雅黑" panose="020B0503020204020204" pitchFamily="34" charset="-122"/>
                          <a:ea typeface="微软雅黑" panose="020B0503020204020204" pitchFamily="34" charset="-122"/>
                        </a:rPr>
                        <a:t>核心交换机</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基本的二层交换功能</a:t>
                      </a:r>
                    </a:p>
                  </a:txBody>
                  <a:tcPr anchor="ctr"/>
                </a:tc>
                <a:tc>
                  <a:txBody>
                    <a:bodyPr/>
                    <a:lstStyle/>
                    <a:p>
                      <a:pPr algn="just"/>
                      <a:r>
                        <a:rPr lang="en-US" altLang="zh-CN" sz="1400" dirty="0">
                          <a:latin typeface="微软雅黑" panose="020B0503020204020204" pitchFamily="34" charset="-122"/>
                          <a:ea typeface="微软雅黑" panose="020B0503020204020204" pitchFamily="34" charset="-122"/>
                        </a:rPr>
                        <a:t>VLAN</a:t>
                      </a:r>
                      <a:r>
                        <a:rPr lang="zh-CN" altLang="en-US" sz="1400" dirty="0">
                          <a:latin typeface="微软雅黑" panose="020B0503020204020204" pitchFamily="34" charset="-122"/>
                          <a:ea typeface="微软雅黑" panose="020B0503020204020204" pitchFamily="34" charset="-122"/>
                        </a:rPr>
                        <a:t>划分、端口安全、</a:t>
                      </a:r>
                      <a:r>
                        <a:rPr lang="en-US" altLang="zh-CN" sz="1400" dirty="0">
                          <a:latin typeface="微软雅黑" panose="020B0503020204020204" pitchFamily="34" charset="-122"/>
                          <a:ea typeface="微软雅黑" panose="020B0503020204020204" pitchFamily="34" charset="-122"/>
                        </a:rPr>
                        <a:t>MAC</a:t>
                      </a:r>
                      <a:r>
                        <a:rPr lang="zh-CN" altLang="en-US" sz="1400" dirty="0">
                          <a:latin typeface="微软雅黑" panose="020B0503020204020204" pitchFamily="34" charset="-122"/>
                          <a:ea typeface="微软雅黑" panose="020B0503020204020204" pitchFamily="34" charset="-122"/>
                        </a:rPr>
                        <a:t>地址学习等基本交换功能</a:t>
                      </a:r>
                    </a:p>
                  </a:txBody>
                  <a:tcPr anchor="ctr"/>
                </a:tc>
                <a:extLst>
                  <a:ext uri="{0D108BD9-81ED-4DB2-BD59-A6C34878D82A}">
                    <a16:rowId xmlns:a16="http://schemas.microsoft.com/office/drawing/2014/main" val="2023225450"/>
                  </a:ext>
                </a:extLst>
              </a:tr>
              <a:tr h="628618">
                <a:tc>
                  <a:txBody>
                    <a:bodyPr/>
                    <a:lstStyle/>
                    <a:p>
                      <a:pPr algn="ctr"/>
                      <a:r>
                        <a:rPr lang="zh-CN" altLang="en-US" sz="1400" dirty="0">
                          <a:latin typeface="微软雅黑" panose="020B0503020204020204" pitchFamily="34" charset="-122"/>
                          <a:ea typeface="微软雅黑" panose="020B0503020204020204" pitchFamily="34" charset="-122"/>
                        </a:rPr>
                        <a:t>汇聚交换机</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高级二层和三层功能</a:t>
                      </a:r>
                    </a:p>
                  </a:txBody>
                  <a:tcPr anchor="ctr"/>
                </a:tc>
                <a:tc>
                  <a:txBody>
                    <a:bodyPr/>
                    <a:lstStyle/>
                    <a:p>
                      <a:pPr algn="just"/>
                      <a:r>
                        <a:rPr lang="zh-CN" altLang="en-US" sz="1400" dirty="0">
                          <a:latin typeface="微软雅黑" panose="020B0503020204020204" pitchFamily="34" charset="-122"/>
                          <a:ea typeface="微软雅黑" panose="020B0503020204020204" pitchFamily="34" charset="-122"/>
                        </a:rPr>
                        <a:t>支持</a:t>
                      </a:r>
                      <a:r>
                        <a:rPr lang="en-US" altLang="zh-CN" sz="1400" dirty="0">
                          <a:latin typeface="微软雅黑" panose="020B0503020204020204" pitchFamily="34" charset="-122"/>
                          <a:ea typeface="微软雅黑" panose="020B0503020204020204" pitchFamily="34" charset="-122"/>
                        </a:rPr>
                        <a:t>VLAN</a:t>
                      </a:r>
                      <a:r>
                        <a:rPr lang="zh-CN" altLang="en-US" sz="1400" dirty="0">
                          <a:latin typeface="微软雅黑" panose="020B0503020204020204" pitchFamily="34" charset="-122"/>
                          <a:ea typeface="微软雅黑" panose="020B0503020204020204" pitchFamily="34" charset="-122"/>
                        </a:rPr>
                        <a:t>间路由、链路聚合、</a:t>
                      </a:r>
                      <a:r>
                        <a:rPr lang="en-US" altLang="zh-CN" sz="1400" dirty="0">
                          <a:latin typeface="微软雅黑" panose="020B0503020204020204" pitchFamily="34" charset="-122"/>
                          <a:ea typeface="微软雅黑" panose="020B0503020204020204" pitchFamily="34" charset="-122"/>
                        </a:rPr>
                        <a:t>QoS</a:t>
                      </a:r>
                      <a:r>
                        <a:rPr lang="zh-CN" altLang="en-US" sz="1400" dirty="0">
                          <a:latin typeface="微软雅黑" panose="020B0503020204020204" pitchFamily="34" charset="-122"/>
                          <a:ea typeface="微软雅黑" panose="020B0503020204020204" pitchFamily="34" charset="-122"/>
                        </a:rPr>
                        <a:t>等高级功能</a:t>
                      </a:r>
                    </a:p>
                  </a:txBody>
                  <a:tcPr anchor="ctr"/>
                </a:tc>
                <a:extLst>
                  <a:ext uri="{0D108BD9-81ED-4DB2-BD59-A6C34878D82A}">
                    <a16:rowId xmlns:a16="http://schemas.microsoft.com/office/drawing/2014/main" val="696570607"/>
                  </a:ext>
                </a:extLst>
              </a:tr>
              <a:tr h="628618">
                <a:tc>
                  <a:txBody>
                    <a:bodyPr/>
                    <a:lstStyle/>
                    <a:p>
                      <a:pPr algn="ctr"/>
                      <a:r>
                        <a:rPr lang="zh-CN" altLang="en-US" sz="1400" dirty="0">
                          <a:latin typeface="微软雅黑" panose="020B0503020204020204" pitchFamily="34" charset="-122"/>
                          <a:ea typeface="微软雅黑" panose="020B0503020204020204" pitchFamily="34" charset="-122"/>
                        </a:rPr>
                        <a:t>接入交换机</a:t>
                      </a:r>
                    </a:p>
                  </a:txBody>
                  <a:tcPr anchor="ctr"/>
                </a:tc>
                <a:tc>
                  <a:txBody>
                    <a:bodyPr/>
                    <a:lstStyle/>
                    <a:p>
                      <a:pPr algn="ctr"/>
                      <a:r>
                        <a:rPr lang="zh-CN" altLang="en-US" sz="1400" dirty="0">
                          <a:latin typeface="微软雅黑" panose="020B0503020204020204" pitchFamily="34" charset="-122"/>
                          <a:ea typeface="微软雅黑" panose="020B0503020204020204" pitchFamily="34" charset="-122"/>
                        </a:rPr>
                        <a:t>高性能三层路由功能</a:t>
                      </a:r>
                    </a:p>
                  </a:txBody>
                  <a:tcPr anchor="ctr"/>
                </a:tc>
                <a:tc>
                  <a:txBody>
                    <a:bodyPr/>
                    <a:lstStyle/>
                    <a:p>
                      <a:pPr algn="just"/>
                      <a:r>
                        <a:rPr lang="zh-CN" altLang="en-US" sz="1400" dirty="0">
                          <a:latin typeface="微软雅黑" panose="020B0503020204020204" pitchFamily="34" charset="-122"/>
                          <a:ea typeface="微软雅黑" panose="020B0503020204020204" pitchFamily="34" charset="-122"/>
                        </a:rPr>
                        <a:t>提供大规模</a:t>
                      </a:r>
                      <a:r>
                        <a:rPr lang="en-US" altLang="zh-CN" sz="1400" dirty="0">
                          <a:latin typeface="微软雅黑" panose="020B0503020204020204" pitchFamily="34" charset="-122"/>
                          <a:ea typeface="微软雅黑" panose="020B0503020204020204" pitchFamily="34" charset="-122"/>
                        </a:rPr>
                        <a:t>VLAN</a:t>
                      </a:r>
                      <a:r>
                        <a:rPr lang="zh-CN" altLang="en-US" sz="1400" dirty="0">
                          <a:latin typeface="微软雅黑" panose="020B0503020204020204" pitchFamily="34" charset="-122"/>
                          <a:ea typeface="微软雅黑" panose="020B0503020204020204" pitchFamily="34" charset="-122"/>
                        </a:rPr>
                        <a:t>间路由、复杂网络策略和高级路由协议支持（如</a:t>
                      </a:r>
                      <a:r>
                        <a:rPr lang="en-US" altLang="zh-CN" sz="1400" dirty="0">
                          <a:latin typeface="微软雅黑" panose="020B0503020204020204" pitchFamily="34" charset="-122"/>
                          <a:ea typeface="微软雅黑" panose="020B0503020204020204" pitchFamily="34" charset="-122"/>
                        </a:rPr>
                        <a:t>OSPF</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BGP</a:t>
                      </a:r>
                      <a:r>
                        <a:rPr lang="zh-CN" altLang="en-US" sz="1400" dirty="0">
                          <a:latin typeface="微软雅黑" panose="020B0503020204020204" pitchFamily="34" charset="-122"/>
                          <a:ea typeface="微软雅黑" panose="020B0503020204020204" pitchFamily="34" charset="-122"/>
                        </a:rPr>
                        <a:t>）</a:t>
                      </a:r>
                    </a:p>
                  </a:txBody>
                  <a:tcPr anchor="ctr"/>
                </a:tc>
                <a:extLst>
                  <a:ext uri="{0D108BD9-81ED-4DB2-BD59-A6C34878D82A}">
                    <a16:rowId xmlns:a16="http://schemas.microsoft.com/office/drawing/2014/main" val="3627802930"/>
                  </a:ext>
                </a:extLst>
              </a:tr>
            </a:tbl>
          </a:graphicData>
        </a:graphic>
      </p:graphicFrame>
    </p:spTree>
    <p:extLst>
      <p:ext uri="{BB962C8B-B14F-4D97-AF65-F5344CB8AC3E}">
        <p14:creationId xmlns:p14="http://schemas.microsoft.com/office/powerpoint/2010/main" val="2899008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a:extLst>
              <a:ext uri="{FF2B5EF4-FFF2-40B4-BE49-F238E27FC236}">
                <a16:creationId xmlns:a16="http://schemas.microsoft.com/office/drawing/2014/main" id="{CF9BDBA9-FB6B-423C-80D5-83424967AF61}"/>
              </a:ext>
            </a:extLst>
          </p:cNvPr>
          <p:cNvSpPr>
            <a:spLocks noGrp="1"/>
          </p:cNvSpPr>
          <p:nvPr>
            <p:ph type="title"/>
          </p:nvPr>
        </p:nvSpPr>
        <p:spPr bwMode="auto">
          <a:xfrm>
            <a:off x="2914651" y="76200"/>
            <a:ext cx="3532449" cy="5064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网关</a:t>
            </a:r>
          </a:p>
        </p:txBody>
      </p:sp>
      <p:sp>
        <p:nvSpPr>
          <p:cNvPr id="38919" name="TextBox 14">
            <a:extLst>
              <a:ext uri="{FF2B5EF4-FFF2-40B4-BE49-F238E27FC236}">
                <a16:creationId xmlns:a16="http://schemas.microsoft.com/office/drawing/2014/main" id="{111C48E7-C5F0-43EE-8120-4EF0B69A12B5}"/>
              </a:ext>
            </a:extLst>
          </p:cNvPr>
          <p:cNvSpPr txBox="1">
            <a:spLocks noChangeArrowheads="1"/>
          </p:cNvSpPr>
          <p:nvPr/>
        </p:nvSpPr>
        <p:spPr bwMode="auto">
          <a:xfrm>
            <a:off x="914400" y="1045759"/>
            <a:ext cx="7475738" cy="4821641"/>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457200" indent="-457200" algn="just">
              <a:lnSpc>
                <a:spcPct val="2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在网络层以上实现网络互连，是复杂的网络互连设备，仅用于两个高层协议不同的网络互连，可用于广域网和局域网。 </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2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充当转换任务的计算机系统或设备，用于不同通信协议、数据格式或语言，甚至体系结构完全不同的两种系统之间，是一个翻译器。</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250000"/>
              </a:lnSpc>
              <a:buClr>
                <a:srgbClr val="FF0000"/>
              </a:buClr>
              <a:buSzPct val="80000"/>
              <a:buFont typeface="Wingdings" panose="05000000000000000000" pitchFamily="2" charset="2"/>
              <a:buChar char="u"/>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由于历史的原因，许多有关</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TCP/IP</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的文献曾把网络层使用的路由器称为网关，如今很多局域网采用都是路由来接入网络，因此通常指的网关就是路由器端口的</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8852" name="灯片编号占位符 1">
            <a:extLst>
              <a:ext uri="{FF2B5EF4-FFF2-40B4-BE49-F238E27FC236}">
                <a16:creationId xmlns:a16="http://schemas.microsoft.com/office/drawing/2014/main" id="{D44DAECF-703B-4750-A98D-8324351E3F3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C1663651-E604-47B1-B43C-F3E14A3C026D}" type="slidenum">
              <a:rPr lang="en-US" altLang="zh-CN" sz="2000" smtClean="0">
                <a:solidFill>
                  <a:schemeClr val="bg2"/>
                </a:solidFill>
              </a:rPr>
              <a:pPr/>
              <a:t>38</a:t>
            </a:fld>
            <a:endParaRPr lang="en-US" altLang="zh-CN" sz="2000">
              <a:solidFill>
                <a:schemeClr val="bg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FA4BF6FE-7905-4A22-9589-8463E0E866E0}"/>
              </a:ext>
            </a:extLst>
          </p:cNvPr>
          <p:cNvPicPr>
            <a:picLocks noChangeAspect="1"/>
          </p:cNvPicPr>
          <p:nvPr/>
        </p:nvPicPr>
        <p:blipFill>
          <a:blip r:embed="rId3"/>
          <a:stretch>
            <a:fillRect/>
          </a:stretch>
        </p:blipFill>
        <p:spPr>
          <a:xfrm>
            <a:off x="1424225" y="808498"/>
            <a:ext cx="6179378" cy="4058441"/>
          </a:xfrm>
          <a:prstGeom prst="rect">
            <a:avLst/>
          </a:prstGeom>
        </p:spPr>
      </p:pic>
      <p:sp>
        <p:nvSpPr>
          <p:cNvPr id="80898" name="灯片编号占位符 2">
            <a:extLst>
              <a:ext uri="{FF2B5EF4-FFF2-40B4-BE49-F238E27FC236}">
                <a16:creationId xmlns:a16="http://schemas.microsoft.com/office/drawing/2014/main" id="{76C1E635-2D11-46C1-882B-F5CAC242D9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1B40618-CCB3-4A05-B405-D46E04EC5733}" type="slidenum">
              <a:rPr lang="en-US" altLang="zh-CN" sz="2000" smtClean="0">
                <a:solidFill>
                  <a:schemeClr val="bg2"/>
                </a:solidFill>
              </a:rPr>
              <a:pPr/>
              <a:t>39</a:t>
            </a:fld>
            <a:endParaRPr lang="en-US" altLang="zh-CN" sz="2000">
              <a:solidFill>
                <a:schemeClr val="bg2"/>
              </a:solidFill>
            </a:endParaRPr>
          </a:p>
        </p:txBody>
      </p:sp>
      <p:sp>
        <p:nvSpPr>
          <p:cNvPr id="3" name="文本框 2">
            <a:extLst>
              <a:ext uri="{FF2B5EF4-FFF2-40B4-BE49-F238E27FC236}">
                <a16:creationId xmlns:a16="http://schemas.microsoft.com/office/drawing/2014/main" id="{50321868-6D28-4C50-9F97-270A536C5944}"/>
              </a:ext>
            </a:extLst>
          </p:cNvPr>
          <p:cNvSpPr txBox="1"/>
          <p:nvPr/>
        </p:nvSpPr>
        <p:spPr>
          <a:xfrm>
            <a:off x="2552700" y="3310740"/>
            <a:ext cx="838200" cy="338554"/>
          </a:xfrm>
          <a:prstGeom prst="rect">
            <a:avLst/>
          </a:prstGeom>
          <a:noFill/>
        </p:spPr>
        <p:txBody>
          <a:bodyPr wrap="square" rtlCol="0">
            <a:spAutoFit/>
          </a:bodyPr>
          <a:lstStyle/>
          <a:p>
            <a:r>
              <a:rPr lang="en-US" altLang="zh-CN" sz="1600" dirty="0">
                <a:solidFill>
                  <a:srgbClr val="FF8345"/>
                </a:solidFill>
              </a:rPr>
              <a:t>LAN 1</a:t>
            </a:r>
            <a:endParaRPr lang="zh-CN" altLang="en-US" sz="1600" dirty="0">
              <a:solidFill>
                <a:srgbClr val="FF8345"/>
              </a:solidFill>
            </a:endParaRPr>
          </a:p>
        </p:txBody>
      </p:sp>
      <p:sp>
        <p:nvSpPr>
          <p:cNvPr id="8" name="文本框 7">
            <a:extLst>
              <a:ext uri="{FF2B5EF4-FFF2-40B4-BE49-F238E27FC236}">
                <a16:creationId xmlns:a16="http://schemas.microsoft.com/office/drawing/2014/main" id="{9B232E5F-011A-4704-8C49-340281B7B6C5}"/>
              </a:ext>
            </a:extLst>
          </p:cNvPr>
          <p:cNvSpPr txBox="1"/>
          <p:nvPr/>
        </p:nvSpPr>
        <p:spPr>
          <a:xfrm>
            <a:off x="5753102" y="3310740"/>
            <a:ext cx="838200" cy="338554"/>
          </a:xfrm>
          <a:prstGeom prst="rect">
            <a:avLst/>
          </a:prstGeom>
          <a:noFill/>
        </p:spPr>
        <p:txBody>
          <a:bodyPr wrap="square" rtlCol="0">
            <a:spAutoFit/>
          </a:bodyPr>
          <a:lstStyle/>
          <a:p>
            <a:r>
              <a:rPr lang="en-US" altLang="zh-CN" sz="1600" dirty="0">
                <a:solidFill>
                  <a:srgbClr val="219021"/>
                </a:solidFill>
              </a:rPr>
              <a:t>LAN 2</a:t>
            </a:r>
            <a:endParaRPr lang="zh-CN" altLang="en-US" sz="1600" dirty="0">
              <a:solidFill>
                <a:srgbClr val="219021"/>
              </a:solidFill>
            </a:endParaRPr>
          </a:p>
        </p:txBody>
      </p:sp>
      <p:sp>
        <p:nvSpPr>
          <p:cNvPr id="9" name="矩形 8">
            <a:extLst>
              <a:ext uri="{FF2B5EF4-FFF2-40B4-BE49-F238E27FC236}">
                <a16:creationId xmlns:a16="http://schemas.microsoft.com/office/drawing/2014/main" id="{4F5C71C5-C38A-4886-8696-2335ACD19B96}"/>
              </a:ext>
            </a:extLst>
          </p:cNvPr>
          <p:cNvSpPr>
            <a:spLocks noChangeArrowheads="1"/>
          </p:cNvSpPr>
          <p:nvPr/>
        </p:nvSpPr>
        <p:spPr bwMode="auto">
          <a:xfrm>
            <a:off x="1371600" y="4876800"/>
            <a:ext cx="6196385" cy="418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通信时，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LSW1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G0/0/1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端口有数据吗？</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id="{D62E6983-C6EC-4C9C-A684-9DFAB29791A1}"/>
              </a:ext>
            </a:extLst>
          </p:cNvPr>
          <p:cNvSpPr/>
          <p:nvPr/>
        </p:nvSpPr>
        <p:spPr>
          <a:xfrm>
            <a:off x="1371600" y="5252553"/>
            <a:ext cx="5489854" cy="418191"/>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的数据如何到达</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？通信过程是怎样的？</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433AA95D-8CCA-4EA9-8215-0ED706AE6FB7}"/>
              </a:ext>
            </a:extLst>
          </p:cNvPr>
          <p:cNvSpPr/>
          <p:nvPr/>
        </p:nvSpPr>
        <p:spPr>
          <a:xfrm>
            <a:off x="1383175" y="5634194"/>
            <a:ext cx="6998825" cy="418191"/>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当</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PC3</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通信时，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发出的数据采用什么路径？</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椭圆 9">
            <a:extLst>
              <a:ext uri="{FF2B5EF4-FFF2-40B4-BE49-F238E27FC236}">
                <a16:creationId xmlns:a16="http://schemas.microsoft.com/office/drawing/2014/main" id="{7FED6335-2F9C-4613-A03B-5D8BB4FBC6AF}"/>
              </a:ext>
            </a:extLst>
          </p:cNvPr>
          <p:cNvSpPr/>
          <p:nvPr/>
        </p:nvSpPr>
        <p:spPr bwMode="auto">
          <a:xfrm>
            <a:off x="3112625" y="2256100"/>
            <a:ext cx="175550" cy="17555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
        <p:nvSpPr>
          <p:cNvPr id="11" name="Rectangle 4">
            <a:extLst>
              <a:ext uri="{FF2B5EF4-FFF2-40B4-BE49-F238E27FC236}">
                <a16:creationId xmlns:a16="http://schemas.microsoft.com/office/drawing/2014/main" id="{F6B0E9A5-1334-4010-BAA0-56C8E2C3EE04}"/>
              </a:ext>
            </a:extLst>
          </p:cNvPr>
          <p:cNvSpPr>
            <a:spLocks noGrp="1" noChangeArrowheads="1"/>
          </p:cNvSpPr>
          <p:nvPr>
            <p:ph type="title"/>
          </p:nvPr>
        </p:nvSpPr>
        <p:spPr bwMode="auto">
          <a:xfrm>
            <a:off x="2971800" y="76200"/>
            <a:ext cx="3048000" cy="5500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实验</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4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网关</a:t>
            </a:r>
            <a:endParaRPr lang="en-US" altLang="zh-CN" sz="28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6E2A153B-4584-4DA9-9052-82FB13E7F7EC}"/>
              </a:ext>
            </a:extLst>
          </p:cNvPr>
          <p:cNvSpPr txBox="1"/>
          <p:nvPr/>
        </p:nvSpPr>
        <p:spPr>
          <a:xfrm>
            <a:off x="990600" y="965472"/>
            <a:ext cx="2682290" cy="787523"/>
          </a:xfrm>
          <a:prstGeom prst="rect">
            <a:avLst/>
          </a:prstGeom>
          <a:noFill/>
        </p:spPr>
        <p:txBody>
          <a:bodyPr wrap="square" rtlCol="0">
            <a:spAutoFit/>
          </a:bodyPr>
          <a:lstStyle/>
          <a:p>
            <a:pPr>
              <a:lnSpc>
                <a:spcPct val="150000"/>
              </a:lnSpc>
            </a:pPr>
            <a:r>
              <a:rPr lang="zh-CN" altLang="en-US" sz="1600" b="0" dirty="0">
                <a:latin typeface="微软雅黑" panose="020B0503020204020204" pitchFamily="34" charset="-122"/>
                <a:ea typeface="微软雅黑" panose="020B0503020204020204" pitchFamily="34" charset="-122"/>
              </a:rPr>
              <a:t>请为</a:t>
            </a:r>
            <a:r>
              <a:rPr lang="en-US" altLang="zh-CN" sz="1600" b="0" dirty="0">
                <a:latin typeface="微软雅黑" panose="020B0503020204020204" pitchFamily="34" charset="-122"/>
                <a:ea typeface="微软雅黑" panose="020B0503020204020204" pitchFamily="34" charset="-122"/>
              </a:rPr>
              <a:t>PC1~PC4 </a:t>
            </a:r>
            <a:r>
              <a:rPr lang="zh-CN" altLang="en-US" sz="1600" b="0" dirty="0">
                <a:latin typeface="微软雅黑" panose="020B0503020204020204" pitchFamily="34" charset="-122"/>
                <a:ea typeface="微软雅黑" panose="020B0503020204020204" pitchFamily="34" charset="-122"/>
              </a:rPr>
              <a:t>配置拓扑所示的 </a:t>
            </a:r>
            <a:r>
              <a:rPr lang="en-US" altLang="zh-CN" sz="1600" b="0" dirty="0">
                <a:latin typeface="微软雅黑" panose="020B0503020204020204" pitchFamily="34" charset="-122"/>
                <a:ea typeface="微软雅黑" panose="020B0503020204020204" pitchFamily="34" charset="-122"/>
              </a:rPr>
              <a:t>IP </a:t>
            </a:r>
            <a:r>
              <a:rPr lang="zh-CN" altLang="en-US" sz="1600" b="0" dirty="0">
                <a:latin typeface="微软雅黑" panose="020B0503020204020204" pitchFamily="34" charset="-122"/>
                <a:ea typeface="微软雅黑" panose="020B0503020204020204" pitchFamily="34" charset="-122"/>
              </a:rPr>
              <a:t>地址和子网掩码</a:t>
            </a:r>
          </a:p>
        </p:txBody>
      </p:sp>
      <p:sp>
        <p:nvSpPr>
          <p:cNvPr id="15" name="矩形 14">
            <a:extLst>
              <a:ext uri="{FF2B5EF4-FFF2-40B4-BE49-F238E27FC236}">
                <a16:creationId xmlns:a16="http://schemas.microsoft.com/office/drawing/2014/main" id="{4AF98FEC-2A37-421C-9E2E-C6C630E2F554}"/>
              </a:ext>
            </a:extLst>
          </p:cNvPr>
          <p:cNvSpPr/>
          <p:nvPr/>
        </p:nvSpPr>
        <p:spPr>
          <a:xfrm>
            <a:off x="1383175" y="6007202"/>
            <a:ext cx="7010400" cy="418191"/>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此时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AR</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G0/0/0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应该配置什么</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地址？与</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LAN1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相关还是无关？</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2581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1"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childTnLst>
                                </p:cTn>
                              </p:par>
                              <p:par>
                                <p:cTn id="10" presetID="35" presetClass="emph" presetSubtype="0" fill="hold" grpId="1" nodeType="withEffect">
                                  <p:stCondLst>
                                    <p:cond delay="750"/>
                                  </p:stCondLst>
                                  <p:childTnLst>
                                    <p:anim calcmode="discrete" valueType="str">
                                      <p:cBhvr>
                                        <p:cTn id="11" dur="1000" fill="hold"/>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7" grpId="0"/>
      <p:bldP spid="10" grpId="0" animBg="1"/>
      <p:bldP spid="10" grpId="1" animBg="1"/>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2">
            <a:extLst>
              <a:ext uri="{FF2B5EF4-FFF2-40B4-BE49-F238E27FC236}">
                <a16:creationId xmlns:a16="http://schemas.microsoft.com/office/drawing/2014/main" id="{76C1E635-2D11-46C1-882B-F5CAC242D9DF}"/>
              </a:ext>
            </a:extLst>
          </p:cNvPr>
          <p:cNvSpPr>
            <a:spLocks noGrp="1" noChangeArrowheads="1"/>
          </p:cNvSpPr>
          <p:nvPr>
            <p:ph type="sldNum" sz="quarter" idx="10"/>
          </p:nvPr>
        </p:nvSpPr>
        <p:spPr>
          <a:xfrm>
            <a:off x="83058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1B40618-CCB3-4A05-B405-D46E04EC5733}" type="slidenum">
              <a:rPr lang="en-US" altLang="zh-CN" sz="2000" smtClean="0">
                <a:solidFill>
                  <a:schemeClr val="bg2"/>
                </a:solidFill>
              </a:rPr>
              <a:pPr/>
              <a:t>40</a:t>
            </a:fld>
            <a:endParaRPr lang="en-US" altLang="zh-CN" sz="2000">
              <a:solidFill>
                <a:schemeClr val="bg2"/>
              </a:solidFill>
            </a:endParaRPr>
          </a:p>
        </p:txBody>
      </p:sp>
      <p:graphicFrame>
        <p:nvGraphicFramePr>
          <p:cNvPr id="5" name="表格 4">
            <a:extLst>
              <a:ext uri="{FF2B5EF4-FFF2-40B4-BE49-F238E27FC236}">
                <a16:creationId xmlns:a16="http://schemas.microsoft.com/office/drawing/2014/main" id="{8B9FD364-8C15-4159-BEED-6A89A0AA6573}"/>
              </a:ext>
            </a:extLst>
          </p:cNvPr>
          <p:cNvGraphicFramePr>
            <a:graphicFrameLocks noGrp="1"/>
          </p:cNvGraphicFramePr>
          <p:nvPr>
            <p:extLst>
              <p:ext uri="{D42A27DB-BD31-4B8C-83A1-F6EECF244321}">
                <p14:modId xmlns:p14="http://schemas.microsoft.com/office/powerpoint/2010/main" val="1872752776"/>
              </p:ext>
            </p:extLst>
          </p:nvPr>
        </p:nvGraphicFramePr>
        <p:xfrm>
          <a:off x="5549337" y="2590800"/>
          <a:ext cx="3124200" cy="2260600"/>
        </p:xfrm>
        <a:graphic>
          <a:graphicData uri="http://schemas.openxmlformats.org/drawingml/2006/table">
            <a:tbl>
              <a:tblPr firstRow="1" bandRow="1">
                <a:tableStyleId>{5940675A-B579-460E-94D1-54222C63F5DA}</a:tableStyleId>
              </a:tblPr>
              <a:tblGrid>
                <a:gridCol w="1676400">
                  <a:extLst>
                    <a:ext uri="{9D8B030D-6E8A-4147-A177-3AD203B41FA5}">
                      <a16:colId xmlns:a16="http://schemas.microsoft.com/office/drawing/2014/main" val="1709426837"/>
                    </a:ext>
                  </a:extLst>
                </a:gridCol>
                <a:gridCol w="1447800">
                  <a:extLst>
                    <a:ext uri="{9D8B030D-6E8A-4147-A177-3AD203B41FA5}">
                      <a16:colId xmlns:a16="http://schemas.microsoft.com/office/drawing/2014/main" val="2585516393"/>
                    </a:ext>
                  </a:extLst>
                </a:gridCol>
              </a:tblGrid>
              <a:tr h="565150">
                <a:tc>
                  <a:txBody>
                    <a:bodyPr/>
                    <a:lstStyle/>
                    <a:p>
                      <a:pPr algn="ctr"/>
                      <a:r>
                        <a:rPr lang="en-US" altLang="zh-CN" sz="1600" b="1" dirty="0">
                          <a:latin typeface="微软雅黑" panose="020B0503020204020204" pitchFamily="34" charset="-122"/>
                          <a:ea typeface="微软雅黑" panose="020B0503020204020204" pitchFamily="34" charset="-122"/>
                        </a:rPr>
                        <a:t>MAC</a:t>
                      </a:r>
                      <a:r>
                        <a:rPr lang="zh-CN" altLang="en-US" sz="1600" b="1" dirty="0">
                          <a:latin typeface="微软雅黑" panose="020B0503020204020204" pitchFamily="34" charset="-122"/>
                          <a:ea typeface="微软雅黑" panose="020B0503020204020204" pitchFamily="34" charset="-122"/>
                        </a:rPr>
                        <a:t>地址</a:t>
                      </a:r>
                    </a:p>
                  </a:txBody>
                  <a:tcPr anchor="ctr"/>
                </a:tc>
                <a:tc>
                  <a:txBody>
                    <a:bodyPr/>
                    <a:lstStyle/>
                    <a:p>
                      <a:pPr algn="ctr"/>
                      <a:r>
                        <a:rPr lang="zh-CN" altLang="en-US" sz="1600" b="1" dirty="0">
                          <a:latin typeface="微软雅黑" panose="020B0503020204020204" pitchFamily="34" charset="-122"/>
                          <a:ea typeface="微软雅黑" panose="020B0503020204020204" pitchFamily="34" charset="-122"/>
                        </a:rPr>
                        <a:t>端口</a:t>
                      </a:r>
                    </a:p>
                  </a:txBody>
                  <a:tcPr anchor="ctr"/>
                </a:tc>
                <a:extLst>
                  <a:ext uri="{0D108BD9-81ED-4DB2-BD59-A6C34878D82A}">
                    <a16:rowId xmlns:a16="http://schemas.microsoft.com/office/drawing/2014/main" val="38591752"/>
                  </a:ext>
                </a:extLst>
              </a:tr>
              <a:tr h="565150">
                <a:tc>
                  <a:txBody>
                    <a:bodyPr/>
                    <a:lstStyle/>
                    <a:p>
                      <a:pPr algn="ctr"/>
                      <a:r>
                        <a:rPr lang="en-US" altLang="zh-CN" sz="1400" dirty="0">
                          <a:latin typeface="微软雅黑" panose="020B0503020204020204" pitchFamily="34" charset="-122"/>
                          <a:ea typeface="微软雅黑" panose="020B0503020204020204" pitchFamily="34" charset="-122"/>
                        </a:rPr>
                        <a:t>MAC_PC3</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微软雅黑" panose="020B0503020204020204" pitchFamily="34" charset="-122"/>
                          <a:ea typeface="微软雅黑" panose="020B0503020204020204" pitchFamily="34" charset="-122"/>
                        </a:rPr>
                        <a:t>GE0/0/1</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483404163"/>
                  </a:ext>
                </a:extLst>
              </a:tr>
              <a:tr h="5651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微软雅黑" panose="020B0503020204020204" pitchFamily="34" charset="-122"/>
                          <a:ea typeface="微软雅黑" panose="020B0503020204020204" pitchFamily="34" charset="-122"/>
                        </a:rPr>
                        <a:t>MAC_PC1</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微软雅黑" panose="020B0503020204020204" pitchFamily="34" charset="-122"/>
                          <a:ea typeface="微软雅黑" panose="020B0503020204020204" pitchFamily="34" charset="-122"/>
                        </a:rPr>
                        <a:t>GE0/0/2</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570825380"/>
                  </a:ext>
                </a:extLst>
              </a:tr>
              <a:tr h="5651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微软雅黑" panose="020B0503020204020204" pitchFamily="34" charset="-122"/>
                          <a:ea typeface="微软雅黑" panose="020B0503020204020204" pitchFamily="34" charset="-122"/>
                        </a:rPr>
                        <a:t>MAC_PC2</a:t>
                      </a:r>
                      <a:endParaRPr lang="zh-CN" altLang="en-US" sz="14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微软雅黑" panose="020B0503020204020204" pitchFamily="34" charset="-122"/>
                          <a:ea typeface="微软雅黑" panose="020B0503020204020204" pitchFamily="34" charset="-122"/>
                        </a:rPr>
                        <a:t>GE0/0/3</a:t>
                      </a:r>
                      <a:endParaRPr lang="zh-CN" altLang="en-US" sz="14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255404297"/>
                  </a:ext>
                </a:extLst>
              </a:tr>
            </a:tbl>
          </a:graphicData>
        </a:graphic>
      </p:graphicFrame>
      <p:pic>
        <p:nvPicPr>
          <p:cNvPr id="14" name="图片 13">
            <a:extLst>
              <a:ext uri="{FF2B5EF4-FFF2-40B4-BE49-F238E27FC236}">
                <a16:creationId xmlns:a16="http://schemas.microsoft.com/office/drawing/2014/main" id="{287E3E06-E658-4AB8-AEDE-4975DAD3CDD8}"/>
              </a:ext>
            </a:extLst>
          </p:cNvPr>
          <p:cNvPicPr>
            <a:picLocks noChangeAspect="1"/>
          </p:cNvPicPr>
          <p:nvPr/>
        </p:nvPicPr>
        <p:blipFill>
          <a:blip r:embed="rId3"/>
          <a:stretch>
            <a:fillRect/>
          </a:stretch>
        </p:blipFill>
        <p:spPr>
          <a:xfrm>
            <a:off x="1219200" y="1709071"/>
            <a:ext cx="3308458" cy="3701129"/>
          </a:xfrm>
          <a:prstGeom prst="rect">
            <a:avLst/>
          </a:prstGeom>
        </p:spPr>
      </p:pic>
      <p:sp>
        <p:nvSpPr>
          <p:cNvPr id="15" name="椭圆 14">
            <a:extLst>
              <a:ext uri="{FF2B5EF4-FFF2-40B4-BE49-F238E27FC236}">
                <a16:creationId xmlns:a16="http://schemas.microsoft.com/office/drawing/2014/main" id="{68625B7D-F419-4AAF-9C23-E5DDE54D1C4D}"/>
              </a:ext>
            </a:extLst>
          </p:cNvPr>
          <p:cNvSpPr/>
          <p:nvPr/>
        </p:nvSpPr>
        <p:spPr bwMode="auto">
          <a:xfrm>
            <a:off x="470463" y="1219200"/>
            <a:ext cx="4876800" cy="4876801"/>
          </a:xfrm>
          <a:prstGeom prst="ellipse">
            <a:avLst/>
          </a:prstGeom>
          <a:noFill/>
          <a:ln w="38100" cap="flat" cmpd="sng" algn="ctr">
            <a:solidFill>
              <a:srgbClr val="FF8345"/>
            </a:solidFill>
            <a:prstDash val="sysDot"/>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50321868-6D28-4C50-9F97-270A536C5944}"/>
              </a:ext>
            </a:extLst>
          </p:cNvPr>
          <p:cNvSpPr txBox="1"/>
          <p:nvPr/>
        </p:nvSpPr>
        <p:spPr>
          <a:xfrm>
            <a:off x="3930087" y="3555664"/>
            <a:ext cx="838200" cy="338554"/>
          </a:xfrm>
          <a:prstGeom prst="rect">
            <a:avLst/>
          </a:prstGeom>
          <a:noFill/>
        </p:spPr>
        <p:txBody>
          <a:bodyPr wrap="square" rtlCol="0">
            <a:spAutoFit/>
          </a:bodyPr>
          <a:lstStyle/>
          <a:p>
            <a:r>
              <a:rPr lang="en-US" altLang="zh-CN" sz="1600" dirty="0">
                <a:solidFill>
                  <a:srgbClr val="FF8345"/>
                </a:solidFill>
              </a:rPr>
              <a:t>LAN 1</a:t>
            </a:r>
            <a:endParaRPr lang="zh-CN" altLang="en-US" sz="1600" dirty="0">
              <a:solidFill>
                <a:srgbClr val="FF8345"/>
              </a:solidFill>
            </a:endParaRPr>
          </a:p>
        </p:txBody>
      </p:sp>
      <p:sp>
        <p:nvSpPr>
          <p:cNvPr id="16" name="矩形 15">
            <a:extLst>
              <a:ext uri="{FF2B5EF4-FFF2-40B4-BE49-F238E27FC236}">
                <a16:creationId xmlns:a16="http://schemas.microsoft.com/office/drawing/2014/main" id="{873A4494-F52E-4A31-9A00-EC9EE925DD38}"/>
              </a:ext>
            </a:extLst>
          </p:cNvPr>
          <p:cNvSpPr/>
          <p:nvPr/>
        </p:nvSpPr>
        <p:spPr bwMode="auto">
          <a:xfrm>
            <a:off x="2454800" y="2075725"/>
            <a:ext cx="1371600" cy="304800"/>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
        <p:nvSpPr>
          <p:cNvPr id="18" name="矩形 17">
            <a:extLst>
              <a:ext uri="{FF2B5EF4-FFF2-40B4-BE49-F238E27FC236}">
                <a16:creationId xmlns:a16="http://schemas.microsoft.com/office/drawing/2014/main" id="{BAA67B81-4DD5-4C69-807F-94CEC0E96C93}"/>
              </a:ext>
            </a:extLst>
          </p:cNvPr>
          <p:cNvSpPr/>
          <p:nvPr/>
        </p:nvSpPr>
        <p:spPr bwMode="auto">
          <a:xfrm>
            <a:off x="2397894" y="2015922"/>
            <a:ext cx="1451656" cy="376177"/>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79154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C38BE0C-55B6-4209-8FE4-DAB38AC4C829}"/>
              </a:ext>
            </a:extLst>
          </p:cNvPr>
          <p:cNvPicPr>
            <a:picLocks noChangeAspect="1"/>
          </p:cNvPicPr>
          <p:nvPr/>
        </p:nvPicPr>
        <p:blipFill>
          <a:blip r:embed="rId3"/>
          <a:stretch>
            <a:fillRect/>
          </a:stretch>
        </p:blipFill>
        <p:spPr>
          <a:xfrm>
            <a:off x="2019301" y="727059"/>
            <a:ext cx="5410200" cy="3553759"/>
          </a:xfrm>
          <a:prstGeom prst="rect">
            <a:avLst/>
          </a:prstGeom>
        </p:spPr>
      </p:pic>
      <p:sp>
        <p:nvSpPr>
          <p:cNvPr id="80898" name="灯片编号占位符 2">
            <a:extLst>
              <a:ext uri="{FF2B5EF4-FFF2-40B4-BE49-F238E27FC236}">
                <a16:creationId xmlns:a16="http://schemas.microsoft.com/office/drawing/2014/main" id="{76C1E635-2D11-46C1-882B-F5CAC242D9DF}"/>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1B40618-CCB3-4A05-B405-D46E04EC5733}" type="slidenum">
              <a:rPr lang="en-US" altLang="zh-CN" sz="2000" smtClean="0">
                <a:solidFill>
                  <a:schemeClr val="bg2"/>
                </a:solidFill>
              </a:rPr>
              <a:pPr/>
              <a:t>41</a:t>
            </a:fld>
            <a:endParaRPr lang="en-US" altLang="zh-CN" sz="2000">
              <a:solidFill>
                <a:schemeClr val="bg2"/>
              </a:solidFill>
            </a:endParaRPr>
          </a:p>
        </p:txBody>
      </p:sp>
      <p:sp>
        <p:nvSpPr>
          <p:cNvPr id="3" name="文本框 2">
            <a:extLst>
              <a:ext uri="{FF2B5EF4-FFF2-40B4-BE49-F238E27FC236}">
                <a16:creationId xmlns:a16="http://schemas.microsoft.com/office/drawing/2014/main" id="{50321868-6D28-4C50-9F97-270A536C5944}"/>
              </a:ext>
            </a:extLst>
          </p:cNvPr>
          <p:cNvSpPr txBox="1"/>
          <p:nvPr/>
        </p:nvSpPr>
        <p:spPr>
          <a:xfrm>
            <a:off x="2921644" y="3003433"/>
            <a:ext cx="838200" cy="338554"/>
          </a:xfrm>
          <a:prstGeom prst="rect">
            <a:avLst/>
          </a:prstGeom>
          <a:noFill/>
        </p:spPr>
        <p:txBody>
          <a:bodyPr wrap="square" rtlCol="0">
            <a:spAutoFit/>
          </a:bodyPr>
          <a:lstStyle/>
          <a:p>
            <a:r>
              <a:rPr lang="en-US" altLang="zh-CN" sz="1600" dirty="0">
                <a:solidFill>
                  <a:srgbClr val="FF8345"/>
                </a:solidFill>
              </a:rPr>
              <a:t>LAN 1</a:t>
            </a:r>
            <a:endParaRPr lang="zh-CN" altLang="en-US" sz="1600" dirty="0">
              <a:solidFill>
                <a:srgbClr val="FF8345"/>
              </a:solidFill>
            </a:endParaRPr>
          </a:p>
        </p:txBody>
      </p:sp>
      <p:sp>
        <p:nvSpPr>
          <p:cNvPr id="8" name="文本框 7">
            <a:extLst>
              <a:ext uri="{FF2B5EF4-FFF2-40B4-BE49-F238E27FC236}">
                <a16:creationId xmlns:a16="http://schemas.microsoft.com/office/drawing/2014/main" id="{9B232E5F-011A-4704-8C49-340281B7B6C5}"/>
              </a:ext>
            </a:extLst>
          </p:cNvPr>
          <p:cNvSpPr txBox="1"/>
          <p:nvPr/>
        </p:nvSpPr>
        <p:spPr>
          <a:xfrm>
            <a:off x="5791200" y="3003433"/>
            <a:ext cx="838200" cy="338554"/>
          </a:xfrm>
          <a:prstGeom prst="rect">
            <a:avLst/>
          </a:prstGeom>
          <a:noFill/>
        </p:spPr>
        <p:txBody>
          <a:bodyPr wrap="square" rtlCol="0">
            <a:spAutoFit/>
          </a:bodyPr>
          <a:lstStyle/>
          <a:p>
            <a:r>
              <a:rPr lang="en-US" altLang="zh-CN" sz="1600" dirty="0">
                <a:solidFill>
                  <a:srgbClr val="219021"/>
                </a:solidFill>
              </a:rPr>
              <a:t>LAN 2</a:t>
            </a:r>
            <a:endParaRPr lang="zh-CN" altLang="en-US" sz="1600" dirty="0">
              <a:solidFill>
                <a:srgbClr val="219021"/>
              </a:solidFill>
            </a:endParaRPr>
          </a:p>
        </p:txBody>
      </p:sp>
      <p:sp>
        <p:nvSpPr>
          <p:cNvPr id="12" name="文本框 11">
            <a:extLst>
              <a:ext uri="{FF2B5EF4-FFF2-40B4-BE49-F238E27FC236}">
                <a16:creationId xmlns:a16="http://schemas.microsoft.com/office/drawing/2014/main" id="{C0EEFFDE-2269-427A-86EE-50B523A3556D}"/>
              </a:ext>
            </a:extLst>
          </p:cNvPr>
          <p:cNvSpPr txBox="1"/>
          <p:nvPr/>
        </p:nvSpPr>
        <p:spPr>
          <a:xfrm>
            <a:off x="738851" y="4434431"/>
            <a:ext cx="7762754" cy="2122761"/>
          </a:xfrm>
          <a:prstGeom prst="rect">
            <a:avLst/>
          </a:prstGeom>
          <a:noFill/>
        </p:spPr>
        <p:txBody>
          <a:bodyPr wrap="square" rtlCol="0">
            <a:spAutoFit/>
          </a:bodyPr>
          <a:lstStyle/>
          <a:p>
            <a:pPr>
              <a:lnSpc>
                <a:spcPts val="2000"/>
              </a:lnSpc>
            </a:pPr>
            <a:r>
              <a:rPr lang="en-US" altLang="zh-CN" sz="1400" b="0" dirty="0">
                <a:latin typeface="微软雅黑" panose="020B0503020204020204" pitchFamily="34" charset="-122"/>
                <a:ea typeface="微软雅黑" panose="020B0503020204020204" pitchFamily="34" charset="-122"/>
              </a:rPr>
              <a:t>&lt;Huawei&gt;system-view                                                                    //</a:t>
            </a:r>
            <a:r>
              <a:rPr lang="zh-CN" altLang="en-US" sz="1400" b="0" dirty="0">
                <a:latin typeface="微软雅黑" panose="020B0503020204020204" pitchFamily="34" charset="-122"/>
                <a:ea typeface="微软雅黑" panose="020B0503020204020204" pitchFamily="34" charset="-122"/>
              </a:rPr>
              <a:t>进入系统视图</a:t>
            </a:r>
            <a:endParaRPr lang="en-US" altLang="zh-CN" sz="1400" b="0" dirty="0">
              <a:latin typeface="微软雅黑" panose="020B0503020204020204" pitchFamily="34" charset="-122"/>
              <a:ea typeface="微软雅黑" panose="020B0503020204020204" pitchFamily="34" charset="-122"/>
            </a:endParaRPr>
          </a:p>
          <a:p>
            <a:pPr>
              <a:lnSpc>
                <a:spcPts val="2000"/>
              </a:lnSpc>
            </a:pPr>
            <a:r>
              <a:rPr lang="en-US" altLang="zh-CN" sz="1400" b="0" dirty="0">
                <a:latin typeface="微软雅黑" panose="020B0503020204020204" pitchFamily="34" charset="-122"/>
                <a:ea typeface="微软雅黑" panose="020B0503020204020204" pitchFamily="34" charset="-122"/>
              </a:rPr>
              <a:t>[Huawei]undo info-center enable                                                   //</a:t>
            </a:r>
            <a:r>
              <a:rPr lang="zh-CN" altLang="en-US" sz="1400" b="0" dirty="0">
                <a:latin typeface="微软雅黑" panose="020B0503020204020204" pitchFamily="34" charset="-122"/>
                <a:ea typeface="微软雅黑" panose="020B0503020204020204" pitchFamily="34" charset="-122"/>
              </a:rPr>
              <a:t>关闭信息中心</a:t>
            </a:r>
          </a:p>
          <a:p>
            <a:pPr>
              <a:lnSpc>
                <a:spcPts val="2000"/>
              </a:lnSpc>
            </a:pPr>
            <a:r>
              <a:rPr lang="en-US" altLang="zh-CN" sz="1400" b="0" dirty="0">
                <a:latin typeface="微软雅黑" panose="020B0503020204020204" pitchFamily="34" charset="-122"/>
                <a:ea typeface="微软雅黑" panose="020B0503020204020204" pitchFamily="34" charset="-122"/>
              </a:rPr>
              <a:t>[Huawei]int g0/0/0                                                                          //</a:t>
            </a:r>
            <a:r>
              <a:rPr lang="zh-CN" altLang="en-US" sz="1400" b="0" dirty="0">
                <a:latin typeface="微软雅黑" panose="020B0503020204020204" pitchFamily="34" charset="-122"/>
                <a:ea typeface="微软雅黑" panose="020B0503020204020204" pitchFamily="34" charset="-122"/>
              </a:rPr>
              <a:t>进入端口配置</a:t>
            </a:r>
          </a:p>
          <a:p>
            <a:pPr>
              <a:lnSpc>
                <a:spcPts val="2000"/>
              </a:lnSpc>
            </a:pPr>
            <a:r>
              <a:rPr lang="en-US" altLang="zh-CN" sz="1400" b="0" dirty="0">
                <a:latin typeface="微软雅黑" panose="020B0503020204020204" pitchFamily="34" charset="-122"/>
                <a:ea typeface="微软雅黑" panose="020B0503020204020204" pitchFamily="34" charset="-122"/>
              </a:rPr>
              <a:t>[Huawei-GigabitEthernet0/0/0]</a:t>
            </a:r>
            <a:r>
              <a:rPr lang="en-US" altLang="zh-CN" sz="1400" b="0" dirty="0" err="1">
                <a:latin typeface="微软雅黑" panose="020B0503020204020204" pitchFamily="34" charset="-122"/>
                <a:ea typeface="微软雅黑" panose="020B0503020204020204" pitchFamily="34" charset="-122"/>
              </a:rPr>
              <a:t>ip</a:t>
            </a:r>
            <a:r>
              <a:rPr lang="en-US" altLang="zh-CN" sz="1400" b="0" dirty="0">
                <a:latin typeface="微软雅黑" panose="020B0503020204020204" pitchFamily="34" charset="-122"/>
                <a:ea typeface="微软雅黑" panose="020B0503020204020204" pitchFamily="34" charset="-122"/>
              </a:rPr>
              <a:t> address 192.168.1.254 24         //</a:t>
            </a:r>
            <a:r>
              <a:rPr lang="zh-CN" altLang="en-US" sz="1400" b="0" dirty="0">
                <a:latin typeface="微软雅黑" panose="020B0503020204020204" pitchFamily="34" charset="-122"/>
                <a:ea typeface="微软雅黑" panose="020B0503020204020204" pitchFamily="34" charset="-122"/>
              </a:rPr>
              <a:t>配置</a:t>
            </a:r>
            <a:r>
              <a:rPr lang="en-US" altLang="zh-CN" sz="1400" b="0" dirty="0">
                <a:latin typeface="微软雅黑" panose="020B0503020204020204" pitchFamily="34" charset="-122"/>
                <a:ea typeface="微软雅黑" panose="020B0503020204020204" pitchFamily="34" charset="-122"/>
              </a:rPr>
              <a:t>IP</a:t>
            </a:r>
            <a:r>
              <a:rPr lang="zh-CN" altLang="en-US" sz="1400" b="0" dirty="0">
                <a:latin typeface="微软雅黑" panose="020B0503020204020204" pitchFamily="34" charset="-122"/>
                <a:ea typeface="微软雅黑" panose="020B0503020204020204" pitchFamily="34" charset="-122"/>
              </a:rPr>
              <a:t>地址和子网掩码</a:t>
            </a:r>
          </a:p>
          <a:p>
            <a:pPr>
              <a:lnSpc>
                <a:spcPts val="2000"/>
              </a:lnSpc>
            </a:pPr>
            <a:r>
              <a:rPr lang="en-US" altLang="zh-CN" sz="1400" b="0" dirty="0">
                <a:latin typeface="微软雅黑" panose="020B0503020204020204" pitchFamily="34" charset="-122"/>
                <a:ea typeface="微软雅黑" panose="020B0503020204020204" pitchFamily="34" charset="-122"/>
              </a:rPr>
              <a:t>[Huawei-GigabitEthernet0/0/0]quit                                                //</a:t>
            </a:r>
            <a:r>
              <a:rPr lang="zh-CN" altLang="en-US" sz="1400" b="0" dirty="0">
                <a:latin typeface="微软雅黑" panose="020B0503020204020204" pitchFamily="34" charset="-122"/>
                <a:ea typeface="微软雅黑" panose="020B0503020204020204" pitchFamily="34" charset="-122"/>
              </a:rPr>
              <a:t>退回上一级</a:t>
            </a:r>
          </a:p>
          <a:p>
            <a:pPr>
              <a:lnSpc>
                <a:spcPts val="2000"/>
              </a:lnSpc>
            </a:pPr>
            <a:r>
              <a:rPr lang="en-US" altLang="zh-CN" sz="1400" b="0" dirty="0">
                <a:latin typeface="微软雅黑" panose="020B0503020204020204" pitchFamily="34" charset="-122"/>
                <a:ea typeface="微软雅黑" panose="020B0503020204020204" pitchFamily="34" charset="-122"/>
              </a:rPr>
              <a:t>[Huawei]int g0/0/1</a:t>
            </a:r>
            <a:endParaRPr lang="zh-CN" altLang="en-US" sz="1400" b="0" dirty="0">
              <a:latin typeface="微软雅黑" panose="020B0503020204020204" pitchFamily="34" charset="-122"/>
              <a:ea typeface="微软雅黑" panose="020B0503020204020204" pitchFamily="34" charset="-122"/>
            </a:endParaRPr>
          </a:p>
          <a:p>
            <a:pPr>
              <a:lnSpc>
                <a:spcPts val="2000"/>
              </a:lnSpc>
            </a:pPr>
            <a:r>
              <a:rPr lang="en-US" altLang="zh-CN" sz="1400" b="0" dirty="0">
                <a:latin typeface="微软雅黑" panose="020B0503020204020204" pitchFamily="34" charset="-122"/>
                <a:ea typeface="微软雅黑" panose="020B0503020204020204" pitchFamily="34" charset="-122"/>
              </a:rPr>
              <a:t>[Huawei-GigabitEthernet0/0/1]</a:t>
            </a:r>
            <a:r>
              <a:rPr lang="en-US" altLang="zh-CN" sz="1400" b="0" dirty="0" err="1">
                <a:latin typeface="微软雅黑" panose="020B0503020204020204" pitchFamily="34" charset="-122"/>
                <a:ea typeface="微软雅黑" panose="020B0503020204020204" pitchFamily="34" charset="-122"/>
              </a:rPr>
              <a:t>ip</a:t>
            </a:r>
            <a:r>
              <a:rPr lang="en-US" altLang="zh-CN" sz="1400" b="0" dirty="0">
                <a:latin typeface="微软雅黑" panose="020B0503020204020204" pitchFamily="34" charset="-122"/>
                <a:ea typeface="微软雅黑" panose="020B0503020204020204" pitchFamily="34" charset="-122"/>
              </a:rPr>
              <a:t> address 192.168.2.254 24        //</a:t>
            </a:r>
            <a:r>
              <a:rPr lang="zh-CN" altLang="en-US" sz="1400" b="0" dirty="0">
                <a:latin typeface="微软雅黑" panose="020B0503020204020204" pitchFamily="34" charset="-122"/>
                <a:ea typeface="微软雅黑" panose="020B0503020204020204" pitchFamily="34" charset="-122"/>
              </a:rPr>
              <a:t>配置</a:t>
            </a:r>
            <a:r>
              <a:rPr lang="en-US" altLang="zh-CN" sz="1400" b="0" dirty="0">
                <a:latin typeface="微软雅黑" panose="020B0503020204020204" pitchFamily="34" charset="-122"/>
                <a:ea typeface="微软雅黑" panose="020B0503020204020204" pitchFamily="34" charset="-122"/>
              </a:rPr>
              <a:t>IP</a:t>
            </a:r>
            <a:r>
              <a:rPr lang="zh-CN" altLang="en-US" sz="1400" b="0" dirty="0">
                <a:latin typeface="微软雅黑" panose="020B0503020204020204" pitchFamily="34" charset="-122"/>
                <a:ea typeface="微软雅黑" panose="020B0503020204020204" pitchFamily="34" charset="-122"/>
              </a:rPr>
              <a:t>地址和子网掩码</a:t>
            </a:r>
          </a:p>
          <a:p>
            <a:pPr>
              <a:lnSpc>
                <a:spcPts val="2000"/>
              </a:lnSpc>
            </a:pPr>
            <a:r>
              <a:rPr lang="en-US" altLang="zh-CN" sz="1400" b="0" dirty="0">
                <a:latin typeface="微软雅黑" panose="020B0503020204020204" pitchFamily="34" charset="-122"/>
                <a:ea typeface="微软雅黑" panose="020B0503020204020204" pitchFamily="34" charset="-122"/>
              </a:rPr>
              <a:t>[Huawei-GigabitEthernet0/0/1]quit</a:t>
            </a:r>
            <a:endParaRPr lang="zh-CN" altLang="en-US" sz="1400" b="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5D129317-66C5-4AA2-8616-E28DA896691D}"/>
              </a:ext>
            </a:extLst>
          </p:cNvPr>
          <p:cNvSpPr txBox="1"/>
          <p:nvPr/>
        </p:nvSpPr>
        <p:spPr>
          <a:xfrm>
            <a:off x="730170" y="4152651"/>
            <a:ext cx="4800600"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为路由器</a:t>
            </a:r>
            <a:r>
              <a:rPr lang="en-US" altLang="zh-CN" sz="1600" dirty="0">
                <a:latin typeface="微软雅黑" panose="020B0503020204020204" pitchFamily="34" charset="-122"/>
                <a:ea typeface="微软雅黑" panose="020B0503020204020204" pitchFamily="34" charset="-122"/>
              </a:rPr>
              <a:t>AR</a:t>
            </a:r>
            <a:r>
              <a:rPr lang="zh-CN" altLang="en-US" sz="1600" dirty="0">
                <a:latin typeface="微软雅黑" panose="020B0503020204020204" pitchFamily="34" charset="-122"/>
                <a:ea typeface="微软雅黑" panose="020B0503020204020204" pitchFamily="34" charset="-122"/>
              </a:rPr>
              <a:t>做如下配置：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8EBDD69-3BFE-40FA-9127-972074B4E7B6}"/>
              </a:ext>
            </a:extLst>
          </p:cNvPr>
          <p:cNvSpPr>
            <a:spLocks noGrp="1"/>
          </p:cNvSpPr>
          <p:nvPr>
            <p:ph type="sldNum" sz="quarter" idx="10"/>
          </p:nvPr>
        </p:nvSpPr>
        <p:spPr/>
        <p:txBody>
          <a:bodyPr/>
          <a:lstStyle/>
          <a:p>
            <a:pPr>
              <a:defRPr/>
            </a:pPr>
            <a:r>
              <a:rPr lang="en-US" altLang="zh-CN"/>
              <a:t>15.</a:t>
            </a:r>
            <a:fld id="{3A249DA5-79A4-40DE-8F1B-5CE2A826BED8}" type="slidenum">
              <a:rPr lang="en-US" altLang="zh-CN" smtClean="0"/>
              <a:pPr>
                <a:defRPr/>
              </a:pPr>
              <a:t>42</a:t>
            </a:fld>
            <a:endParaRPr lang="en-US" altLang="zh-CN"/>
          </a:p>
        </p:txBody>
      </p:sp>
      <p:pic>
        <p:nvPicPr>
          <p:cNvPr id="7" name="图片 6">
            <a:extLst>
              <a:ext uri="{FF2B5EF4-FFF2-40B4-BE49-F238E27FC236}">
                <a16:creationId xmlns:a16="http://schemas.microsoft.com/office/drawing/2014/main" id="{DF3102F5-6DBE-4BF3-89F0-5798EFE5A5DC}"/>
              </a:ext>
            </a:extLst>
          </p:cNvPr>
          <p:cNvPicPr>
            <a:picLocks noChangeAspect="1"/>
          </p:cNvPicPr>
          <p:nvPr/>
        </p:nvPicPr>
        <p:blipFill>
          <a:blip r:embed="rId2"/>
          <a:stretch>
            <a:fillRect/>
          </a:stretch>
        </p:blipFill>
        <p:spPr>
          <a:xfrm>
            <a:off x="2057400" y="2220411"/>
            <a:ext cx="5029200" cy="3428531"/>
          </a:xfrm>
          <a:prstGeom prst="rect">
            <a:avLst/>
          </a:prstGeom>
        </p:spPr>
      </p:pic>
      <p:sp>
        <p:nvSpPr>
          <p:cNvPr id="2" name="矩形 1">
            <a:extLst>
              <a:ext uri="{FF2B5EF4-FFF2-40B4-BE49-F238E27FC236}">
                <a16:creationId xmlns:a16="http://schemas.microsoft.com/office/drawing/2014/main" id="{7A09C666-DEF8-4DAD-B658-F21B192494F1}"/>
              </a:ext>
            </a:extLst>
          </p:cNvPr>
          <p:cNvSpPr/>
          <p:nvPr/>
        </p:nvSpPr>
        <p:spPr bwMode="auto">
          <a:xfrm>
            <a:off x="3048001" y="4015450"/>
            <a:ext cx="956840" cy="163011"/>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solidFill>
                  <a:srgbClr val="FF0000"/>
                </a:solidFill>
              </a:ln>
              <a:noFill/>
              <a:effectLst/>
              <a:latin typeface="Arial" charset="0"/>
            </a:endParaRPr>
          </a:p>
        </p:txBody>
      </p:sp>
      <p:sp>
        <p:nvSpPr>
          <p:cNvPr id="5" name="矩形 4">
            <a:extLst>
              <a:ext uri="{FF2B5EF4-FFF2-40B4-BE49-F238E27FC236}">
                <a16:creationId xmlns:a16="http://schemas.microsoft.com/office/drawing/2014/main" id="{88B35D65-4DBB-43C7-9130-FE6D1708E76F}"/>
              </a:ext>
            </a:extLst>
          </p:cNvPr>
          <p:cNvSpPr/>
          <p:nvPr/>
        </p:nvSpPr>
        <p:spPr>
          <a:xfrm>
            <a:off x="1033040" y="5727539"/>
            <a:ext cx="7257327" cy="418191"/>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配置网关之后，当</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PC3</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通信时，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AR</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G0/0/0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端口有数据吗？</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E543C7A7-6AE0-4E55-81ED-993A8EDF2E02}"/>
              </a:ext>
            </a:extLst>
          </p:cNvPr>
          <p:cNvSpPr/>
          <p:nvPr/>
        </p:nvSpPr>
        <p:spPr>
          <a:xfrm>
            <a:off x="1033040" y="950682"/>
            <a:ext cx="7257327" cy="1156407"/>
          </a:xfrm>
          <a:prstGeom prst="rect">
            <a:avLst/>
          </a:prstGeom>
        </p:spPr>
        <p:txBody>
          <a:bodyPr wrap="square">
            <a:spAutoFit/>
          </a:bodyPr>
          <a:lstStyle/>
          <a:p>
            <a:pPr algn="just">
              <a:lnSpc>
                <a:spcPct val="150000"/>
              </a:lnSpc>
            </a:pP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注意：</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利用子网掩码，如果</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LAN1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中的主机发现数据的目的主机和自己处于同一本地网络，则通过交换机的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地址表查找转发端口并转发；如果目的主机不在本地网络中，就把数据报转发给它自己的网关。</a:t>
            </a:r>
            <a:endParaRPr lang="zh-CN" altLang="en-US" sz="1600" dirty="0"/>
          </a:p>
        </p:txBody>
      </p:sp>
    </p:spTree>
    <p:extLst>
      <p:ext uri="{BB962C8B-B14F-4D97-AF65-F5344CB8AC3E}">
        <p14:creationId xmlns:p14="http://schemas.microsoft.com/office/powerpoint/2010/main" val="86422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1"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0"/>
                            </p:stCondLst>
                            <p:childTnLst>
                              <p:par>
                                <p:cTn id="11" presetID="35" presetClass="emph" presetSubtype="0" fill="hold" grpId="0" nodeType="afterEffect">
                                  <p:stCondLst>
                                    <p:cond delay="250"/>
                                  </p:stCondLst>
                                  <p:childTnLst>
                                    <p:anim calcmode="discrete" valueType="str">
                                      <p:cBhvr>
                                        <p:cTn id="12" dur="1000" fill="hold"/>
                                        <p:tgtEl>
                                          <p:spTgt spid="2"/>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04800"/>
            <a:ext cx="6589048"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15.2  </a:t>
            </a:r>
            <a:r>
              <a:rPr lang="zh-CN" altLang="en-US" dirty="0">
                <a:latin typeface="微软雅黑" panose="020B0503020204020204" pitchFamily="34" charset="-122"/>
                <a:ea typeface="微软雅黑" panose="020B0503020204020204" pitchFamily="34" charset="-122"/>
              </a:rPr>
              <a:t>虚拟局域网（</a:t>
            </a:r>
            <a:r>
              <a:rPr lang="en-US" altLang="zh-CN" dirty="0">
                <a:latin typeface="微软雅黑" panose="020B0503020204020204" pitchFamily="34" charset="-122"/>
                <a:ea typeface="微软雅黑" panose="020B0503020204020204" pitchFamily="34" charset="-122"/>
              </a:rPr>
              <a:t>Virtual LAN</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2" name="Rectangle 29">
            <a:extLst>
              <a:ext uri="{FF2B5EF4-FFF2-40B4-BE49-F238E27FC236}">
                <a16:creationId xmlns:a16="http://schemas.microsoft.com/office/drawing/2014/main" id="{B9FD15A1-F7CD-4F7C-91B2-3834E3D1C749}"/>
              </a:ext>
            </a:extLst>
          </p:cNvPr>
          <p:cNvSpPr>
            <a:spLocks noChangeArrowheads="1"/>
          </p:cNvSpPr>
          <p:nvPr/>
        </p:nvSpPr>
        <p:spPr bwMode="auto">
          <a:xfrm>
            <a:off x="854597" y="1828800"/>
            <a:ext cx="7357641" cy="303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173037" indent="0" algn="just">
              <a:lnSpc>
                <a:spcPct val="250000"/>
              </a:lnSpc>
              <a:buClr>
                <a:srgbClr val="FF0000"/>
              </a:buClr>
              <a:buSzPct val="80000"/>
            </a:pPr>
            <a:r>
              <a:rPr lang="zh-CN" altLang="en-US" sz="2000" b="0" dirty="0">
                <a:latin typeface="微软雅黑" panose="020B0503020204020204" pitchFamily="34" charset="-122"/>
                <a:ea typeface="微软雅黑" panose="020B0503020204020204" pitchFamily="34" charset="-122"/>
              </a:rPr>
              <a:t>虚拟局域网</a:t>
            </a:r>
            <a:r>
              <a:rPr lang="en-US" altLang="zh-CN" sz="2000" b="0" dirty="0">
                <a:latin typeface="微软雅黑" panose="020B0503020204020204" pitchFamily="34" charset="-122"/>
                <a:ea typeface="微软雅黑" panose="020B0503020204020204" pitchFamily="34" charset="-122"/>
              </a:rPr>
              <a:t>VLAN</a:t>
            </a:r>
            <a:r>
              <a:rPr lang="zh-CN" altLang="en-US" sz="2000" b="0" dirty="0">
                <a:latin typeface="微软雅黑" panose="020B0503020204020204" pitchFamily="34" charset="-122"/>
                <a:ea typeface="微软雅黑" panose="020B0503020204020204" pitchFamily="34" charset="-122"/>
              </a:rPr>
              <a:t>是一组</a:t>
            </a:r>
            <a:r>
              <a:rPr lang="zh-CN" altLang="en-US" sz="2000" b="0" dirty="0">
                <a:solidFill>
                  <a:srgbClr val="FF0000"/>
                </a:solidFill>
                <a:latin typeface="微软雅黑" panose="020B0503020204020204" pitchFamily="34" charset="-122"/>
                <a:ea typeface="微软雅黑" panose="020B0503020204020204" pitchFamily="34" charset="-122"/>
              </a:rPr>
              <a:t>逻辑</a:t>
            </a:r>
            <a:r>
              <a:rPr lang="zh-CN" altLang="en-US" sz="2000" b="0" dirty="0">
                <a:latin typeface="微软雅黑" panose="020B0503020204020204" pitchFamily="34" charset="-122"/>
                <a:ea typeface="微软雅黑" panose="020B0503020204020204" pitchFamily="34" charset="-122"/>
              </a:rPr>
              <a:t>上的设备和用户，这些设备和用户并不受物理位置的限制，可以根据功能、部门及应用等因素将它们组织起来，相互之间的通信就好像它们在同一个网段中一样，由此得名虚拟局域网。</a:t>
            </a:r>
          </a:p>
        </p:txBody>
      </p:sp>
      <p:sp>
        <p:nvSpPr>
          <p:cNvPr id="7" name="灯片编号占位符 1">
            <a:extLst>
              <a:ext uri="{FF2B5EF4-FFF2-40B4-BE49-F238E27FC236}">
                <a16:creationId xmlns:a16="http://schemas.microsoft.com/office/drawing/2014/main" id="{AD45683E-B711-4DF1-9203-B0262906C9F1}"/>
              </a:ext>
            </a:extLst>
          </p:cNvPr>
          <p:cNvSpPr>
            <a:spLocks noGrp="1"/>
          </p:cNvSpPr>
          <p:nvPr>
            <p:ph type="sldNum" sz="quarter" idx="10"/>
          </p:nvPr>
        </p:nvSpPr>
        <p:spPr>
          <a:xfrm>
            <a:off x="83058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43</a:t>
            </a:fld>
            <a:endParaRPr lang="en-US" altLang="zh-CN" sz="2000">
              <a:solidFill>
                <a:schemeClr val="bg2"/>
              </a:solidFill>
            </a:endParaRPr>
          </a:p>
        </p:txBody>
      </p:sp>
    </p:spTree>
    <p:extLst>
      <p:ext uri="{BB962C8B-B14F-4D97-AF65-F5344CB8AC3E}">
        <p14:creationId xmlns:p14="http://schemas.microsoft.com/office/powerpoint/2010/main" val="3326293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13DE988E-750F-4A8C-86D3-20090E39395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C34610F7-FF34-4FCC-949E-E5AA413F963E}" type="slidenum">
              <a:rPr lang="en-US" altLang="zh-CN" sz="2000" smtClean="0">
                <a:solidFill>
                  <a:schemeClr val="bg2"/>
                </a:solidFill>
              </a:rPr>
              <a:pPr/>
              <a:t>44</a:t>
            </a:fld>
            <a:endParaRPr lang="en-US" altLang="zh-CN" sz="2000">
              <a:solidFill>
                <a:schemeClr val="bg2"/>
              </a:solidFill>
            </a:endParaRPr>
          </a:p>
        </p:txBody>
      </p:sp>
      <p:sp>
        <p:nvSpPr>
          <p:cNvPr id="2" name="Rectangle 1">
            <a:extLst>
              <a:ext uri="{FF2B5EF4-FFF2-40B4-BE49-F238E27FC236}">
                <a16:creationId xmlns:a16="http://schemas.microsoft.com/office/drawing/2014/main" id="{54761E2E-C97C-41E0-AF23-F1399875AA42}"/>
              </a:ext>
            </a:extLst>
          </p:cNvPr>
          <p:cNvSpPr>
            <a:spLocks noChangeArrowheads="1"/>
          </p:cNvSpPr>
          <p:nvPr/>
        </p:nvSpPr>
        <p:spPr bwMode="auto">
          <a:xfrm>
            <a:off x="747442" y="989654"/>
            <a:ext cx="7772400" cy="3016210"/>
          </a:xfrm>
          <a:prstGeom prst="rect">
            <a:avLst/>
          </a:prstGeom>
          <a:noFill/>
          <a:ln w="9525">
            <a:noFill/>
            <a:miter lim="800000"/>
            <a:headEnd/>
            <a:tailEnd/>
          </a:ln>
          <a:effectLst/>
        </p:spPr>
        <p:txBody>
          <a:bodyPr vert="horz" wrap="square" lIns="0" tIns="0" rIns="0" bIns="0" numCol="1" anchor="ctr" anchorCtr="0" compatLnSpc="1">
            <a:prstTxWarp prst="textNoShape">
              <a:avLst/>
            </a:prstTxWarp>
            <a:spAutoFit/>
          </a:bodyPr>
          <a:lstStyle/>
          <a:p>
            <a:pPr marL="285750" indent="-285750" algn="just">
              <a:lnSpc>
                <a:spcPct val="200000"/>
              </a:lnSpc>
              <a:buClr>
                <a:srgbClr val="FF0000"/>
              </a:buClr>
              <a:buSzPct val="80000"/>
              <a:buFont typeface="Wingdings" panose="05000000000000000000" pitchFamily="2" charset="2"/>
              <a:buChar char="u"/>
            </a:pPr>
            <a:r>
              <a:rPr lang="zh-CN" altLang="en-US" sz="1600" dirty="0">
                <a:solidFill>
                  <a:srgbClr val="000000"/>
                </a:solidFill>
                <a:latin typeface="微软雅黑" panose="020B0503020204020204" pitchFamily="34" charset="-122"/>
                <a:ea typeface="微软雅黑" panose="020B0503020204020204" pitchFamily="34" charset="-122"/>
              </a:rPr>
              <a:t>缺乏流量隔离</a:t>
            </a:r>
            <a:endParaRPr lang="en-US" altLang="zh-CN" sz="1600" dirty="0">
              <a:solidFill>
                <a:srgbClr val="000000"/>
              </a:solidFill>
              <a:latin typeface="微软雅黑" panose="020B0503020204020204" pitchFamily="34" charset="-122"/>
              <a:ea typeface="微软雅黑" panose="020B0503020204020204" pitchFamily="34" charset="-122"/>
            </a:endParaRPr>
          </a:p>
          <a:p>
            <a:pPr marL="266700" algn="just">
              <a:lnSpc>
                <a:spcPct val="200000"/>
              </a:lnSpc>
              <a:buClr>
                <a:srgbClr val="FF0000"/>
              </a:buClr>
              <a:buSzPct val="80000"/>
            </a:pPr>
            <a:r>
              <a:rPr lang="zh-CN" altLang="en-US" sz="1400" b="0" dirty="0">
                <a:solidFill>
                  <a:srgbClr val="000000"/>
                </a:solidFill>
                <a:latin typeface="微软雅黑" panose="020B0503020204020204" pitchFamily="34" charset="-122"/>
                <a:ea typeface="微软雅黑" panose="020B0503020204020204" pitchFamily="34" charset="-122"/>
              </a:rPr>
              <a:t>用户可能收到不必要的广播报文，从而消耗网络带宽和</a:t>
            </a:r>
            <a:r>
              <a:rPr lang="en-US" altLang="zh-CN" sz="1400" b="0" dirty="0">
                <a:solidFill>
                  <a:srgbClr val="000000"/>
                </a:solidFill>
                <a:latin typeface="微软雅黑" panose="020B0503020204020204" pitchFamily="34" charset="-122"/>
                <a:ea typeface="微软雅黑" panose="020B0503020204020204" pitchFamily="34" charset="-122"/>
              </a:rPr>
              <a:t>CPU</a:t>
            </a:r>
            <a:r>
              <a:rPr lang="zh-CN" altLang="en-US" sz="1400" b="0" dirty="0">
                <a:solidFill>
                  <a:srgbClr val="000000"/>
                </a:solidFill>
                <a:latin typeface="微软雅黑" panose="020B0503020204020204" pitchFamily="34" charset="-122"/>
                <a:ea typeface="微软雅黑" panose="020B0503020204020204" pitchFamily="34" charset="-122"/>
              </a:rPr>
              <a:t>资源或引起安全问题。</a:t>
            </a:r>
          </a:p>
          <a:p>
            <a:pPr marL="285750" indent="-285750" algn="just">
              <a:lnSpc>
                <a:spcPct val="200000"/>
              </a:lnSpc>
              <a:buClr>
                <a:srgbClr val="FF0000"/>
              </a:buClr>
              <a:buSzPct val="80000"/>
              <a:buFont typeface="Wingdings" panose="05000000000000000000" pitchFamily="2" charset="2"/>
              <a:buChar char="u"/>
            </a:pPr>
            <a:r>
              <a:rPr lang="zh-CN" altLang="en-US" sz="1600" dirty="0">
                <a:solidFill>
                  <a:srgbClr val="000000"/>
                </a:solidFill>
                <a:latin typeface="微软雅黑" panose="020B0503020204020204" pitchFamily="34" charset="-122"/>
                <a:ea typeface="微软雅黑" panose="020B0503020204020204" pitchFamily="34" charset="-122"/>
              </a:rPr>
              <a:t>交换机的无效使用</a:t>
            </a:r>
            <a:endParaRPr lang="en-US" altLang="zh-CN" sz="1600" dirty="0">
              <a:solidFill>
                <a:srgbClr val="000000"/>
              </a:solidFill>
              <a:latin typeface="微软雅黑" panose="020B0503020204020204" pitchFamily="34" charset="-122"/>
              <a:ea typeface="微软雅黑" panose="020B0503020204020204" pitchFamily="34" charset="-122"/>
            </a:endParaRPr>
          </a:p>
          <a:p>
            <a:pPr marL="266700" algn="just">
              <a:lnSpc>
                <a:spcPct val="200000"/>
              </a:lnSpc>
              <a:buClr>
                <a:srgbClr val="FF0000"/>
              </a:buClr>
              <a:buSzPct val="80000"/>
            </a:pPr>
            <a:r>
              <a:rPr lang="zh-CN" altLang="en-US" sz="1400" b="0" dirty="0">
                <a:solidFill>
                  <a:srgbClr val="000000"/>
                </a:solidFill>
                <a:latin typeface="微软雅黑" panose="020B0503020204020204" pitchFamily="34" charset="-122"/>
                <a:ea typeface="微软雅黑" panose="020B0503020204020204" pitchFamily="34" charset="-122"/>
              </a:rPr>
              <a:t>多个组使用同一交换机时不能提供流量隔离。</a:t>
            </a:r>
          </a:p>
          <a:p>
            <a:pPr marL="285750" indent="-285750" algn="just">
              <a:lnSpc>
                <a:spcPct val="200000"/>
              </a:lnSpc>
              <a:buClr>
                <a:srgbClr val="FF0000"/>
              </a:buClr>
              <a:buSzPct val="80000"/>
              <a:buFont typeface="Wingdings" panose="05000000000000000000" pitchFamily="2" charset="2"/>
              <a:buChar char="u"/>
            </a:pPr>
            <a:r>
              <a:rPr lang="zh-CN" altLang="en-US" sz="1600" dirty="0">
                <a:solidFill>
                  <a:srgbClr val="000000"/>
                </a:solidFill>
                <a:latin typeface="微软雅黑" panose="020B0503020204020204" pitchFamily="34" charset="-122"/>
                <a:ea typeface="微软雅黑" panose="020B0503020204020204" pitchFamily="34" charset="-122"/>
              </a:rPr>
              <a:t>用户管理困难</a:t>
            </a:r>
            <a:endParaRPr lang="en-US" altLang="zh-CN" sz="1600" dirty="0">
              <a:solidFill>
                <a:srgbClr val="000000"/>
              </a:solidFill>
              <a:latin typeface="微软雅黑" panose="020B0503020204020204" pitchFamily="34" charset="-122"/>
              <a:ea typeface="微软雅黑" panose="020B0503020204020204" pitchFamily="34" charset="-122"/>
            </a:endParaRPr>
          </a:p>
          <a:p>
            <a:pPr marL="266700" algn="just">
              <a:lnSpc>
                <a:spcPct val="200000"/>
              </a:lnSpc>
              <a:buClr>
                <a:srgbClr val="FF0000"/>
              </a:buClr>
              <a:buSzPct val="80000"/>
            </a:pPr>
            <a:r>
              <a:rPr lang="zh-CN" altLang="en-US" sz="1400" b="0" dirty="0">
                <a:solidFill>
                  <a:srgbClr val="000000"/>
                </a:solidFill>
                <a:latin typeface="微软雅黑" panose="020B0503020204020204" pitchFamily="34" charset="-122"/>
                <a:ea typeface="微软雅黑" panose="020B0503020204020204" pitchFamily="34" charset="-122"/>
              </a:rPr>
              <a:t>用户在不同组间移动，必须改变物理布线。</a:t>
            </a:r>
          </a:p>
          <a:p>
            <a:pPr marR="0" lvl="0" algn="just" defTabSz="914400" rtl="0" eaLnBrk="0" fontAlgn="base" latinLnBrk="0" hangingPunct="0">
              <a:lnSpc>
                <a:spcPct val="100000"/>
              </a:lnSpc>
              <a:spcBef>
                <a:spcPct val="0"/>
              </a:spcBef>
              <a:spcAft>
                <a:spcPct val="0"/>
              </a:spcAft>
              <a:buClr>
                <a:srgbClr val="FF0000"/>
              </a:buClr>
              <a:buSzPct val="80000"/>
              <a:tabLst/>
            </a:pPr>
            <a:endPar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81" name="Freeform 81">
            <a:extLst>
              <a:ext uri="{FF2B5EF4-FFF2-40B4-BE49-F238E27FC236}">
                <a16:creationId xmlns:a16="http://schemas.microsoft.com/office/drawing/2014/main" id="{E53D37DD-63C7-4842-BD27-424ED2B5318B}"/>
              </a:ext>
            </a:extLst>
          </p:cNvPr>
          <p:cNvSpPr>
            <a:spLocks/>
          </p:cNvSpPr>
          <p:nvPr/>
        </p:nvSpPr>
        <p:spPr bwMode="auto">
          <a:xfrm rot="5400000">
            <a:off x="4100578" y="1722866"/>
            <a:ext cx="3296953" cy="5113490"/>
          </a:xfrm>
          <a:custGeom>
            <a:avLst/>
            <a:gdLst>
              <a:gd name="T0" fmla="*/ 2147483647 w 10000"/>
              <a:gd name="T1" fmla="*/ 2147483647 h 9831"/>
              <a:gd name="T2" fmla="*/ 2147483647 w 10000"/>
              <a:gd name="T3" fmla="*/ 2147483647 h 9831"/>
              <a:gd name="T4" fmla="*/ 2147483647 w 10000"/>
              <a:gd name="T5" fmla="*/ 2147483647 h 9831"/>
              <a:gd name="T6" fmla="*/ 2147483647 w 10000"/>
              <a:gd name="T7" fmla="*/ 2147483647 h 9831"/>
              <a:gd name="T8" fmla="*/ 2147483647 w 10000"/>
              <a:gd name="T9" fmla="*/ 2147483647 h 9831"/>
              <a:gd name="T10" fmla="*/ 2147483647 w 10000"/>
              <a:gd name="T11" fmla="*/ 2147483647 h 9831"/>
              <a:gd name="T12" fmla="*/ 2147483647 w 10000"/>
              <a:gd name="T13" fmla="*/ 2147483647 h 9831"/>
              <a:gd name="T14" fmla="*/ 2147483647 w 10000"/>
              <a:gd name="T15" fmla="*/ 2147483647 h 9831"/>
              <a:gd name="T16" fmla="*/ 2147483647 w 10000"/>
              <a:gd name="T17" fmla="*/ 2147483647 h 9831"/>
              <a:gd name="T18" fmla="*/ 2147483647 w 10000"/>
              <a:gd name="T19" fmla="*/ 2147483647 h 9831"/>
              <a:gd name="T20" fmla="*/ 2147483647 w 10000"/>
              <a:gd name="T21" fmla="*/ 2147483647 h 9831"/>
              <a:gd name="T22" fmla="*/ 2147483647 w 10000"/>
              <a:gd name="T23" fmla="*/ 2147483647 h 98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connsiteX0" fmla="*/ 3018 w 10166"/>
              <a:gd name="connsiteY0" fmla="*/ 121 h 10000"/>
              <a:gd name="connsiteX1" fmla="*/ 545 w 10166"/>
              <a:gd name="connsiteY1" fmla="*/ 527 h 10000"/>
              <a:gd name="connsiteX2" fmla="*/ 8 w 10166"/>
              <a:gd name="connsiteY2" fmla="*/ 3524 h 10000"/>
              <a:gd name="connsiteX3" fmla="*/ 354 w 10166"/>
              <a:gd name="connsiteY3" fmla="*/ 6305 h 10000"/>
              <a:gd name="connsiteX4" fmla="*/ 1947 w 10166"/>
              <a:gd name="connsiteY4" fmla="*/ 6681 h 10000"/>
              <a:gd name="connsiteX5" fmla="*/ 5285 w 10166"/>
              <a:gd name="connsiteY5" fmla="*/ 9001 h 10000"/>
              <a:gd name="connsiteX6" fmla="*/ 8172 w 10166"/>
              <a:gd name="connsiteY6" fmla="*/ 9974 h 10000"/>
              <a:gd name="connsiteX7" fmla="*/ 9864 w 10166"/>
              <a:gd name="connsiteY7" fmla="*/ 8031 h 10000"/>
              <a:gd name="connsiteX8" fmla="*/ 9830 w 10166"/>
              <a:gd name="connsiteY8" fmla="*/ 3652 h 10000"/>
              <a:gd name="connsiteX9" fmla="*/ 9852 w 10166"/>
              <a:gd name="connsiteY9" fmla="*/ 791 h 10000"/>
              <a:gd name="connsiteX10" fmla="*/ 5984 w 10166"/>
              <a:gd name="connsiteY10" fmla="*/ 50 h 10000"/>
              <a:gd name="connsiteX11" fmla="*/ 3018 w 10166"/>
              <a:gd name="connsiteY11" fmla="*/ 121 h 10000"/>
              <a:gd name="connsiteX0" fmla="*/ 3018 w 10281"/>
              <a:gd name="connsiteY0" fmla="*/ 121 h 10000"/>
              <a:gd name="connsiteX1" fmla="*/ 545 w 10281"/>
              <a:gd name="connsiteY1" fmla="*/ 527 h 10000"/>
              <a:gd name="connsiteX2" fmla="*/ 8 w 10281"/>
              <a:gd name="connsiteY2" fmla="*/ 3524 h 10000"/>
              <a:gd name="connsiteX3" fmla="*/ 354 w 10281"/>
              <a:gd name="connsiteY3" fmla="*/ 6305 h 10000"/>
              <a:gd name="connsiteX4" fmla="*/ 1947 w 10281"/>
              <a:gd name="connsiteY4" fmla="*/ 6681 h 10000"/>
              <a:gd name="connsiteX5" fmla="*/ 5285 w 10281"/>
              <a:gd name="connsiteY5" fmla="*/ 9001 h 10000"/>
              <a:gd name="connsiteX6" fmla="*/ 8172 w 10281"/>
              <a:gd name="connsiteY6" fmla="*/ 9974 h 10000"/>
              <a:gd name="connsiteX7" fmla="*/ 9864 w 10281"/>
              <a:gd name="connsiteY7" fmla="*/ 8031 h 10000"/>
              <a:gd name="connsiteX8" fmla="*/ 10169 w 10281"/>
              <a:gd name="connsiteY8" fmla="*/ 3708 h 10000"/>
              <a:gd name="connsiteX9" fmla="*/ 9852 w 10281"/>
              <a:gd name="connsiteY9" fmla="*/ 791 h 10000"/>
              <a:gd name="connsiteX10" fmla="*/ 5984 w 10281"/>
              <a:gd name="connsiteY10" fmla="*/ 50 h 10000"/>
              <a:gd name="connsiteX11" fmla="*/ 3018 w 10281"/>
              <a:gd name="connsiteY11" fmla="*/ 12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81" h="10000">
                <a:moveTo>
                  <a:pt x="3018" y="121"/>
                </a:moveTo>
                <a:cubicBezTo>
                  <a:pt x="2111" y="201"/>
                  <a:pt x="1047" y="-40"/>
                  <a:pt x="545" y="527"/>
                </a:cubicBezTo>
                <a:cubicBezTo>
                  <a:pt x="43" y="1094"/>
                  <a:pt x="40" y="2561"/>
                  <a:pt x="8" y="3524"/>
                </a:cubicBezTo>
                <a:cubicBezTo>
                  <a:pt x="-24" y="4487"/>
                  <a:pt x="32" y="5779"/>
                  <a:pt x="354" y="6305"/>
                </a:cubicBezTo>
                <a:cubicBezTo>
                  <a:pt x="677" y="6830"/>
                  <a:pt x="1127" y="6231"/>
                  <a:pt x="1947" y="6681"/>
                </a:cubicBezTo>
                <a:cubicBezTo>
                  <a:pt x="2769" y="7131"/>
                  <a:pt x="4247" y="8453"/>
                  <a:pt x="5285" y="9001"/>
                </a:cubicBezTo>
                <a:cubicBezTo>
                  <a:pt x="6321" y="9549"/>
                  <a:pt x="7408" y="10134"/>
                  <a:pt x="8172" y="9974"/>
                </a:cubicBezTo>
                <a:cubicBezTo>
                  <a:pt x="8934" y="9811"/>
                  <a:pt x="9531" y="9075"/>
                  <a:pt x="9864" y="8031"/>
                </a:cubicBezTo>
                <a:cubicBezTo>
                  <a:pt x="10197" y="6987"/>
                  <a:pt x="10171" y="4915"/>
                  <a:pt x="10169" y="3708"/>
                </a:cubicBezTo>
                <a:cubicBezTo>
                  <a:pt x="10167" y="2501"/>
                  <a:pt x="10574" y="1287"/>
                  <a:pt x="9852" y="791"/>
                </a:cubicBezTo>
                <a:cubicBezTo>
                  <a:pt x="9131" y="296"/>
                  <a:pt x="7123" y="162"/>
                  <a:pt x="5984" y="50"/>
                </a:cubicBezTo>
                <a:cubicBezTo>
                  <a:pt x="4845" y="-62"/>
                  <a:pt x="3924" y="42"/>
                  <a:pt x="3018" y="121"/>
                </a:cubicBezTo>
                <a:close/>
              </a:path>
            </a:pathLst>
          </a:custGeom>
          <a:solidFill>
            <a:srgbClr val="9CE0FA"/>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82" name="Line 34">
            <a:extLst>
              <a:ext uri="{FF2B5EF4-FFF2-40B4-BE49-F238E27FC236}">
                <a16:creationId xmlns:a16="http://schemas.microsoft.com/office/drawing/2014/main" id="{EF6BB4F0-8C4E-44FC-834B-CD13D71DF6CB}"/>
              </a:ext>
            </a:extLst>
          </p:cNvPr>
          <p:cNvSpPr>
            <a:spLocks noChangeShapeType="1"/>
          </p:cNvSpPr>
          <p:nvPr/>
        </p:nvSpPr>
        <p:spPr bwMode="auto">
          <a:xfrm>
            <a:off x="5783811" y="3784512"/>
            <a:ext cx="0" cy="108858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83" name="Line 35">
            <a:extLst>
              <a:ext uri="{FF2B5EF4-FFF2-40B4-BE49-F238E27FC236}">
                <a16:creationId xmlns:a16="http://schemas.microsoft.com/office/drawing/2014/main" id="{6A328270-C043-40CF-A1C3-8B49DF689B71}"/>
              </a:ext>
            </a:extLst>
          </p:cNvPr>
          <p:cNvSpPr>
            <a:spLocks noChangeShapeType="1"/>
          </p:cNvSpPr>
          <p:nvPr/>
        </p:nvSpPr>
        <p:spPr bwMode="auto">
          <a:xfrm flipH="1" flipV="1">
            <a:off x="5916319" y="3736210"/>
            <a:ext cx="1259908" cy="120403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84" name="Line 59">
            <a:extLst>
              <a:ext uri="{FF2B5EF4-FFF2-40B4-BE49-F238E27FC236}">
                <a16:creationId xmlns:a16="http://schemas.microsoft.com/office/drawing/2014/main" id="{BF9270FD-5C37-406C-9A21-805FA1C10DAB}"/>
              </a:ext>
            </a:extLst>
          </p:cNvPr>
          <p:cNvSpPr>
            <a:spLocks noChangeShapeType="1"/>
          </p:cNvSpPr>
          <p:nvPr/>
        </p:nvSpPr>
        <p:spPr bwMode="auto">
          <a:xfrm flipV="1">
            <a:off x="5986917" y="3277921"/>
            <a:ext cx="837404" cy="31455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85" name="Line 60">
            <a:extLst>
              <a:ext uri="{FF2B5EF4-FFF2-40B4-BE49-F238E27FC236}">
                <a16:creationId xmlns:a16="http://schemas.microsoft.com/office/drawing/2014/main" id="{9A5E8A3A-763A-499B-8D0F-A99C96E35C93}"/>
              </a:ext>
            </a:extLst>
          </p:cNvPr>
          <p:cNvSpPr>
            <a:spLocks noChangeShapeType="1"/>
          </p:cNvSpPr>
          <p:nvPr/>
        </p:nvSpPr>
        <p:spPr bwMode="auto">
          <a:xfrm flipV="1">
            <a:off x="5845721" y="3038763"/>
            <a:ext cx="458346" cy="563141"/>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86" name="Line 77">
            <a:extLst>
              <a:ext uri="{FF2B5EF4-FFF2-40B4-BE49-F238E27FC236}">
                <a16:creationId xmlns:a16="http://schemas.microsoft.com/office/drawing/2014/main" id="{D776F770-BF07-462D-BD62-52102E987A82}"/>
              </a:ext>
            </a:extLst>
          </p:cNvPr>
          <p:cNvSpPr>
            <a:spLocks noChangeShapeType="1"/>
          </p:cNvSpPr>
          <p:nvPr/>
        </p:nvSpPr>
        <p:spPr bwMode="auto">
          <a:xfrm>
            <a:off x="5097378" y="3153040"/>
            <a:ext cx="589768" cy="478316"/>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87" name="Group 115">
            <a:extLst>
              <a:ext uri="{FF2B5EF4-FFF2-40B4-BE49-F238E27FC236}">
                <a16:creationId xmlns:a16="http://schemas.microsoft.com/office/drawing/2014/main" id="{606A54EC-632B-4576-A7F8-97D12B74319B}"/>
              </a:ext>
            </a:extLst>
          </p:cNvPr>
          <p:cNvGrpSpPr/>
          <p:nvPr/>
        </p:nvGrpSpPr>
        <p:grpSpPr>
          <a:xfrm>
            <a:off x="5494504" y="3467954"/>
            <a:ext cx="625610" cy="355986"/>
            <a:chOff x="3668110" y="2448910"/>
            <a:chExt cx="3794234" cy="2165130"/>
          </a:xfrm>
        </p:grpSpPr>
        <p:sp>
          <p:nvSpPr>
            <p:cNvPr id="388" name="Rectangle 156">
              <a:extLst>
                <a:ext uri="{FF2B5EF4-FFF2-40B4-BE49-F238E27FC236}">
                  <a16:creationId xmlns:a16="http://schemas.microsoft.com/office/drawing/2014/main" id="{549E6212-4904-4FAD-949D-5B5A331E4C06}"/>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9" name="Freeform 157">
              <a:extLst>
                <a:ext uri="{FF2B5EF4-FFF2-40B4-BE49-F238E27FC236}">
                  <a16:creationId xmlns:a16="http://schemas.microsoft.com/office/drawing/2014/main" id="{2B272D17-4CA1-464E-8C7D-76F036056B7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90" name="Group 158">
              <a:extLst>
                <a:ext uri="{FF2B5EF4-FFF2-40B4-BE49-F238E27FC236}">
                  <a16:creationId xmlns:a16="http://schemas.microsoft.com/office/drawing/2014/main" id="{E89F9F5C-F586-4A82-9A71-E67B3050CC5B}"/>
                </a:ext>
              </a:extLst>
            </p:cNvPr>
            <p:cNvGrpSpPr/>
            <p:nvPr/>
          </p:nvGrpSpPr>
          <p:grpSpPr>
            <a:xfrm>
              <a:off x="3941378" y="2603243"/>
              <a:ext cx="3202061" cy="1066110"/>
              <a:chOff x="7939341" y="3037317"/>
              <a:chExt cx="897649" cy="353919"/>
            </a:xfrm>
          </p:grpSpPr>
          <p:sp>
            <p:nvSpPr>
              <p:cNvPr id="391" name="Freeform 159">
                <a:extLst>
                  <a:ext uri="{FF2B5EF4-FFF2-40B4-BE49-F238E27FC236}">
                    <a16:creationId xmlns:a16="http://schemas.microsoft.com/office/drawing/2014/main" id="{44720C3E-BCE2-4718-873F-E12DDF0F3AC8}"/>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2" name="Freeform 160">
                <a:extLst>
                  <a:ext uri="{FF2B5EF4-FFF2-40B4-BE49-F238E27FC236}">
                    <a16:creationId xmlns:a16="http://schemas.microsoft.com/office/drawing/2014/main" id="{10FACF07-6600-4ED9-97CD-4A69B769F66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3" name="Freeform 161">
                <a:extLst>
                  <a:ext uri="{FF2B5EF4-FFF2-40B4-BE49-F238E27FC236}">
                    <a16:creationId xmlns:a16="http://schemas.microsoft.com/office/drawing/2014/main" id="{36BD56C5-DA64-468C-A840-91648C9C65CB}"/>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4" name="Freeform 162">
                <a:extLst>
                  <a:ext uri="{FF2B5EF4-FFF2-40B4-BE49-F238E27FC236}">
                    <a16:creationId xmlns:a16="http://schemas.microsoft.com/office/drawing/2014/main" id="{B981298E-F5BC-4D0D-94AA-4DFC1D51E8F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95" name="Line 20">
            <a:extLst>
              <a:ext uri="{FF2B5EF4-FFF2-40B4-BE49-F238E27FC236}">
                <a16:creationId xmlns:a16="http://schemas.microsoft.com/office/drawing/2014/main" id="{8DDFA0DB-D34E-414D-9211-B22F02633BCE}"/>
              </a:ext>
            </a:extLst>
          </p:cNvPr>
          <p:cNvSpPr>
            <a:spLocks noChangeShapeType="1"/>
          </p:cNvSpPr>
          <p:nvPr/>
        </p:nvSpPr>
        <p:spPr bwMode="auto">
          <a:xfrm flipH="1">
            <a:off x="3782078" y="4808298"/>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96" name="Line 21">
            <a:extLst>
              <a:ext uri="{FF2B5EF4-FFF2-40B4-BE49-F238E27FC236}">
                <a16:creationId xmlns:a16="http://schemas.microsoft.com/office/drawing/2014/main" id="{44A9E633-C642-472E-B4BC-4A7681C1CB61}"/>
              </a:ext>
            </a:extLst>
          </p:cNvPr>
          <p:cNvSpPr>
            <a:spLocks noChangeShapeType="1"/>
          </p:cNvSpPr>
          <p:nvPr/>
        </p:nvSpPr>
        <p:spPr bwMode="auto">
          <a:xfrm flipH="1">
            <a:off x="4047093" y="4843642"/>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97" name="Line 22">
            <a:extLst>
              <a:ext uri="{FF2B5EF4-FFF2-40B4-BE49-F238E27FC236}">
                <a16:creationId xmlns:a16="http://schemas.microsoft.com/office/drawing/2014/main" id="{BE7B421A-DB53-45AF-8AD0-FDDF6B2D9CCD}"/>
              </a:ext>
            </a:extLst>
          </p:cNvPr>
          <p:cNvSpPr>
            <a:spLocks noChangeShapeType="1"/>
          </p:cNvSpPr>
          <p:nvPr/>
        </p:nvSpPr>
        <p:spPr bwMode="auto">
          <a:xfrm>
            <a:off x="4333831" y="4864848"/>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98" name="Group 44">
            <a:extLst>
              <a:ext uri="{FF2B5EF4-FFF2-40B4-BE49-F238E27FC236}">
                <a16:creationId xmlns:a16="http://schemas.microsoft.com/office/drawing/2014/main" id="{7C577E2F-ADE3-480D-87FF-CB033CFB6236}"/>
              </a:ext>
            </a:extLst>
          </p:cNvPr>
          <p:cNvGrpSpPr>
            <a:grpSpLocks/>
          </p:cNvGrpSpPr>
          <p:nvPr/>
        </p:nvGrpSpPr>
        <p:grpSpPr bwMode="auto">
          <a:xfrm>
            <a:off x="3470359" y="4662211"/>
            <a:ext cx="388834" cy="356970"/>
            <a:chOff x="-44" y="1473"/>
            <a:chExt cx="981" cy="1105"/>
          </a:xfrm>
        </p:grpSpPr>
        <p:pic>
          <p:nvPicPr>
            <p:cNvPr id="399" name="Picture 45" descr="desktop_computer_stylized_medium">
              <a:extLst>
                <a:ext uri="{FF2B5EF4-FFF2-40B4-BE49-F238E27FC236}">
                  <a16:creationId xmlns:a16="http://schemas.microsoft.com/office/drawing/2014/main" id="{CA703B4C-F688-4733-85F5-C586F28CC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00" name="Freeform 46">
              <a:extLst>
                <a:ext uri="{FF2B5EF4-FFF2-40B4-BE49-F238E27FC236}">
                  <a16:creationId xmlns:a16="http://schemas.microsoft.com/office/drawing/2014/main" id="{6ECEF8B2-10EF-405E-926F-079CC30F26A8}"/>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1" name="Group 44">
            <a:extLst>
              <a:ext uri="{FF2B5EF4-FFF2-40B4-BE49-F238E27FC236}">
                <a16:creationId xmlns:a16="http://schemas.microsoft.com/office/drawing/2014/main" id="{0CDBC5BF-93AA-46E4-A52E-5F20A127E78B}"/>
              </a:ext>
            </a:extLst>
          </p:cNvPr>
          <p:cNvGrpSpPr>
            <a:grpSpLocks/>
          </p:cNvGrpSpPr>
          <p:nvPr/>
        </p:nvGrpSpPr>
        <p:grpSpPr bwMode="auto">
          <a:xfrm>
            <a:off x="3748407" y="5001509"/>
            <a:ext cx="388834" cy="356970"/>
            <a:chOff x="-44" y="1473"/>
            <a:chExt cx="981" cy="1105"/>
          </a:xfrm>
        </p:grpSpPr>
        <p:pic>
          <p:nvPicPr>
            <p:cNvPr id="402" name="Picture 45" descr="desktop_computer_stylized_medium">
              <a:extLst>
                <a:ext uri="{FF2B5EF4-FFF2-40B4-BE49-F238E27FC236}">
                  <a16:creationId xmlns:a16="http://schemas.microsoft.com/office/drawing/2014/main" id="{E3DDB444-319C-49BE-8B8F-1587104AE9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03" name="Freeform 46">
              <a:extLst>
                <a:ext uri="{FF2B5EF4-FFF2-40B4-BE49-F238E27FC236}">
                  <a16:creationId xmlns:a16="http://schemas.microsoft.com/office/drawing/2014/main" id="{56DC33B4-8C42-44C8-9E3E-D9806E5068C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4" name="Group 44">
            <a:extLst>
              <a:ext uri="{FF2B5EF4-FFF2-40B4-BE49-F238E27FC236}">
                <a16:creationId xmlns:a16="http://schemas.microsoft.com/office/drawing/2014/main" id="{09418934-110C-4604-A2EC-8DC2BCDC27DF}"/>
              </a:ext>
            </a:extLst>
          </p:cNvPr>
          <p:cNvGrpSpPr>
            <a:grpSpLocks/>
          </p:cNvGrpSpPr>
          <p:nvPr/>
        </p:nvGrpSpPr>
        <p:grpSpPr bwMode="auto">
          <a:xfrm>
            <a:off x="4110088" y="5025072"/>
            <a:ext cx="388834" cy="356970"/>
            <a:chOff x="-44" y="1473"/>
            <a:chExt cx="981" cy="1105"/>
          </a:xfrm>
        </p:grpSpPr>
        <p:pic>
          <p:nvPicPr>
            <p:cNvPr id="405" name="Picture 45" descr="desktop_computer_stylized_medium">
              <a:extLst>
                <a:ext uri="{FF2B5EF4-FFF2-40B4-BE49-F238E27FC236}">
                  <a16:creationId xmlns:a16="http://schemas.microsoft.com/office/drawing/2014/main" id="{C1ABA581-12CE-481A-B8F5-851ECAF23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06" name="Freeform 46">
              <a:extLst>
                <a:ext uri="{FF2B5EF4-FFF2-40B4-BE49-F238E27FC236}">
                  <a16:creationId xmlns:a16="http://schemas.microsoft.com/office/drawing/2014/main" id="{9E6B1569-6FCC-44C6-A121-3175E16C61C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7" name="Line 21">
            <a:extLst>
              <a:ext uri="{FF2B5EF4-FFF2-40B4-BE49-F238E27FC236}">
                <a16:creationId xmlns:a16="http://schemas.microsoft.com/office/drawing/2014/main" id="{98456330-F626-431D-9F71-787525D66D99}"/>
              </a:ext>
            </a:extLst>
          </p:cNvPr>
          <p:cNvSpPr>
            <a:spLocks noChangeShapeType="1"/>
          </p:cNvSpPr>
          <p:nvPr/>
        </p:nvSpPr>
        <p:spPr bwMode="auto">
          <a:xfrm>
            <a:off x="4483716" y="4813010"/>
            <a:ext cx="258498" cy="22619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8" name="Line 22">
            <a:extLst>
              <a:ext uri="{FF2B5EF4-FFF2-40B4-BE49-F238E27FC236}">
                <a16:creationId xmlns:a16="http://schemas.microsoft.com/office/drawing/2014/main" id="{222E0C3A-398E-4C65-996F-A4DDD025316E}"/>
              </a:ext>
            </a:extLst>
          </p:cNvPr>
          <p:cNvSpPr>
            <a:spLocks noChangeShapeType="1"/>
          </p:cNvSpPr>
          <p:nvPr/>
        </p:nvSpPr>
        <p:spPr bwMode="auto">
          <a:xfrm flipH="1">
            <a:off x="4642291" y="5180584"/>
            <a:ext cx="82546" cy="21795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09" name="Line 22">
            <a:extLst>
              <a:ext uri="{FF2B5EF4-FFF2-40B4-BE49-F238E27FC236}">
                <a16:creationId xmlns:a16="http://schemas.microsoft.com/office/drawing/2014/main" id="{E3C9F5FF-E86C-49BD-908F-DEBDF592A3B7}"/>
              </a:ext>
            </a:extLst>
          </p:cNvPr>
          <p:cNvSpPr>
            <a:spLocks noChangeShapeType="1"/>
          </p:cNvSpPr>
          <p:nvPr/>
        </p:nvSpPr>
        <p:spPr bwMode="auto">
          <a:xfrm>
            <a:off x="4919253" y="5188830"/>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0" name="Line 20">
            <a:extLst>
              <a:ext uri="{FF2B5EF4-FFF2-40B4-BE49-F238E27FC236}">
                <a16:creationId xmlns:a16="http://schemas.microsoft.com/office/drawing/2014/main" id="{7F3AC504-249D-4DA2-B55E-EAABEA167554}"/>
              </a:ext>
            </a:extLst>
          </p:cNvPr>
          <p:cNvSpPr>
            <a:spLocks noChangeShapeType="1"/>
          </p:cNvSpPr>
          <p:nvPr/>
        </p:nvSpPr>
        <p:spPr bwMode="auto">
          <a:xfrm>
            <a:off x="4848063" y="4875037"/>
            <a:ext cx="1677" cy="225434"/>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11" name="Group 44">
            <a:extLst>
              <a:ext uri="{FF2B5EF4-FFF2-40B4-BE49-F238E27FC236}">
                <a16:creationId xmlns:a16="http://schemas.microsoft.com/office/drawing/2014/main" id="{2947D249-E53B-4F94-940C-AC73D48E7035}"/>
              </a:ext>
            </a:extLst>
          </p:cNvPr>
          <p:cNvGrpSpPr>
            <a:grpSpLocks/>
          </p:cNvGrpSpPr>
          <p:nvPr/>
        </p:nvGrpSpPr>
        <p:grpSpPr bwMode="auto">
          <a:xfrm>
            <a:off x="4387051" y="5301929"/>
            <a:ext cx="388834" cy="356970"/>
            <a:chOff x="-44" y="1473"/>
            <a:chExt cx="981" cy="1105"/>
          </a:xfrm>
        </p:grpSpPr>
        <p:pic>
          <p:nvPicPr>
            <p:cNvPr id="412" name="Picture 45" descr="desktop_computer_stylized_medium">
              <a:extLst>
                <a:ext uri="{FF2B5EF4-FFF2-40B4-BE49-F238E27FC236}">
                  <a16:creationId xmlns:a16="http://schemas.microsoft.com/office/drawing/2014/main" id="{A58A3392-36CE-4A7B-8E29-D050E9C3E2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13" name="Freeform 46">
              <a:extLst>
                <a:ext uri="{FF2B5EF4-FFF2-40B4-BE49-F238E27FC236}">
                  <a16:creationId xmlns:a16="http://schemas.microsoft.com/office/drawing/2014/main" id="{CA88A3DD-B12D-4B57-8E56-4D7EA41F6FA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14" name="Group 44">
            <a:extLst>
              <a:ext uri="{FF2B5EF4-FFF2-40B4-BE49-F238E27FC236}">
                <a16:creationId xmlns:a16="http://schemas.microsoft.com/office/drawing/2014/main" id="{2AC34DE4-C0A1-42CF-9BC7-FA1E2106546B}"/>
              </a:ext>
            </a:extLst>
          </p:cNvPr>
          <p:cNvGrpSpPr>
            <a:grpSpLocks/>
          </p:cNvGrpSpPr>
          <p:nvPr/>
        </p:nvGrpSpPr>
        <p:grpSpPr bwMode="auto">
          <a:xfrm>
            <a:off x="4636608" y="4625095"/>
            <a:ext cx="388834" cy="356970"/>
            <a:chOff x="-44" y="1473"/>
            <a:chExt cx="981" cy="1105"/>
          </a:xfrm>
        </p:grpSpPr>
        <p:pic>
          <p:nvPicPr>
            <p:cNvPr id="415" name="Picture 45" descr="desktop_computer_stylized_medium">
              <a:extLst>
                <a:ext uri="{FF2B5EF4-FFF2-40B4-BE49-F238E27FC236}">
                  <a16:creationId xmlns:a16="http://schemas.microsoft.com/office/drawing/2014/main" id="{611E8019-D8DF-4456-80AF-FE0E549B9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16" name="Freeform 46">
              <a:extLst>
                <a:ext uri="{FF2B5EF4-FFF2-40B4-BE49-F238E27FC236}">
                  <a16:creationId xmlns:a16="http://schemas.microsoft.com/office/drawing/2014/main" id="{EF5C74BB-AA5D-46FC-8E99-8AE7BFF4D0B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17" name="Line 20">
            <a:extLst>
              <a:ext uri="{FF2B5EF4-FFF2-40B4-BE49-F238E27FC236}">
                <a16:creationId xmlns:a16="http://schemas.microsoft.com/office/drawing/2014/main" id="{09DF0C88-D19A-46B4-8FDC-015B42D6A208}"/>
              </a:ext>
            </a:extLst>
          </p:cNvPr>
          <p:cNvSpPr>
            <a:spLocks noChangeShapeType="1"/>
          </p:cNvSpPr>
          <p:nvPr/>
        </p:nvSpPr>
        <p:spPr bwMode="auto">
          <a:xfrm flipH="1">
            <a:off x="6669006" y="5007400"/>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8" name="Line 21">
            <a:extLst>
              <a:ext uri="{FF2B5EF4-FFF2-40B4-BE49-F238E27FC236}">
                <a16:creationId xmlns:a16="http://schemas.microsoft.com/office/drawing/2014/main" id="{7A2D8AFF-365B-4AA4-B805-8714EC41454B}"/>
              </a:ext>
            </a:extLst>
          </p:cNvPr>
          <p:cNvSpPr>
            <a:spLocks noChangeShapeType="1"/>
          </p:cNvSpPr>
          <p:nvPr/>
        </p:nvSpPr>
        <p:spPr bwMode="auto">
          <a:xfrm flipH="1">
            <a:off x="6934021" y="5042743"/>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9" name="Line 22">
            <a:extLst>
              <a:ext uri="{FF2B5EF4-FFF2-40B4-BE49-F238E27FC236}">
                <a16:creationId xmlns:a16="http://schemas.microsoft.com/office/drawing/2014/main" id="{EEEAC5F3-F1A0-48F5-9FB0-C20305B84D35}"/>
              </a:ext>
            </a:extLst>
          </p:cNvPr>
          <p:cNvSpPr>
            <a:spLocks noChangeShapeType="1"/>
          </p:cNvSpPr>
          <p:nvPr/>
        </p:nvSpPr>
        <p:spPr bwMode="auto">
          <a:xfrm>
            <a:off x="7220759" y="5063949"/>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20" name="Group 44">
            <a:extLst>
              <a:ext uri="{FF2B5EF4-FFF2-40B4-BE49-F238E27FC236}">
                <a16:creationId xmlns:a16="http://schemas.microsoft.com/office/drawing/2014/main" id="{E5B1C24B-8C7B-4C29-AE35-9134D67AD1DF}"/>
              </a:ext>
            </a:extLst>
          </p:cNvPr>
          <p:cNvGrpSpPr>
            <a:grpSpLocks/>
          </p:cNvGrpSpPr>
          <p:nvPr/>
        </p:nvGrpSpPr>
        <p:grpSpPr bwMode="auto">
          <a:xfrm>
            <a:off x="6458297" y="4869560"/>
            <a:ext cx="388834" cy="356970"/>
            <a:chOff x="-44" y="1473"/>
            <a:chExt cx="981" cy="1105"/>
          </a:xfrm>
        </p:grpSpPr>
        <p:pic>
          <p:nvPicPr>
            <p:cNvPr id="421" name="Picture 45" descr="desktop_computer_stylized_medium">
              <a:extLst>
                <a:ext uri="{FF2B5EF4-FFF2-40B4-BE49-F238E27FC236}">
                  <a16:creationId xmlns:a16="http://schemas.microsoft.com/office/drawing/2014/main" id="{B230098C-0A52-455A-A1A5-E9AA56767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22" name="Freeform 46">
              <a:extLst>
                <a:ext uri="{FF2B5EF4-FFF2-40B4-BE49-F238E27FC236}">
                  <a16:creationId xmlns:a16="http://schemas.microsoft.com/office/drawing/2014/main" id="{CF1514E1-F1B0-40DA-B0B7-24D889ACD9E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23" name="Group 44">
            <a:extLst>
              <a:ext uri="{FF2B5EF4-FFF2-40B4-BE49-F238E27FC236}">
                <a16:creationId xmlns:a16="http://schemas.microsoft.com/office/drawing/2014/main" id="{A761624F-F099-4DF0-B420-1F065CF0CEB3}"/>
              </a:ext>
            </a:extLst>
          </p:cNvPr>
          <p:cNvGrpSpPr>
            <a:grpSpLocks/>
          </p:cNvGrpSpPr>
          <p:nvPr/>
        </p:nvGrpSpPr>
        <p:grpSpPr bwMode="auto">
          <a:xfrm>
            <a:off x="6635335" y="5200611"/>
            <a:ext cx="389920" cy="356970"/>
            <a:chOff x="-44" y="1473"/>
            <a:chExt cx="981" cy="1105"/>
          </a:xfrm>
        </p:grpSpPr>
        <p:pic>
          <p:nvPicPr>
            <p:cNvPr id="424" name="Picture 45" descr="desktop_computer_stylized_medium">
              <a:extLst>
                <a:ext uri="{FF2B5EF4-FFF2-40B4-BE49-F238E27FC236}">
                  <a16:creationId xmlns:a16="http://schemas.microsoft.com/office/drawing/2014/main" id="{95D23413-BECE-4567-B751-8AE7BB89E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25" name="Freeform 46">
              <a:extLst>
                <a:ext uri="{FF2B5EF4-FFF2-40B4-BE49-F238E27FC236}">
                  <a16:creationId xmlns:a16="http://schemas.microsoft.com/office/drawing/2014/main" id="{E3B4DF7E-7D06-4EC7-B0D2-92FAA89ACA5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26" name="Group 44">
            <a:extLst>
              <a:ext uri="{FF2B5EF4-FFF2-40B4-BE49-F238E27FC236}">
                <a16:creationId xmlns:a16="http://schemas.microsoft.com/office/drawing/2014/main" id="{FF8B3A9A-031E-4B48-BB92-3F7296161EC1}"/>
              </a:ext>
            </a:extLst>
          </p:cNvPr>
          <p:cNvGrpSpPr>
            <a:grpSpLocks/>
          </p:cNvGrpSpPr>
          <p:nvPr/>
        </p:nvGrpSpPr>
        <p:grpSpPr bwMode="auto">
          <a:xfrm>
            <a:off x="6997016" y="5222996"/>
            <a:ext cx="388834" cy="358148"/>
            <a:chOff x="-44" y="1473"/>
            <a:chExt cx="981" cy="1105"/>
          </a:xfrm>
        </p:grpSpPr>
        <p:pic>
          <p:nvPicPr>
            <p:cNvPr id="427" name="Picture 45" descr="desktop_computer_stylized_medium">
              <a:extLst>
                <a:ext uri="{FF2B5EF4-FFF2-40B4-BE49-F238E27FC236}">
                  <a16:creationId xmlns:a16="http://schemas.microsoft.com/office/drawing/2014/main" id="{C59142D9-2027-42CD-9AD9-C98F047393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28" name="Freeform 46">
              <a:extLst>
                <a:ext uri="{FF2B5EF4-FFF2-40B4-BE49-F238E27FC236}">
                  <a16:creationId xmlns:a16="http://schemas.microsoft.com/office/drawing/2014/main" id="{C9F962B3-BBF9-4410-840E-6883806DCC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29" name="Line 20">
            <a:extLst>
              <a:ext uri="{FF2B5EF4-FFF2-40B4-BE49-F238E27FC236}">
                <a16:creationId xmlns:a16="http://schemas.microsoft.com/office/drawing/2014/main" id="{571F314E-5F8D-4158-A2D7-47358375CAE9}"/>
              </a:ext>
            </a:extLst>
          </p:cNvPr>
          <p:cNvSpPr>
            <a:spLocks noChangeShapeType="1"/>
          </p:cNvSpPr>
          <p:nvPr/>
        </p:nvSpPr>
        <p:spPr bwMode="auto">
          <a:xfrm flipH="1" flipV="1">
            <a:off x="5967367" y="5041566"/>
            <a:ext cx="414901" cy="232089"/>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0" name="Line 21">
            <a:extLst>
              <a:ext uri="{FF2B5EF4-FFF2-40B4-BE49-F238E27FC236}">
                <a16:creationId xmlns:a16="http://schemas.microsoft.com/office/drawing/2014/main" id="{A0D0EDED-2E26-4858-8D40-896507802E86}"/>
              </a:ext>
            </a:extLst>
          </p:cNvPr>
          <p:cNvSpPr>
            <a:spLocks noChangeShapeType="1"/>
          </p:cNvSpPr>
          <p:nvPr/>
        </p:nvSpPr>
        <p:spPr bwMode="auto">
          <a:xfrm flipH="1">
            <a:off x="5650218" y="5007400"/>
            <a:ext cx="185728" cy="2332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1" name="Line 22">
            <a:extLst>
              <a:ext uri="{FF2B5EF4-FFF2-40B4-BE49-F238E27FC236}">
                <a16:creationId xmlns:a16="http://schemas.microsoft.com/office/drawing/2014/main" id="{C3384291-F4E8-4BD8-A3BE-04EA013B75D9}"/>
              </a:ext>
            </a:extLst>
          </p:cNvPr>
          <p:cNvSpPr>
            <a:spLocks noChangeShapeType="1"/>
          </p:cNvSpPr>
          <p:nvPr/>
        </p:nvSpPr>
        <p:spPr bwMode="auto">
          <a:xfrm>
            <a:off x="5936955" y="5028606"/>
            <a:ext cx="49962" cy="21913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32" name="Group 44">
            <a:extLst>
              <a:ext uri="{FF2B5EF4-FFF2-40B4-BE49-F238E27FC236}">
                <a16:creationId xmlns:a16="http://schemas.microsoft.com/office/drawing/2014/main" id="{4A5969A8-BACA-4BF3-BB47-FBBF4B06418C}"/>
              </a:ext>
            </a:extLst>
          </p:cNvPr>
          <p:cNvGrpSpPr>
            <a:grpSpLocks/>
          </p:cNvGrpSpPr>
          <p:nvPr/>
        </p:nvGrpSpPr>
        <p:grpSpPr bwMode="auto">
          <a:xfrm>
            <a:off x="6066204" y="5161734"/>
            <a:ext cx="389920" cy="356970"/>
            <a:chOff x="-44" y="1473"/>
            <a:chExt cx="981" cy="1105"/>
          </a:xfrm>
        </p:grpSpPr>
        <p:pic>
          <p:nvPicPr>
            <p:cNvPr id="433" name="Picture 45" descr="desktop_computer_stylized_medium">
              <a:extLst>
                <a:ext uri="{FF2B5EF4-FFF2-40B4-BE49-F238E27FC236}">
                  <a16:creationId xmlns:a16="http://schemas.microsoft.com/office/drawing/2014/main" id="{46DAFE95-380B-4661-803D-1E2F44E4B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4" name="Freeform 46">
              <a:extLst>
                <a:ext uri="{FF2B5EF4-FFF2-40B4-BE49-F238E27FC236}">
                  <a16:creationId xmlns:a16="http://schemas.microsoft.com/office/drawing/2014/main" id="{037C1EA0-7BD7-477A-A417-00B7A8B7B91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35" name="Group 44">
            <a:extLst>
              <a:ext uri="{FF2B5EF4-FFF2-40B4-BE49-F238E27FC236}">
                <a16:creationId xmlns:a16="http://schemas.microsoft.com/office/drawing/2014/main" id="{FD8C34FE-2A75-4BD2-A56E-4F986F4A904F}"/>
              </a:ext>
            </a:extLst>
          </p:cNvPr>
          <p:cNvGrpSpPr>
            <a:grpSpLocks/>
          </p:cNvGrpSpPr>
          <p:nvPr/>
        </p:nvGrpSpPr>
        <p:grpSpPr bwMode="auto">
          <a:xfrm>
            <a:off x="5351532" y="5165268"/>
            <a:ext cx="389920" cy="358148"/>
            <a:chOff x="-44" y="1473"/>
            <a:chExt cx="981" cy="1105"/>
          </a:xfrm>
        </p:grpSpPr>
        <p:pic>
          <p:nvPicPr>
            <p:cNvPr id="436" name="Picture 45" descr="desktop_computer_stylized_medium">
              <a:extLst>
                <a:ext uri="{FF2B5EF4-FFF2-40B4-BE49-F238E27FC236}">
                  <a16:creationId xmlns:a16="http://schemas.microsoft.com/office/drawing/2014/main" id="{21AB00BB-475F-47C8-977F-FF8C693BAC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37" name="Freeform 46">
              <a:extLst>
                <a:ext uri="{FF2B5EF4-FFF2-40B4-BE49-F238E27FC236}">
                  <a16:creationId xmlns:a16="http://schemas.microsoft.com/office/drawing/2014/main" id="{AD0D7229-75A8-4AC3-948F-46B578EE96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38" name="Group 44">
            <a:extLst>
              <a:ext uri="{FF2B5EF4-FFF2-40B4-BE49-F238E27FC236}">
                <a16:creationId xmlns:a16="http://schemas.microsoft.com/office/drawing/2014/main" id="{71F2614C-9356-4F30-8AAA-DE4A90C43BE2}"/>
              </a:ext>
            </a:extLst>
          </p:cNvPr>
          <p:cNvGrpSpPr>
            <a:grpSpLocks/>
          </p:cNvGrpSpPr>
          <p:nvPr/>
        </p:nvGrpSpPr>
        <p:grpSpPr bwMode="auto">
          <a:xfrm>
            <a:off x="5713213" y="5188830"/>
            <a:ext cx="389920" cy="356970"/>
            <a:chOff x="-44" y="1473"/>
            <a:chExt cx="981" cy="1105"/>
          </a:xfrm>
        </p:grpSpPr>
        <p:pic>
          <p:nvPicPr>
            <p:cNvPr id="439" name="Picture 45" descr="desktop_computer_stylized_medium">
              <a:extLst>
                <a:ext uri="{FF2B5EF4-FFF2-40B4-BE49-F238E27FC236}">
                  <a16:creationId xmlns:a16="http://schemas.microsoft.com/office/drawing/2014/main" id="{E30F5F29-1C3B-43F6-AB1F-EBBAB0040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0" name="Freeform 46">
              <a:extLst>
                <a:ext uri="{FF2B5EF4-FFF2-40B4-BE49-F238E27FC236}">
                  <a16:creationId xmlns:a16="http://schemas.microsoft.com/office/drawing/2014/main" id="{15507FB2-79D9-4BCF-8CFD-7F51232E2AE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41" name="Line 20">
            <a:extLst>
              <a:ext uri="{FF2B5EF4-FFF2-40B4-BE49-F238E27FC236}">
                <a16:creationId xmlns:a16="http://schemas.microsoft.com/office/drawing/2014/main" id="{4B28FEF1-8D2A-438F-9FC9-92CF367C566E}"/>
              </a:ext>
            </a:extLst>
          </p:cNvPr>
          <p:cNvSpPr>
            <a:spLocks noChangeShapeType="1"/>
          </p:cNvSpPr>
          <p:nvPr/>
        </p:nvSpPr>
        <p:spPr bwMode="auto">
          <a:xfrm flipH="1">
            <a:off x="7226795" y="4911977"/>
            <a:ext cx="38014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42" name="Group 44">
            <a:extLst>
              <a:ext uri="{FF2B5EF4-FFF2-40B4-BE49-F238E27FC236}">
                <a16:creationId xmlns:a16="http://schemas.microsoft.com/office/drawing/2014/main" id="{B3D757A3-BCC0-4B83-99E5-DB086D987541}"/>
              </a:ext>
            </a:extLst>
          </p:cNvPr>
          <p:cNvGrpSpPr>
            <a:grpSpLocks/>
          </p:cNvGrpSpPr>
          <p:nvPr/>
        </p:nvGrpSpPr>
        <p:grpSpPr bwMode="auto">
          <a:xfrm>
            <a:off x="7338739" y="4683337"/>
            <a:ext cx="389920" cy="356970"/>
            <a:chOff x="-44" y="1487"/>
            <a:chExt cx="981" cy="1105"/>
          </a:xfrm>
        </p:grpSpPr>
        <p:pic>
          <p:nvPicPr>
            <p:cNvPr id="443" name="Picture 45" descr="desktop_computer_stylized_medium">
              <a:extLst>
                <a:ext uri="{FF2B5EF4-FFF2-40B4-BE49-F238E27FC236}">
                  <a16:creationId xmlns:a16="http://schemas.microsoft.com/office/drawing/2014/main" id="{BB2495A4-A8BD-4EA1-8EDF-48ADEC448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87"/>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44" name="Freeform 46">
              <a:extLst>
                <a:ext uri="{FF2B5EF4-FFF2-40B4-BE49-F238E27FC236}">
                  <a16:creationId xmlns:a16="http://schemas.microsoft.com/office/drawing/2014/main" id="{97CEE992-54D5-4748-BE82-676B7325847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45" name="Group 906">
            <a:extLst>
              <a:ext uri="{FF2B5EF4-FFF2-40B4-BE49-F238E27FC236}">
                <a16:creationId xmlns:a16="http://schemas.microsoft.com/office/drawing/2014/main" id="{E98F94F5-8FBA-4832-9FA3-78370D419DFD}"/>
              </a:ext>
            </a:extLst>
          </p:cNvPr>
          <p:cNvGrpSpPr>
            <a:grpSpLocks/>
          </p:cNvGrpSpPr>
          <p:nvPr/>
        </p:nvGrpSpPr>
        <p:grpSpPr bwMode="auto">
          <a:xfrm>
            <a:off x="6296463" y="2846729"/>
            <a:ext cx="250896" cy="430014"/>
            <a:chOff x="4140" y="429"/>
            <a:chExt cx="1425" cy="2396"/>
          </a:xfrm>
        </p:grpSpPr>
        <p:sp>
          <p:nvSpPr>
            <p:cNvPr id="446" name="Freeform 907">
              <a:extLst>
                <a:ext uri="{FF2B5EF4-FFF2-40B4-BE49-F238E27FC236}">
                  <a16:creationId xmlns:a16="http://schemas.microsoft.com/office/drawing/2014/main" id="{9C4D60A3-050E-4406-B9FB-1DFC58FC3625}"/>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7" name="Rectangle 908">
              <a:extLst>
                <a:ext uri="{FF2B5EF4-FFF2-40B4-BE49-F238E27FC236}">
                  <a16:creationId xmlns:a16="http://schemas.microsoft.com/office/drawing/2014/main" id="{3C6AD790-9600-486C-8643-30ACF2628416}"/>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48" name="Freeform 909">
              <a:extLst>
                <a:ext uri="{FF2B5EF4-FFF2-40B4-BE49-F238E27FC236}">
                  <a16:creationId xmlns:a16="http://schemas.microsoft.com/office/drawing/2014/main" id="{9D8C311C-2F10-48CA-9182-161AA4964C8C}"/>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9" name="Freeform 910">
              <a:extLst>
                <a:ext uri="{FF2B5EF4-FFF2-40B4-BE49-F238E27FC236}">
                  <a16:creationId xmlns:a16="http://schemas.microsoft.com/office/drawing/2014/main" id="{85AC6708-D771-4C98-B4E5-25B34A172EC8}"/>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50" name="Rectangle 911">
              <a:extLst>
                <a:ext uri="{FF2B5EF4-FFF2-40B4-BE49-F238E27FC236}">
                  <a16:creationId xmlns:a16="http://schemas.microsoft.com/office/drawing/2014/main" id="{9247EA22-98C5-4C05-85A0-D0DE67FC5360}"/>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51" name="Group 912">
              <a:extLst>
                <a:ext uri="{FF2B5EF4-FFF2-40B4-BE49-F238E27FC236}">
                  <a16:creationId xmlns:a16="http://schemas.microsoft.com/office/drawing/2014/main" id="{2DAEEC3A-5DFD-47FF-864B-DFC4CB15326C}"/>
                </a:ext>
              </a:extLst>
            </p:cNvPr>
            <p:cNvGrpSpPr>
              <a:grpSpLocks/>
            </p:cNvGrpSpPr>
            <p:nvPr/>
          </p:nvGrpSpPr>
          <p:grpSpPr bwMode="auto">
            <a:xfrm>
              <a:off x="4749" y="668"/>
              <a:ext cx="581" cy="145"/>
              <a:chOff x="614" y="2568"/>
              <a:chExt cx="725" cy="139"/>
            </a:xfrm>
          </p:grpSpPr>
          <p:sp>
            <p:nvSpPr>
              <p:cNvPr id="476" name="AutoShape 913">
                <a:extLst>
                  <a:ext uri="{FF2B5EF4-FFF2-40B4-BE49-F238E27FC236}">
                    <a16:creationId xmlns:a16="http://schemas.microsoft.com/office/drawing/2014/main" id="{3B19831A-C98C-46B7-880F-2A1D9C571925}"/>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77" name="AutoShape 914">
                <a:extLst>
                  <a:ext uri="{FF2B5EF4-FFF2-40B4-BE49-F238E27FC236}">
                    <a16:creationId xmlns:a16="http://schemas.microsoft.com/office/drawing/2014/main" id="{562637AC-5BED-4CBA-ABD2-7E020131DF77}"/>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52" name="Rectangle 915">
              <a:extLst>
                <a:ext uri="{FF2B5EF4-FFF2-40B4-BE49-F238E27FC236}">
                  <a16:creationId xmlns:a16="http://schemas.microsoft.com/office/drawing/2014/main" id="{70B16A70-1339-4D53-A8C0-04CA82A5C2A7}"/>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53" name="Group 916">
              <a:extLst>
                <a:ext uri="{FF2B5EF4-FFF2-40B4-BE49-F238E27FC236}">
                  <a16:creationId xmlns:a16="http://schemas.microsoft.com/office/drawing/2014/main" id="{CD24B261-6B82-4DB1-B286-7201FBD980EA}"/>
                </a:ext>
              </a:extLst>
            </p:cNvPr>
            <p:cNvGrpSpPr>
              <a:grpSpLocks/>
            </p:cNvGrpSpPr>
            <p:nvPr/>
          </p:nvGrpSpPr>
          <p:grpSpPr bwMode="auto">
            <a:xfrm>
              <a:off x="4747" y="994"/>
              <a:ext cx="581" cy="134"/>
              <a:chOff x="614" y="2568"/>
              <a:chExt cx="725" cy="139"/>
            </a:xfrm>
          </p:grpSpPr>
          <p:sp>
            <p:nvSpPr>
              <p:cNvPr id="474" name="AutoShape 917">
                <a:extLst>
                  <a:ext uri="{FF2B5EF4-FFF2-40B4-BE49-F238E27FC236}">
                    <a16:creationId xmlns:a16="http://schemas.microsoft.com/office/drawing/2014/main" id="{F461BB72-E957-4C48-890D-E58791D2FCA6}"/>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75" name="AutoShape 918">
                <a:extLst>
                  <a:ext uri="{FF2B5EF4-FFF2-40B4-BE49-F238E27FC236}">
                    <a16:creationId xmlns:a16="http://schemas.microsoft.com/office/drawing/2014/main" id="{E483E6DB-307A-4032-B565-00C7F3B52D81}"/>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54" name="Rectangle 919">
              <a:extLst>
                <a:ext uri="{FF2B5EF4-FFF2-40B4-BE49-F238E27FC236}">
                  <a16:creationId xmlns:a16="http://schemas.microsoft.com/office/drawing/2014/main" id="{A933D40A-56F2-4CF9-9CA6-3B159B413324}"/>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55" name="Rectangle 920">
              <a:extLst>
                <a:ext uri="{FF2B5EF4-FFF2-40B4-BE49-F238E27FC236}">
                  <a16:creationId xmlns:a16="http://schemas.microsoft.com/office/drawing/2014/main" id="{13BEADE8-789B-4E25-B78F-84BF490CDB71}"/>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56" name="Group 921">
              <a:extLst>
                <a:ext uri="{FF2B5EF4-FFF2-40B4-BE49-F238E27FC236}">
                  <a16:creationId xmlns:a16="http://schemas.microsoft.com/office/drawing/2014/main" id="{C4DCE452-9A5F-402E-B026-47A95AE7A4BC}"/>
                </a:ext>
              </a:extLst>
            </p:cNvPr>
            <p:cNvGrpSpPr>
              <a:grpSpLocks/>
            </p:cNvGrpSpPr>
            <p:nvPr/>
          </p:nvGrpSpPr>
          <p:grpSpPr bwMode="auto">
            <a:xfrm>
              <a:off x="4735" y="1627"/>
              <a:ext cx="582" cy="151"/>
              <a:chOff x="614" y="2568"/>
              <a:chExt cx="725" cy="139"/>
            </a:xfrm>
          </p:grpSpPr>
          <p:sp>
            <p:nvSpPr>
              <p:cNvPr id="472" name="AutoShape 922">
                <a:extLst>
                  <a:ext uri="{FF2B5EF4-FFF2-40B4-BE49-F238E27FC236}">
                    <a16:creationId xmlns:a16="http://schemas.microsoft.com/office/drawing/2014/main" id="{3186C3F6-BC3D-41BB-94BC-F675E3432419}"/>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73" name="AutoShape 923">
                <a:extLst>
                  <a:ext uri="{FF2B5EF4-FFF2-40B4-BE49-F238E27FC236}">
                    <a16:creationId xmlns:a16="http://schemas.microsoft.com/office/drawing/2014/main" id="{D63F1B87-DCAF-4896-9F6C-8C642261A335}"/>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57" name="Freeform 924">
              <a:extLst>
                <a:ext uri="{FF2B5EF4-FFF2-40B4-BE49-F238E27FC236}">
                  <a16:creationId xmlns:a16="http://schemas.microsoft.com/office/drawing/2014/main" id="{FE834D03-3496-4702-A475-662CCB1812EC}"/>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58" name="Group 925">
              <a:extLst>
                <a:ext uri="{FF2B5EF4-FFF2-40B4-BE49-F238E27FC236}">
                  <a16:creationId xmlns:a16="http://schemas.microsoft.com/office/drawing/2014/main" id="{B6DC5078-ADEE-4BD2-968C-7A2A2CCDBC16}"/>
                </a:ext>
              </a:extLst>
            </p:cNvPr>
            <p:cNvGrpSpPr>
              <a:grpSpLocks/>
            </p:cNvGrpSpPr>
            <p:nvPr/>
          </p:nvGrpSpPr>
          <p:grpSpPr bwMode="auto">
            <a:xfrm>
              <a:off x="4739" y="1327"/>
              <a:ext cx="582" cy="139"/>
              <a:chOff x="614" y="2568"/>
              <a:chExt cx="725" cy="139"/>
            </a:xfrm>
          </p:grpSpPr>
          <p:sp>
            <p:nvSpPr>
              <p:cNvPr id="470" name="AutoShape 926">
                <a:extLst>
                  <a:ext uri="{FF2B5EF4-FFF2-40B4-BE49-F238E27FC236}">
                    <a16:creationId xmlns:a16="http://schemas.microsoft.com/office/drawing/2014/main" id="{ACEC8FC8-6EDE-4E8B-A93F-870CDFD8B74A}"/>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71" name="AutoShape 927">
                <a:extLst>
                  <a:ext uri="{FF2B5EF4-FFF2-40B4-BE49-F238E27FC236}">
                    <a16:creationId xmlns:a16="http://schemas.microsoft.com/office/drawing/2014/main" id="{D4483171-0139-4216-859D-34922CBB737D}"/>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59" name="Rectangle 928">
              <a:extLst>
                <a:ext uri="{FF2B5EF4-FFF2-40B4-BE49-F238E27FC236}">
                  <a16:creationId xmlns:a16="http://schemas.microsoft.com/office/drawing/2014/main" id="{37F3D0A7-CC32-47D1-9989-9BE20126EA23}"/>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0" name="Freeform 929">
              <a:extLst>
                <a:ext uri="{FF2B5EF4-FFF2-40B4-BE49-F238E27FC236}">
                  <a16:creationId xmlns:a16="http://schemas.microsoft.com/office/drawing/2014/main" id="{FF920555-D5B0-4842-858B-81902563235D}"/>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61" name="Freeform 930">
              <a:extLst>
                <a:ext uri="{FF2B5EF4-FFF2-40B4-BE49-F238E27FC236}">
                  <a16:creationId xmlns:a16="http://schemas.microsoft.com/office/drawing/2014/main" id="{3102E38B-36DB-4683-8921-46F65AA8299F}"/>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62" name="Oval 931">
              <a:extLst>
                <a:ext uri="{FF2B5EF4-FFF2-40B4-BE49-F238E27FC236}">
                  <a16:creationId xmlns:a16="http://schemas.microsoft.com/office/drawing/2014/main" id="{8859FDE0-8BD4-4C57-BA15-8C5C2D0B8001}"/>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3" name="Freeform 932">
              <a:extLst>
                <a:ext uri="{FF2B5EF4-FFF2-40B4-BE49-F238E27FC236}">
                  <a16:creationId xmlns:a16="http://schemas.microsoft.com/office/drawing/2014/main" id="{4A7A7395-F878-48AE-BAD3-0BE5A2717348}"/>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64" name="AutoShape 933">
              <a:extLst>
                <a:ext uri="{FF2B5EF4-FFF2-40B4-BE49-F238E27FC236}">
                  <a16:creationId xmlns:a16="http://schemas.microsoft.com/office/drawing/2014/main" id="{F6980290-B294-4BCB-9E8B-721A03422B61}"/>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5" name="AutoShape 934">
              <a:extLst>
                <a:ext uri="{FF2B5EF4-FFF2-40B4-BE49-F238E27FC236}">
                  <a16:creationId xmlns:a16="http://schemas.microsoft.com/office/drawing/2014/main" id="{F44BB937-94D1-4EA0-BE39-163A3A4F76F6}"/>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6" name="Oval 935">
              <a:extLst>
                <a:ext uri="{FF2B5EF4-FFF2-40B4-BE49-F238E27FC236}">
                  <a16:creationId xmlns:a16="http://schemas.microsoft.com/office/drawing/2014/main" id="{86D9B796-8F34-45C7-AE64-8DCFA68203CE}"/>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7" name="Oval 936">
              <a:extLst>
                <a:ext uri="{FF2B5EF4-FFF2-40B4-BE49-F238E27FC236}">
                  <a16:creationId xmlns:a16="http://schemas.microsoft.com/office/drawing/2014/main" id="{F7393B16-6E7D-487D-BB51-55ACD979D8DE}"/>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468" name="Oval 937">
              <a:extLst>
                <a:ext uri="{FF2B5EF4-FFF2-40B4-BE49-F238E27FC236}">
                  <a16:creationId xmlns:a16="http://schemas.microsoft.com/office/drawing/2014/main" id="{D8B92BC8-012F-4F96-A121-E29222631BE8}"/>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69" name="Rectangle 938">
              <a:extLst>
                <a:ext uri="{FF2B5EF4-FFF2-40B4-BE49-F238E27FC236}">
                  <a16:creationId xmlns:a16="http://schemas.microsoft.com/office/drawing/2014/main" id="{164F4872-D68D-4296-8E85-F10F2DB1DCD1}"/>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478" name="Group 906">
            <a:extLst>
              <a:ext uri="{FF2B5EF4-FFF2-40B4-BE49-F238E27FC236}">
                <a16:creationId xmlns:a16="http://schemas.microsoft.com/office/drawing/2014/main" id="{300FDCD8-4BFB-4596-B1C3-F80018973A0F}"/>
              </a:ext>
            </a:extLst>
          </p:cNvPr>
          <p:cNvGrpSpPr>
            <a:grpSpLocks/>
          </p:cNvGrpSpPr>
          <p:nvPr/>
        </p:nvGrpSpPr>
        <p:grpSpPr bwMode="auto">
          <a:xfrm>
            <a:off x="6710279" y="3224906"/>
            <a:ext cx="250895" cy="430013"/>
            <a:chOff x="4140" y="429"/>
            <a:chExt cx="1425" cy="2396"/>
          </a:xfrm>
        </p:grpSpPr>
        <p:sp>
          <p:nvSpPr>
            <p:cNvPr id="479" name="Freeform 907">
              <a:extLst>
                <a:ext uri="{FF2B5EF4-FFF2-40B4-BE49-F238E27FC236}">
                  <a16:creationId xmlns:a16="http://schemas.microsoft.com/office/drawing/2014/main" id="{4A247957-CE18-4C28-9E6F-F2105E47A914}"/>
                </a:ext>
              </a:extLst>
            </p:cNvPr>
            <p:cNvSpPr>
              <a:spLocks/>
            </p:cNvSpPr>
            <p:nvPr/>
          </p:nvSpPr>
          <p:spPr bwMode="auto">
            <a:xfrm>
              <a:off x="5268" y="433"/>
              <a:ext cx="283" cy="2286"/>
            </a:xfrm>
            <a:custGeom>
              <a:avLst/>
              <a:gdLst>
                <a:gd name="T0" fmla="*/ 17 w 354"/>
                <a:gd name="T1" fmla="*/ 0 h 2742"/>
                <a:gd name="T2" fmla="*/ 93 w 354"/>
                <a:gd name="T3" fmla="*/ 114 h 2742"/>
                <a:gd name="T4" fmla="*/ 91 w 354"/>
                <a:gd name="T5" fmla="*/ 881 h 2742"/>
                <a:gd name="T6" fmla="*/ 0 w 354"/>
                <a:gd name="T7" fmla="*/ 921 h 2742"/>
                <a:gd name="T8" fmla="*/ 1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80" name="Rectangle 908">
              <a:extLst>
                <a:ext uri="{FF2B5EF4-FFF2-40B4-BE49-F238E27FC236}">
                  <a16:creationId xmlns:a16="http://schemas.microsoft.com/office/drawing/2014/main" id="{F80F1DB1-44D7-4430-BE52-41D166DB37E4}"/>
                </a:ext>
              </a:extLst>
            </p:cNvPr>
            <p:cNvSpPr>
              <a:spLocks noChangeArrowheads="1"/>
            </p:cNvSpPr>
            <p:nvPr/>
          </p:nvSpPr>
          <p:spPr bwMode="auto">
            <a:xfrm>
              <a:off x="4208" y="429"/>
              <a:ext cx="1043"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81" name="Freeform 909">
              <a:extLst>
                <a:ext uri="{FF2B5EF4-FFF2-40B4-BE49-F238E27FC236}">
                  <a16:creationId xmlns:a16="http://schemas.microsoft.com/office/drawing/2014/main" id="{97246B7D-A9B4-422C-BB52-C053BA9DC4B7}"/>
                </a:ext>
              </a:extLst>
            </p:cNvPr>
            <p:cNvSpPr>
              <a:spLocks/>
            </p:cNvSpPr>
            <p:nvPr/>
          </p:nvSpPr>
          <p:spPr bwMode="auto">
            <a:xfrm>
              <a:off x="5321" y="570"/>
              <a:ext cx="169" cy="2115"/>
            </a:xfrm>
            <a:custGeom>
              <a:avLst/>
              <a:gdLst>
                <a:gd name="T0" fmla="*/ 2 w 211"/>
                <a:gd name="T1" fmla="*/ 0 h 2537"/>
                <a:gd name="T2" fmla="*/ 56 w 211"/>
                <a:gd name="T3" fmla="*/ 73 h 2537"/>
                <a:gd name="T4" fmla="*/ 2 w 211"/>
                <a:gd name="T5" fmla="*/ 839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82" name="Freeform 910">
              <a:extLst>
                <a:ext uri="{FF2B5EF4-FFF2-40B4-BE49-F238E27FC236}">
                  <a16:creationId xmlns:a16="http://schemas.microsoft.com/office/drawing/2014/main" id="{F630D109-1E7B-418B-9DAE-3F648B4D2461}"/>
                </a:ext>
              </a:extLst>
            </p:cNvPr>
            <p:cNvSpPr>
              <a:spLocks/>
            </p:cNvSpPr>
            <p:nvPr/>
          </p:nvSpPr>
          <p:spPr bwMode="auto">
            <a:xfrm>
              <a:off x="5284" y="1640"/>
              <a:ext cx="263" cy="189"/>
            </a:xfrm>
            <a:custGeom>
              <a:avLst/>
              <a:gdLst>
                <a:gd name="T0" fmla="*/ 2 w 328"/>
                <a:gd name="T1" fmla="*/ 0 h 226"/>
                <a:gd name="T2" fmla="*/ 87 w 328"/>
                <a:gd name="T3" fmla="*/ 43 h 226"/>
                <a:gd name="T4" fmla="*/ 87 w 328"/>
                <a:gd name="T5" fmla="*/ 77 h 226"/>
                <a:gd name="T6" fmla="*/ 0 w 328"/>
                <a:gd name="T7" fmla="*/ 34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83" name="Rectangle 911">
              <a:extLst>
                <a:ext uri="{FF2B5EF4-FFF2-40B4-BE49-F238E27FC236}">
                  <a16:creationId xmlns:a16="http://schemas.microsoft.com/office/drawing/2014/main" id="{8E3433F8-3F61-4277-A527-8DBC12A5DC0A}"/>
                </a:ext>
              </a:extLst>
            </p:cNvPr>
            <p:cNvSpPr>
              <a:spLocks noChangeArrowheads="1"/>
            </p:cNvSpPr>
            <p:nvPr/>
          </p:nvSpPr>
          <p:spPr bwMode="auto">
            <a:xfrm>
              <a:off x="4214" y="692"/>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84" name="Group 912">
              <a:extLst>
                <a:ext uri="{FF2B5EF4-FFF2-40B4-BE49-F238E27FC236}">
                  <a16:creationId xmlns:a16="http://schemas.microsoft.com/office/drawing/2014/main" id="{A1C9FDBB-5876-4B99-A0B4-06315E401249}"/>
                </a:ext>
              </a:extLst>
            </p:cNvPr>
            <p:cNvGrpSpPr>
              <a:grpSpLocks/>
            </p:cNvGrpSpPr>
            <p:nvPr/>
          </p:nvGrpSpPr>
          <p:grpSpPr bwMode="auto">
            <a:xfrm>
              <a:off x="4749" y="668"/>
              <a:ext cx="581" cy="145"/>
              <a:chOff x="614" y="2568"/>
              <a:chExt cx="725" cy="139"/>
            </a:xfrm>
          </p:grpSpPr>
          <p:sp>
            <p:nvSpPr>
              <p:cNvPr id="509" name="AutoShape 913">
                <a:extLst>
                  <a:ext uri="{FF2B5EF4-FFF2-40B4-BE49-F238E27FC236}">
                    <a16:creationId xmlns:a16="http://schemas.microsoft.com/office/drawing/2014/main" id="{4693C9FE-C5D1-426F-990C-E3DDCA572710}"/>
                  </a:ext>
                </a:extLst>
              </p:cNvPr>
              <p:cNvSpPr>
                <a:spLocks noChangeArrowheads="1"/>
              </p:cNvSpPr>
              <p:nvPr/>
            </p:nvSpPr>
            <p:spPr bwMode="auto">
              <a:xfrm>
                <a:off x="616" y="2565"/>
                <a:ext cx="724" cy="12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10" name="AutoShape 914">
                <a:extLst>
                  <a:ext uri="{FF2B5EF4-FFF2-40B4-BE49-F238E27FC236}">
                    <a16:creationId xmlns:a16="http://schemas.microsoft.com/office/drawing/2014/main" id="{3CD27CBC-6C8F-4772-812C-FDCE1ACC5034}"/>
                  </a:ext>
                </a:extLst>
              </p:cNvPr>
              <p:cNvSpPr>
                <a:spLocks noChangeArrowheads="1"/>
              </p:cNvSpPr>
              <p:nvPr/>
            </p:nvSpPr>
            <p:spPr bwMode="auto">
              <a:xfrm>
                <a:off x="632" y="2584"/>
                <a:ext cx="693"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85" name="Rectangle 915">
              <a:extLst>
                <a:ext uri="{FF2B5EF4-FFF2-40B4-BE49-F238E27FC236}">
                  <a16:creationId xmlns:a16="http://schemas.microsoft.com/office/drawing/2014/main" id="{E114E0CF-AB7F-4F24-8258-C80D552DF8B1}"/>
                </a:ext>
              </a:extLst>
            </p:cNvPr>
            <p:cNvSpPr>
              <a:spLocks noChangeArrowheads="1"/>
            </p:cNvSpPr>
            <p:nvPr/>
          </p:nvSpPr>
          <p:spPr bwMode="auto">
            <a:xfrm>
              <a:off x="4226" y="1020"/>
              <a:ext cx="592"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86" name="Group 916">
              <a:extLst>
                <a:ext uri="{FF2B5EF4-FFF2-40B4-BE49-F238E27FC236}">
                  <a16:creationId xmlns:a16="http://schemas.microsoft.com/office/drawing/2014/main" id="{9DE021F9-F874-41E4-99D6-4B87F026E66F}"/>
                </a:ext>
              </a:extLst>
            </p:cNvPr>
            <p:cNvGrpSpPr>
              <a:grpSpLocks/>
            </p:cNvGrpSpPr>
            <p:nvPr/>
          </p:nvGrpSpPr>
          <p:grpSpPr bwMode="auto">
            <a:xfrm>
              <a:off x="4747" y="994"/>
              <a:ext cx="581" cy="134"/>
              <a:chOff x="614" y="2568"/>
              <a:chExt cx="725" cy="139"/>
            </a:xfrm>
          </p:grpSpPr>
          <p:sp>
            <p:nvSpPr>
              <p:cNvPr id="507" name="AutoShape 917">
                <a:extLst>
                  <a:ext uri="{FF2B5EF4-FFF2-40B4-BE49-F238E27FC236}">
                    <a16:creationId xmlns:a16="http://schemas.microsoft.com/office/drawing/2014/main" id="{480F4DE7-5AD1-41F4-B58A-C5BB1682F2BB}"/>
                  </a:ext>
                </a:extLst>
              </p:cNvPr>
              <p:cNvSpPr>
                <a:spLocks noChangeArrowheads="1"/>
              </p:cNvSpPr>
              <p:nvPr/>
            </p:nvSpPr>
            <p:spPr bwMode="auto">
              <a:xfrm>
                <a:off x="611" y="2568"/>
                <a:ext cx="731" cy="136"/>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08" name="AutoShape 918">
                <a:extLst>
                  <a:ext uri="{FF2B5EF4-FFF2-40B4-BE49-F238E27FC236}">
                    <a16:creationId xmlns:a16="http://schemas.microsoft.com/office/drawing/2014/main" id="{1E973F7C-8A0C-49CE-969E-199CA4BAC617}"/>
                  </a:ext>
                </a:extLst>
              </p:cNvPr>
              <p:cNvSpPr>
                <a:spLocks noChangeArrowheads="1"/>
              </p:cNvSpPr>
              <p:nvPr/>
            </p:nvSpPr>
            <p:spPr bwMode="auto">
              <a:xfrm>
                <a:off x="626" y="2581"/>
                <a:ext cx="700"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87" name="Rectangle 919">
              <a:extLst>
                <a:ext uri="{FF2B5EF4-FFF2-40B4-BE49-F238E27FC236}">
                  <a16:creationId xmlns:a16="http://schemas.microsoft.com/office/drawing/2014/main" id="{B3CFC05C-AEB3-4D33-95F4-008F12F26C2D}"/>
                </a:ext>
              </a:extLst>
            </p:cNvPr>
            <p:cNvSpPr>
              <a:spLocks noChangeArrowheads="1"/>
            </p:cNvSpPr>
            <p:nvPr/>
          </p:nvSpPr>
          <p:spPr bwMode="auto">
            <a:xfrm>
              <a:off x="4214" y="1361"/>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88" name="Rectangle 920">
              <a:extLst>
                <a:ext uri="{FF2B5EF4-FFF2-40B4-BE49-F238E27FC236}">
                  <a16:creationId xmlns:a16="http://schemas.microsoft.com/office/drawing/2014/main" id="{FEA1D569-1B9A-4617-88C4-AA8ED47FE914}"/>
                </a:ext>
              </a:extLst>
            </p:cNvPr>
            <p:cNvSpPr>
              <a:spLocks noChangeArrowheads="1"/>
            </p:cNvSpPr>
            <p:nvPr/>
          </p:nvSpPr>
          <p:spPr bwMode="auto">
            <a:xfrm>
              <a:off x="4226" y="1657"/>
              <a:ext cx="598" cy="46"/>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nvGrpSpPr>
            <p:cNvPr id="489" name="Group 921">
              <a:extLst>
                <a:ext uri="{FF2B5EF4-FFF2-40B4-BE49-F238E27FC236}">
                  <a16:creationId xmlns:a16="http://schemas.microsoft.com/office/drawing/2014/main" id="{ED3C9E19-DC32-47EC-BDBF-ED7CD139C88F}"/>
                </a:ext>
              </a:extLst>
            </p:cNvPr>
            <p:cNvGrpSpPr>
              <a:grpSpLocks/>
            </p:cNvGrpSpPr>
            <p:nvPr/>
          </p:nvGrpSpPr>
          <p:grpSpPr bwMode="auto">
            <a:xfrm>
              <a:off x="4735" y="1627"/>
              <a:ext cx="582" cy="151"/>
              <a:chOff x="614" y="2568"/>
              <a:chExt cx="725" cy="139"/>
            </a:xfrm>
          </p:grpSpPr>
          <p:sp>
            <p:nvSpPr>
              <p:cNvPr id="505" name="AutoShape 922">
                <a:extLst>
                  <a:ext uri="{FF2B5EF4-FFF2-40B4-BE49-F238E27FC236}">
                    <a16:creationId xmlns:a16="http://schemas.microsoft.com/office/drawing/2014/main" id="{B3C0150B-80C5-4929-AE5E-91920369FDD4}"/>
                  </a:ext>
                </a:extLst>
              </p:cNvPr>
              <p:cNvSpPr>
                <a:spLocks noChangeArrowheads="1"/>
              </p:cNvSpPr>
              <p:nvPr/>
            </p:nvSpPr>
            <p:spPr bwMode="auto">
              <a:xfrm>
                <a:off x="611" y="2571"/>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06" name="AutoShape 923">
                <a:extLst>
                  <a:ext uri="{FF2B5EF4-FFF2-40B4-BE49-F238E27FC236}">
                    <a16:creationId xmlns:a16="http://schemas.microsoft.com/office/drawing/2014/main" id="{6B722884-D3E9-418F-8845-E116A49F0FA8}"/>
                  </a:ext>
                </a:extLst>
              </p:cNvPr>
              <p:cNvSpPr>
                <a:spLocks noChangeArrowheads="1"/>
              </p:cNvSpPr>
              <p:nvPr/>
            </p:nvSpPr>
            <p:spPr bwMode="auto">
              <a:xfrm>
                <a:off x="626" y="2589"/>
                <a:ext cx="699" cy="12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90" name="Freeform 924">
              <a:extLst>
                <a:ext uri="{FF2B5EF4-FFF2-40B4-BE49-F238E27FC236}">
                  <a16:creationId xmlns:a16="http://schemas.microsoft.com/office/drawing/2014/main" id="{A1A5B9BF-920E-4251-9AF0-7B6FD6852E02}"/>
                </a:ext>
              </a:extLst>
            </p:cNvPr>
            <p:cNvSpPr>
              <a:spLocks/>
            </p:cNvSpPr>
            <p:nvPr/>
          </p:nvSpPr>
          <p:spPr bwMode="auto">
            <a:xfrm>
              <a:off x="5288" y="1354"/>
              <a:ext cx="263" cy="188"/>
            </a:xfrm>
            <a:custGeom>
              <a:avLst/>
              <a:gdLst>
                <a:gd name="T0" fmla="*/ 2 w 328"/>
                <a:gd name="T1" fmla="*/ 0 h 226"/>
                <a:gd name="T2" fmla="*/ 87 w 328"/>
                <a:gd name="T3" fmla="*/ 42 h 226"/>
                <a:gd name="T4" fmla="*/ 87 w 328"/>
                <a:gd name="T5" fmla="*/ 75 h 226"/>
                <a:gd name="T6" fmla="*/ 0 w 328"/>
                <a:gd name="T7" fmla="*/ 3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91" name="Group 925">
              <a:extLst>
                <a:ext uri="{FF2B5EF4-FFF2-40B4-BE49-F238E27FC236}">
                  <a16:creationId xmlns:a16="http://schemas.microsoft.com/office/drawing/2014/main" id="{786C3FB2-AFDB-416C-A075-7708A41905D5}"/>
                </a:ext>
              </a:extLst>
            </p:cNvPr>
            <p:cNvGrpSpPr>
              <a:grpSpLocks/>
            </p:cNvGrpSpPr>
            <p:nvPr/>
          </p:nvGrpSpPr>
          <p:grpSpPr bwMode="auto">
            <a:xfrm>
              <a:off x="4739" y="1327"/>
              <a:ext cx="582" cy="139"/>
              <a:chOff x="614" y="2568"/>
              <a:chExt cx="725" cy="139"/>
            </a:xfrm>
          </p:grpSpPr>
          <p:sp>
            <p:nvSpPr>
              <p:cNvPr id="503" name="AutoShape 926">
                <a:extLst>
                  <a:ext uri="{FF2B5EF4-FFF2-40B4-BE49-F238E27FC236}">
                    <a16:creationId xmlns:a16="http://schemas.microsoft.com/office/drawing/2014/main" id="{F2BB7A22-BDEA-4E64-90B0-F38CBB7E9F82}"/>
                  </a:ext>
                </a:extLst>
              </p:cNvPr>
              <p:cNvSpPr>
                <a:spLocks noChangeArrowheads="1"/>
              </p:cNvSpPr>
              <p:nvPr/>
            </p:nvSpPr>
            <p:spPr bwMode="auto">
              <a:xfrm>
                <a:off x="613" y="2569"/>
                <a:ext cx="715"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04" name="AutoShape 927">
                <a:extLst>
                  <a:ext uri="{FF2B5EF4-FFF2-40B4-BE49-F238E27FC236}">
                    <a16:creationId xmlns:a16="http://schemas.microsoft.com/office/drawing/2014/main" id="{98D4CAAB-FDFA-4D32-8889-95F87094F9DC}"/>
                  </a:ext>
                </a:extLst>
              </p:cNvPr>
              <p:cNvSpPr>
                <a:spLocks noChangeArrowheads="1"/>
              </p:cNvSpPr>
              <p:nvPr/>
            </p:nvSpPr>
            <p:spPr bwMode="auto">
              <a:xfrm>
                <a:off x="629" y="2582"/>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sp>
          <p:nvSpPr>
            <p:cNvPr id="492" name="Rectangle 928">
              <a:extLst>
                <a:ext uri="{FF2B5EF4-FFF2-40B4-BE49-F238E27FC236}">
                  <a16:creationId xmlns:a16="http://schemas.microsoft.com/office/drawing/2014/main" id="{C63C4989-D7AE-4DBD-B51E-12E2F354F753}"/>
                </a:ext>
              </a:extLst>
            </p:cNvPr>
            <p:cNvSpPr>
              <a:spLocks noChangeArrowheads="1"/>
            </p:cNvSpPr>
            <p:nvPr/>
          </p:nvSpPr>
          <p:spPr bwMode="auto">
            <a:xfrm>
              <a:off x="5250" y="429"/>
              <a:ext cx="68" cy="2291"/>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93" name="Freeform 929">
              <a:extLst>
                <a:ext uri="{FF2B5EF4-FFF2-40B4-BE49-F238E27FC236}">
                  <a16:creationId xmlns:a16="http://schemas.microsoft.com/office/drawing/2014/main" id="{E1A8679F-30E8-41E4-8020-4D5C11218DA0}"/>
                </a:ext>
              </a:extLst>
            </p:cNvPr>
            <p:cNvSpPr>
              <a:spLocks/>
            </p:cNvSpPr>
            <p:nvPr/>
          </p:nvSpPr>
          <p:spPr bwMode="auto">
            <a:xfrm>
              <a:off x="5312" y="1007"/>
              <a:ext cx="237" cy="213"/>
            </a:xfrm>
            <a:custGeom>
              <a:avLst/>
              <a:gdLst>
                <a:gd name="T0" fmla="*/ 2 w 296"/>
                <a:gd name="T1" fmla="*/ 0 h 256"/>
                <a:gd name="T2" fmla="*/ 77 w 296"/>
                <a:gd name="T3" fmla="*/ 47 h 256"/>
                <a:gd name="T4" fmla="*/ 78 w 296"/>
                <a:gd name="T5" fmla="*/ 85 h 256"/>
                <a:gd name="T6" fmla="*/ 0 w 296"/>
                <a:gd name="T7" fmla="*/ 3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94" name="Freeform 930">
              <a:extLst>
                <a:ext uri="{FF2B5EF4-FFF2-40B4-BE49-F238E27FC236}">
                  <a16:creationId xmlns:a16="http://schemas.microsoft.com/office/drawing/2014/main" id="{154127E3-D0BB-4490-A19C-4EAE15BB6679}"/>
                </a:ext>
              </a:extLst>
            </p:cNvPr>
            <p:cNvSpPr>
              <a:spLocks/>
            </p:cNvSpPr>
            <p:nvPr/>
          </p:nvSpPr>
          <p:spPr bwMode="auto">
            <a:xfrm>
              <a:off x="5315" y="680"/>
              <a:ext cx="244" cy="240"/>
            </a:xfrm>
            <a:custGeom>
              <a:avLst/>
              <a:gdLst>
                <a:gd name="T0" fmla="*/ 0 w 304"/>
                <a:gd name="T1" fmla="*/ 0 h 288"/>
                <a:gd name="T2" fmla="*/ 81 w 304"/>
                <a:gd name="T3" fmla="*/ 55 h 288"/>
                <a:gd name="T4" fmla="*/ 76 w 304"/>
                <a:gd name="T5" fmla="*/ 97 h 288"/>
                <a:gd name="T6" fmla="*/ 2 w 304"/>
                <a:gd name="T7" fmla="*/ 42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95" name="Oval 931">
              <a:extLst>
                <a:ext uri="{FF2B5EF4-FFF2-40B4-BE49-F238E27FC236}">
                  <a16:creationId xmlns:a16="http://schemas.microsoft.com/office/drawing/2014/main" id="{06182CA4-A0A3-420E-BE08-350ECEAE5227}"/>
                </a:ext>
              </a:extLst>
            </p:cNvPr>
            <p:cNvSpPr>
              <a:spLocks noChangeArrowheads="1"/>
            </p:cNvSpPr>
            <p:nvPr/>
          </p:nvSpPr>
          <p:spPr bwMode="auto">
            <a:xfrm>
              <a:off x="5516" y="2608"/>
              <a:ext cx="49"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96" name="Freeform 932">
              <a:extLst>
                <a:ext uri="{FF2B5EF4-FFF2-40B4-BE49-F238E27FC236}">
                  <a16:creationId xmlns:a16="http://schemas.microsoft.com/office/drawing/2014/main" id="{E20AD324-BAC7-4E8E-B1AB-E16E3E06FB8E}"/>
                </a:ext>
              </a:extLst>
            </p:cNvPr>
            <p:cNvSpPr>
              <a:spLocks/>
            </p:cNvSpPr>
            <p:nvPr/>
          </p:nvSpPr>
          <p:spPr bwMode="auto">
            <a:xfrm>
              <a:off x="5302" y="2614"/>
              <a:ext cx="245" cy="200"/>
            </a:xfrm>
            <a:custGeom>
              <a:avLst/>
              <a:gdLst>
                <a:gd name="T0" fmla="*/ 0 w 306"/>
                <a:gd name="T1" fmla="*/ 36 h 240"/>
                <a:gd name="T2" fmla="*/ 2 w 306"/>
                <a:gd name="T3" fmla="*/ 81 h 240"/>
                <a:gd name="T4" fmla="*/ 81 w 306"/>
                <a:gd name="T5" fmla="*/ 37 h 240"/>
                <a:gd name="T6" fmla="*/ 78 w 306"/>
                <a:gd name="T7" fmla="*/ 0 h 240"/>
                <a:gd name="T8" fmla="*/ 0 w 306"/>
                <a:gd name="T9" fmla="*/ 3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97" name="AutoShape 933">
              <a:extLst>
                <a:ext uri="{FF2B5EF4-FFF2-40B4-BE49-F238E27FC236}">
                  <a16:creationId xmlns:a16="http://schemas.microsoft.com/office/drawing/2014/main" id="{6021FB39-7216-4041-A95C-6B486DEA899D}"/>
                </a:ext>
              </a:extLst>
            </p:cNvPr>
            <p:cNvSpPr>
              <a:spLocks noChangeArrowheads="1"/>
            </p:cNvSpPr>
            <p:nvPr/>
          </p:nvSpPr>
          <p:spPr bwMode="auto">
            <a:xfrm>
              <a:off x="4140" y="2681"/>
              <a:ext cx="1197" cy="144"/>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98" name="AutoShape 934">
              <a:extLst>
                <a:ext uri="{FF2B5EF4-FFF2-40B4-BE49-F238E27FC236}">
                  <a16:creationId xmlns:a16="http://schemas.microsoft.com/office/drawing/2014/main" id="{0C49C6DA-B80B-444C-A539-F8A66FBBB396}"/>
                </a:ext>
              </a:extLst>
            </p:cNvPr>
            <p:cNvSpPr>
              <a:spLocks noChangeArrowheads="1"/>
            </p:cNvSpPr>
            <p:nvPr/>
          </p:nvSpPr>
          <p:spPr bwMode="auto">
            <a:xfrm>
              <a:off x="4208" y="2713"/>
              <a:ext cx="1067"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499" name="Oval 935">
              <a:extLst>
                <a:ext uri="{FF2B5EF4-FFF2-40B4-BE49-F238E27FC236}">
                  <a16:creationId xmlns:a16="http://schemas.microsoft.com/office/drawing/2014/main" id="{B0D87AEA-51B3-448F-A056-044EBBE0183A}"/>
                </a:ext>
              </a:extLst>
            </p:cNvPr>
            <p:cNvSpPr>
              <a:spLocks noChangeArrowheads="1"/>
            </p:cNvSpPr>
            <p:nvPr/>
          </p:nvSpPr>
          <p:spPr bwMode="auto">
            <a:xfrm>
              <a:off x="4307" y="2385"/>
              <a:ext cx="160" cy="13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00" name="Oval 936">
              <a:extLst>
                <a:ext uri="{FF2B5EF4-FFF2-40B4-BE49-F238E27FC236}">
                  <a16:creationId xmlns:a16="http://schemas.microsoft.com/office/drawing/2014/main" id="{79A6403A-E729-4721-A4ED-72ECD1949DCB}"/>
                </a:ext>
              </a:extLst>
            </p:cNvPr>
            <p:cNvSpPr>
              <a:spLocks noChangeArrowheads="1"/>
            </p:cNvSpPr>
            <p:nvPr/>
          </p:nvSpPr>
          <p:spPr bwMode="auto">
            <a:xfrm>
              <a:off x="4485" y="2385"/>
              <a:ext cx="160" cy="144"/>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501" name="Oval 937">
              <a:extLst>
                <a:ext uri="{FF2B5EF4-FFF2-40B4-BE49-F238E27FC236}">
                  <a16:creationId xmlns:a16="http://schemas.microsoft.com/office/drawing/2014/main" id="{6F5EB125-9572-49D5-B9A5-BBE8915C1833}"/>
                </a:ext>
              </a:extLst>
            </p:cNvPr>
            <p:cNvSpPr>
              <a:spLocks noChangeArrowheads="1"/>
            </p:cNvSpPr>
            <p:nvPr/>
          </p:nvSpPr>
          <p:spPr bwMode="auto">
            <a:xfrm>
              <a:off x="4664" y="2379"/>
              <a:ext cx="154" cy="144"/>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sp>
          <p:nvSpPr>
            <p:cNvPr id="502" name="Rectangle 938">
              <a:extLst>
                <a:ext uri="{FF2B5EF4-FFF2-40B4-BE49-F238E27FC236}">
                  <a16:creationId xmlns:a16="http://schemas.microsoft.com/office/drawing/2014/main" id="{1075DBEF-8234-4C08-A574-AD570AEEEC14}"/>
                </a:ext>
              </a:extLst>
            </p:cNvPr>
            <p:cNvSpPr>
              <a:spLocks noChangeArrowheads="1"/>
            </p:cNvSpPr>
            <p:nvPr/>
          </p:nvSpPr>
          <p:spPr bwMode="auto">
            <a:xfrm>
              <a:off x="5059" y="1834"/>
              <a:ext cx="86" cy="761"/>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Arial" charset="0"/>
              </a:endParaRPr>
            </a:p>
          </p:txBody>
        </p:sp>
      </p:grpSp>
      <p:grpSp>
        <p:nvGrpSpPr>
          <p:cNvPr id="511" name="Group 116">
            <a:extLst>
              <a:ext uri="{FF2B5EF4-FFF2-40B4-BE49-F238E27FC236}">
                <a16:creationId xmlns:a16="http://schemas.microsoft.com/office/drawing/2014/main" id="{71AB91E9-D27F-4C62-8EB1-D18F2C588F93}"/>
              </a:ext>
            </a:extLst>
          </p:cNvPr>
          <p:cNvGrpSpPr/>
          <p:nvPr/>
        </p:nvGrpSpPr>
        <p:grpSpPr>
          <a:xfrm>
            <a:off x="4659525" y="2934626"/>
            <a:ext cx="612237" cy="328385"/>
            <a:chOff x="7493876" y="2774731"/>
            <a:chExt cx="1481958" cy="894622"/>
          </a:xfrm>
        </p:grpSpPr>
        <p:sp>
          <p:nvSpPr>
            <p:cNvPr id="512" name="Freeform 149">
              <a:extLst>
                <a:ext uri="{FF2B5EF4-FFF2-40B4-BE49-F238E27FC236}">
                  <a16:creationId xmlns:a16="http://schemas.microsoft.com/office/drawing/2014/main" id="{AD13A6D8-75CB-4974-A005-684D1F8EA44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13" name="Oval 150">
              <a:extLst>
                <a:ext uri="{FF2B5EF4-FFF2-40B4-BE49-F238E27FC236}">
                  <a16:creationId xmlns:a16="http://schemas.microsoft.com/office/drawing/2014/main" id="{2732DAC9-3B33-464A-B887-C7C4C8D6456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14" name="Group 151">
              <a:extLst>
                <a:ext uri="{FF2B5EF4-FFF2-40B4-BE49-F238E27FC236}">
                  <a16:creationId xmlns:a16="http://schemas.microsoft.com/office/drawing/2014/main" id="{EB77A586-5719-4A2B-8C87-79D7DC427CDD}"/>
                </a:ext>
              </a:extLst>
            </p:cNvPr>
            <p:cNvGrpSpPr/>
            <p:nvPr/>
          </p:nvGrpSpPr>
          <p:grpSpPr>
            <a:xfrm>
              <a:off x="7713663" y="2848339"/>
              <a:ext cx="1042107" cy="425543"/>
              <a:chOff x="7786941" y="2884917"/>
              <a:chExt cx="897649" cy="353919"/>
            </a:xfrm>
          </p:grpSpPr>
          <p:sp>
            <p:nvSpPr>
              <p:cNvPr id="515" name="Freeform 152">
                <a:extLst>
                  <a:ext uri="{FF2B5EF4-FFF2-40B4-BE49-F238E27FC236}">
                    <a16:creationId xmlns:a16="http://schemas.microsoft.com/office/drawing/2014/main" id="{0B045E8A-2C29-4E54-8B15-4D7E279AF6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6" name="Freeform 153">
                <a:extLst>
                  <a:ext uri="{FF2B5EF4-FFF2-40B4-BE49-F238E27FC236}">
                    <a16:creationId xmlns:a16="http://schemas.microsoft.com/office/drawing/2014/main" id="{E98F57C9-60F7-446A-B0D4-2637E0E634E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7" name="Freeform 154">
                <a:extLst>
                  <a:ext uri="{FF2B5EF4-FFF2-40B4-BE49-F238E27FC236}">
                    <a16:creationId xmlns:a16="http://schemas.microsoft.com/office/drawing/2014/main" id="{12AB5D51-7843-40FC-9062-5AA7592CF1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8" name="Freeform 155">
                <a:extLst>
                  <a:ext uri="{FF2B5EF4-FFF2-40B4-BE49-F238E27FC236}">
                    <a16:creationId xmlns:a16="http://schemas.microsoft.com/office/drawing/2014/main" id="{8BF93B41-C418-4217-95E7-0686C65AE18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19" name="Group 118">
            <a:extLst>
              <a:ext uri="{FF2B5EF4-FFF2-40B4-BE49-F238E27FC236}">
                <a16:creationId xmlns:a16="http://schemas.microsoft.com/office/drawing/2014/main" id="{8B1A2BCA-98F2-43B1-A797-CBE04ED3F6D0}"/>
              </a:ext>
            </a:extLst>
          </p:cNvPr>
          <p:cNvGrpSpPr/>
          <p:nvPr/>
        </p:nvGrpSpPr>
        <p:grpSpPr>
          <a:xfrm>
            <a:off x="4570159" y="4998108"/>
            <a:ext cx="455726" cy="262502"/>
            <a:chOff x="3668110" y="2448910"/>
            <a:chExt cx="3794234" cy="2165130"/>
          </a:xfrm>
        </p:grpSpPr>
        <p:sp>
          <p:nvSpPr>
            <p:cNvPr id="520" name="Rectangle 135">
              <a:extLst>
                <a:ext uri="{FF2B5EF4-FFF2-40B4-BE49-F238E27FC236}">
                  <a16:creationId xmlns:a16="http://schemas.microsoft.com/office/drawing/2014/main" id="{66FCA5EB-5F5D-44E4-81C0-A1F75BC84A2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1" name="Freeform 136">
              <a:extLst>
                <a:ext uri="{FF2B5EF4-FFF2-40B4-BE49-F238E27FC236}">
                  <a16:creationId xmlns:a16="http://schemas.microsoft.com/office/drawing/2014/main" id="{8FC6EDE6-C07A-4795-ACA2-F1B3AA3126C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22" name="Group 137">
              <a:extLst>
                <a:ext uri="{FF2B5EF4-FFF2-40B4-BE49-F238E27FC236}">
                  <a16:creationId xmlns:a16="http://schemas.microsoft.com/office/drawing/2014/main" id="{CEABD75A-49BA-42B2-ABAD-86C20F99C035}"/>
                </a:ext>
              </a:extLst>
            </p:cNvPr>
            <p:cNvGrpSpPr/>
            <p:nvPr/>
          </p:nvGrpSpPr>
          <p:grpSpPr>
            <a:xfrm>
              <a:off x="3941378" y="2603243"/>
              <a:ext cx="3202061" cy="1066110"/>
              <a:chOff x="7939341" y="3037317"/>
              <a:chExt cx="897649" cy="353919"/>
            </a:xfrm>
          </p:grpSpPr>
          <p:sp>
            <p:nvSpPr>
              <p:cNvPr id="523" name="Freeform 138">
                <a:extLst>
                  <a:ext uri="{FF2B5EF4-FFF2-40B4-BE49-F238E27FC236}">
                    <a16:creationId xmlns:a16="http://schemas.microsoft.com/office/drawing/2014/main" id="{4CA9EEEE-61F7-4EBD-9AEC-DDC2DFC1E0F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4" name="Freeform 139">
                <a:extLst>
                  <a:ext uri="{FF2B5EF4-FFF2-40B4-BE49-F238E27FC236}">
                    <a16:creationId xmlns:a16="http://schemas.microsoft.com/office/drawing/2014/main" id="{AA7229A6-E929-4B07-9F5D-B98430823FCA}"/>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5" name="Freeform 140">
                <a:extLst>
                  <a:ext uri="{FF2B5EF4-FFF2-40B4-BE49-F238E27FC236}">
                    <a16:creationId xmlns:a16="http://schemas.microsoft.com/office/drawing/2014/main" id="{892D9281-5BC8-4D31-98DC-8337E98A74E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6" name="Freeform 141">
                <a:extLst>
                  <a:ext uri="{FF2B5EF4-FFF2-40B4-BE49-F238E27FC236}">
                    <a16:creationId xmlns:a16="http://schemas.microsoft.com/office/drawing/2014/main" id="{4AB44CE0-DC4D-499B-B6A0-AAAB31D7142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27" name="Group 119">
            <a:extLst>
              <a:ext uri="{FF2B5EF4-FFF2-40B4-BE49-F238E27FC236}">
                <a16:creationId xmlns:a16="http://schemas.microsoft.com/office/drawing/2014/main" id="{A337AB08-7900-45C0-8387-B474368E3E7A}"/>
              </a:ext>
            </a:extLst>
          </p:cNvPr>
          <p:cNvGrpSpPr/>
          <p:nvPr/>
        </p:nvGrpSpPr>
        <p:grpSpPr>
          <a:xfrm>
            <a:off x="5622516" y="4845365"/>
            <a:ext cx="455726" cy="262502"/>
            <a:chOff x="3668110" y="2448910"/>
            <a:chExt cx="3794234" cy="2165130"/>
          </a:xfrm>
        </p:grpSpPr>
        <p:sp>
          <p:nvSpPr>
            <p:cNvPr id="528" name="Rectangle 128">
              <a:extLst>
                <a:ext uri="{FF2B5EF4-FFF2-40B4-BE49-F238E27FC236}">
                  <a16:creationId xmlns:a16="http://schemas.microsoft.com/office/drawing/2014/main" id="{E8F98A29-3402-4347-9EF4-C009ED74906A}"/>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9" name="Freeform 129">
              <a:extLst>
                <a:ext uri="{FF2B5EF4-FFF2-40B4-BE49-F238E27FC236}">
                  <a16:creationId xmlns:a16="http://schemas.microsoft.com/office/drawing/2014/main" id="{37F292AD-1D3C-45D0-BA3B-B50E14312FEA}"/>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0" name="Group 130">
              <a:extLst>
                <a:ext uri="{FF2B5EF4-FFF2-40B4-BE49-F238E27FC236}">
                  <a16:creationId xmlns:a16="http://schemas.microsoft.com/office/drawing/2014/main" id="{C290F0E9-368B-4F9C-A320-E5A86067AF77}"/>
                </a:ext>
              </a:extLst>
            </p:cNvPr>
            <p:cNvGrpSpPr/>
            <p:nvPr/>
          </p:nvGrpSpPr>
          <p:grpSpPr>
            <a:xfrm>
              <a:off x="3941378" y="2603243"/>
              <a:ext cx="3202061" cy="1066110"/>
              <a:chOff x="7939341" y="3037317"/>
              <a:chExt cx="897649" cy="353919"/>
            </a:xfrm>
          </p:grpSpPr>
          <p:sp>
            <p:nvSpPr>
              <p:cNvPr id="531" name="Freeform 131">
                <a:extLst>
                  <a:ext uri="{FF2B5EF4-FFF2-40B4-BE49-F238E27FC236}">
                    <a16:creationId xmlns:a16="http://schemas.microsoft.com/office/drawing/2014/main" id="{66195E4E-24A3-478F-99AE-2DD8C057A20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2" name="Freeform 132">
                <a:extLst>
                  <a:ext uri="{FF2B5EF4-FFF2-40B4-BE49-F238E27FC236}">
                    <a16:creationId xmlns:a16="http://schemas.microsoft.com/office/drawing/2014/main" id="{3189764F-11C5-4364-A437-05C6D84918C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3" name="Freeform 133">
                <a:extLst>
                  <a:ext uri="{FF2B5EF4-FFF2-40B4-BE49-F238E27FC236}">
                    <a16:creationId xmlns:a16="http://schemas.microsoft.com/office/drawing/2014/main" id="{11B6565A-9557-4AC7-B086-DA087628B81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4" name="Freeform 134">
                <a:extLst>
                  <a:ext uri="{FF2B5EF4-FFF2-40B4-BE49-F238E27FC236}">
                    <a16:creationId xmlns:a16="http://schemas.microsoft.com/office/drawing/2014/main" id="{8D7794BF-72EC-46D4-8865-27B6B904F61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35" name="Oval 5">
            <a:extLst>
              <a:ext uri="{FF2B5EF4-FFF2-40B4-BE49-F238E27FC236}">
                <a16:creationId xmlns:a16="http://schemas.microsoft.com/office/drawing/2014/main" id="{E7E0008B-7708-4FDB-A6A2-CAF496CE8062}"/>
              </a:ext>
            </a:extLst>
          </p:cNvPr>
          <p:cNvSpPr/>
          <p:nvPr/>
        </p:nvSpPr>
        <p:spPr>
          <a:xfrm>
            <a:off x="6505414" y="4412122"/>
            <a:ext cx="1415415" cy="1343025"/>
          </a:xfrm>
          <a:prstGeom prst="ellipse">
            <a:avLst/>
          </a:prstGeom>
          <a:noFill/>
          <a:ln w="1905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6">
            <a:extLst>
              <a:ext uri="{FF2B5EF4-FFF2-40B4-BE49-F238E27FC236}">
                <a16:creationId xmlns:a16="http://schemas.microsoft.com/office/drawing/2014/main" id="{EB6C611C-6929-4705-A77E-6AC7A65F2515}"/>
              </a:ext>
            </a:extLst>
          </p:cNvPr>
          <p:cNvSpPr/>
          <p:nvPr/>
        </p:nvSpPr>
        <p:spPr>
          <a:xfrm rot="1109789">
            <a:off x="3492000" y="4409919"/>
            <a:ext cx="1945861" cy="1335721"/>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7">
            <a:extLst>
              <a:ext uri="{FF2B5EF4-FFF2-40B4-BE49-F238E27FC236}">
                <a16:creationId xmlns:a16="http://schemas.microsoft.com/office/drawing/2014/main" id="{771D250E-8219-4004-A53C-C6ADF766FD60}"/>
              </a:ext>
            </a:extLst>
          </p:cNvPr>
          <p:cNvSpPr/>
          <p:nvPr/>
        </p:nvSpPr>
        <p:spPr>
          <a:xfrm>
            <a:off x="3739520" y="4339732"/>
            <a:ext cx="74866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9" name="Group 8">
            <a:extLst>
              <a:ext uri="{FF2B5EF4-FFF2-40B4-BE49-F238E27FC236}">
                <a16:creationId xmlns:a16="http://schemas.microsoft.com/office/drawing/2014/main" id="{DBE3EF18-D9CC-4799-8D6A-988D5B7A092C}"/>
              </a:ext>
            </a:extLst>
          </p:cNvPr>
          <p:cNvGrpSpPr/>
          <p:nvPr/>
        </p:nvGrpSpPr>
        <p:grpSpPr>
          <a:xfrm>
            <a:off x="6611913" y="4131633"/>
            <a:ext cx="1090892" cy="275479"/>
            <a:chOff x="3878580" y="5130446"/>
            <a:chExt cx="543790" cy="406265"/>
          </a:xfrm>
        </p:grpSpPr>
        <p:sp>
          <p:nvSpPr>
            <p:cNvPr id="540" name="Rectangle 322">
              <a:extLst>
                <a:ext uri="{FF2B5EF4-FFF2-40B4-BE49-F238E27FC236}">
                  <a16:creationId xmlns:a16="http://schemas.microsoft.com/office/drawing/2014/main" id="{361B3B76-325E-421A-9C46-42327D501D00}"/>
                </a:ext>
              </a:extLst>
            </p:cNvPr>
            <p:cNvSpPr/>
            <p:nvPr/>
          </p:nvSpPr>
          <p:spPr>
            <a:xfrm>
              <a:off x="3878580" y="5172075"/>
              <a:ext cx="356235" cy="169545"/>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TextBox 321">
              <a:extLst>
                <a:ext uri="{FF2B5EF4-FFF2-40B4-BE49-F238E27FC236}">
                  <a16:creationId xmlns:a16="http://schemas.microsoft.com/office/drawing/2014/main" id="{4B1A079F-1E5B-4092-8059-69608BBA42DA}"/>
                </a:ext>
              </a:extLst>
            </p:cNvPr>
            <p:cNvSpPr txBox="1"/>
            <p:nvPr/>
          </p:nvSpPr>
          <p:spPr>
            <a:xfrm>
              <a:off x="3882900" y="5130446"/>
              <a:ext cx="539470" cy="406265"/>
            </a:xfrm>
            <a:prstGeom prst="rect">
              <a:avLst/>
            </a:prstGeom>
            <a:noFill/>
          </p:spPr>
          <p:txBody>
            <a:bodyPr wrap="square" rtlCol="0">
              <a:spAutoFit/>
            </a:bodyPr>
            <a:lstStyle/>
            <a:p>
              <a:pPr algn="ctr">
                <a:lnSpc>
                  <a:spcPct val="85000"/>
                </a:lnSpc>
              </a:pPr>
              <a:r>
                <a:rPr lang="zh-CN" altLang="en-US" sz="1200" dirty="0">
                  <a:latin typeface="微软雅黑" panose="020B0503020204020204" pitchFamily="34" charset="-122"/>
                  <a:ea typeface="微软雅黑" panose="020B0503020204020204" pitchFamily="34" charset="-122"/>
                </a:rPr>
                <a:t>网络工程系</a:t>
              </a:r>
              <a:endParaRPr lang="en-US" sz="1200" dirty="0">
                <a:latin typeface="微软雅黑" panose="020B0503020204020204" pitchFamily="34" charset="-122"/>
                <a:ea typeface="微软雅黑" panose="020B0503020204020204" pitchFamily="34" charset="-122"/>
              </a:endParaRPr>
            </a:p>
          </p:txBody>
        </p:sp>
      </p:grpSp>
      <p:grpSp>
        <p:nvGrpSpPr>
          <p:cNvPr id="542" name="Group 120">
            <a:extLst>
              <a:ext uri="{FF2B5EF4-FFF2-40B4-BE49-F238E27FC236}">
                <a16:creationId xmlns:a16="http://schemas.microsoft.com/office/drawing/2014/main" id="{5DC8B4BA-D604-4CF3-9398-CBAA634AADFC}"/>
              </a:ext>
            </a:extLst>
          </p:cNvPr>
          <p:cNvGrpSpPr/>
          <p:nvPr/>
        </p:nvGrpSpPr>
        <p:grpSpPr>
          <a:xfrm>
            <a:off x="6942531" y="4864021"/>
            <a:ext cx="455726" cy="262502"/>
            <a:chOff x="3668110" y="2448910"/>
            <a:chExt cx="3794234" cy="2165130"/>
          </a:xfrm>
        </p:grpSpPr>
        <p:sp>
          <p:nvSpPr>
            <p:cNvPr id="543" name="Rectangle 121">
              <a:extLst>
                <a:ext uri="{FF2B5EF4-FFF2-40B4-BE49-F238E27FC236}">
                  <a16:creationId xmlns:a16="http://schemas.microsoft.com/office/drawing/2014/main" id="{98F6B3B6-CB51-4D44-B4D7-4BA0147DE00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4" name="Freeform 122">
              <a:extLst>
                <a:ext uri="{FF2B5EF4-FFF2-40B4-BE49-F238E27FC236}">
                  <a16:creationId xmlns:a16="http://schemas.microsoft.com/office/drawing/2014/main" id="{204B24B0-1212-4818-B502-0D1DCCC0E0CE}"/>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45" name="Group 123">
              <a:extLst>
                <a:ext uri="{FF2B5EF4-FFF2-40B4-BE49-F238E27FC236}">
                  <a16:creationId xmlns:a16="http://schemas.microsoft.com/office/drawing/2014/main" id="{C0741031-6D0E-443C-B703-61BFC11E1459}"/>
                </a:ext>
              </a:extLst>
            </p:cNvPr>
            <p:cNvGrpSpPr/>
            <p:nvPr/>
          </p:nvGrpSpPr>
          <p:grpSpPr>
            <a:xfrm>
              <a:off x="3941378" y="2603243"/>
              <a:ext cx="3202061" cy="1066110"/>
              <a:chOff x="7939341" y="3037317"/>
              <a:chExt cx="897649" cy="353919"/>
            </a:xfrm>
          </p:grpSpPr>
          <p:sp>
            <p:nvSpPr>
              <p:cNvPr id="546" name="Freeform 124">
                <a:extLst>
                  <a:ext uri="{FF2B5EF4-FFF2-40B4-BE49-F238E27FC236}">
                    <a16:creationId xmlns:a16="http://schemas.microsoft.com/office/drawing/2014/main" id="{384E50C3-B819-4268-9CDE-4F77A446A18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7" name="Freeform 125">
                <a:extLst>
                  <a:ext uri="{FF2B5EF4-FFF2-40B4-BE49-F238E27FC236}">
                    <a16:creationId xmlns:a16="http://schemas.microsoft.com/office/drawing/2014/main" id="{52D28B09-4D73-4843-95EA-DDF13EB4B7F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8" name="Freeform 126">
                <a:extLst>
                  <a:ext uri="{FF2B5EF4-FFF2-40B4-BE49-F238E27FC236}">
                    <a16:creationId xmlns:a16="http://schemas.microsoft.com/office/drawing/2014/main" id="{F2E74A8C-B6E2-46C4-8AC1-CEC16D7D2EA2}"/>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9" name="Freeform 127">
                <a:extLst>
                  <a:ext uri="{FF2B5EF4-FFF2-40B4-BE49-F238E27FC236}">
                    <a16:creationId xmlns:a16="http://schemas.microsoft.com/office/drawing/2014/main" id="{C480AF17-1017-4CF0-95E2-DD08504775F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550" name="Group 16">
            <a:extLst>
              <a:ext uri="{FF2B5EF4-FFF2-40B4-BE49-F238E27FC236}">
                <a16:creationId xmlns:a16="http://schemas.microsoft.com/office/drawing/2014/main" id="{1617BA41-D485-46F7-ABBC-633804D580D3}"/>
              </a:ext>
            </a:extLst>
          </p:cNvPr>
          <p:cNvGrpSpPr/>
          <p:nvPr/>
        </p:nvGrpSpPr>
        <p:grpSpPr>
          <a:xfrm>
            <a:off x="4437202" y="3692879"/>
            <a:ext cx="3403617" cy="1758103"/>
            <a:chOff x="1720833" y="3315547"/>
            <a:chExt cx="3403617" cy="1758103"/>
          </a:xfrm>
        </p:grpSpPr>
        <p:grpSp>
          <p:nvGrpSpPr>
            <p:cNvPr id="551" name="Group 11">
              <a:extLst>
                <a:ext uri="{FF2B5EF4-FFF2-40B4-BE49-F238E27FC236}">
                  <a16:creationId xmlns:a16="http://schemas.microsoft.com/office/drawing/2014/main" id="{9976BA4F-6A7E-40E0-BB40-CAD68B5C59DE}"/>
                </a:ext>
              </a:extLst>
            </p:cNvPr>
            <p:cNvGrpSpPr/>
            <p:nvPr/>
          </p:nvGrpSpPr>
          <p:grpSpPr>
            <a:xfrm>
              <a:off x="4692650" y="4630977"/>
              <a:ext cx="431800" cy="442673"/>
              <a:chOff x="4692650" y="4630977"/>
              <a:chExt cx="431800" cy="442673"/>
            </a:xfrm>
          </p:grpSpPr>
          <p:sp>
            <p:nvSpPr>
              <p:cNvPr id="556" name="Oval 9">
                <a:extLst>
                  <a:ext uri="{FF2B5EF4-FFF2-40B4-BE49-F238E27FC236}">
                    <a16:creationId xmlns:a16="http://schemas.microsoft.com/office/drawing/2014/main" id="{E6E518D1-1825-408E-8000-FA0CD8EBB977}"/>
                  </a:ext>
                </a:extLst>
              </p:cNvPr>
              <p:cNvSpPr/>
              <p:nvPr/>
            </p:nvSpPr>
            <p:spPr>
              <a:xfrm>
                <a:off x="4692650" y="4654550"/>
                <a:ext cx="431800" cy="419100"/>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10">
                <a:extLst>
                  <a:ext uri="{FF2B5EF4-FFF2-40B4-BE49-F238E27FC236}">
                    <a16:creationId xmlns:a16="http://schemas.microsoft.com/office/drawing/2014/main" id="{230030AA-8B85-4F5C-9ECE-2109F4158496}"/>
                  </a:ext>
                </a:extLst>
              </p:cNvPr>
              <p:cNvSpPr/>
              <p:nvPr/>
            </p:nvSpPr>
            <p:spPr>
              <a:xfrm rot="1672634">
                <a:off x="4708332" y="4630977"/>
                <a:ext cx="100405" cy="275301"/>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2" name="Group 15">
              <a:extLst>
                <a:ext uri="{FF2B5EF4-FFF2-40B4-BE49-F238E27FC236}">
                  <a16:creationId xmlns:a16="http://schemas.microsoft.com/office/drawing/2014/main" id="{D6220E23-0E3D-45FB-97DF-F413B6099507}"/>
                </a:ext>
              </a:extLst>
            </p:cNvPr>
            <p:cNvGrpSpPr/>
            <p:nvPr/>
          </p:nvGrpSpPr>
          <p:grpSpPr>
            <a:xfrm>
              <a:off x="1720833" y="3315547"/>
              <a:ext cx="3138635" cy="1350613"/>
              <a:chOff x="1720833" y="3315547"/>
              <a:chExt cx="3138635" cy="1350613"/>
            </a:xfrm>
          </p:grpSpPr>
          <p:sp>
            <p:nvSpPr>
              <p:cNvPr id="554" name="Rectangle 14">
                <a:extLst>
                  <a:ext uri="{FF2B5EF4-FFF2-40B4-BE49-F238E27FC236}">
                    <a16:creationId xmlns:a16="http://schemas.microsoft.com/office/drawing/2014/main" id="{7C0D0F0C-3BEC-44F0-BF44-9A3634721A2F}"/>
                  </a:ext>
                </a:extLst>
              </p:cNvPr>
              <p:cNvSpPr/>
              <p:nvPr/>
            </p:nvSpPr>
            <p:spPr>
              <a:xfrm rot="959039">
                <a:off x="1720833" y="4041748"/>
                <a:ext cx="595424" cy="136164"/>
              </a:xfrm>
              <a:prstGeom prst="rect">
                <a:avLst/>
              </a:prstGeom>
              <a:solidFill>
                <a:srgbClr val="9CE0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Freeform 323">
                <a:extLst>
                  <a:ext uri="{FF2B5EF4-FFF2-40B4-BE49-F238E27FC236}">
                    <a16:creationId xmlns:a16="http://schemas.microsoft.com/office/drawing/2014/main" id="{160771CB-40E6-4F0F-82DE-6BB8B86FB0CF}"/>
                  </a:ext>
                </a:extLst>
              </p:cNvPr>
              <p:cNvSpPr/>
              <p:nvPr/>
            </p:nvSpPr>
            <p:spPr>
              <a:xfrm>
                <a:off x="1831800" y="3315547"/>
                <a:ext cx="3027668" cy="1350613"/>
              </a:xfrm>
              <a:custGeom>
                <a:avLst/>
                <a:gdLst>
                  <a:gd name="connsiteX0" fmla="*/ 2579570 w 2579570"/>
                  <a:gd name="connsiteY0" fmla="*/ 1087655 h 1087655"/>
                  <a:gd name="connsiteX1" fmla="*/ 2314876 w 2579570"/>
                  <a:gd name="connsiteY1" fmla="*/ 774834 h 1087655"/>
                  <a:gd name="connsiteX2" fmla="*/ 1525604 w 2579570"/>
                  <a:gd name="connsiteY2" fmla="*/ 28876 h 1087655"/>
                  <a:gd name="connsiteX3" fmla="*/ 322446 w 2579570"/>
                  <a:gd name="connsiteY3" fmla="*/ 0 h 1087655"/>
                  <a:gd name="connsiteX4" fmla="*/ 0 w 2579570"/>
                  <a:gd name="connsiteY4" fmla="*/ 250257 h 1087655"/>
                  <a:gd name="connsiteX5" fmla="*/ 158817 w 2579570"/>
                  <a:gd name="connsiteY5" fmla="*/ 409074 h 1087655"/>
                  <a:gd name="connsiteX0" fmla="*/ 2579570 w 2579570"/>
                  <a:gd name="connsiteY0" fmla="*/ 1136124 h 1136124"/>
                  <a:gd name="connsiteX1" fmla="*/ 2314876 w 2579570"/>
                  <a:gd name="connsiteY1" fmla="*/ 823303 h 1136124"/>
                  <a:gd name="connsiteX2" fmla="*/ 1525604 w 2579570"/>
                  <a:gd name="connsiteY2" fmla="*/ 77345 h 1136124"/>
                  <a:gd name="connsiteX3" fmla="*/ 322446 w 2579570"/>
                  <a:gd name="connsiteY3" fmla="*/ 48469 h 1136124"/>
                  <a:gd name="connsiteX4" fmla="*/ 0 w 2579570"/>
                  <a:gd name="connsiteY4" fmla="*/ 298726 h 1136124"/>
                  <a:gd name="connsiteX5" fmla="*/ 158817 w 2579570"/>
                  <a:gd name="connsiteY5" fmla="*/ 457543 h 1136124"/>
                  <a:gd name="connsiteX0" fmla="*/ 2579570 w 2579570"/>
                  <a:gd name="connsiteY0" fmla="*/ 1152990 h 1152990"/>
                  <a:gd name="connsiteX1" fmla="*/ 2314876 w 2579570"/>
                  <a:gd name="connsiteY1" fmla="*/ 840169 h 1152990"/>
                  <a:gd name="connsiteX2" fmla="*/ 1525604 w 2579570"/>
                  <a:gd name="connsiteY2" fmla="*/ 94211 h 1152990"/>
                  <a:gd name="connsiteX3" fmla="*/ 322446 w 2579570"/>
                  <a:gd name="connsiteY3" fmla="*/ 65335 h 1152990"/>
                  <a:gd name="connsiteX4" fmla="*/ 0 w 2579570"/>
                  <a:gd name="connsiteY4" fmla="*/ 315592 h 1152990"/>
                  <a:gd name="connsiteX5" fmla="*/ 158817 w 2579570"/>
                  <a:gd name="connsiteY5" fmla="*/ 474409 h 1152990"/>
                  <a:gd name="connsiteX0" fmla="*/ 2609416 w 2609416"/>
                  <a:gd name="connsiteY0" fmla="*/ 1152990 h 1152990"/>
                  <a:gd name="connsiteX1" fmla="*/ 2344722 w 2609416"/>
                  <a:gd name="connsiteY1" fmla="*/ 840169 h 1152990"/>
                  <a:gd name="connsiteX2" fmla="*/ 1555450 w 2609416"/>
                  <a:gd name="connsiteY2" fmla="*/ 94211 h 1152990"/>
                  <a:gd name="connsiteX3" fmla="*/ 352292 w 2609416"/>
                  <a:gd name="connsiteY3" fmla="*/ 65335 h 1152990"/>
                  <a:gd name="connsiteX4" fmla="*/ 29846 w 2609416"/>
                  <a:gd name="connsiteY4" fmla="*/ 315592 h 1152990"/>
                  <a:gd name="connsiteX5" fmla="*/ 188663 w 2609416"/>
                  <a:gd name="connsiteY5" fmla="*/ 474409 h 1152990"/>
                  <a:gd name="connsiteX0" fmla="*/ 2580324 w 2580324"/>
                  <a:gd name="connsiteY0" fmla="*/ 1152990 h 1152990"/>
                  <a:gd name="connsiteX1" fmla="*/ 2315630 w 2580324"/>
                  <a:gd name="connsiteY1" fmla="*/ 840169 h 1152990"/>
                  <a:gd name="connsiteX2" fmla="*/ 1526358 w 2580324"/>
                  <a:gd name="connsiteY2" fmla="*/ 94211 h 1152990"/>
                  <a:gd name="connsiteX3" fmla="*/ 323200 w 2580324"/>
                  <a:gd name="connsiteY3" fmla="*/ 65335 h 1152990"/>
                  <a:gd name="connsiteX4" fmla="*/ 754 w 2580324"/>
                  <a:gd name="connsiteY4" fmla="*/ 315592 h 1152990"/>
                  <a:gd name="connsiteX5" fmla="*/ 159571 w 2580324"/>
                  <a:gd name="connsiteY5" fmla="*/ 474409 h 1152990"/>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23846 h 1123846"/>
                  <a:gd name="connsiteX1" fmla="*/ 2277458 w 2542152"/>
                  <a:gd name="connsiteY1" fmla="*/ 811025 h 1123846"/>
                  <a:gd name="connsiteX2" fmla="*/ 1488186 w 2542152"/>
                  <a:gd name="connsiteY2" fmla="*/ 65067 h 1123846"/>
                  <a:gd name="connsiteX3" fmla="*/ 309091 w 2542152"/>
                  <a:gd name="connsiteY3" fmla="*/ 65067 h 1123846"/>
                  <a:gd name="connsiteX4" fmla="*/ 1083 w 2542152"/>
                  <a:gd name="connsiteY4" fmla="*/ 300886 h 1123846"/>
                  <a:gd name="connsiteX5" fmla="*/ 121399 w 2542152"/>
                  <a:gd name="connsiteY5" fmla="*/ 445265 h 1123846"/>
                  <a:gd name="connsiteX0" fmla="*/ 2542152 w 2542152"/>
                  <a:gd name="connsiteY0" fmla="*/ 1128000 h 1128000"/>
                  <a:gd name="connsiteX1" fmla="*/ 2277458 w 2542152"/>
                  <a:gd name="connsiteY1" fmla="*/ 815179 h 1128000"/>
                  <a:gd name="connsiteX2" fmla="*/ 1488186 w 2542152"/>
                  <a:gd name="connsiteY2" fmla="*/ 69221 h 1128000"/>
                  <a:gd name="connsiteX3" fmla="*/ 309091 w 2542152"/>
                  <a:gd name="connsiteY3" fmla="*/ 69221 h 1128000"/>
                  <a:gd name="connsiteX4" fmla="*/ 1083 w 2542152"/>
                  <a:gd name="connsiteY4" fmla="*/ 305040 h 1128000"/>
                  <a:gd name="connsiteX5" fmla="*/ 121399 w 2542152"/>
                  <a:gd name="connsiteY5" fmla="*/ 449419 h 1128000"/>
                  <a:gd name="connsiteX0" fmla="*/ 2542152 w 2542152"/>
                  <a:gd name="connsiteY0" fmla="*/ 1128000 h 1128000"/>
                  <a:gd name="connsiteX1" fmla="*/ 2277458 w 2542152"/>
                  <a:gd name="connsiteY1" fmla="*/ 815179 h 1128000"/>
                  <a:gd name="connsiteX2" fmla="*/ 1488186 w 2542152"/>
                  <a:gd name="connsiteY2" fmla="*/ 69221 h 1128000"/>
                  <a:gd name="connsiteX3" fmla="*/ 309091 w 2542152"/>
                  <a:gd name="connsiteY3" fmla="*/ 69221 h 1128000"/>
                  <a:gd name="connsiteX4" fmla="*/ 1083 w 2542152"/>
                  <a:gd name="connsiteY4" fmla="*/ 305040 h 1128000"/>
                  <a:gd name="connsiteX5" fmla="*/ 121399 w 2542152"/>
                  <a:gd name="connsiteY5" fmla="*/ 449419 h 1128000"/>
                  <a:gd name="connsiteX0" fmla="*/ 2542152 w 2542152"/>
                  <a:gd name="connsiteY0" fmla="*/ 1120089 h 1120089"/>
                  <a:gd name="connsiteX1" fmla="*/ 2277458 w 2542152"/>
                  <a:gd name="connsiteY1" fmla="*/ 807268 h 1120089"/>
                  <a:gd name="connsiteX2" fmla="*/ 1488186 w 2542152"/>
                  <a:gd name="connsiteY2" fmla="*/ 61310 h 1120089"/>
                  <a:gd name="connsiteX3" fmla="*/ 328342 w 2542152"/>
                  <a:gd name="connsiteY3" fmla="*/ 80560 h 1120089"/>
                  <a:gd name="connsiteX4" fmla="*/ 1083 w 2542152"/>
                  <a:gd name="connsiteY4" fmla="*/ 297129 h 1120089"/>
                  <a:gd name="connsiteX5" fmla="*/ 121399 w 2542152"/>
                  <a:gd name="connsiteY5" fmla="*/ 441508 h 1120089"/>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090184 h 1090184"/>
                  <a:gd name="connsiteX1" fmla="*/ 2277458 w 2542152"/>
                  <a:gd name="connsiteY1" fmla="*/ 777363 h 1090184"/>
                  <a:gd name="connsiteX2" fmla="*/ 1488186 w 2542152"/>
                  <a:gd name="connsiteY2" fmla="*/ 31405 h 1090184"/>
                  <a:gd name="connsiteX3" fmla="*/ 328342 w 2542152"/>
                  <a:gd name="connsiteY3" fmla="*/ 50655 h 1090184"/>
                  <a:gd name="connsiteX4" fmla="*/ 1083 w 2542152"/>
                  <a:gd name="connsiteY4" fmla="*/ 267224 h 1090184"/>
                  <a:gd name="connsiteX5" fmla="*/ 121399 w 2542152"/>
                  <a:gd name="connsiteY5" fmla="*/ 411603 h 1090184"/>
                  <a:gd name="connsiteX0" fmla="*/ 2542152 w 2542152"/>
                  <a:gd name="connsiteY0" fmla="*/ 1090184 h 1090184"/>
                  <a:gd name="connsiteX1" fmla="*/ 2277458 w 2542152"/>
                  <a:gd name="connsiteY1" fmla="*/ 777363 h 1090184"/>
                  <a:gd name="connsiteX2" fmla="*/ 1488186 w 2542152"/>
                  <a:gd name="connsiteY2" fmla="*/ 31405 h 1090184"/>
                  <a:gd name="connsiteX3" fmla="*/ 328342 w 2542152"/>
                  <a:gd name="connsiteY3" fmla="*/ 50655 h 1090184"/>
                  <a:gd name="connsiteX4" fmla="*/ 1083 w 2542152"/>
                  <a:gd name="connsiteY4" fmla="*/ 267224 h 1090184"/>
                  <a:gd name="connsiteX5" fmla="*/ 121399 w 2542152"/>
                  <a:gd name="connsiteY5" fmla="*/ 411603 h 1090184"/>
                  <a:gd name="connsiteX0" fmla="*/ 2542152 w 2542152"/>
                  <a:gd name="connsiteY0" fmla="*/ 1096253 h 1096253"/>
                  <a:gd name="connsiteX1" fmla="*/ 2277458 w 2542152"/>
                  <a:gd name="connsiteY1" fmla="*/ 783432 h 1096253"/>
                  <a:gd name="connsiteX2" fmla="*/ 1353432 w 2542152"/>
                  <a:gd name="connsiteY2" fmla="*/ 27849 h 1096253"/>
                  <a:gd name="connsiteX3" fmla="*/ 328342 w 2542152"/>
                  <a:gd name="connsiteY3" fmla="*/ 56724 h 1096253"/>
                  <a:gd name="connsiteX4" fmla="*/ 1083 w 2542152"/>
                  <a:gd name="connsiteY4" fmla="*/ 273293 h 1096253"/>
                  <a:gd name="connsiteX5" fmla="*/ 121399 w 2542152"/>
                  <a:gd name="connsiteY5" fmla="*/ 417672 h 1096253"/>
                  <a:gd name="connsiteX0" fmla="*/ 2542152 w 2542152"/>
                  <a:gd name="connsiteY0" fmla="*/ 1110529 h 1110529"/>
                  <a:gd name="connsiteX1" fmla="*/ 2277458 w 2542152"/>
                  <a:gd name="connsiteY1" fmla="*/ 797708 h 1110529"/>
                  <a:gd name="connsiteX2" fmla="*/ 1353432 w 2542152"/>
                  <a:gd name="connsiteY2" fmla="*/ 42125 h 1110529"/>
                  <a:gd name="connsiteX3" fmla="*/ 328342 w 2542152"/>
                  <a:gd name="connsiteY3" fmla="*/ 71000 h 1110529"/>
                  <a:gd name="connsiteX4" fmla="*/ 1083 w 2542152"/>
                  <a:gd name="connsiteY4" fmla="*/ 287569 h 1110529"/>
                  <a:gd name="connsiteX5" fmla="*/ 121399 w 2542152"/>
                  <a:gd name="connsiteY5" fmla="*/ 431948 h 1110529"/>
                  <a:gd name="connsiteX0" fmla="*/ 2542152 w 2542152"/>
                  <a:gd name="connsiteY0" fmla="*/ 1144442 h 1144442"/>
                  <a:gd name="connsiteX1" fmla="*/ 2277458 w 2542152"/>
                  <a:gd name="connsiteY1" fmla="*/ 831621 h 1144442"/>
                  <a:gd name="connsiteX2" fmla="*/ 1353432 w 2542152"/>
                  <a:gd name="connsiteY2" fmla="*/ 76038 h 1144442"/>
                  <a:gd name="connsiteX3" fmla="*/ 309091 w 2542152"/>
                  <a:gd name="connsiteY3" fmla="*/ 95288 h 1144442"/>
                  <a:gd name="connsiteX4" fmla="*/ 1083 w 2542152"/>
                  <a:gd name="connsiteY4" fmla="*/ 321482 h 1144442"/>
                  <a:gd name="connsiteX5" fmla="*/ 121399 w 2542152"/>
                  <a:gd name="connsiteY5" fmla="*/ 465861 h 1144442"/>
                  <a:gd name="connsiteX0" fmla="*/ 2541959 w 2541959"/>
                  <a:gd name="connsiteY0" fmla="*/ 1144442 h 1144442"/>
                  <a:gd name="connsiteX1" fmla="*/ 2277265 w 2541959"/>
                  <a:gd name="connsiteY1" fmla="*/ 831621 h 1144442"/>
                  <a:gd name="connsiteX2" fmla="*/ 1353239 w 2541959"/>
                  <a:gd name="connsiteY2" fmla="*/ 76038 h 1144442"/>
                  <a:gd name="connsiteX3" fmla="*/ 308898 w 2541959"/>
                  <a:gd name="connsiteY3" fmla="*/ 95288 h 1144442"/>
                  <a:gd name="connsiteX4" fmla="*/ 890 w 2541959"/>
                  <a:gd name="connsiteY4" fmla="*/ 321482 h 1144442"/>
                  <a:gd name="connsiteX5" fmla="*/ 140456 w 2541959"/>
                  <a:gd name="connsiteY5" fmla="*/ 470674 h 1144442"/>
                  <a:gd name="connsiteX0" fmla="*/ 2541959 w 2541959"/>
                  <a:gd name="connsiteY0" fmla="*/ 1144442 h 1144442"/>
                  <a:gd name="connsiteX1" fmla="*/ 2277265 w 2541959"/>
                  <a:gd name="connsiteY1" fmla="*/ 831621 h 1144442"/>
                  <a:gd name="connsiteX2" fmla="*/ 1353239 w 2541959"/>
                  <a:gd name="connsiteY2" fmla="*/ 76038 h 1144442"/>
                  <a:gd name="connsiteX3" fmla="*/ 308898 w 2541959"/>
                  <a:gd name="connsiteY3" fmla="*/ 95288 h 1144442"/>
                  <a:gd name="connsiteX4" fmla="*/ 890 w 2541959"/>
                  <a:gd name="connsiteY4" fmla="*/ 321482 h 1144442"/>
                  <a:gd name="connsiteX5" fmla="*/ 140456 w 2541959"/>
                  <a:gd name="connsiteY5" fmla="*/ 470674 h 1144442"/>
                  <a:gd name="connsiteX0" fmla="*/ 2549067 w 2549067"/>
                  <a:gd name="connsiteY0" fmla="*/ 1144442 h 1144442"/>
                  <a:gd name="connsiteX1" fmla="*/ 2284373 w 2549067"/>
                  <a:gd name="connsiteY1" fmla="*/ 831621 h 1144442"/>
                  <a:gd name="connsiteX2" fmla="*/ 1360347 w 2549067"/>
                  <a:gd name="connsiteY2" fmla="*/ 76038 h 1144442"/>
                  <a:gd name="connsiteX3" fmla="*/ 316006 w 2549067"/>
                  <a:gd name="connsiteY3" fmla="*/ 95288 h 1144442"/>
                  <a:gd name="connsiteX4" fmla="*/ 7998 w 2549067"/>
                  <a:gd name="connsiteY4" fmla="*/ 321482 h 1144442"/>
                  <a:gd name="connsiteX5" fmla="*/ 147564 w 2549067"/>
                  <a:gd name="connsiteY5" fmla="*/ 470674 h 1144442"/>
                  <a:gd name="connsiteX0" fmla="*/ 2530309 w 2530309"/>
                  <a:gd name="connsiteY0" fmla="*/ 1126668 h 1126668"/>
                  <a:gd name="connsiteX1" fmla="*/ 2265615 w 2530309"/>
                  <a:gd name="connsiteY1" fmla="*/ 813847 h 1126668"/>
                  <a:gd name="connsiteX2" fmla="*/ 1341589 w 2530309"/>
                  <a:gd name="connsiteY2" fmla="*/ 58264 h 1126668"/>
                  <a:gd name="connsiteX3" fmla="*/ 297248 w 2530309"/>
                  <a:gd name="connsiteY3" fmla="*/ 77514 h 1126668"/>
                  <a:gd name="connsiteX4" fmla="*/ 9118 w 2530309"/>
                  <a:gd name="connsiteY4" fmla="*/ 290455 h 1126668"/>
                  <a:gd name="connsiteX5" fmla="*/ 128806 w 2530309"/>
                  <a:gd name="connsiteY5" fmla="*/ 452900 h 1126668"/>
                  <a:gd name="connsiteX0" fmla="*/ 2536092 w 2536092"/>
                  <a:gd name="connsiteY0" fmla="*/ 1126668 h 1126668"/>
                  <a:gd name="connsiteX1" fmla="*/ 2271398 w 2536092"/>
                  <a:gd name="connsiteY1" fmla="*/ 813847 h 1126668"/>
                  <a:gd name="connsiteX2" fmla="*/ 1347372 w 2536092"/>
                  <a:gd name="connsiteY2" fmla="*/ 58264 h 1126668"/>
                  <a:gd name="connsiteX3" fmla="*/ 303031 w 2536092"/>
                  <a:gd name="connsiteY3" fmla="*/ 77514 h 1126668"/>
                  <a:gd name="connsiteX4" fmla="*/ 14901 w 2536092"/>
                  <a:gd name="connsiteY4" fmla="*/ 290455 h 1126668"/>
                  <a:gd name="connsiteX5" fmla="*/ 134589 w 2536092"/>
                  <a:gd name="connsiteY5" fmla="*/ 452900 h 1126668"/>
                  <a:gd name="connsiteX0" fmla="*/ 2529676 w 2529676"/>
                  <a:gd name="connsiteY0" fmla="*/ 1119023 h 1119023"/>
                  <a:gd name="connsiteX1" fmla="*/ 2264982 w 2529676"/>
                  <a:gd name="connsiteY1" fmla="*/ 806202 h 1119023"/>
                  <a:gd name="connsiteX2" fmla="*/ 1340956 w 2529676"/>
                  <a:gd name="connsiteY2" fmla="*/ 50619 h 1119023"/>
                  <a:gd name="connsiteX3" fmla="*/ 362875 w 2529676"/>
                  <a:gd name="connsiteY3" fmla="*/ 93060 h 1119023"/>
                  <a:gd name="connsiteX4" fmla="*/ 8485 w 2529676"/>
                  <a:gd name="connsiteY4" fmla="*/ 282810 h 1119023"/>
                  <a:gd name="connsiteX5" fmla="*/ 128173 w 2529676"/>
                  <a:gd name="connsiteY5" fmla="*/ 445255 h 1119023"/>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19728 h 1119728"/>
                  <a:gd name="connsiteX1" fmla="*/ 2158965 w 2529676"/>
                  <a:gd name="connsiteY1" fmla="*/ 717455 h 1119728"/>
                  <a:gd name="connsiteX2" fmla="*/ 1340956 w 2529676"/>
                  <a:gd name="connsiteY2" fmla="*/ 51324 h 1119728"/>
                  <a:gd name="connsiteX3" fmla="*/ 362875 w 2529676"/>
                  <a:gd name="connsiteY3" fmla="*/ 93765 h 1119728"/>
                  <a:gd name="connsiteX4" fmla="*/ 8485 w 2529676"/>
                  <a:gd name="connsiteY4" fmla="*/ 283515 h 1119728"/>
                  <a:gd name="connsiteX5" fmla="*/ 128173 w 2529676"/>
                  <a:gd name="connsiteY5" fmla="*/ 445960 h 1119728"/>
                  <a:gd name="connsiteX0" fmla="*/ 2725145 w 2725145"/>
                  <a:gd name="connsiteY0" fmla="*/ 1030276 h 1030276"/>
                  <a:gd name="connsiteX1" fmla="*/ 2158965 w 2725145"/>
                  <a:gd name="connsiteY1" fmla="*/ 717455 h 1030276"/>
                  <a:gd name="connsiteX2" fmla="*/ 1340956 w 2725145"/>
                  <a:gd name="connsiteY2" fmla="*/ 51324 h 1030276"/>
                  <a:gd name="connsiteX3" fmla="*/ 362875 w 2725145"/>
                  <a:gd name="connsiteY3" fmla="*/ 93765 h 1030276"/>
                  <a:gd name="connsiteX4" fmla="*/ 8485 w 2725145"/>
                  <a:gd name="connsiteY4" fmla="*/ 283515 h 1030276"/>
                  <a:gd name="connsiteX5" fmla="*/ 128173 w 2725145"/>
                  <a:gd name="connsiteY5" fmla="*/ 445960 h 1030276"/>
                  <a:gd name="connsiteX0" fmla="*/ 2725145 w 2725145"/>
                  <a:gd name="connsiteY0" fmla="*/ 1030276 h 1036939"/>
                  <a:gd name="connsiteX1" fmla="*/ 2158965 w 2725145"/>
                  <a:gd name="connsiteY1" fmla="*/ 717455 h 1036939"/>
                  <a:gd name="connsiteX2" fmla="*/ 1340956 w 2725145"/>
                  <a:gd name="connsiteY2" fmla="*/ 51324 h 1036939"/>
                  <a:gd name="connsiteX3" fmla="*/ 362875 w 2725145"/>
                  <a:gd name="connsiteY3" fmla="*/ 93765 h 1036939"/>
                  <a:gd name="connsiteX4" fmla="*/ 8485 w 2725145"/>
                  <a:gd name="connsiteY4" fmla="*/ 283515 h 1036939"/>
                  <a:gd name="connsiteX5" fmla="*/ 128173 w 2725145"/>
                  <a:gd name="connsiteY5" fmla="*/ 445960 h 1036939"/>
                  <a:gd name="connsiteX0" fmla="*/ 2705267 w 2705267"/>
                  <a:gd name="connsiteY0" fmla="*/ 1026963 h 1033700"/>
                  <a:gd name="connsiteX1" fmla="*/ 2158965 w 2705267"/>
                  <a:gd name="connsiteY1" fmla="*/ 717455 h 1033700"/>
                  <a:gd name="connsiteX2" fmla="*/ 1340956 w 2705267"/>
                  <a:gd name="connsiteY2" fmla="*/ 51324 h 1033700"/>
                  <a:gd name="connsiteX3" fmla="*/ 362875 w 2705267"/>
                  <a:gd name="connsiteY3" fmla="*/ 93765 h 1033700"/>
                  <a:gd name="connsiteX4" fmla="*/ 8485 w 2705267"/>
                  <a:gd name="connsiteY4" fmla="*/ 283515 h 1033700"/>
                  <a:gd name="connsiteX5" fmla="*/ 128173 w 2705267"/>
                  <a:gd name="connsiteY5" fmla="*/ 445960 h 1033700"/>
                  <a:gd name="connsiteX0" fmla="*/ 2705267 w 2705267"/>
                  <a:gd name="connsiteY0" fmla="*/ 1026963 h 1036028"/>
                  <a:gd name="connsiteX1" fmla="*/ 2158965 w 2705267"/>
                  <a:gd name="connsiteY1" fmla="*/ 717455 h 1036028"/>
                  <a:gd name="connsiteX2" fmla="*/ 1340956 w 2705267"/>
                  <a:gd name="connsiteY2" fmla="*/ 51324 h 1036028"/>
                  <a:gd name="connsiteX3" fmla="*/ 362875 w 2705267"/>
                  <a:gd name="connsiteY3" fmla="*/ 93765 h 1036028"/>
                  <a:gd name="connsiteX4" fmla="*/ 8485 w 2705267"/>
                  <a:gd name="connsiteY4" fmla="*/ 283515 h 1036028"/>
                  <a:gd name="connsiteX5" fmla="*/ 128173 w 2705267"/>
                  <a:gd name="connsiteY5" fmla="*/ 445960 h 1036028"/>
                  <a:gd name="connsiteX0" fmla="*/ 2899345 w 2899345"/>
                  <a:gd name="connsiteY0" fmla="*/ 1026963 h 1036028"/>
                  <a:gd name="connsiteX1" fmla="*/ 2353043 w 2899345"/>
                  <a:gd name="connsiteY1" fmla="*/ 717455 h 1036028"/>
                  <a:gd name="connsiteX2" fmla="*/ 1535034 w 2899345"/>
                  <a:gd name="connsiteY2" fmla="*/ 51324 h 1036028"/>
                  <a:gd name="connsiteX3" fmla="*/ 556953 w 2899345"/>
                  <a:gd name="connsiteY3" fmla="*/ 93765 h 1036028"/>
                  <a:gd name="connsiteX4" fmla="*/ 202563 w 2899345"/>
                  <a:gd name="connsiteY4" fmla="*/ 283515 h 1036028"/>
                  <a:gd name="connsiteX5" fmla="*/ 10825 w 2899345"/>
                  <a:gd name="connsiteY5" fmla="*/ 442646 h 1036028"/>
                  <a:gd name="connsiteX0" fmla="*/ 2888520 w 2888520"/>
                  <a:gd name="connsiteY0" fmla="*/ 1026963 h 1036028"/>
                  <a:gd name="connsiteX1" fmla="*/ 2342218 w 2888520"/>
                  <a:gd name="connsiteY1" fmla="*/ 717455 h 1036028"/>
                  <a:gd name="connsiteX2" fmla="*/ 1524209 w 2888520"/>
                  <a:gd name="connsiteY2" fmla="*/ 51324 h 1036028"/>
                  <a:gd name="connsiteX3" fmla="*/ 546128 w 2888520"/>
                  <a:gd name="connsiteY3" fmla="*/ 93765 h 1036028"/>
                  <a:gd name="connsiteX4" fmla="*/ 191738 w 2888520"/>
                  <a:gd name="connsiteY4" fmla="*/ 283515 h 1036028"/>
                  <a:gd name="connsiteX5" fmla="*/ 0 w 2888520"/>
                  <a:gd name="connsiteY5" fmla="*/ 442646 h 1036028"/>
                  <a:gd name="connsiteX0" fmla="*/ 2888520 w 2888520"/>
                  <a:gd name="connsiteY0" fmla="*/ 1025382 h 1034447"/>
                  <a:gd name="connsiteX1" fmla="*/ 2342218 w 2888520"/>
                  <a:gd name="connsiteY1" fmla="*/ 715874 h 1034447"/>
                  <a:gd name="connsiteX2" fmla="*/ 1524209 w 2888520"/>
                  <a:gd name="connsiteY2" fmla="*/ 49743 h 1034447"/>
                  <a:gd name="connsiteX3" fmla="*/ 546128 w 2888520"/>
                  <a:gd name="connsiteY3" fmla="*/ 92184 h 1034447"/>
                  <a:gd name="connsiteX4" fmla="*/ 0 w 2888520"/>
                  <a:gd name="connsiteY4" fmla="*/ 441065 h 1034447"/>
                  <a:gd name="connsiteX0" fmla="*/ 2951468 w 2951468"/>
                  <a:gd name="connsiteY0" fmla="*/ 1024360 h 1033425"/>
                  <a:gd name="connsiteX1" fmla="*/ 2405166 w 2951468"/>
                  <a:gd name="connsiteY1" fmla="*/ 714852 h 1033425"/>
                  <a:gd name="connsiteX2" fmla="*/ 1587157 w 2951468"/>
                  <a:gd name="connsiteY2" fmla="*/ 48721 h 1033425"/>
                  <a:gd name="connsiteX3" fmla="*/ 609076 w 2951468"/>
                  <a:gd name="connsiteY3" fmla="*/ 91162 h 1033425"/>
                  <a:gd name="connsiteX4" fmla="*/ 0 w 2951468"/>
                  <a:gd name="connsiteY4" fmla="*/ 413539 h 1033425"/>
                  <a:gd name="connsiteX0" fmla="*/ 2951468 w 2951468"/>
                  <a:gd name="connsiteY0" fmla="*/ 1024360 h 1033425"/>
                  <a:gd name="connsiteX1" fmla="*/ 2405166 w 2951468"/>
                  <a:gd name="connsiteY1" fmla="*/ 714852 h 1033425"/>
                  <a:gd name="connsiteX2" fmla="*/ 1587157 w 2951468"/>
                  <a:gd name="connsiteY2" fmla="*/ 48721 h 1033425"/>
                  <a:gd name="connsiteX3" fmla="*/ 609076 w 2951468"/>
                  <a:gd name="connsiteY3" fmla="*/ 91162 h 1033425"/>
                  <a:gd name="connsiteX4" fmla="*/ 0 w 2951468"/>
                  <a:gd name="connsiteY4" fmla="*/ 413539 h 1033425"/>
                  <a:gd name="connsiteX0" fmla="*/ 2951468 w 2951468"/>
                  <a:gd name="connsiteY0" fmla="*/ 1025504 h 1034569"/>
                  <a:gd name="connsiteX1" fmla="*/ 2405166 w 2951468"/>
                  <a:gd name="connsiteY1" fmla="*/ 715996 h 1034569"/>
                  <a:gd name="connsiteX2" fmla="*/ 1587157 w 2951468"/>
                  <a:gd name="connsiteY2" fmla="*/ 49865 h 1034569"/>
                  <a:gd name="connsiteX3" fmla="*/ 662085 w 2951468"/>
                  <a:gd name="connsiteY3" fmla="*/ 88993 h 1034569"/>
                  <a:gd name="connsiteX4" fmla="*/ 0 w 2951468"/>
                  <a:gd name="connsiteY4" fmla="*/ 414683 h 1034569"/>
                  <a:gd name="connsiteX0" fmla="*/ 2951468 w 2951468"/>
                  <a:gd name="connsiteY0" fmla="*/ 1029589 h 1038654"/>
                  <a:gd name="connsiteX1" fmla="*/ 2405166 w 2951468"/>
                  <a:gd name="connsiteY1" fmla="*/ 720081 h 1038654"/>
                  <a:gd name="connsiteX2" fmla="*/ 1587157 w 2951468"/>
                  <a:gd name="connsiteY2" fmla="*/ 53950 h 1038654"/>
                  <a:gd name="connsiteX3" fmla="*/ 662085 w 2951468"/>
                  <a:gd name="connsiteY3" fmla="*/ 93078 h 1038654"/>
                  <a:gd name="connsiteX4" fmla="*/ 0 w 2951468"/>
                  <a:gd name="connsiteY4" fmla="*/ 418768 h 1038654"/>
                  <a:gd name="connsiteX0" fmla="*/ 3027668 w 3027668"/>
                  <a:gd name="connsiteY0" fmla="*/ 1024862 h 1033927"/>
                  <a:gd name="connsiteX1" fmla="*/ 2481366 w 3027668"/>
                  <a:gd name="connsiteY1" fmla="*/ 715354 h 1033927"/>
                  <a:gd name="connsiteX2" fmla="*/ 1663357 w 3027668"/>
                  <a:gd name="connsiteY2" fmla="*/ 49223 h 1033927"/>
                  <a:gd name="connsiteX3" fmla="*/ 738285 w 3027668"/>
                  <a:gd name="connsiteY3" fmla="*/ 88351 h 1033927"/>
                  <a:gd name="connsiteX4" fmla="*/ 0 w 3027668"/>
                  <a:gd name="connsiteY4" fmla="*/ 397476 h 1033927"/>
                  <a:gd name="connsiteX0" fmla="*/ 3027668 w 3027668"/>
                  <a:gd name="connsiteY0" fmla="*/ 1024862 h 1033927"/>
                  <a:gd name="connsiteX1" fmla="*/ 2481366 w 3027668"/>
                  <a:gd name="connsiteY1" fmla="*/ 715354 h 1033927"/>
                  <a:gd name="connsiteX2" fmla="*/ 1663357 w 3027668"/>
                  <a:gd name="connsiteY2" fmla="*/ 49223 h 1033927"/>
                  <a:gd name="connsiteX3" fmla="*/ 738285 w 3027668"/>
                  <a:gd name="connsiteY3" fmla="*/ 88351 h 1033927"/>
                  <a:gd name="connsiteX4" fmla="*/ 0 w 3027668"/>
                  <a:gd name="connsiteY4" fmla="*/ 397476 h 1033927"/>
                  <a:gd name="connsiteX0" fmla="*/ 3027668 w 3027668"/>
                  <a:gd name="connsiteY0" fmla="*/ 1030600 h 1039665"/>
                  <a:gd name="connsiteX1" fmla="*/ 2481366 w 3027668"/>
                  <a:gd name="connsiteY1" fmla="*/ 721092 h 1039665"/>
                  <a:gd name="connsiteX2" fmla="*/ 1663357 w 3027668"/>
                  <a:gd name="connsiteY2" fmla="*/ 54961 h 1039665"/>
                  <a:gd name="connsiteX3" fmla="*/ 738285 w 3027668"/>
                  <a:gd name="connsiteY3" fmla="*/ 94089 h 1039665"/>
                  <a:gd name="connsiteX4" fmla="*/ 0 w 3027668"/>
                  <a:gd name="connsiteY4" fmla="*/ 403214 h 1039665"/>
                  <a:gd name="connsiteX0" fmla="*/ 3027668 w 3027668"/>
                  <a:gd name="connsiteY0" fmla="*/ 1025634 h 1034699"/>
                  <a:gd name="connsiteX1" fmla="*/ 2481366 w 3027668"/>
                  <a:gd name="connsiteY1" fmla="*/ 716126 h 1034699"/>
                  <a:gd name="connsiteX2" fmla="*/ 1663357 w 3027668"/>
                  <a:gd name="connsiteY2" fmla="*/ 49995 h 1034699"/>
                  <a:gd name="connsiteX3" fmla="*/ 738285 w 3027668"/>
                  <a:gd name="connsiteY3" fmla="*/ 89123 h 1034699"/>
                  <a:gd name="connsiteX4" fmla="*/ 0 w 3027668"/>
                  <a:gd name="connsiteY4" fmla="*/ 398248 h 1034699"/>
                  <a:gd name="connsiteX0" fmla="*/ 3027668 w 3027668"/>
                  <a:gd name="connsiteY0" fmla="*/ 1284460 h 1293525"/>
                  <a:gd name="connsiteX1" fmla="*/ 2481366 w 3027668"/>
                  <a:gd name="connsiteY1" fmla="*/ 974952 h 1293525"/>
                  <a:gd name="connsiteX2" fmla="*/ 1638810 w 3027668"/>
                  <a:gd name="connsiteY2" fmla="*/ 20387 h 1293525"/>
                  <a:gd name="connsiteX3" fmla="*/ 738285 w 3027668"/>
                  <a:gd name="connsiteY3" fmla="*/ 347949 h 1293525"/>
                  <a:gd name="connsiteX4" fmla="*/ 0 w 3027668"/>
                  <a:gd name="connsiteY4" fmla="*/ 657074 h 1293525"/>
                  <a:gd name="connsiteX0" fmla="*/ 3027668 w 3027668"/>
                  <a:gd name="connsiteY0" fmla="*/ 1382978 h 1392043"/>
                  <a:gd name="connsiteX1" fmla="*/ 2481366 w 3027668"/>
                  <a:gd name="connsiteY1" fmla="*/ 1073470 h 1392043"/>
                  <a:gd name="connsiteX2" fmla="*/ 1638810 w 3027668"/>
                  <a:gd name="connsiteY2" fmla="*/ 118905 h 1392043"/>
                  <a:gd name="connsiteX3" fmla="*/ 953076 w 3027668"/>
                  <a:gd name="connsiteY3" fmla="*/ 84389 h 1392043"/>
                  <a:gd name="connsiteX4" fmla="*/ 0 w 3027668"/>
                  <a:gd name="connsiteY4" fmla="*/ 755592 h 1392043"/>
                  <a:gd name="connsiteX0" fmla="*/ 3027668 w 3027668"/>
                  <a:gd name="connsiteY0" fmla="*/ 1451427 h 1460492"/>
                  <a:gd name="connsiteX1" fmla="*/ 2481366 w 3027668"/>
                  <a:gd name="connsiteY1" fmla="*/ 1141919 h 1460492"/>
                  <a:gd name="connsiteX2" fmla="*/ 1577440 w 3027668"/>
                  <a:gd name="connsiteY2" fmla="*/ 83026 h 1460492"/>
                  <a:gd name="connsiteX3" fmla="*/ 953076 w 3027668"/>
                  <a:gd name="connsiteY3" fmla="*/ 152838 h 1460492"/>
                  <a:gd name="connsiteX4" fmla="*/ 0 w 3027668"/>
                  <a:gd name="connsiteY4" fmla="*/ 824041 h 1460492"/>
                  <a:gd name="connsiteX0" fmla="*/ 3027668 w 3027668"/>
                  <a:gd name="connsiteY0" fmla="*/ 1518915 h 1527980"/>
                  <a:gd name="connsiteX1" fmla="*/ 2481366 w 3027668"/>
                  <a:gd name="connsiteY1" fmla="*/ 1209407 h 1527980"/>
                  <a:gd name="connsiteX2" fmla="*/ 1577440 w 3027668"/>
                  <a:gd name="connsiteY2" fmla="*/ 150514 h 1527980"/>
                  <a:gd name="connsiteX3" fmla="*/ 1002172 w 3027668"/>
                  <a:gd name="connsiteY3" fmla="*/ 85314 h 1527980"/>
                  <a:gd name="connsiteX4" fmla="*/ 0 w 3027668"/>
                  <a:gd name="connsiteY4" fmla="*/ 891529 h 1527980"/>
                  <a:gd name="connsiteX0" fmla="*/ 3027668 w 3027668"/>
                  <a:gd name="connsiteY0" fmla="*/ 1500343 h 1509408"/>
                  <a:gd name="connsiteX1" fmla="*/ 2481366 w 3027668"/>
                  <a:gd name="connsiteY1" fmla="*/ 1190835 h 1509408"/>
                  <a:gd name="connsiteX2" fmla="*/ 1577440 w 3027668"/>
                  <a:gd name="connsiteY2" fmla="*/ 131942 h 1509408"/>
                  <a:gd name="connsiteX3" fmla="*/ 996035 w 3027668"/>
                  <a:gd name="connsiteY3" fmla="*/ 97427 h 1509408"/>
                  <a:gd name="connsiteX4" fmla="*/ 0 w 3027668"/>
                  <a:gd name="connsiteY4" fmla="*/ 872957 h 1509408"/>
                  <a:gd name="connsiteX0" fmla="*/ 3027668 w 3027668"/>
                  <a:gd name="connsiteY0" fmla="*/ 1402916 h 1411981"/>
                  <a:gd name="connsiteX1" fmla="*/ 2481366 w 3027668"/>
                  <a:gd name="connsiteY1" fmla="*/ 1093408 h 1411981"/>
                  <a:gd name="connsiteX2" fmla="*/ 996035 w 3027668"/>
                  <a:gd name="connsiteY2" fmla="*/ 0 h 1411981"/>
                  <a:gd name="connsiteX3" fmla="*/ 0 w 3027668"/>
                  <a:gd name="connsiteY3" fmla="*/ 775530 h 1411981"/>
                  <a:gd name="connsiteX0" fmla="*/ 3027668 w 3027668"/>
                  <a:gd name="connsiteY0" fmla="*/ 1353821 h 1362886"/>
                  <a:gd name="connsiteX1" fmla="*/ 2481366 w 3027668"/>
                  <a:gd name="connsiteY1" fmla="*/ 1044313 h 1362886"/>
                  <a:gd name="connsiteX2" fmla="*/ 1198553 w 3027668"/>
                  <a:gd name="connsiteY2" fmla="*/ 0 h 1362886"/>
                  <a:gd name="connsiteX3" fmla="*/ 0 w 3027668"/>
                  <a:gd name="connsiteY3" fmla="*/ 726435 h 1362886"/>
                  <a:gd name="connsiteX0" fmla="*/ 3027668 w 3027668"/>
                  <a:gd name="connsiteY0" fmla="*/ 1335410 h 1344475"/>
                  <a:gd name="connsiteX1" fmla="*/ 2481366 w 3027668"/>
                  <a:gd name="connsiteY1" fmla="*/ 1025902 h 1344475"/>
                  <a:gd name="connsiteX2" fmla="*/ 1216963 w 3027668"/>
                  <a:gd name="connsiteY2" fmla="*/ 0 h 1344475"/>
                  <a:gd name="connsiteX3" fmla="*/ 0 w 3027668"/>
                  <a:gd name="connsiteY3" fmla="*/ 708024 h 1344475"/>
                  <a:gd name="connsiteX0" fmla="*/ 3027668 w 3027668"/>
                  <a:gd name="connsiteY0" fmla="*/ 1335410 h 1344475"/>
                  <a:gd name="connsiteX1" fmla="*/ 2481366 w 3027668"/>
                  <a:gd name="connsiteY1" fmla="*/ 1025902 h 1344475"/>
                  <a:gd name="connsiteX2" fmla="*/ 1216963 w 3027668"/>
                  <a:gd name="connsiteY2" fmla="*/ 0 h 1344475"/>
                  <a:gd name="connsiteX3" fmla="*/ 0 w 3027668"/>
                  <a:gd name="connsiteY3" fmla="*/ 708024 h 1344475"/>
                  <a:gd name="connsiteX0" fmla="*/ 3027668 w 3027668"/>
                  <a:gd name="connsiteY0" fmla="*/ 1366095 h 1375160"/>
                  <a:gd name="connsiteX1" fmla="*/ 2481366 w 3027668"/>
                  <a:gd name="connsiteY1" fmla="*/ 1056587 h 1375160"/>
                  <a:gd name="connsiteX2" fmla="*/ 1247647 w 3027668"/>
                  <a:gd name="connsiteY2" fmla="*/ 0 h 1375160"/>
                  <a:gd name="connsiteX3" fmla="*/ 0 w 3027668"/>
                  <a:gd name="connsiteY3" fmla="*/ 738709 h 1375160"/>
                  <a:gd name="connsiteX0" fmla="*/ 3027668 w 3027668"/>
                  <a:gd name="connsiteY0" fmla="*/ 1341548 h 1350613"/>
                  <a:gd name="connsiteX1" fmla="*/ 2481366 w 3027668"/>
                  <a:gd name="connsiteY1" fmla="*/ 1032040 h 1350613"/>
                  <a:gd name="connsiteX2" fmla="*/ 1253784 w 3027668"/>
                  <a:gd name="connsiteY2" fmla="*/ 1 h 1350613"/>
                  <a:gd name="connsiteX3" fmla="*/ 0 w 3027668"/>
                  <a:gd name="connsiteY3" fmla="*/ 714162 h 1350613"/>
                  <a:gd name="connsiteX0" fmla="*/ 3027668 w 3027668"/>
                  <a:gd name="connsiteY0" fmla="*/ 1341548 h 1350613"/>
                  <a:gd name="connsiteX1" fmla="*/ 2481366 w 3027668"/>
                  <a:gd name="connsiteY1" fmla="*/ 1032040 h 1350613"/>
                  <a:gd name="connsiteX2" fmla="*/ 1253784 w 3027668"/>
                  <a:gd name="connsiteY2" fmla="*/ 1 h 1350613"/>
                  <a:gd name="connsiteX3" fmla="*/ 0 w 3027668"/>
                  <a:gd name="connsiteY3" fmla="*/ 714162 h 1350613"/>
                </a:gdLst>
                <a:ahLst/>
                <a:cxnLst>
                  <a:cxn ang="0">
                    <a:pos x="connsiteX0" y="connsiteY0"/>
                  </a:cxn>
                  <a:cxn ang="0">
                    <a:pos x="connsiteX1" y="connsiteY1"/>
                  </a:cxn>
                  <a:cxn ang="0">
                    <a:pos x="connsiteX2" y="connsiteY2"/>
                  </a:cxn>
                  <a:cxn ang="0">
                    <a:pos x="connsiteX3" y="connsiteY3"/>
                  </a:cxn>
                </a:cxnLst>
                <a:rect l="l" t="t" r="r" b="b"/>
                <a:pathLst>
                  <a:path w="3027668" h="1350613">
                    <a:moveTo>
                      <a:pt x="3027668" y="1341548"/>
                    </a:moveTo>
                    <a:cubicBezTo>
                      <a:pt x="2853298" y="1402927"/>
                      <a:pt x="2569597" y="1136314"/>
                      <a:pt x="2481366" y="1032040"/>
                    </a:cubicBezTo>
                    <a:cubicBezTo>
                      <a:pt x="2185720" y="779811"/>
                      <a:pt x="1590333" y="-763"/>
                      <a:pt x="1253784" y="1"/>
                    </a:cubicBezTo>
                    <a:cubicBezTo>
                      <a:pt x="917235" y="765"/>
                      <a:pt x="216481" y="770689"/>
                      <a:pt x="0" y="714162"/>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3" name="Freeform 12">
              <a:extLst>
                <a:ext uri="{FF2B5EF4-FFF2-40B4-BE49-F238E27FC236}">
                  <a16:creationId xmlns:a16="http://schemas.microsoft.com/office/drawing/2014/main" id="{179E902A-FD41-4BA7-8816-CD18777EEB22}"/>
                </a:ext>
              </a:extLst>
            </p:cNvPr>
            <p:cNvSpPr/>
            <p:nvPr/>
          </p:nvSpPr>
          <p:spPr>
            <a:xfrm>
              <a:off x="2277117" y="3425460"/>
              <a:ext cx="2420012" cy="1483426"/>
            </a:xfrm>
            <a:custGeom>
              <a:avLst/>
              <a:gdLst>
                <a:gd name="connsiteX0" fmla="*/ 2579570 w 2579570"/>
                <a:gd name="connsiteY0" fmla="*/ 1087655 h 1087655"/>
                <a:gd name="connsiteX1" fmla="*/ 2314876 w 2579570"/>
                <a:gd name="connsiteY1" fmla="*/ 774834 h 1087655"/>
                <a:gd name="connsiteX2" fmla="*/ 1525604 w 2579570"/>
                <a:gd name="connsiteY2" fmla="*/ 28876 h 1087655"/>
                <a:gd name="connsiteX3" fmla="*/ 322446 w 2579570"/>
                <a:gd name="connsiteY3" fmla="*/ 0 h 1087655"/>
                <a:gd name="connsiteX4" fmla="*/ 0 w 2579570"/>
                <a:gd name="connsiteY4" fmla="*/ 250257 h 1087655"/>
                <a:gd name="connsiteX5" fmla="*/ 158817 w 2579570"/>
                <a:gd name="connsiteY5" fmla="*/ 409074 h 1087655"/>
                <a:gd name="connsiteX0" fmla="*/ 2579570 w 2579570"/>
                <a:gd name="connsiteY0" fmla="*/ 1136124 h 1136124"/>
                <a:gd name="connsiteX1" fmla="*/ 2314876 w 2579570"/>
                <a:gd name="connsiteY1" fmla="*/ 823303 h 1136124"/>
                <a:gd name="connsiteX2" fmla="*/ 1525604 w 2579570"/>
                <a:gd name="connsiteY2" fmla="*/ 77345 h 1136124"/>
                <a:gd name="connsiteX3" fmla="*/ 322446 w 2579570"/>
                <a:gd name="connsiteY3" fmla="*/ 48469 h 1136124"/>
                <a:gd name="connsiteX4" fmla="*/ 0 w 2579570"/>
                <a:gd name="connsiteY4" fmla="*/ 298726 h 1136124"/>
                <a:gd name="connsiteX5" fmla="*/ 158817 w 2579570"/>
                <a:gd name="connsiteY5" fmla="*/ 457543 h 1136124"/>
                <a:gd name="connsiteX0" fmla="*/ 2579570 w 2579570"/>
                <a:gd name="connsiteY0" fmla="*/ 1152990 h 1152990"/>
                <a:gd name="connsiteX1" fmla="*/ 2314876 w 2579570"/>
                <a:gd name="connsiteY1" fmla="*/ 840169 h 1152990"/>
                <a:gd name="connsiteX2" fmla="*/ 1525604 w 2579570"/>
                <a:gd name="connsiteY2" fmla="*/ 94211 h 1152990"/>
                <a:gd name="connsiteX3" fmla="*/ 322446 w 2579570"/>
                <a:gd name="connsiteY3" fmla="*/ 65335 h 1152990"/>
                <a:gd name="connsiteX4" fmla="*/ 0 w 2579570"/>
                <a:gd name="connsiteY4" fmla="*/ 315592 h 1152990"/>
                <a:gd name="connsiteX5" fmla="*/ 158817 w 2579570"/>
                <a:gd name="connsiteY5" fmla="*/ 474409 h 1152990"/>
                <a:gd name="connsiteX0" fmla="*/ 2609416 w 2609416"/>
                <a:gd name="connsiteY0" fmla="*/ 1152990 h 1152990"/>
                <a:gd name="connsiteX1" fmla="*/ 2344722 w 2609416"/>
                <a:gd name="connsiteY1" fmla="*/ 840169 h 1152990"/>
                <a:gd name="connsiteX2" fmla="*/ 1555450 w 2609416"/>
                <a:gd name="connsiteY2" fmla="*/ 94211 h 1152990"/>
                <a:gd name="connsiteX3" fmla="*/ 352292 w 2609416"/>
                <a:gd name="connsiteY3" fmla="*/ 65335 h 1152990"/>
                <a:gd name="connsiteX4" fmla="*/ 29846 w 2609416"/>
                <a:gd name="connsiteY4" fmla="*/ 315592 h 1152990"/>
                <a:gd name="connsiteX5" fmla="*/ 188663 w 2609416"/>
                <a:gd name="connsiteY5" fmla="*/ 474409 h 1152990"/>
                <a:gd name="connsiteX0" fmla="*/ 2580324 w 2580324"/>
                <a:gd name="connsiteY0" fmla="*/ 1152990 h 1152990"/>
                <a:gd name="connsiteX1" fmla="*/ 2315630 w 2580324"/>
                <a:gd name="connsiteY1" fmla="*/ 840169 h 1152990"/>
                <a:gd name="connsiteX2" fmla="*/ 1526358 w 2580324"/>
                <a:gd name="connsiteY2" fmla="*/ 94211 h 1152990"/>
                <a:gd name="connsiteX3" fmla="*/ 323200 w 2580324"/>
                <a:gd name="connsiteY3" fmla="*/ 65335 h 1152990"/>
                <a:gd name="connsiteX4" fmla="*/ 754 w 2580324"/>
                <a:gd name="connsiteY4" fmla="*/ 315592 h 1152990"/>
                <a:gd name="connsiteX5" fmla="*/ 159571 w 2580324"/>
                <a:gd name="connsiteY5" fmla="*/ 474409 h 1152990"/>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36935 h 1136935"/>
                <a:gd name="connsiteX1" fmla="*/ 2277458 w 2542152"/>
                <a:gd name="connsiteY1" fmla="*/ 824114 h 1136935"/>
                <a:gd name="connsiteX2" fmla="*/ 1488186 w 2542152"/>
                <a:gd name="connsiteY2" fmla="*/ 78156 h 1136935"/>
                <a:gd name="connsiteX3" fmla="*/ 285028 w 2542152"/>
                <a:gd name="connsiteY3" fmla="*/ 49280 h 1136935"/>
                <a:gd name="connsiteX4" fmla="*/ 1083 w 2542152"/>
                <a:gd name="connsiteY4" fmla="*/ 313975 h 1136935"/>
                <a:gd name="connsiteX5" fmla="*/ 121399 w 2542152"/>
                <a:gd name="connsiteY5" fmla="*/ 458354 h 1136935"/>
                <a:gd name="connsiteX0" fmla="*/ 2542152 w 2542152"/>
                <a:gd name="connsiteY0" fmla="*/ 1123846 h 1123846"/>
                <a:gd name="connsiteX1" fmla="*/ 2277458 w 2542152"/>
                <a:gd name="connsiteY1" fmla="*/ 811025 h 1123846"/>
                <a:gd name="connsiteX2" fmla="*/ 1488186 w 2542152"/>
                <a:gd name="connsiteY2" fmla="*/ 65067 h 1123846"/>
                <a:gd name="connsiteX3" fmla="*/ 309091 w 2542152"/>
                <a:gd name="connsiteY3" fmla="*/ 65067 h 1123846"/>
                <a:gd name="connsiteX4" fmla="*/ 1083 w 2542152"/>
                <a:gd name="connsiteY4" fmla="*/ 300886 h 1123846"/>
                <a:gd name="connsiteX5" fmla="*/ 121399 w 2542152"/>
                <a:gd name="connsiteY5" fmla="*/ 445265 h 1123846"/>
                <a:gd name="connsiteX0" fmla="*/ 2542152 w 2542152"/>
                <a:gd name="connsiteY0" fmla="*/ 1128000 h 1128000"/>
                <a:gd name="connsiteX1" fmla="*/ 2277458 w 2542152"/>
                <a:gd name="connsiteY1" fmla="*/ 815179 h 1128000"/>
                <a:gd name="connsiteX2" fmla="*/ 1488186 w 2542152"/>
                <a:gd name="connsiteY2" fmla="*/ 69221 h 1128000"/>
                <a:gd name="connsiteX3" fmla="*/ 309091 w 2542152"/>
                <a:gd name="connsiteY3" fmla="*/ 69221 h 1128000"/>
                <a:gd name="connsiteX4" fmla="*/ 1083 w 2542152"/>
                <a:gd name="connsiteY4" fmla="*/ 305040 h 1128000"/>
                <a:gd name="connsiteX5" fmla="*/ 121399 w 2542152"/>
                <a:gd name="connsiteY5" fmla="*/ 449419 h 1128000"/>
                <a:gd name="connsiteX0" fmla="*/ 2542152 w 2542152"/>
                <a:gd name="connsiteY0" fmla="*/ 1128000 h 1128000"/>
                <a:gd name="connsiteX1" fmla="*/ 2277458 w 2542152"/>
                <a:gd name="connsiteY1" fmla="*/ 815179 h 1128000"/>
                <a:gd name="connsiteX2" fmla="*/ 1488186 w 2542152"/>
                <a:gd name="connsiteY2" fmla="*/ 69221 h 1128000"/>
                <a:gd name="connsiteX3" fmla="*/ 309091 w 2542152"/>
                <a:gd name="connsiteY3" fmla="*/ 69221 h 1128000"/>
                <a:gd name="connsiteX4" fmla="*/ 1083 w 2542152"/>
                <a:gd name="connsiteY4" fmla="*/ 305040 h 1128000"/>
                <a:gd name="connsiteX5" fmla="*/ 121399 w 2542152"/>
                <a:gd name="connsiteY5" fmla="*/ 449419 h 1128000"/>
                <a:gd name="connsiteX0" fmla="*/ 2542152 w 2542152"/>
                <a:gd name="connsiteY0" fmla="*/ 1120089 h 1120089"/>
                <a:gd name="connsiteX1" fmla="*/ 2277458 w 2542152"/>
                <a:gd name="connsiteY1" fmla="*/ 807268 h 1120089"/>
                <a:gd name="connsiteX2" fmla="*/ 1488186 w 2542152"/>
                <a:gd name="connsiteY2" fmla="*/ 61310 h 1120089"/>
                <a:gd name="connsiteX3" fmla="*/ 328342 w 2542152"/>
                <a:gd name="connsiteY3" fmla="*/ 80560 h 1120089"/>
                <a:gd name="connsiteX4" fmla="*/ 1083 w 2542152"/>
                <a:gd name="connsiteY4" fmla="*/ 297129 h 1120089"/>
                <a:gd name="connsiteX5" fmla="*/ 121399 w 2542152"/>
                <a:gd name="connsiteY5" fmla="*/ 441508 h 1120089"/>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121356 h 1121356"/>
                <a:gd name="connsiteX1" fmla="*/ 2277458 w 2542152"/>
                <a:gd name="connsiteY1" fmla="*/ 808535 h 1121356"/>
                <a:gd name="connsiteX2" fmla="*/ 1488186 w 2542152"/>
                <a:gd name="connsiteY2" fmla="*/ 62577 h 1121356"/>
                <a:gd name="connsiteX3" fmla="*/ 328342 w 2542152"/>
                <a:gd name="connsiteY3" fmla="*/ 81827 h 1121356"/>
                <a:gd name="connsiteX4" fmla="*/ 1083 w 2542152"/>
                <a:gd name="connsiteY4" fmla="*/ 298396 h 1121356"/>
                <a:gd name="connsiteX5" fmla="*/ 121399 w 2542152"/>
                <a:gd name="connsiteY5" fmla="*/ 442775 h 1121356"/>
                <a:gd name="connsiteX0" fmla="*/ 2542152 w 2542152"/>
                <a:gd name="connsiteY0" fmla="*/ 1090184 h 1090184"/>
                <a:gd name="connsiteX1" fmla="*/ 2277458 w 2542152"/>
                <a:gd name="connsiteY1" fmla="*/ 777363 h 1090184"/>
                <a:gd name="connsiteX2" fmla="*/ 1488186 w 2542152"/>
                <a:gd name="connsiteY2" fmla="*/ 31405 h 1090184"/>
                <a:gd name="connsiteX3" fmla="*/ 328342 w 2542152"/>
                <a:gd name="connsiteY3" fmla="*/ 50655 h 1090184"/>
                <a:gd name="connsiteX4" fmla="*/ 1083 w 2542152"/>
                <a:gd name="connsiteY4" fmla="*/ 267224 h 1090184"/>
                <a:gd name="connsiteX5" fmla="*/ 121399 w 2542152"/>
                <a:gd name="connsiteY5" fmla="*/ 411603 h 1090184"/>
                <a:gd name="connsiteX0" fmla="*/ 2542152 w 2542152"/>
                <a:gd name="connsiteY0" fmla="*/ 1090184 h 1090184"/>
                <a:gd name="connsiteX1" fmla="*/ 2277458 w 2542152"/>
                <a:gd name="connsiteY1" fmla="*/ 777363 h 1090184"/>
                <a:gd name="connsiteX2" fmla="*/ 1488186 w 2542152"/>
                <a:gd name="connsiteY2" fmla="*/ 31405 h 1090184"/>
                <a:gd name="connsiteX3" fmla="*/ 328342 w 2542152"/>
                <a:gd name="connsiteY3" fmla="*/ 50655 h 1090184"/>
                <a:gd name="connsiteX4" fmla="*/ 1083 w 2542152"/>
                <a:gd name="connsiteY4" fmla="*/ 267224 h 1090184"/>
                <a:gd name="connsiteX5" fmla="*/ 121399 w 2542152"/>
                <a:gd name="connsiteY5" fmla="*/ 411603 h 1090184"/>
                <a:gd name="connsiteX0" fmla="*/ 2542152 w 2542152"/>
                <a:gd name="connsiteY0" fmla="*/ 1096253 h 1096253"/>
                <a:gd name="connsiteX1" fmla="*/ 2277458 w 2542152"/>
                <a:gd name="connsiteY1" fmla="*/ 783432 h 1096253"/>
                <a:gd name="connsiteX2" fmla="*/ 1353432 w 2542152"/>
                <a:gd name="connsiteY2" fmla="*/ 27849 h 1096253"/>
                <a:gd name="connsiteX3" fmla="*/ 328342 w 2542152"/>
                <a:gd name="connsiteY3" fmla="*/ 56724 h 1096253"/>
                <a:gd name="connsiteX4" fmla="*/ 1083 w 2542152"/>
                <a:gd name="connsiteY4" fmla="*/ 273293 h 1096253"/>
                <a:gd name="connsiteX5" fmla="*/ 121399 w 2542152"/>
                <a:gd name="connsiteY5" fmla="*/ 417672 h 1096253"/>
                <a:gd name="connsiteX0" fmla="*/ 2542152 w 2542152"/>
                <a:gd name="connsiteY0" fmla="*/ 1110529 h 1110529"/>
                <a:gd name="connsiteX1" fmla="*/ 2277458 w 2542152"/>
                <a:gd name="connsiteY1" fmla="*/ 797708 h 1110529"/>
                <a:gd name="connsiteX2" fmla="*/ 1353432 w 2542152"/>
                <a:gd name="connsiteY2" fmla="*/ 42125 h 1110529"/>
                <a:gd name="connsiteX3" fmla="*/ 328342 w 2542152"/>
                <a:gd name="connsiteY3" fmla="*/ 71000 h 1110529"/>
                <a:gd name="connsiteX4" fmla="*/ 1083 w 2542152"/>
                <a:gd name="connsiteY4" fmla="*/ 287569 h 1110529"/>
                <a:gd name="connsiteX5" fmla="*/ 121399 w 2542152"/>
                <a:gd name="connsiteY5" fmla="*/ 431948 h 1110529"/>
                <a:gd name="connsiteX0" fmla="*/ 2542152 w 2542152"/>
                <a:gd name="connsiteY0" fmla="*/ 1144442 h 1144442"/>
                <a:gd name="connsiteX1" fmla="*/ 2277458 w 2542152"/>
                <a:gd name="connsiteY1" fmla="*/ 831621 h 1144442"/>
                <a:gd name="connsiteX2" fmla="*/ 1353432 w 2542152"/>
                <a:gd name="connsiteY2" fmla="*/ 76038 h 1144442"/>
                <a:gd name="connsiteX3" fmla="*/ 309091 w 2542152"/>
                <a:gd name="connsiteY3" fmla="*/ 95288 h 1144442"/>
                <a:gd name="connsiteX4" fmla="*/ 1083 w 2542152"/>
                <a:gd name="connsiteY4" fmla="*/ 321482 h 1144442"/>
                <a:gd name="connsiteX5" fmla="*/ 121399 w 2542152"/>
                <a:gd name="connsiteY5" fmla="*/ 465861 h 1144442"/>
                <a:gd name="connsiteX0" fmla="*/ 2541959 w 2541959"/>
                <a:gd name="connsiteY0" fmla="*/ 1144442 h 1144442"/>
                <a:gd name="connsiteX1" fmla="*/ 2277265 w 2541959"/>
                <a:gd name="connsiteY1" fmla="*/ 831621 h 1144442"/>
                <a:gd name="connsiteX2" fmla="*/ 1353239 w 2541959"/>
                <a:gd name="connsiteY2" fmla="*/ 76038 h 1144442"/>
                <a:gd name="connsiteX3" fmla="*/ 308898 w 2541959"/>
                <a:gd name="connsiteY3" fmla="*/ 95288 h 1144442"/>
                <a:gd name="connsiteX4" fmla="*/ 890 w 2541959"/>
                <a:gd name="connsiteY4" fmla="*/ 321482 h 1144442"/>
                <a:gd name="connsiteX5" fmla="*/ 140456 w 2541959"/>
                <a:gd name="connsiteY5" fmla="*/ 470674 h 1144442"/>
                <a:gd name="connsiteX0" fmla="*/ 2541959 w 2541959"/>
                <a:gd name="connsiteY0" fmla="*/ 1144442 h 1144442"/>
                <a:gd name="connsiteX1" fmla="*/ 2277265 w 2541959"/>
                <a:gd name="connsiteY1" fmla="*/ 831621 h 1144442"/>
                <a:gd name="connsiteX2" fmla="*/ 1353239 w 2541959"/>
                <a:gd name="connsiteY2" fmla="*/ 76038 h 1144442"/>
                <a:gd name="connsiteX3" fmla="*/ 308898 w 2541959"/>
                <a:gd name="connsiteY3" fmla="*/ 95288 h 1144442"/>
                <a:gd name="connsiteX4" fmla="*/ 890 w 2541959"/>
                <a:gd name="connsiteY4" fmla="*/ 321482 h 1144442"/>
                <a:gd name="connsiteX5" fmla="*/ 140456 w 2541959"/>
                <a:gd name="connsiteY5" fmla="*/ 470674 h 1144442"/>
                <a:gd name="connsiteX0" fmla="*/ 2549067 w 2549067"/>
                <a:gd name="connsiteY0" fmla="*/ 1144442 h 1144442"/>
                <a:gd name="connsiteX1" fmla="*/ 2284373 w 2549067"/>
                <a:gd name="connsiteY1" fmla="*/ 831621 h 1144442"/>
                <a:gd name="connsiteX2" fmla="*/ 1360347 w 2549067"/>
                <a:gd name="connsiteY2" fmla="*/ 76038 h 1144442"/>
                <a:gd name="connsiteX3" fmla="*/ 316006 w 2549067"/>
                <a:gd name="connsiteY3" fmla="*/ 95288 h 1144442"/>
                <a:gd name="connsiteX4" fmla="*/ 7998 w 2549067"/>
                <a:gd name="connsiteY4" fmla="*/ 321482 h 1144442"/>
                <a:gd name="connsiteX5" fmla="*/ 147564 w 2549067"/>
                <a:gd name="connsiteY5" fmla="*/ 470674 h 1144442"/>
                <a:gd name="connsiteX0" fmla="*/ 2530309 w 2530309"/>
                <a:gd name="connsiteY0" fmla="*/ 1126668 h 1126668"/>
                <a:gd name="connsiteX1" fmla="*/ 2265615 w 2530309"/>
                <a:gd name="connsiteY1" fmla="*/ 813847 h 1126668"/>
                <a:gd name="connsiteX2" fmla="*/ 1341589 w 2530309"/>
                <a:gd name="connsiteY2" fmla="*/ 58264 h 1126668"/>
                <a:gd name="connsiteX3" fmla="*/ 297248 w 2530309"/>
                <a:gd name="connsiteY3" fmla="*/ 77514 h 1126668"/>
                <a:gd name="connsiteX4" fmla="*/ 9118 w 2530309"/>
                <a:gd name="connsiteY4" fmla="*/ 290455 h 1126668"/>
                <a:gd name="connsiteX5" fmla="*/ 128806 w 2530309"/>
                <a:gd name="connsiteY5" fmla="*/ 452900 h 1126668"/>
                <a:gd name="connsiteX0" fmla="*/ 2536092 w 2536092"/>
                <a:gd name="connsiteY0" fmla="*/ 1126668 h 1126668"/>
                <a:gd name="connsiteX1" fmla="*/ 2271398 w 2536092"/>
                <a:gd name="connsiteY1" fmla="*/ 813847 h 1126668"/>
                <a:gd name="connsiteX2" fmla="*/ 1347372 w 2536092"/>
                <a:gd name="connsiteY2" fmla="*/ 58264 h 1126668"/>
                <a:gd name="connsiteX3" fmla="*/ 303031 w 2536092"/>
                <a:gd name="connsiteY3" fmla="*/ 77514 h 1126668"/>
                <a:gd name="connsiteX4" fmla="*/ 14901 w 2536092"/>
                <a:gd name="connsiteY4" fmla="*/ 290455 h 1126668"/>
                <a:gd name="connsiteX5" fmla="*/ 134589 w 2536092"/>
                <a:gd name="connsiteY5" fmla="*/ 452900 h 1126668"/>
                <a:gd name="connsiteX0" fmla="*/ 2529676 w 2529676"/>
                <a:gd name="connsiteY0" fmla="*/ 1119023 h 1119023"/>
                <a:gd name="connsiteX1" fmla="*/ 2264982 w 2529676"/>
                <a:gd name="connsiteY1" fmla="*/ 806202 h 1119023"/>
                <a:gd name="connsiteX2" fmla="*/ 1340956 w 2529676"/>
                <a:gd name="connsiteY2" fmla="*/ 50619 h 1119023"/>
                <a:gd name="connsiteX3" fmla="*/ 362875 w 2529676"/>
                <a:gd name="connsiteY3" fmla="*/ 93060 h 1119023"/>
                <a:gd name="connsiteX4" fmla="*/ 8485 w 2529676"/>
                <a:gd name="connsiteY4" fmla="*/ 282810 h 1119023"/>
                <a:gd name="connsiteX5" fmla="*/ 128173 w 2529676"/>
                <a:gd name="connsiteY5" fmla="*/ 445255 h 1119023"/>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26335 h 1126335"/>
                <a:gd name="connsiteX1" fmla="*/ 2264982 w 2529676"/>
                <a:gd name="connsiteY1" fmla="*/ 813514 h 1126335"/>
                <a:gd name="connsiteX2" fmla="*/ 1340956 w 2529676"/>
                <a:gd name="connsiteY2" fmla="*/ 57931 h 1126335"/>
                <a:gd name="connsiteX3" fmla="*/ 362875 w 2529676"/>
                <a:gd name="connsiteY3" fmla="*/ 100372 h 1126335"/>
                <a:gd name="connsiteX4" fmla="*/ 8485 w 2529676"/>
                <a:gd name="connsiteY4" fmla="*/ 290122 h 1126335"/>
                <a:gd name="connsiteX5" fmla="*/ 128173 w 2529676"/>
                <a:gd name="connsiteY5" fmla="*/ 452567 h 1126335"/>
                <a:gd name="connsiteX0" fmla="*/ 2529676 w 2529676"/>
                <a:gd name="connsiteY0" fmla="*/ 1119728 h 1119728"/>
                <a:gd name="connsiteX1" fmla="*/ 2158965 w 2529676"/>
                <a:gd name="connsiteY1" fmla="*/ 717455 h 1119728"/>
                <a:gd name="connsiteX2" fmla="*/ 1340956 w 2529676"/>
                <a:gd name="connsiteY2" fmla="*/ 51324 h 1119728"/>
                <a:gd name="connsiteX3" fmla="*/ 362875 w 2529676"/>
                <a:gd name="connsiteY3" fmla="*/ 93765 h 1119728"/>
                <a:gd name="connsiteX4" fmla="*/ 8485 w 2529676"/>
                <a:gd name="connsiteY4" fmla="*/ 283515 h 1119728"/>
                <a:gd name="connsiteX5" fmla="*/ 128173 w 2529676"/>
                <a:gd name="connsiteY5" fmla="*/ 445960 h 1119728"/>
                <a:gd name="connsiteX0" fmla="*/ 2529676 w 2529676"/>
                <a:gd name="connsiteY0" fmla="*/ 1119728 h 1119728"/>
                <a:gd name="connsiteX1" fmla="*/ 2158965 w 2529676"/>
                <a:gd name="connsiteY1" fmla="*/ 717455 h 1119728"/>
                <a:gd name="connsiteX2" fmla="*/ 1340956 w 2529676"/>
                <a:gd name="connsiteY2" fmla="*/ 51324 h 1119728"/>
                <a:gd name="connsiteX3" fmla="*/ 362875 w 2529676"/>
                <a:gd name="connsiteY3" fmla="*/ 93765 h 1119728"/>
                <a:gd name="connsiteX4" fmla="*/ 8485 w 2529676"/>
                <a:gd name="connsiteY4" fmla="*/ 283515 h 1119728"/>
                <a:gd name="connsiteX5" fmla="*/ 128173 w 2529676"/>
                <a:gd name="connsiteY5" fmla="*/ 445960 h 1119728"/>
                <a:gd name="connsiteX0" fmla="*/ 2493254 w 2493254"/>
                <a:gd name="connsiteY0" fmla="*/ 1113084 h 1113084"/>
                <a:gd name="connsiteX1" fmla="*/ 2122543 w 2493254"/>
                <a:gd name="connsiteY1" fmla="*/ 710811 h 1113084"/>
                <a:gd name="connsiteX2" fmla="*/ 1304534 w 2493254"/>
                <a:gd name="connsiteY2" fmla="*/ 44680 h 1113084"/>
                <a:gd name="connsiteX3" fmla="*/ 326453 w 2493254"/>
                <a:gd name="connsiteY3" fmla="*/ 87121 h 1113084"/>
                <a:gd name="connsiteX4" fmla="*/ 11819 w 2493254"/>
                <a:gd name="connsiteY4" fmla="*/ 296749 h 1113084"/>
                <a:gd name="connsiteX5" fmla="*/ 91751 w 2493254"/>
                <a:gd name="connsiteY5" fmla="*/ 439316 h 1113084"/>
                <a:gd name="connsiteX0" fmla="*/ 2460413 w 2460413"/>
                <a:gd name="connsiteY0" fmla="*/ 1111881 h 1111881"/>
                <a:gd name="connsiteX1" fmla="*/ 2089702 w 2460413"/>
                <a:gd name="connsiteY1" fmla="*/ 709608 h 1111881"/>
                <a:gd name="connsiteX2" fmla="*/ 1271693 w 2460413"/>
                <a:gd name="connsiteY2" fmla="*/ 43477 h 1111881"/>
                <a:gd name="connsiteX3" fmla="*/ 293612 w 2460413"/>
                <a:gd name="connsiteY3" fmla="*/ 85918 h 1111881"/>
                <a:gd name="connsiteX4" fmla="*/ 18735 w 2460413"/>
                <a:gd name="connsiteY4" fmla="*/ 259102 h 1111881"/>
                <a:gd name="connsiteX5" fmla="*/ 58910 w 2460413"/>
                <a:gd name="connsiteY5" fmla="*/ 438113 h 1111881"/>
                <a:gd name="connsiteX0" fmla="*/ 2453322 w 2453322"/>
                <a:gd name="connsiteY0" fmla="*/ 1112203 h 1112203"/>
                <a:gd name="connsiteX1" fmla="*/ 2082611 w 2453322"/>
                <a:gd name="connsiteY1" fmla="*/ 709930 h 1112203"/>
                <a:gd name="connsiteX2" fmla="*/ 1264602 w 2453322"/>
                <a:gd name="connsiteY2" fmla="*/ 43799 h 1112203"/>
                <a:gd name="connsiteX3" fmla="*/ 286521 w 2453322"/>
                <a:gd name="connsiteY3" fmla="*/ 86240 h 1112203"/>
                <a:gd name="connsiteX4" fmla="*/ 21583 w 2453322"/>
                <a:gd name="connsiteY4" fmla="*/ 269363 h 1112203"/>
                <a:gd name="connsiteX5" fmla="*/ 51819 w 2453322"/>
                <a:gd name="connsiteY5" fmla="*/ 438435 h 1112203"/>
                <a:gd name="connsiteX0" fmla="*/ 2457207 w 2457207"/>
                <a:gd name="connsiteY0" fmla="*/ 1113206 h 1113206"/>
                <a:gd name="connsiteX1" fmla="*/ 2086496 w 2457207"/>
                <a:gd name="connsiteY1" fmla="*/ 710933 h 1113206"/>
                <a:gd name="connsiteX2" fmla="*/ 1268487 w 2457207"/>
                <a:gd name="connsiteY2" fmla="*/ 44802 h 1113206"/>
                <a:gd name="connsiteX3" fmla="*/ 343415 w 2457207"/>
                <a:gd name="connsiteY3" fmla="*/ 83930 h 1113206"/>
                <a:gd name="connsiteX4" fmla="*/ 25468 w 2457207"/>
                <a:gd name="connsiteY4" fmla="*/ 270366 h 1113206"/>
                <a:gd name="connsiteX5" fmla="*/ 55704 w 2457207"/>
                <a:gd name="connsiteY5" fmla="*/ 439438 h 1113206"/>
                <a:gd name="connsiteX0" fmla="*/ 2457207 w 2457207"/>
                <a:gd name="connsiteY0" fmla="*/ 1113883 h 1113883"/>
                <a:gd name="connsiteX1" fmla="*/ 2086496 w 2457207"/>
                <a:gd name="connsiteY1" fmla="*/ 711610 h 1113883"/>
                <a:gd name="connsiteX2" fmla="*/ 1268487 w 2457207"/>
                <a:gd name="connsiteY2" fmla="*/ 45479 h 1113883"/>
                <a:gd name="connsiteX3" fmla="*/ 343415 w 2457207"/>
                <a:gd name="connsiteY3" fmla="*/ 84607 h 1113883"/>
                <a:gd name="connsiteX4" fmla="*/ 25468 w 2457207"/>
                <a:gd name="connsiteY4" fmla="*/ 271043 h 1113883"/>
                <a:gd name="connsiteX5" fmla="*/ 55704 w 2457207"/>
                <a:gd name="connsiteY5" fmla="*/ 440115 h 1113883"/>
                <a:gd name="connsiteX0" fmla="*/ 2457207 w 2457207"/>
                <a:gd name="connsiteY0" fmla="*/ 1117495 h 1117495"/>
                <a:gd name="connsiteX1" fmla="*/ 2086496 w 2457207"/>
                <a:gd name="connsiteY1" fmla="*/ 715222 h 1117495"/>
                <a:gd name="connsiteX2" fmla="*/ 1268487 w 2457207"/>
                <a:gd name="connsiteY2" fmla="*/ 49091 h 1117495"/>
                <a:gd name="connsiteX3" fmla="*/ 343415 w 2457207"/>
                <a:gd name="connsiteY3" fmla="*/ 88219 h 1117495"/>
                <a:gd name="connsiteX4" fmla="*/ 25468 w 2457207"/>
                <a:gd name="connsiteY4" fmla="*/ 274655 h 1117495"/>
                <a:gd name="connsiteX5" fmla="*/ 55704 w 2457207"/>
                <a:gd name="connsiteY5" fmla="*/ 443727 h 1117495"/>
                <a:gd name="connsiteX0" fmla="*/ 2457207 w 2457207"/>
                <a:gd name="connsiteY0" fmla="*/ 1489257 h 1489257"/>
                <a:gd name="connsiteX1" fmla="*/ 2086496 w 2457207"/>
                <a:gd name="connsiteY1" fmla="*/ 1086984 h 1489257"/>
                <a:gd name="connsiteX2" fmla="*/ 943231 w 2457207"/>
                <a:gd name="connsiteY2" fmla="*/ 15817 h 1489257"/>
                <a:gd name="connsiteX3" fmla="*/ 343415 w 2457207"/>
                <a:gd name="connsiteY3" fmla="*/ 459981 h 1489257"/>
                <a:gd name="connsiteX4" fmla="*/ 25468 w 2457207"/>
                <a:gd name="connsiteY4" fmla="*/ 646417 h 1489257"/>
                <a:gd name="connsiteX5" fmla="*/ 55704 w 2457207"/>
                <a:gd name="connsiteY5" fmla="*/ 815489 h 1489257"/>
                <a:gd name="connsiteX0" fmla="*/ 2478921 w 2478921"/>
                <a:gd name="connsiteY0" fmla="*/ 1566884 h 1566884"/>
                <a:gd name="connsiteX1" fmla="*/ 2108210 w 2478921"/>
                <a:gd name="connsiteY1" fmla="*/ 1164611 h 1566884"/>
                <a:gd name="connsiteX2" fmla="*/ 964945 w 2478921"/>
                <a:gd name="connsiteY2" fmla="*/ 93444 h 1566884"/>
                <a:gd name="connsiteX3" fmla="*/ 659701 w 2478921"/>
                <a:gd name="connsiteY3" fmla="*/ 126435 h 1566884"/>
                <a:gd name="connsiteX4" fmla="*/ 47182 w 2478921"/>
                <a:gd name="connsiteY4" fmla="*/ 724044 h 1566884"/>
                <a:gd name="connsiteX5" fmla="*/ 77418 w 2478921"/>
                <a:gd name="connsiteY5" fmla="*/ 893116 h 1566884"/>
                <a:gd name="connsiteX0" fmla="*/ 2478921 w 2478921"/>
                <a:gd name="connsiteY0" fmla="*/ 1547571 h 1547571"/>
                <a:gd name="connsiteX1" fmla="*/ 2108210 w 2478921"/>
                <a:gd name="connsiteY1" fmla="*/ 1145298 h 1547571"/>
                <a:gd name="connsiteX2" fmla="*/ 964945 w 2478921"/>
                <a:gd name="connsiteY2" fmla="*/ 74131 h 1547571"/>
                <a:gd name="connsiteX3" fmla="*/ 659701 w 2478921"/>
                <a:gd name="connsiteY3" fmla="*/ 107122 h 1547571"/>
                <a:gd name="connsiteX4" fmla="*/ 47182 w 2478921"/>
                <a:gd name="connsiteY4" fmla="*/ 704731 h 1547571"/>
                <a:gd name="connsiteX5" fmla="*/ 77418 w 2478921"/>
                <a:gd name="connsiteY5" fmla="*/ 873803 h 1547571"/>
                <a:gd name="connsiteX0" fmla="*/ 2478921 w 2478921"/>
                <a:gd name="connsiteY0" fmla="*/ 1475303 h 1475303"/>
                <a:gd name="connsiteX1" fmla="*/ 2108210 w 2478921"/>
                <a:gd name="connsiteY1" fmla="*/ 1073030 h 1475303"/>
                <a:gd name="connsiteX2" fmla="*/ 964945 w 2478921"/>
                <a:gd name="connsiteY2" fmla="*/ 1863 h 1475303"/>
                <a:gd name="connsiteX3" fmla="*/ 659701 w 2478921"/>
                <a:gd name="connsiteY3" fmla="*/ 34854 h 1475303"/>
                <a:gd name="connsiteX4" fmla="*/ 47182 w 2478921"/>
                <a:gd name="connsiteY4" fmla="*/ 632463 h 1475303"/>
                <a:gd name="connsiteX5" fmla="*/ 77418 w 2478921"/>
                <a:gd name="connsiteY5" fmla="*/ 801535 h 1475303"/>
                <a:gd name="connsiteX0" fmla="*/ 2478921 w 2478921"/>
                <a:gd name="connsiteY0" fmla="*/ 1477630 h 1477630"/>
                <a:gd name="connsiteX1" fmla="*/ 2108210 w 2478921"/>
                <a:gd name="connsiteY1" fmla="*/ 1075357 h 1477630"/>
                <a:gd name="connsiteX2" fmla="*/ 964945 w 2478921"/>
                <a:gd name="connsiteY2" fmla="*/ 4190 h 1477630"/>
                <a:gd name="connsiteX3" fmla="*/ 659701 w 2478921"/>
                <a:gd name="connsiteY3" fmla="*/ 37181 h 1477630"/>
                <a:gd name="connsiteX4" fmla="*/ 47182 w 2478921"/>
                <a:gd name="connsiteY4" fmla="*/ 634790 h 1477630"/>
                <a:gd name="connsiteX5" fmla="*/ 77418 w 2478921"/>
                <a:gd name="connsiteY5" fmla="*/ 803862 h 1477630"/>
                <a:gd name="connsiteX0" fmla="*/ 2478921 w 2478921"/>
                <a:gd name="connsiteY0" fmla="*/ 1440449 h 1440449"/>
                <a:gd name="connsiteX1" fmla="*/ 2108210 w 2478921"/>
                <a:gd name="connsiteY1" fmla="*/ 1038176 h 1440449"/>
                <a:gd name="connsiteX2" fmla="*/ 659701 w 2478921"/>
                <a:gd name="connsiteY2" fmla="*/ 0 h 1440449"/>
                <a:gd name="connsiteX3" fmla="*/ 47182 w 2478921"/>
                <a:gd name="connsiteY3" fmla="*/ 597609 h 1440449"/>
                <a:gd name="connsiteX4" fmla="*/ 77418 w 2478921"/>
                <a:gd name="connsiteY4" fmla="*/ 766681 h 1440449"/>
                <a:gd name="connsiteX0" fmla="*/ 2493438 w 2493438"/>
                <a:gd name="connsiteY0" fmla="*/ 1520229 h 1520229"/>
                <a:gd name="connsiteX1" fmla="*/ 2122727 w 2493438"/>
                <a:gd name="connsiteY1" fmla="*/ 1117956 h 1520229"/>
                <a:gd name="connsiteX2" fmla="*/ 870599 w 2493438"/>
                <a:gd name="connsiteY2" fmla="*/ 0 h 1520229"/>
                <a:gd name="connsiteX3" fmla="*/ 61699 w 2493438"/>
                <a:gd name="connsiteY3" fmla="*/ 677389 h 1520229"/>
                <a:gd name="connsiteX4" fmla="*/ 91935 w 2493438"/>
                <a:gd name="connsiteY4" fmla="*/ 846461 h 1520229"/>
                <a:gd name="connsiteX0" fmla="*/ 2493438 w 2493438"/>
                <a:gd name="connsiteY0" fmla="*/ 1520229 h 1520229"/>
                <a:gd name="connsiteX1" fmla="*/ 2122727 w 2493438"/>
                <a:gd name="connsiteY1" fmla="*/ 1117956 h 1520229"/>
                <a:gd name="connsiteX2" fmla="*/ 870599 w 2493438"/>
                <a:gd name="connsiteY2" fmla="*/ 0 h 1520229"/>
                <a:gd name="connsiteX3" fmla="*/ 61699 w 2493438"/>
                <a:gd name="connsiteY3" fmla="*/ 677389 h 1520229"/>
                <a:gd name="connsiteX4" fmla="*/ 91935 w 2493438"/>
                <a:gd name="connsiteY4" fmla="*/ 846461 h 1520229"/>
                <a:gd name="connsiteX0" fmla="*/ 2494800 w 2494800"/>
                <a:gd name="connsiteY0" fmla="*/ 1495683 h 1495683"/>
                <a:gd name="connsiteX1" fmla="*/ 2124089 w 2494800"/>
                <a:gd name="connsiteY1" fmla="*/ 1093410 h 1495683"/>
                <a:gd name="connsiteX2" fmla="*/ 890372 w 2494800"/>
                <a:gd name="connsiteY2" fmla="*/ 1 h 1495683"/>
                <a:gd name="connsiteX3" fmla="*/ 63061 w 2494800"/>
                <a:gd name="connsiteY3" fmla="*/ 652843 h 1495683"/>
                <a:gd name="connsiteX4" fmla="*/ 93297 w 2494800"/>
                <a:gd name="connsiteY4" fmla="*/ 821915 h 1495683"/>
                <a:gd name="connsiteX0" fmla="*/ 2494800 w 2494800"/>
                <a:gd name="connsiteY0" fmla="*/ 1499917 h 1499917"/>
                <a:gd name="connsiteX1" fmla="*/ 2124089 w 2494800"/>
                <a:gd name="connsiteY1" fmla="*/ 1097644 h 1499917"/>
                <a:gd name="connsiteX2" fmla="*/ 890372 w 2494800"/>
                <a:gd name="connsiteY2" fmla="*/ 4235 h 1499917"/>
                <a:gd name="connsiteX3" fmla="*/ 63061 w 2494800"/>
                <a:gd name="connsiteY3" fmla="*/ 657077 h 1499917"/>
                <a:gd name="connsiteX4" fmla="*/ 93297 w 2494800"/>
                <a:gd name="connsiteY4" fmla="*/ 826149 h 1499917"/>
                <a:gd name="connsiteX0" fmla="*/ 2494800 w 2494800"/>
                <a:gd name="connsiteY0" fmla="*/ 1499917 h 1499917"/>
                <a:gd name="connsiteX1" fmla="*/ 2124089 w 2494800"/>
                <a:gd name="connsiteY1" fmla="*/ 1097644 h 1499917"/>
                <a:gd name="connsiteX2" fmla="*/ 890372 w 2494800"/>
                <a:gd name="connsiteY2" fmla="*/ 4235 h 1499917"/>
                <a:gd name="connsiteX3" fmla="*/ 63061 w 2494800"/>
                <a:gd name="connsiteY3" fmla="*/ 657077 h 1499917"/>
                <a:gd name="connsiteX4" fmla="*/ 93297 w 2494800"/>
                <a:gd name="connsiteY4" fmla="*/ 826149 h 1499917"/>
                <a:gd name="connsiteX0" fmla="*/ 2494800 w 2494800"/>
                <a:gd name="connsiteY0" fmla="*/ 1495724 h 1495724"/>
                <a:gd name="connsiteX1" fmla="*/ 2124089 w 2494800"/>
                <a:gd name="connsiteY1" fmla="*/ 1093451 h 1495724"/>
                <a:gd name="connsiteX2" fmla="*/ 890372 w 2494800"/>
                <a:gd name="connsiteY2" fmla="*/ 42 h 1495724"/>
                <a:gd name="connsiteX3" fmla="*/ 63061 w 2494800"/>
                <a:gd name="connsiteY3" fmla="*/ 652884 h 1495724"/>
                <a:gd name="connsiteX4" fmla="*/ 93297 w 2494800"/>
                <a:gd name="connsiteY4" fmla="*/ 821956 h 1495724"/>
                <a:gd name="connsiteX0" fmla="*/ 2494800 w 2494800"/>
                <a:gd name="connsiteY0" fmla="*/ 1495724 h 1495724"/>
                <a:gd name="connsiteX1" fmla="*/ 2124089 w 2494800"/>
                <a:gd name="connsiteY1" fmla="*/ 1093451 h 1495724"/>
                <a:gd name="connsiteX2" fmla="*/ 890372 w 2494800"/>
                <a:gd name="connsiteY2" fmla="*/ 42 h 1495724"/>
                <a:gd name="connsiteX3" fmla="*/ 63061 w 2494800"/>
                <a:gd name="connsiteY3" fmla="*/ 652884 h 1495724"/>
                <a:gd name="connsiteX4" fmla="*/ 93297 w 2494800"/>
                <a:gd name="connsiteY4" fmla="*/ 821956 h 1495724"/>
                <a:gd name="connsiteX0" fmla="*/ 2494800 w 2494800"/>
                <a:gd name="connsiteY0" fmla="*/ 1532542 h 1532542"/>
                <a:gd name="connsiteX1" fmla="*/ 2124089 w 2494800"/>
                <a:gd name="connsiteY1" fmla="*/ 1130269 h 1532542"/>
                <a:gd name="connsiteX2" fmla="*/ 890372 w 2494800"/>
                <a:gd name="connsiteY2" fmla="*/ 38 h 1532542"/>
                <a:gd name="connsiteX3" fmla="*/ 63061 w 2494800"/>
                <a:gd name="connsiteY3" fmla="*/ 689702 h 1532542"/>
                <a:gd name="connsiteX4" fmla="*/ 93297 w 2494800"/>
                <a:gd name="connsiteY4" fmla="*/ 858774 h 1532542"/>
                <a:gd name="connsiteX0" fmla="*/ 2493439 w 2493439"/>
                <a:gd name="connsiteY0" fmla="*/ 1483451 h 1483451"/>
                <a:gd name="connsiteX1" fmla="*/ 2122728 w 2493439"/>
                <a:gd name="connsiteY1" fmla="*/ 1081178 h 1483451"/>
                <a:gd name="connsiteX2" fmla="*/ 870600 w 2493439"/>
                <a:gd name="connsiteY2" fmla="*/ 42 h 1483451"/>
                <a:gd name="connsiteX3" fmla="*/ 61700 w 2493439"/>
                <a:gd name="connsiteY3" fmla="*/ 640611 h 1483451"/>
                <a:gd name="connsiteX4" fmla="*/ 91936 w 2493439"/>
                <a:gd name="connsiteY4" fmla="*/ 809683 h 1483451"/>
                <a:gd name="connsiteX0" fmla="*/ 2420012 w 2420012"/>
                <a:gd name="connsiteY0" fmla="*/ 1497889 h 1497889"/>
                <a:gd name="connsiteX1" fmla="*/ 2049301 w 2420012"/>
                <a:gd name="connsiteY1" fmla="*/ 1095616 h 1497889"/>
                <a:gd name="connsiteX2" fmla="*/ 797173 w 2420012"/>
                <a:gd name="connsiteY2" fmla="*/ 14480 h 1497889"/>
                <a:gd name="connsiteX3" fmla="*/ 160106 w 2420012"/>
                <a:gd name="connsiteY3" fmla="*/ 495490 h 1497889"/>
                <a:gd name="connsiteX4" fmla="*/ 18509 w 2420012"/>
                <a:gd name="connsiteY4" fmla="*/ 824121 h 1497889"/>
                <a:gd name="connsiteX0" fmla="*/ 2420012 w 2420012"/>
                <a:gd name="connsiteY0" fmla="*/ 1483505 h 1483505"/>
                <a:gd name="connsiteX1" fmla="*/ 2049301 w 2420012"/>
                <a:gd name="connsiteY1" fmla="*/ 1081232 h 1483505"/>
                <a:gd name="connsiteX2" fmla="*/ 797173 w 2420012"/>
                <a:gd name="connsiteY2" fmla="*/ 96 h 1483505"/>
                <a:gd name="connsiteX3" fmla="*/ 160106 w 2420012"/>
                <a:gd name="connsiteY3" fmla="*/ 481106 h 1483505"/>
                <a:gd name="connsiteX4" fmla="*/ 18509 w 2420012"/>
                <a:gd name="connsiteY4" fmla="*/ 809737 h 1483505"/>
                <a:gd name="connsiteX0" fmla="*/ 2420012 w 2420012"/>
                <a:gd name="connsiteY0" fmla="*/ 1483505 h 1483505"/>
                <a:gd name="connsiteX1" fmla="*/ 2049301 w 2420012"/>
                <a:gd name="connsiteY1" fmla="*/ 1081232 h 1483505"/>
                <a:gd name="connsiteX2" fmla="*/ 797173 w 2420012"/>
                <a:gd name="connsiteY2" fmla="*/ 96 h 1483505"/>
                <a:gd name="connsiteX3" fmla="*/ 160106 w 2420012"/>
                <a:gd name="connsiteY3" fmla="*/ 481106 h 1483505"/>
                <a:gd name="connsiteX4" fmla="*/ 18509 w 2420012"/>
                <a:gd name="connsiteY4" fmla="*/ 809737 h 1483505"/>
                <a:gd name="connsiteX0" fmla="*/ 2420012 w 2420012"/>
                <a:gd name="connsiteY0" fmla="*/ 1483426 h 1483426"/>
                <a:gd name="connsiteX1" fmla="*/ 2049301 w 2420012"/>
                <a:gd name="connsiteY1" fmla="*/ 1081153 h 1483426"/>
                <a:gd name="connsiteX2" fmla="*/ 797173 w 2420012"/>
                <a:gd name="connsiteY2" fmla="*/ 17 h 1483426"/>
                <a:gd name="connsiteX3" fmla="*/ 160106 w 2420012"/>
                <a:gd name="connsiteY3" fmla="*/ 481027 h 1483426"/>
                <a:gd name="connsiteX4" fmla="*/ 18509 w 2420012"/>
                <a:gd name="connsiteY4" fmla="*/ 809658 h 1483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0012" h="1483426">
                  <a:moveTo>
                    <a:pt x="2420012" y="1483426"/>
                  </a:moveTo>
                  <a:cubicBezTo>
                    <a:pt x="2401354" y="1286387"/>
                    <a:pt x="2137532" y="1185427"/>
                    <a:pt x="2049301" y="1081153"/>
                  </a:cubicBezTo>
                  <a:cubicBezTo>
                    <a:pt x="1746098" y="841078"/>
                    <a:pt x="952480" y="-4290"/>
                    <a:pt x="797173" y="17"/>
                  </a:cubicBezTo>
                  <a:cubicBezTo>
                    <a:pt x="641866" y="4324"/>
                    <a:pt x="289883" y="346087"/>
                    <a:pt x="160106" y="481027"/>
                  </a:cubicBezTo>
                  <a:cubicBezTo>
                    <a:pt x="30329" y="615967"/>
                    <a:pt x="-34430" y="756719"/>
                    <a:pt x="18509" y="809658"/>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8" name="Group 117">
            <a:extLst>
              <a:ext uri="{FF2B5EF4-FFF2-40B4-BE49-F238E27FC236}">
                <a16:creationId xmlns:a16="http://schemas.microsoft.com/office/drawing/2014/main" id="{A5C5C2A7-289B-4AAD-AB8A-1C86CA3878CB}"/>
              </a:ext>
            </a:extLst>
          </p:cNvPr>
          <p:cNvGrpSpPr/>
          <p:nvPr/>
        </p:nvGrpSpPr>
        <p:grpSpPr>
          <a:xfrm>
            <a:off x="4094210" y="4693324"/>
            <a:ext cx="446640" cy="251686"/>
            <a:chOff x="3668110" y="2448910"/>
            <a:chExt cx="3794234" cy="2165130"/>
          </a:xfrm>
        </p:grpSpPr>
        <p:sp>
          <p:nvSpPr>
            <p:cNvPr id="559" name="Rectangle 142">
              <a:extLst>
                <a:ext uri="{FF2B5EF4-FFF2-40B4-BE49-F238E27FC236}">
                  <a16:creationId xmlns:a16="http://schemas.microsoft.com/office/drawing/2014/main" id="{F24FC699-C359-464F-985E-B2420D89327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0" name="Freeform 143">
              <a:extLst>
                <a:ext uri="{FF2B5EF4-FFF2-40B4-BE49-F238E27FC236}">
                  <a16:creationId xmlns:a16="http://schemas.microsoft.com/office/drawing/2014/main" id="{E126C5B8-8FDE-4975-BCE4-6109C782EBB9}"/>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1" name="Group 144">
              <a:extLst>
                <a:ext uri="{FF2B5EF4-FFF2-40B4-BE49-F238E27FC236}">
                  <a16:creationId xmlns:a16="http://schemas.microsoft.com/office/drawing/2014/main" id="{24A56378-E3DE-45D1-9454-1B00A5598CF2}"/>
                </a:ext>
              </a:extLst>
            </p:cNvPr>
            <p:cNvGrpSpPr/>
            <p:nvPr/>
          </p:nvGrpSpPr>
          <p:grpSpPr>
            <a:xfrm>
              <a:off x="3941378" y="2603243"/>
              <a:ext cx="3202061" cy="1066110"/>
              <a:chOff x="7939341" y="3037317"/>
              <a:chExt cx="897649" cy="353919"/>
            </a:xfrm>
          </p:grpSpPr>
          <p:sp>
            <p:nvSpPr>
              <p:cNvPr id="562" name="Freeform 145">
                <a:extLst>
                  <a:ext uri="{FF2B5EF4-FFF2-40B4-BE49-F238E27FC236}">
                    <a16:creationId xmlns:a16="http://schemas.microsoft.com/office/drawing/2014/main" id="{FD20741E-2256-4EAB-BBFE-6A6E256FFADD}"/>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3" name="Freeform 146">
                <a:extLst>
                  <a:ext uri="{FF2B5EF4-FFF2-40B4-BE49-F238E27FC236}">
                    <a16:creationId xmlns:a16="http://schemas.microsoft.com/office/drawing/2014/main" id="{AE3310D1-4499-489A-A97A-AD73D4F343C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4" name="Freeform 147">
                <a:extLst>
                  <a:ext uri="{FF2B5EF4-FFF2-40B4-BE49-F238E27FC236}">
                    <a16:creationId xmlns:a16="http://schemas.microsoft.com/office/drawing/2014/main" id="{325B904F-2571-4D2A-9794-646F2EE71E98}"/>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5" name="Freeform 148">
                <a:extLst>
                  <a:ext uri="{FF2B5EF4-FFF2-40B4-BE49-F238E27FC236}">
                    <a16:creationId xmlns:a16="http://schemas.microsoft.com/office/drawing/2014/main" id="{D5F3CB82-025E-4753-8F9E-65E75A613F30}"/>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566" name="Line 33">
            <a:extLst>
              <a:ext uri="{FF2B5EF4-FFF2-40B4-BE49-F238E27FC236}">
                <a16:creationId xmlns:a16="http://schemas.microsoft.com/office/drawing/2014/main" id="{9FFFF694-A08A-4159-9B4B-3C966D140A38}"/>
              </a:ext>
            </a:extLst>
          </p:cNvPr>
          <p:cNvSpPr>
            <a:spLocks noChangeShapeType="1"/>
          </p:cNvSpPr>
          <p:nvPr/>
        </p:nvSpPr>
        <p:spPr bwMode="auto">
          <a:xfrm flipH="1">
            <a:off x="4440840" y="3832414"/>
            <a:ext cx="1147604" cy="859168"/>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7" name="Line 22">
            <a:extLst>
              <a:ext uri="{FF2B5EF4-FFF2-40B4-BE49-F238E27FC236}">
                <a16:creationId xmlns:a16="http://schemas.microsoft.com/office/drawing/2014/main" id="{11CB7D83-DB19-4346-85E5-670E4AECFE3A}"/>
              </a:ext>
            </a:extLst>
          </p:cNvPr>
          <p:cNvSpPr>
            <a:spLocks noChangeShapeType="1"/>
          </p:cNvSpPr>
          <p:nvPr/>
        </p:nvSpPr>
        <p:spPr bwMode="auto">
          <a:xfrm>
            <a:off x="7393876" y="5078285"/>
            <a:ext cx="223945" cy="79475"/>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68" name="Group 44">
            <a:extLst>
              <a:ext uri="{FF2B5EF4-FFF2-40B4-BE49-F238E27FC236}">
                <a16:creationId xmlns:a16="http://schemas.microsoft.com/office/drawing/2014/main" id="{5CC811FD-52C0-405F-A2AA-62077278A1B5}"/>
              </a:ext>
            </a:extLst>
          </p:cNvPr>
          <p:cNvGrpSpPr>
            <a:grpSpLocks/>
          </p:cNvGrpSpPr>
          <p:nvPr/>
        </p:nvGrpSpPr>
        <p:grpSpPr bwMode="auto">
          <a:xfrm>
            <a:off x="4713368" y="5330066"/>
            <a:ext cx="388834" cy="356970"/>
            <a:chOff x="-44" y="1473"/>
            <a:chExt cx="981" cy="1105"/>
          </a:xfrm>
        </p:grpSpPr>
        <p:pic>
          <p:nvPicPr>
            <p:cNvPr id="569" name="Picture 45" descr="desktop_computer_stylized_medium">
              <a:extLst>
                <a:ext uri="{FF2B5EF4-FFF2-40B4-BE49-F238E27FC236}">
                  <a16:creationId xmlns:a16="http://schemas.microsoft.com/office/drawing/2014/main" id="{45770499-70F3-4BD6-A434-04444645D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70" name="Freeform 46">
              <a:extLst>
                <a:ext uri="{FF2B5EF4-FFF2-40B4-BE49-F238E27FC236}">
                  <a16:creationId xmlns:a16="http://schemas.microsoft.com/office/drawing/2014/main" id="{351B08EA-9DB4-4E6B-B743-ECA50447964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38" name="TextBox 3">
            <a:extLst>
              <a:ext uri="{FF2B5EF4-FFF2-40B4-BE49-F238E27FC236}">
                <a16:creationId xmlns:a16="http://schemas.microsoft.com/office/drawing/2014/main" id="{F8C00626-4A06-4BB4-9004-F6E580943ADD}"/>
              </a:ext>
            </a:extLst>
          </p:cNvPr>
          <p:cNvSpPr txBox="1"/>
          <p:nvPr/>
        </p:nvSpPr>
        <p:spPr>
          <a:xfrm>
            <a:off x="3452150" y="4286436"/>
            <a:ext cx="1107996" cy="249299"/>
          </a:xfrm>
          <a:prstGeom prst="rect">
            <a:avLst/>
          </a:prstGeom>
          <a:noFill/>
        </p:spPr>
        <p:txBody>
          <a:bodyPr wrap="none" rtlCol="0">
            <a:spAutoFit/>
          </a:bodyPr>
          <a:lstStyle/>
          <a:p>
            <a:pPr>
              <a:lnSpc>
                <a:spcPct val="85000"/>
              </a:lnSpc>
            </a:pPr>
            <a:r>
              <a:rPr lang="zh-CN" altLang="en-US" sz="1200" dirty="0">
                <a:latin typeface="微软雅黑" panose="020B0503020204020204" pitchFamily="34" charset="-122"/>
                <a:ea typeface="微软雅黑" panose="020B0503020204020204" pitchFamily="34" charset="-122"/>
              </a:rPr>
              <a:t>计算机科学系</a:t>
            </a:r>
            <a:endParaRPr lang="en-US" sz="1200" dirty="0">
              <a:latin typeface="微软雅黑" panose="020B0503020204020204" pitchFamily="34" charset="-122"/>
              <a:ea typeface="微软雅黑" panose="020B0503020204020204" pitchFamily="34" charset="-122"/>
            </a:endParaRPr>
          </a:p>
        </p:txBody>
      </p:sp>
      <p:sp>
        <p:nvSpPr>
          <p:cNvPr id="571" name="TextBox 1">
            <a:extLst>
              <a:ext uri="{FF2B5EF4-FFF2-40B4-BE49-F238E27FC236}">
                <a16:creationId xmlns:a16="http://schemas.microsoft.com/office/drawing/2014/main" id="{8A7FB71C-9BF2-43F2-B817-BE5751950423}"/>
              </a:ext>
            </a:extLst>
          </p:cNvPr>
          <p:cNvSpPr txBox="1">
            <a:spLocks noChangeArrowheads="1"/>
          </p:cNvSpPr>
          <p:nvPr/>
        </p:nvSpPr>
        <p:spPr bwMode="auto">
          <a:xfrm>
            <a:off x="2971800" y="76200"/>
            <a:ext cx="40116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局域网存在的问题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09"/>
                                        </p:tgtEl>
                                      </p:cBhvr>
                                    </p:animEffect>
                                    <p:set>
                                      <p:cBhvr>
                                        <p:cTn id="7" dur="1" fill="hold">
                                          <p:stCondLst>
                                            <p:cond delay="499"/>
                                          </p:stCondLst>
                                        </p:cTn>
                                        <p:tgtEl>
                                          <p:spTgt spid="409"/>
                                        </p:tgtEl>
                                        <p:attrNameLst>
                                          <p:attrName>style.visibility</p:attrName>
                                        </p:attrNameLst>
                                      </p:cBhvr>
                                      <p:to>
                                        <p:strVal val="hidden"/>
                                      </p:to>
                                    </p:set>
                                  </p:childTnLst>
                                </p:cTn>
                              </p:par>
                              <p:par>
                                <p:cTn id="8" presetID="0" presetClass="path" presetSubtype="0" accel="50000" decel="50000" fill="hold" nodeType="withEffect">
                                  <p:stCondLst>
                                    <p:cond delay="0"/>
                                  </p:stCondLst>
                                  <p:childTnLst>
                                    <p:animMotion origin="layout" path="M -1.94444E-6 -0.00023 C 0.01025 0.03611 0.02778 0.07407 0.0757 0.08727 C 0.12327 0.10046 0.24983 0.09815 0.28611 0.07847 C 0.32257 0.05857 0.32795 0.01134 0.29393 -0.0375 " pathEditMode="relative" rAng="0" ptsTypes="AAAA">
                                      <p:cBhvr>
                                        <p:cTn id="9" dur="2000" fill="hold"/>
                                        <p:tgtEl>
                                          <p:spTgt spid="568"/>
                                        </p:tgtEl>
                                        <p:attrNameLst>
                                          <p:attrName>ppt_x</p:attrName>
                                          <p:attrName>ppt_y</p:attrName>
                                        </p:attrNameLst>
                                      </p:cBhvr>
                                      <p:rCtr x="15833" y="2917"/>
                                    </p:animMotion>
                                  </p:childTnLst>
                                </p:cTn>
                              </p:par>
                            </p:childTnLst>
                          </p:cTn>
                        </p:par>
                        <p:par>
                          <p:cTn id="10" fill="hold">
                            <p:stCondLst>
                              <p:cond delay="2000"/>
                            </p:stCondLst>
                            <p:childTnLst>
                              <p:par>
                                <p:cTn id="11" presetID="9" presetClass="entr" presetSubtype="0" fill="hold" grpId="0" nodeType="afterEffect">
                                  <p:stCondLst>
                                    <p:cond delay="0"/>
                                  </p:stCondLst>
                                  <p:childTnLst>
                                    <p:set>
                                      <p:cBhvr>
                                        <p:cTn id="12" dur="1" fill="hold">
                                          <p:stCondLst>
                                            <p:cond delay="0"/>
                                          </p:stCondLst>
                                        </p:cTn>
                                        <p:tgtEl>
                                          <p:spTgt spid="567"/>
                                        </p:tgtEl>
                                        <p:attrNameLst>
                                          <p:attrName>style.visibility</p:attrName>
                                        </p:attrNameLst>
                                      </p:cBhvr>
                                      <p:to>
                                        <p:strVal val="visible"/>
                                      </p:to>
                                    </p:set>
                                    <p:animEffect transition="in" filter="dissolve">
                                      <p:cBhvr>
                                        <p:cTn id="13" dur="500"/>
                                        <p:tgtEl>
                                          <p:spTgt spid="56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550"/>
                                        </p:tgtEl>
                                        <p:attrNameLst>
                                          <p:attrName>style.visibility</p:attrName>
                                        </p:attrNameLst>
                                      </p:cBhvr>
                                      <p:to>
                                        <p:strVal val="visible"/>
                                      </p:to>
                                    </p:set>
                                    <p:animEffect transition="in" filter="dissolve">
                                      <p:cBhvr>
                                        <p:cTn id="18" dur="500"/>
                                        <p:tgtEl>
                                          <p:spTgt spid="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 grpId="0" animBg="1"/>
      <p:bldP spid="56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3">
            <a:extLst>
              <a:ext uri="{FF2B5EF4-FFF2-40B4-BE49-F238E27FC236}">
                <a16:creationId xmlns:a16="http://schemas.microsoft.com/office/drawing/2014/main" id="{7E0EC30E-B9BA-478E-90C8-CDEC6A78F98F}"/>
              </a:ext>
            </a:extLst>
          </p:cNvPr>
          <p:cNvSpPr txBox="1">
            <a:spLocks noChangeArrowheads="1"/>
          </p:cNvSpPr>
          <p:nvPr/>
        </p:nvSpPr>
        <p:spPr bwMode="black">
          <a:xfrm>
            <a:off x="685800" y="1219200"/>
            <a:ext cx="3505200" cy="4991100"/>
          </a:xfrm>
          <a:prstGeom prst="rect">
            <a:avLst/>
          </a:prstGeom>
          <a:noFill/>
          <a:ln>
            <a:noFill/>
          </a:ln>
          <a:effectLst/>
        </p:spPr>
        <p:txBody>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285750" indent="-285750" algn="just">
              <a:lnSpc>
                <a:spcPts val="3300"/>
              </a:lnSpc>
              <a:spcBef>
                <a:spcPct val="20000"/>
              </a:spcBef>
              <a:buClr>
                <a:schemeClr val="hlink"/>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交换机将连接在不同端口的主机分隔成独立的冲突域，但它们仍然处在一个共同的广播域中。</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ts val="3300"/>
              </a:lnSpc>
              <a:spcBef>
                <a:spcPct val="20000"/>
              </a:spcBef>
              <a:buClr>
                <a:schemeClr val="hlink"/>
              </a:buClr>
              <a:buSzPct val="80000"/>
              <a:buFont typeface="Wingdings" panose="05000000000000000000" pitchFamily="2" charset="2"/>
              <a:buChar char="u"/>
              <a:defRPr/>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以局域网交换技术为基础，通过交换机内部的软件功能，将网络中的主机按照功能、应用或部门等因素构成虚拟的工作组或逻辑网段。</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ts val="3300"/>
              </a:lnSpc>
              <a:spcBef>
                <a:spcPct val="20000"/>
              </a:spcBef>
              <a:buClr>
                <a:schemeClr val="hlink"/>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这些逻辑网段分别拥有</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独立的冲突域和广播域，</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因此</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可以</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缩小广播域和隔离广播</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1C941997-B215-4B49-8567-A321605AF9B8}"/>
              </a:ext>
            </a:extLst>
          </p:cNvPr>
          <p:cNvPicPr>
            <a:picLocks noChangeAspect="1"/>
          </p:cNvPicPr>
          <p:nvPr/>
        </p:nvPicPr>
        <p:blipFill rotWithShape="1">
          <a:blip r:embed="rId3">
            <a:extLst>
              <a:ext uri="{28A0092B-C50C-407E-A947-70E740481C1C}">
                <a14:useLocalDpi xmlns:a14="http://schemas.microsoft.com/office/drawing/2010/main" val="0"/>
              </a:ext>
            </a:extLst>
          </a:blip>
          <a:srcRect l="3124" r="4708"/>
          <a:stretch/>
        </p:blipFill>
        <p:spPr>
          <a:xfrm>
            <a:off x="4267200" y="1600200"/>
            <a:ext cx="4495800" cy="4114800"/>
          </a:xfrm>
          <a:prstGeom prst="rect">
            <a:avLst/>
          </a:prstGeom>
        </p:spPr>
      </p:pic>
      <p:sp>
        <p:nvSpPr>
          <p:cNvPr id="5" name="灯片编号占位符 1">
            <a:extLst>
              <a:ext uri="{FF2B5EF4-FFF2-40B4-BE49-F238E27FC236}">
                <a16:creationId xmlns:a16="http://schemas.microsoft.com/office/drawing/2014/main" id="{8F47F60D-F11E-4130-B0CB-BB486B77BE26}"/>
              </a:ext>
            </a:extLst>
          </p:cNvPr>
          <p:cNvSpPr>
            <a:spLocks noGrp="1"/>
          </p:cNvSpPr>
          <p:nvPr>
            <p:ph type="sldNum" sz="quarter" idx="10"/>
          </p:nvPr>
        </p:nvSpPr>
        <p:spPr>
          <a:xfrm>
            <a:off x="83058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45</a:t>
            </a:fld>
            <a:endParaRPr lang="en-US" altLang="zh-CN" sz="2000">
              <a:solidFill>
                <a:schemeClr val="bg2"/>
              </a:solidFill>
            </a:endParaRPr>
          </a:p>
        </p:txBody>
      </p:sp>
    </p:spTree>
    <p:extLst>
      <p:ext uri="{BB962C8B-B14F-4D97-AF65-F5344CB8AC3E}">
        <p14:creationId xmlns:p14="http://schemas.microsoft.com/office/powerpoint/2010/main" val="2466672005"/>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Picture 6">
            <a:extLst>
              <a:ext uri="{FF2B5EF4-FFF2-40B4-BE49-F238E27FC236}">
                <a16:creationId xmlns:a16="http://schemas.microsoft.com/office/drawing/2014/main" id="{70362641-2697-4337-A6C6-15D16002F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617155"/>
            <a:ext cx="3296672" cy="194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4">
            <a:extLst>
              <a:ext uri="{FF2B5EF4-FFF2-40B4-BE49-F238E27FC236}">
                <a16:creationId xmlns:a16="http://schemas.microsoft.com/office/drawing/2014/main" id="{460FA983-A77C-4A8A-9E62-8617CC9C7867}"/>
              </a:ext>
            </a:extLst>
          </p:cNvPr>
          <p:cNvSpPr txBox="1">
            <a:spLocks noChangeArrowheads="1"/>
          </p:cNvSpPr>
          <p:nvPr/>
        </p:nvSpPr>
        <p:spPr bwMode="auto">
          <a:xfrm>
            <a:off x="665728" y="5833646"/>
            <a:ext cx="32966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15.16  </a:t>
            </a:r>
            <a:r>
              <a:rPr lang="zh-CN" altLang="en-US" sz="1600" dirty="0">
                <a:latin typeface="Times New Roman" panose="02020603050405020304" pitchFamily="18" charset="0"/>
                <a:ea typeface="宋体" panose="02010600030101010101" pitchFamily="2" charset="-122"/>
              </a:rPr>
              <a:t>使用 </a:t>
            </a:r>
            <a:r>
              <a:rPr lang="en-US" altLang="zh-CN" sz="1600" dirty="0">
                <a:latin typeface="Times New Roman" panose="02020603050405020304" pitchFamily="18" charset="0"/>
                <a:ea typeface="宋体" panose="02010600030101010101" pitchFamily="2" charset="-122"/>
              </a:rPr>
              <a:t>VLAN </a:t>
            </a:r>
            <a:r>
              <a:rPr lang="zh-CN" altLang="en-US" sz="1600" dirty="0">
                <a:latin typeface="Times New Roman" panose="02020603050405020304" pitchFamily="18" charset="0"/>
                <a:ea typeface="宋体" panose="02010600030101010101" pitchFamily="2" charset="-122"/>
              </a:rPr>
              <a:t>的交换机</a:t>
            </a:r>
            <a:endParaRPr lang="en-US" altLang="zh-CN" sz="1600" dirty="0">
              <a:latin typeface="Times New Roman" panose="02020603050405020304" pitchFamily="18" charset="0"/>
              <a:ea typeface="宋体" panose="02010600030101010101" pitchFamily="2" charset="-122"/>
            </a:endParaRPr>
          </a:p>
        </p:txBody>
      </p:sp>
      <p:pic>
        <p:nvPicPr>
          <p:cNvPr id="53" name="Picture 6">
            <a:extLst>
              <a:ext uri="{FF2B5EF4-FFF2-40B4-BE49-F238E27FC236}">
                <a16:creationId xmlns:a16="http://schemas.microsoft.com/office/drawing/2014/main" id="{9A18A252-6519-4165-89D6-4D1375B332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1311" y="3057853"/>
            <a:ext cx="3514489" cy="2503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4">
            <a:extLst>
              <a:ext uri="{FF2B5EF4-FFF2-40B4-BE49-F238E27FC236}">
                <a16:creationId xmlns:a16="http://schemas.microsoft.com/office/drawing/2014/main" id="{4D3DD53B-C9AA-41DE-8742-F4350FEC8C29}"/>
              </a:ext>
            </a:extLst>
          </p:cNvPr>
          <p:cNvSpPr txBox="1">
            <a:spLocks noChangeArrowheads="1"/>
          </p:cNvSpPr>
          <p:nvPr/>
        </p:nvSpPr>
        <p:spPr bwMode="auto">
          <a:xfrm>
            <a:off x="4639179" y="5833646"/>
            <a:ext cx="41238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15.17  </a:t>
            </a:r>
            <a:r>
              <a:rPr lang="zh-CN" altLang="en-US" sz="1600" dirty="0">
                <a:latin typeface="Times New Roman" panose="02020603050405020304" pitchFamily="18" charset="0"/>
                <a:ea typeface="宋体" panose="02010600030101010101" pitchFamily="2" charset="-122"/>
              </a:rPr>
              <a:t>主干网中使用 </a:t>
            </a:r>
            <a:r>
              <a:rPr lang="en-US" altLang="zh-CN" sz="1600" dirty="0">
                <a:latin typeface="Times New Roman" panose="02020603050405020304" pitchFamily="18" charset="0"/>
                <a:ea typeface="宋体" panose="02010600030101010101" pitchFamily="2" charset="-122"/>
              </a:rPr>
              <a:t>VLAN </a:t>
            </a:r>
            <a:r>
              <a:rPr lang="zh-CN" altLang="en-US" sz="1600" dirty="0">
                <a:latin typeface="Times New Roman" panose="02020603050405020304" pitchFamily="18" charset="0"/>
                <a:ea typeface="宋体" panose="02010600030101010101" pitchFamily="2" charset="-122"/>
              </a:rPr>
              <a:t>的交换机</a:t>
            </a:r>
            <a:endParaRPr lang="en-US" altLang="zh-CN" sz="1600" dirty="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7496448C-2745-471E-A26F-ACEFC819828B}"/>
              </a:ext>
            </a:extLst>
          </p:cNvPr>
          <p:cNvSpPr/>
          <p:nvPr/>
        </p:nvSpPr>
        <p:spPr>
          <a:xfrm>
            <a:off x="800100" y="945178"/>
            <a:ext cx="7543800" cy="1890069"/>
          </a:xfrm>
          <a:prstGeom prst="rect">
            <a:avLst/>
          </a:prstGeom>
        </p:spPr>
        <p:txBody>
          <a:bodyPr wrap="square">
            <a:spAutoFit/>
          </a:bodyPr>
          <a:lstStyle/>
          <a:p>
            <a:pPr algn="just">
              <a:lnSpc>
                <a:spcPct val="150000"/>
              </a:lnSpc>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将局域网划分成逻辑的网段，一个局域网可以划分成多个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，也允许连接在不同交换机上的站点组成一个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，同一</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中的站点通信时就像它们属于一个物理网段一样。</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endParaRPr lang="en-US" altLang="zh-CN" sz="8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的优点</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：隔离和安全性、广播控制、灵活性和可管理性</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灯片编号占位符 1">
            <a:extLst>
              <a:ext uri="{FF2B5EF4-FFF2-40B4-BE49-F238E27FC236}">
                <a16:creationId xmlns:a16="http://schemas.microsoft.com/office/drawing/2014/main" id="{60471E46-42C1-4E82-958B-A2F0C31DB50A}"/>
              </a:ext>
            </a:extLst>
          </p:cNvPr>
          <p:cNvSpPr>
            <a:spLocks noGrp="1"/>
          </p:cNvSpPr>
          <p:nvPr>
            <p:ph type="sldNum" sz="quarter" idx="10"/>
          </p:nvPr>
        </p:nvSpPr>
        <p:spPr>
          <a:xfrm>
            <a:off x="83058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46</a:t>
            </a:fld>
            <a:endParaRPr lang="en-US" altLang="zh-CN" sz="2000">
              <a:solidFill>
                <a:schemeClr val="bg2"/>
              </a:solidFill>
            </a:endParaRP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D5B13BD-0064-4022-AD28-CEB3DE6CE442}"/>
              </a:ext>
            </a:extLst>
          </p:cNvPr>
          <p:cNvSpPr>
            <a:spLocks noChangeAspect="1" noChangeArrowheads="1"/>
          </p:cNvSpPr>
          <p:nvPr/>
        </p:nvSpPr>
        <p:spPr bwMode="auto">
          <a:xfrm>
            <a:off x="7105650" y="2990850"/>
            <a:ext cx="1354138"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03" name="Rectangle 3">
            <a:extLst>
              <a:ext uri="{FF2B5EF4-FFF2-40B4-BE49-F238E27FC236}">
                <a16:creationId xmlns:a16="http://schemas.microsoft.com/office/drawing/2014/main" id="{71D5C824-BED1-4582-8270-61777F4901EE}"/>
              </a:ext>
            </a:extLst>
          </p:cNvPr>
          <p:cNvSpPr>
            <a:spLocks noChangeAspect="1" noChangeArrowheads="1"/>
          </p:cNvSpPr>
          <p:nvPr/>
        </p:nvSpPr>
        <p:spPr bwMode="auto">
          <a:xfrm>
            <a:off x="611188" y="2990850"/>
            <a:ext cx="1354137" cy="29527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04" name="Rectangle 4">
            <a:extLst>
              <a:ext uri="{FF2B5EF4-FFF2-40B4-BE49-F238E27FC236}">
                <a16:creationId xmlns:a16="http://schemas.microsoft.com/office/drawing/2014/main" id="{945A642D-DCD6-4F2D-9283-84D6B62EC198}"/>
              </a:ext>
            </a:extLst>
          </p:cNvPr>
          <p:cNvSpPr>
            <a:spLocks noGrp="1" noChangeArrowheads="1"/>
          </p:cNvSpPr>
          <p:nvPr>
            <p:ph type="title"/>
          </p:nvPr>
        </p:nvSpPr>
        <p:spPr bwMode="auto">
          <a:xfrm>
            <a:off x="3567806" y="5905500"/>
            <a:ext cx="2548138" cy="495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1600" b="1" kern="1200"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基于端口</a:t>
            </a:r>
            <a:r>
              <a:rPr lang="zh-CN" altLang="en-US" sz="16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划分</a:t>
            </a:r>
            <a:r>
              <a:rPr lang="en-US" altLang="en-US" sz="16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VLAN</a:t>
            </a:r>
            <a:endParaRPr lang="en-US" altLang="zh-CN" sz="1600" b="1" kern="12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05" name="Line 5">
            <a:extLst>
              <a:ext uri="{FF2B5EF4-FFF2-40B4-BE49-F238E27FC236}">
                <a16:creationId xmlns:a16="http://schemas.microsoft.com/office/drawing/2014/main" id="{A2896306-FECE-440E-8DA5-B17F29081E79}"/>
              </a:ext>
            </a:extLst>
          </p:cNvPr>
          <p:cNvSpPr>
            <a:spLocks noChangeShapeType="1"/>
          </p:cNvSpPr>
          <p:nvPr/>
        </p:nvSpPr>
        <p:spPr bwMode="auto">
          <a:xfrm>
            <a:off x="1547813" y="3709988"/>
            <a:ext cx="5762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6" name="Line 6">
            <a:extLst>
              <a:ext uri="{FF2B5EF4-FFF2-40B4-BE49-F238E27FC236}">
                <a16:creationId xmlns:a16="http://schemas.microsoft.com/office/drawing/2014/main" id="{CA8F6AB8-2B68-4CCC-A312-B951EAE86051}"/>
              </a:ext>
            </a:extLst>
          </p:cNvPr>
          <p:cNvSpPr>
            <a:spLocks noChangeShapeType="1"/>
          </p:cNvSpPr>
          <p:nvPr/>
        </p:nvSpPr>
        <p:spPr bwMode="auto">
          <a:xfrm>
            <a:off x="1547813" y="5078413"/>
            <a:ext cx="5762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7" name="Line 7">
            <a:extLst>
              <a:ext uri="{FF2B5EF4-FFF2-40B4-BE49-F238E27FC236}">
                <a16:creationId xmlns:a16="http://schemas.microsoft.com/office/drawing/2014/main" id="{324F8EA2-B131-4641-B872-7EE3B997D42C}"/>
              </a:ext>
            </a:extLst>
          </p:cNvPr>
          <p:cNvSpPr>
            <a:spLocks noChangeShapeType="1"/>
          </p:cNvSpPr>
          <p:nvPr/>
        </p:nvSpPr>
        <p:spPr bwMode="auto">
          <a:xfrm>
            <a:off x="6877050" y="3636963"/>
            <a:ext cx="576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8" name="Line 8">
            <a:extLst>
              <a:ext uri="{FF2B5EF4-FFF2-40B4-BE49-F238E27FC236}">
                <a16:creationId xmlns:a16="http://schemas.microsoft.com/office/drawing/2014/main" id="{6DF5A55D-C729-414B-8E71-917DCE13C49F}"/>
              </a:ext>
            </a:extLst>
          </p:cNvPr>
          <p:cNvSpPr>
            <a:spLocks noChangeShapeType="1"/>
          </p:cNvSpPr>
          <p:nvPr/>
        </p:nvSpPr>
        <p:spPr bwMode="auto">
          <a:xfrm>
            <a:off x="6877050" y="5078413"/>
            <a:ext cx="576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9" name="Line 9">
            <a:extLst>
              <a:ext uri="{FF2B5EF4-FFF2-40B4-BE49-F238E27FC236}">
                <a16:creationId xmlns:a16="http://schemas.microsoft.com/office/drawing/2014/main" id="{8037E582-1F56-4C49-B931-D396BE7FCB06}"/>
              </a:ext>
            </a:extLst>
          </p:cNvPr>
          <p:cNvSpPr>
            <a:spLocks noChangeShapeType="1"/>
          </p:cNvSpPr>
          <p:nvPr/>
        </p:nvSpPr>
        <p:spPr bwMode="auto">
          <a:xfrm>
            <a:off x="4932363" y="4718050"/>
            <a:ext cx="194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0" name="Line 10">
            <a:extLst>
              <a:ext uri="{FF2B5EF4-FFF2-40B4-BE49-F238E27FC236}">
                <a16:creationId xmlns:a16="http://schemas.microsoft.com/office/drawing/2014/main" id="{A395EED6-F886-4436-B764-1B9DD9B3811A}"/>
              </a:ext>
            </a:extLst>
          </p:cNvPr>
          <p:cNvSpPr>
            <a:spLocks noChangeShapeType="1"/>
          </p:cNvSpPr>
          <p:nvPr/>
        </p:nvSpPr>
        <p:spPr bwMode="auto">
          <a:xfrm>
            <a:off x="5076825" y="4429125"/>
            <a:ext cx="1800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1" name="Line 11">
            <a:extLst>
              <a:ext uri="{FF2B5EF4-FFF2-40B4-BE49-F238E27FC236}">
                <a16:creationId xmlns:a16="http://schemas.microsoft.com/office/drawing/2014/main" id="{EA0436FD-BF9A-4675-834C-BD9BC1230982}"/>
              </a:ext>
            </a:extLst>
          </p:cNvPr>
          <p:cNvSpPr>
            <a:spLocks noChangeShapeType="1"/>
          </p:cNvSpPr>
          <p:nvPr/>
        </p:nvSpPr>
        <p:spPr bwMode="auto">
          <a:xfrm>
            <a:off x="2124075" y="4718050"/>
            <a:ext cx="17287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2" name="Line 12">
            <a:extLst>
              <a:ext uri="{FF2B5EF4-FFF2-40B4-BE49-F238E27FC236}">
                <a16:creationId xmlns:a16="http://schemas.microsoft.com/office/drawing/2014/main" id="{0850F419-627D-46D2-8ABB-B061F5BDF827}"/>
              </a:ext>
            </a:extLst>
          </p:cNvPr>
          <p:cNvSpPr>
            <a:spLocks noChangeShapeType="1"/>
          </p:cNvSpPr>
          <p:nvPr/>
        </p:nvSpPr>
        <p:spPr bwMode="auto">
          <a:xfrm>
            <a:off x="2124075" y="4429125"/>
            <a:ext cx="1727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3" name="Line 13">
            <a:extLst>
              <a:ext uri="{FF2B5EF4-FFF2-40B4-BE49-F238E27FC236}">
                <a16:creationId xmlns:a16="http://schemas.microsoft.com/office/drawing/2014/main" id="{31B68F92-2995-426F-B62C-E52D069C1FD4}"/>
              </a:ext>
            </a:extLst>
          </p:cNvPr>
          <p:cNvSpPr>
            <a:spLocks noChangeShapeType="1"/>
          </p:cNvSpPr>
          <p:nvPr/>
        </p:nvSpPr>
        <p:spPr bwMode="auto">
          <a:xfrm flipV="1">
            <a:off x="2124075" y="4718050"/>
            <a:ext cx="0"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4" name="Line 14">
            <a:extLst>
              <a:ext uri="{FF2B5EF4-FFF2-40B4-BE49-F238E27FC236}">
                <a16:creationId xmlns:a16="http://schemas.microsoft.com/office/drawing/2014/main" id="{A61E1831-997F-4132-9661-32A11C34E05D}"/>
              </a:ext>
            </a:extLst>
          </p:cNvPr>
          <p:cNvSpPr>
            <a:spLocks noChangeShapeType="1"/>
          </p:cNvSpPr>
          <p:nvPr/>
        </p:nvSpPr>
        <p:spPr bwMode="auto">
          <a:xfrm>
            <a:off x="2124075" y="3709988"/>
            <a:ext cx="0" cy="7191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5" name="Line 15">
            <a:extLst>
              <a:ext uri="{FF2B5EF4-FFF2-40B4-BE49-F238E27FC236}">
                <a16:creationId xmlns:a16="http://schemas.microsoft.com/office/drawing/2014/main" id="{56AFBD73-F272-46CA-BB5B-863E8186799E}"/>
              </a:ext>
            </a:extLst>
          </p:cNvPr>
          <p:cNvSpPr>
            <a:spLocks noChangeShapeType="1"/>
          </p:cNvSpPr>
          <p:nvPr/>
        </p:nvSpPr>
        <p:spPr bwMode="auto">
          <a:xfrm flipV="1">
            <a:off x="6877050" y="3636963"/>
            <a:ext cx="0" cy="7921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16" name="Line 16">
            <a:extLst>
              <a:ext uri="{FF2B5EF4-FFF2-40B4-BE49-F238E27FC236}">
                <a16:creationId xmlns:a16="http://schemas.microsoft.com/office/drawing/2014/main" id="{73111B5A-6C78-482A-87F5-96A0D947D8E7}"/>
              </a:ext>
            </a:extLst>
          </p:cNvPr>
          <p:cNvSpPr>
            <a:spLocks noChangeShapeType="1"/>
          </p:cNvSpPr>
          <p:nvPr/>
        </p:nvSpPr>
        <p:spPr bwMode="auto">
          <a:xfrm>
            <a:off x="6877050" y="4718050"/>
            <a:ext cx="0" cy="360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2417" name="Group 17">
            <a:extLst>
              <a:ext uri="{FF2B5EF4-FFF2-40B4-BE49-F238E27FC236}">
                <a16:creationId xmlns:a16="http://schemas.microsoft.com/office/drawing/2014/main" id="{C9F50F32-D5B4-4438-922C-2109B26DD8D0}"/>
              </a:ext>
            </a:extLst>
          </p:cNvPr>
          <p:cNvGrpSpPr>
            <a:grpSpLocks noChangeAspect="1"/>
          </p:cNvGrpSpPr>
          <p:nvPr/>
        </p:nvGrpSpPr>
        <p:grpSpPr bwMode="auto">
          <a:xfrm>
            <a:off x="3708400" y="4056063"/>
            <a:ext cx="1511300" cy="1093787"/>
            <a:chOff x="470" y="447"/>
            <a:chExt cx="576" cy="417"/>
          </a:xfrm>
        </p:grpSpPr>
        <p:sp>
          <p:nvSpPr>
            <p:cNvPr id="102458" name="AutoShape 18">
              <a:extLst>
                <a:ext uri="{FF2B5EF4-FFF2-40B4-BE49-F238E27FC236}">
                  <a16:creationId xmlns:a16="http://schemas.microsoft.com/office/drawing/2014/main" id="{424B7B28-1933-457B-86DA-60677439CDB5}"/>
                </a:ext>
              </a:extLst>
            </p:cNvPr>
            <p:cNvSpPr>
              <a:spLocks noChangeAspect="1" noChangeArrowheads="1" noTextEdit="1"/>
            </p:cNvSpPr>
            <p:nvPr/>
          </p:nvSpPr>
          <p:spPr bwMode="auto">
            <a:xfrm>
              <a:off x="470" y="447"/>
              <a:ext cx="576"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59" name="Freeform 19">
              <a:extLst>
                <a:ext uri="{FF2B5EF4-FFF2-40B4-BE49-F238E27FC236}">
                  <a16:creationId xmlns:a16="http://schemas.microsoft.com/office/drawing/2014/main" id="{922FCFDF-C227-4BD9-B113-5DFADE71311E}"/>
                </a:ext>
              </a:extLst>
            </p:cNvPr>
            <p:cNvSpPr>
              <a:spLocks/>
            </p:cNvSpPr>
            <p:nvPr/>
          </p:nvSpPr>
          <p:spPr bwMode="auto">
            <a:xfrm>
              <a:off x="759" y="613"/>
              <a:ext cx="286" cy="252"/>
            </a:xfrm>
            <a:custGeom>
              <a:avLst/>
              <a:gdLst>
                <a:gd name="T0" fmla="*/ 286 w 286"/>
                <a:gd name="T1" fmla="*/ 0 h 252"/>
                <a:gd name="T2" fmla="*/ 286 w 286"/>
                <a:gd name="T3" fmla="*/ 85 h 252"/>
                <a:gd name="T4" fmla="*/ 0 w 286"/>
                <a:gd name="T5" fmla="*/ 252 h 252"/>
                <a:gd name="T6" fmla="*/ 0 w 286"/>
                <a:gd name="T7" fmla="*/ 166 h 252"/>
                <a:gd name="T8" fmla="*/ 286 w 286"/>
                <a:gd name="T9" fmla="*/ 0 h 252"/>
                <a:gd name="T10" fmla="*/ 286 w 286"/>
                <a:gd name="T11" fmla="*/ 0 h 252"/>
                <a:gd name="T12" fmla="*/ 286 w 286"/>
                <a:gd name="T13" fmla="*/ 0 h 252"/>
                <a:gd name="T14" fmla="*/ 286 w 286"/>
                <a:gd name="T15" fmla="*/ 0 h 252"/>
                <a:gd name="T16" fmla="*/ 286 w 286"/>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6"/>
                <a:gd name="T28" fmla="*/ 0 h 252"/>
                <a:gd name="T29" fmla="*/ 286 w 286"/>
                <a:gd name="T30" fmla="*/ 252 h 2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6" h="252">
                  <a:moveTo>
                    <a:pt x="286" y="0"/>
                  </a:moveTo>
                  <a:lnTo>
                    <a:pt x="286" y="85"/>
                  </a:lnTo>
                  <a:lnTo>
                    <a:pt x="0" y="252"/>
                  </a:lnTo>
                  <a:lnTo>
                    <a:pt x="0" y="166"/>
                  </a:lnTo>
                  <a:lnTo>
                    <a:pt x="286" y="0"/>
                  </a:lnTo>
                  <a:close/>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0" name="Freeform 20">
              <a:extLst>
                <a:ext uri="{FF2B5EF4-FFF2-40B4-BE49-F238E27FC236}">
                  <a16:creationId xmlns:a16="http://schemas.microsoft.com/office/drawing/2014/main" id="{3586880F-59CB-4F8E-A6FD-173F9CED20E9}"/>
                </a:ext>
              </a:extLst>
            </p:cNvPr>
            <p:cNvSpPr>
              <a:spLocks/>
            </p:cNvSpPr>
            <p:nvPr/>
          </p:nvSpPr>
          <p:spPr bwMode="auto">
            <a:xfrm>
              <a:off x="471" y="613"/>
              <a:ext cx="288" cy="252"/>
            </a:xfrm>
            <a:custGeom>
              <a:avLst/>
              <a:gdLst>
                <a:gd name="T0" fmla="*/ 288 w 288"/>
                <a:gd name="T1" fmla="*/ 166 h 252"/>
                <a:gd name="T2" fmla="*/ 288 w 288"/>
                <a:gd name="T3" fmla="*/ 252 h 252"/>
                <a:gd name="T4" fmla="*/ 0 w 288"/>
                <a:gd name="T5" fmla="*/ 85 h 252"/>
                <a:gd name="T6" fmla="*/ 0 w 288"/>
                <a:gd name="T7" fmla="*/ 0 h 252"/>
                <a:gd name="T8" fmla="*/ 288 w 288"/>
                <a:gd name="T9" fmla="*/ 166 h 252"/>
                <a:gd name="T10" fmla="*/ 288 w 288"/>
                <a:gd name="T11" fmla="*/ 166 h 252"/>
                <a:gd name="T12" fmla="*/ 288 w 288"/>
                <a:gd name="T13" fmla="*/ 166 h 252"/>
                <a:gd name="T14" fmla="*/ 288 w 288"/>
                <a:gd name="T15" fmla="*/ 166 h 252"/>
                <a:gd name="T16" fmla="*/ 288 w 288"/>
                <a:gd name="T17" fmla="*/ 166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8"/>
                <a:gd name="T28" fmla="*/ 0 h 252"/>
                <a:gd name="T29" fmla="*/ 288 w 288"/>
                <a:gd name="T30" fmla="*/ 252 h 2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8" h="252">
                  <a:moveTo>
                    <a:pt x="288" y="166"/>
                  </a:moveTo>
                  <a:lnTo>
                    <a:pt x="288" y="252"/>
                  </a:lnTo>
                  <a:lnTo>
                    <a:pt x="0" y="85"/>
                  </a:lnTo>
                  <a:lnTo>
                    <a:pt x="0" y="0"/>
                  </a:lnTo>
                  <a:lnTo>
                    <a:pt x="288" y="166"/>
                  </a:lnTo>
                  <a:close/>
                </a:path>
              </a:pathLst>
            </a:custGeom>
            <a:solidFill>
              <a:srgbClr val="36458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1" name="Freeform 21">
              <a:extLst>
                <a:ext uri="{FF2B5EF4-FFF2-40B4-BE49-F238E27FC236}">
                  <a16:creationId xmlns:a16="http://schemas.microsoft.com/office/drawing/2014/main" id="{FC725CB3-DA17-43BB-92AC-BC2741A73272}"/>
                </a:ext>
              </a:extLst>
            </p:cNvPr>
            <p:cNvSpPr>
              <a:spLocks/>
            </p:cNvSpPr>
            <p:nvPr/>
          </p:nvSpPr>
          <p:spPr bwMode="auto">
            <a:xfrm>
              <a:off x="471" y="447"/>
              <a:ext cx="574" cy="332"/>
            </a:xfrm>
            <a:custGeom>
              <a:avLst/>
              <a:gdLst>
                <a:gd name="T0" fmla="*/ 574 w 574"/>
                <a:gd name="T1" fmla="*/ 166 h 332"/>
                <a:gd name="T2" fmla="*/ 288 w 574"/>
                <a:gd name="T3" fmla="*/ 332 h 332"/>
                <a:gd name="T4" fmla="*/ 0 w 574"/>
                <a:gd name="T5" fmla="*/ 166 h 332"/>
                <a:gd name="T6" fmla="*/ 286 w 574"/>
                <a:gd name="T7" fmla="*/ 0 h 332"/>
                <a:gd name="T8" fmla="*/ 574 w 574"/>
                <a:gd name="T9" fmla="*/ 166 h 332"/>
                <a:gd name="T10" fmla="*/ 574 w 574"/>
                <a:gd name="T11" fmla="*/ 166 h 332"/>
                <a:gd name="T12" fmla="*/ 574 w 574"/>
                <a:gd name="T13" fmla="*/ 166 h 332"/>
                <a:gd name="T14" fmla="*/ 574 w 574"/>
                <a:gd name="T15" fmla="*/ 166 h 332"/>
                <a:gd name="T16" fmla="*/ 574 w 574"/>
                <a:gd name="T17" fmla="*/ 166 h 3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4"/>
                <a:gd name="T28" fmla="*/ 0 h 332"/>
                <a:gd name="T29" fmla="*/ 574 w 574"/>
                <a:gd name="T30" fmla="*/ 332 h 3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4" h="332">
                  <a:moveTo>
                    <a:pt x="574" y="166"/>
                  </a:moveTo>
                  <a:lnTo>
                    <a:pt x="288" y="332"/>
                  </a:lnTo>
                  <a:lnTo>
                    <a:pt x="0" y="166"/>
                  </a:lnTo>
                  <a:lnTo>
                    <a:pt x="286" y="0"/>
                  </a:lnTo>
                  <a:lnTo>
                    <a:pt x="574" y="166"/>
                  </a:lnTo>
                  <a:close/>
                </a:path>
              </a:pathLst>
            </a:custGeom>
            <a:solidFill>
              <a:srgbClr val="4D61A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2" name="Freeform 22">
              <a:extLst>
                <a:ext uri="{FF2B5EF4-FFF2-40B4-BE49-F238E27FC236}">
                  <a16:creationId xmlns:a16="http://schemas.microsoft.com/office/drawing/2014/main" id="{200DBFCB-5DD2-4161-BBB1-EFEF723B8072}"/>
                </a:ext>
              </a:extLst>
            </p:cNvPr>
            <p:cNvSpPr>
              <a:spLocks noEditPoints="1"/>
            </p:cNvSpPr>
            <p:nvPr/>
          </p:nvSpPr>
          <p:spPr bwMode="auto">
            <a:xfrm>
              <a:off x="550" y="495"/>
              <a:ext cx="416" cy="241"/>
            </a:xfrm>
            <a:custGeom>
              <a:avLst/>
              <a:gdLst>
                <a:gd name="T0" fmla="*/ 1 w 785"/>
                <a:gd name="T1" fmla="*/ 1 h 457"/>
                <a:gd name="T2" fmla="*/ 1 w 785"/>
                <a:gd name="T3" fmla="*/ 1 h 457"/>
                <a:gd name="T4" fmla="*/ 1 w 785"/>
                <a:gd name="T5" fmla="*/ 1 h 457"/>
                <a:gd name="T6" fmla="*/ 1 w 785"/>
                <a:gd name="T7" fmla="*/ 1 h 457"/>
                <a:gd name="T8" fmla="*/ 1 w 785"/>
                <a:gd name="T9" fmla="*/ 1 h 457"/>
                <a:gd name="T10" fmla="*/ 1 w 785"/>
                <a:gd name="T11" fmla="*/ 1 h 457"/>
                <a:gd name="T12" fmla="*/ 1 w 785"/>
                <a:gd name="T13" fmla="*/ 1 h 457"/>
                <a:gd name="T14" fmla="*/ 1 w 785"/>
                <a:gd name="T15" fmla="*/ 1 h 457"/>
                <a:gd name="T16" fmla="*/ 1 w 785"/>
                <a:gd name="T17" fmla="*/ 1 h 457"/>
                <a:gd name="T18" fmla="*/ 1 w 785"/>
                <a:gd name="T19" fmla="*/ 1 h 457"/>
                <a:gd name="T20" fmla="*/ 1 w 785"/>
                <a:gd name="T21" fmla="*/ 1 h 457"/>
                <a:gd name="T22" fmla="*/ 1 w 785"/>
                <a:gd name="T23" fmla="*/ 1 h 457"/>
                <a:gd name="T24" fmla="*/ 0 w 785"/>
                <a:gd name="T25" fmla="*/ 1 h 457"/>
                <a:gd name="T26" fmla="*/ 1 w 785"/>
                <a:gd name="T27" fmla="*/ 1 h 457"/>
                <a:gd name="T28" fmla="*/ 1 w 785"/>
                <a:gd name="T29" fmla="*/ 1 h 457"/>
                <a:gd name="T30" fmla="*/ 1 w 785"/>
                <a:gd name="T31" fmla="*/ 1 h 457"/>
                <a:gd name="T32" fmla="*/ 1 w 785"/>
                <a:gd name="T33" fmla="*/ 1 h 457"/>
                <a:gd name="T34" fmla="*/ 1 w 785"/>
                <a:gd name="T35" fmla="*/ 1 h 457"/>
                <a:gd name="T36" fmla="*/ 1 w 785"/>
                <a:gd name="T37" fmla="*/ 1 h 457"/>
                <a:gd name="T38" fmla="*/ 1 w 785"/>
                <a:gd name="T39" fmla="*/ 1 h 457"/>
                <a:gd name="T40" fmla="*/ 1 w 785"/>
                <a:gd name="T41" fmla="*/ 1 h 457"/>
                <a:gd name="T42" fmla="*/ 1 w 785"/>
                <a:gd name="T43" fmla="*/ 1 h 457"/>
                <a:gd name="T44" fmla="*/ 1 w 785"/>
                <a:gd name="T45" fmla="*/ 0 h 457"/>
                <a:gd name="T46" fmla="*/ 1 w 785"/>
                <a:gd name="T47" fmla="*/ 1 h 457"/>
                <a:gd name="T48" fmla="*/ 1 w 785"/>
                <a:gd name="T49" fmla="*/ 1 h 457"/>
                <a:gd name="T50" fmla="*/ 1 w 785"/>
                <a:gd name="T51" fmla="*/ 1 h 457"/>
                <a:gd name="T52" fmla="*/ 1 w 785"/>
                <a:gd name="T53" fmla="*/ 1 h 457"/>
                <a:gd name="T54" fmla="*/ 1 w 785"/>
                <a:gd name="T55" fmla="*/ 1 h 457"/>
                <a:gd name="T56" fmla="*/ 1 w 785"/>
                <a:gd name="T57" fmla="*/ 1 h 457"/>
                <a:gd name="T58" fmla="*/ 1 w 785"/>
                <a:gd name="T59" fmla="*/ 1 h 457"/>
                <a:gd name="T60" fmla="*/ 1 w 785"/>
                <a:gd name="T61" fmla="*/ 1 h 457"/>
                <a:gd name="T62" fmla="*/ 1 w 785"/>
                <a:gd name="T63" fmla="*/ 1 h 457"/>
                <a:gd name="T64" fmla="*/ 1 w 785"/>
                <a:gd name="T65" fmla="*/ 1 h 457"/>
                <a:gd name="T66" fmla="*/ 1 w 785"/>
                <a:gd name="T67" fmla="*/ 1 h 457"/>
                <a:gd name="T68" fmla="*/ 1 w 785"/>
                <a:gd name="T69" fmla="*/ 1 h 457"/>
                <a:gd name="T70" fmla="*/ 1 w 785"/>
                <a:gd name="T71" fmla="*/ 1 h 457"/>
                <a:gd name="T72" fmla="*/ 1 w 785"/>
                <a:gd name="T73" fmla="*/ 1 h 457"/>
                <a:gd name="T74" fmla="*/ 1 w 785"/>
                <a:gd name="T75" fmla="*/ 1 h 457"/>
                <a:gd name="T76" fmla="*/ 1 w 785"/>
                <a:gd name="T77" fmla="*/ 1 h 457"/>
                <a:gd name="T78" fmla="*/ 1 w 785"/>
                <a:gd name="T79" fmla="*/ 1 h 457"/>
                <a:gd name="T80" fmla="*/ 1 w 785"/>
                <a:gd name="T81" fmla="*/ 1 h 457"/>
                <a:gd name="T82" fmla="*/ 1 w 785"/>
                <a:gd name="T83" fmla="*/ 1 h 457"/>
                <a:gd name="T84" fmla="*/ 1 w 785"/>
                <a:gd name="T85" fmla="*/ 1 h 457"/>
                <a:gd name="T86" fmla="*/ 1 w 785"/>
                <a:gd name="T87" fmla="*/ 1 h 457"/>
                <a:gd name="T88" fmla="*/ 1 w 785"/>
                <a:gd name="T89" fmla="*/ 1 h 457"/>
                <a:gd name="T90" fmla="*/ 1 w 785"/>
                <a:gd name="T91" fmla="*/ 1 h 457"/>
                <a:gd name="T92" fmla="*/ 1 w 785"/>
                <a:gd name="T93" fmla="*/ 1 h 457"/>
                <a:gd name="T94" fmla="*/ 1 w 785"/>
                <a:gd name="T95" fmla="*/ 1 h 45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85"/>
                <a:gd name="T145" fmla="*/ 0 h 457"/>
                <a:gd name="T146" fmla="*/ 785 w 785"/>
                <a:gd name="T147" fmla="*/ 457 h 45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85" h="457">
                  <a:moveTo>
                    <a:pt x="483" y="356"/>
                  </a:moveTo>
                  <a:cubicBezTo>
                    <a:pt x="523" y="379"/>
                    <a:pt x="523" y="379"/>
                    <a:pt x="523" y="379"/>
                  </a:cubicBezTo>
                  <a:cubicBezTo>
                    <a:pt x="389" y="457"/>
                    <a:pt x="389" y="457"/>
                    <a:pt x="389" y="457"/>
                  </a:cubicBezTo>
                  <a:cubicBezTo>
                    <a:pt x="255" y="379"/>
                    <a:pt x="255" y="379"/>
                    <a:pt x="255" y="379"/>
                  </a:cubicBezTo>
                  <a:cubicBezTo>
                    <a:pt x="295" y="356"/>
                    <a:pt x="295" y="356"/>
                    <a:pt x="295" y="356"/>
                  </a:cubicBezTo>
                  <a:cubicBezTo>
                    <a:pt x="356" y="391"/>
                    <a:pt x="356" y="391"/>
                    <a:pt x="356" y="391"/>
                  </a:cubicBezTo>
                  <a:cubicBezTo>
                    <a:pt x="356" y="313"/>
                    <a:pt x="356" y="313"/>
                    <a:pt x="356" y="313"/>
                  </a:cubicBezTo>
                  <a:cubicBezTo>
                    <a:pt x="330" y="309"/>
                    <a:pt x="306" y="302"/>
                    <a:pt x="286" y="290"/>
                  </a:cubicBezTo>
                  <a:cubicBezTo>
                    <a:pt x="266" y="279"/>
                    <a:pt x="253" y="264"/>
                    <a:pt x="246" y="249"/>
                  </a:cubicBezTo>
                  <a:cubicBezTo>
                    <a:pt x="113" y="249"/>
                    <a:pt x="113" y="249"/>
                    <a:pt x="113" y="249"/>
                  </a:cubicBezTo>
                  <a:cubicBezTo>
                    <a:pt x="174" y="285"/>
                    <a:pt x="174" y="285"/>
                    <a:pt x="174" y="285"/>
                  </a:cubicBezTo>
                  <a:cubicBezTo>
                    <a:pt x="134" y="308"/>
                    <a:pt x="134" y="308"/>
                    <a:pt x="134" y="308"/>
                  </a:cubicBezTo>
                  <a:cubicBezTo>
                    <a:pt x="0" y="230"/>
                    <a:pt x="0" y="230"/>
                    <a:pt x="0" y="230"/>
                  </a:cubicBezTo>
                  <a:cubicBezTo>
                    <a:pt x="134" y="153"/>
                    <a:pt x="134" y="153"/>
                    <a:pt x="134" y="153"/>
                  </a:cubicBezTo>
                  <a:cubicBezTo>
                    <a:pt x="174" y="176"/>
                    <a:pt x="174" y="176"/>
                    <a:pt x="174" y="176"/>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6"/>
                    <a:pt x="369" y="66"/>
                    <a:pt x="369" y="66"/>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6"/>
                    <a:pt x="435" y="66"/>
                    <a:pt x="435" y="66"/>
                  </a:cubicBezTo>
                  <a:cubicBezTo>
                    <a:pt x="435" y="87"/>
                    <a:pt x="435" y="117"/>
                    <a:pt x="435" y="142"/>
                  </a:cubicBezTo>
                  <a:cubicBezTo>
                    <a:pt x="460" y="146"/>
                    <a:pt x="483" y="154"/>
                    <a:pt x="502" y="165"/>
                  </a:cubicBezTo>
                  <a:cubicBezTo>
                    <a:pt x="521" y="176"/>
                    <a:pt x="534" y="190"/>
                    <a:pt x="541" y="204"/>
                  </a:cubicBezTo>
                  <a:cubicBezTo>
                    <a:pt x="672" y="204"/>
                    <a:pt x="672" y="204"/>
                    <a:pt x="672" y="204"/>
                  </a:cubicBezTo>
                  <a:cubicBezTo>
                    <a:pt x="611" y="169"/>
                    <a:pt x="611" y="169"/>
                    <a:pt x="611" y="169"/>
                  </a:cubicBezTo>
                  <a:cubicBezTo>
                    <a:pt x="650" y="145"/>
                    <a:pt x="650" y="145"/>
                    <a:pt x="650" y="145"/>
                  </a:cubicBezTo>
                  <a:cubicBezTo>
                    <a:pt x="785" y="223"/>
                    <a:pt x="785" y="223"/>
                    <a:pt x="785" y="223"/>
                  </a:cubicBezTo>
                  <a:cubicBezTo>
                    <a:pt x="651" y="301"/>
                    <a:pt x="651" y="301"/>
                    <a:pt x="651" y="301"/>
                  </a:cubicBezTo>
                  <a:cubicBezTo>
                    <a:pt x="611" y="278"/>
                    <a:pt x="611" y="278"/>
                    <a:pt x="611" y="278"/>
                  </a:cubicBezTo>
                  <a:cubicBezTo>
                    <a:pt x="672" y="242"/>
                    <a:pt x="672" y="242"/>
                    <a:pt x="672" y="242"/>
                  </a:cubicBezTo>
                  <a:cubicBezTo>
                    <a:pt x="637" y="242"/>
                    <a:pt x="587" y="242"/>
                    <a:pt x="545" y="242"/>
                  </a:cubicBezTo>
                  <a:cubicBezTo>
                    <a:pt x="540" y="260"/>
                    <a:pt x="526" y="277"/>
                    <a:pt x="502" y="290"/>
                  </a:cubicBezTo>
                  <a:cubicBezTo>
                    <a:pt x="480" y="303"/>
                    <a:pt x="451" y="312"/>
                    <a:pt x="422" y="315"/>
                  </a:cubicBezTo>
                  <a:cubicBezTo>
                    <a:pt x="422" y="391"/>
                    <a:pt x="422" y="391"/>
                    <a:pt x="422" y="391"/>
                  </a:cubicBezTo>
                  <a:cubicBezTo>
                    <a:pt x="483" y="356"/>
                    <a:pt x="483" y="356"/>
                    <a:pt x="483" y="356"/>
                  </a:cubicBezTo>
                  <a:cubicBezTo>
                    <a:pt x="483" y="356"/>
                    <a:pt x="483" y="356"/>
                    <a:pt x="483" y="356"/>
                  </a:cubicBezTo>
                  <a:cubicBezTo>
                    <a:pt x="483" y="356"/>
                    <a:pt x="483" y="356"/>
                    <a:pt x="483" y="356"/>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1D297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3" name="Freeform 23">
              <a:extLst>
                <a:ext uri="{FF2B5EF4-FFF2-40B4-BE49-F238E27FC236}">
                  <a16:creationId xmlns:a16="http://schemas.microsoft.com/office/drawing/2014/main" id="{942841E2-C77F-434E-AA0C-A4D5A0197917}"/>
                </a:ext>
              </a:extLst>
            </p:cNvPr>
            <p:cNvSpPr>
              <a:spLocks noEditPoints="1"/>
            </p:cNvSpPr>
            <p:nvPr/>
          </p:nvSpPr>
          <p:spPr bwMode="auto">
            <a:xfrm>
              <a:off x="550" y="489"/>
              <a:ext cx="416" cy="241"/>
            </a:xfrm>
            <a:custGeom>
              <a:avLst/>
              <a:gdLst>
                <a:gd name="T0" fmla="*/ 1 w 785"/>
                <a:gd name="T1" fmla="*/ 1 h 456"/>
                <a:gd name="T2" fmla="*/ 1 w 785"/>
                <a:gd name="T3" fmla="*/ 1 h 456"/>
                <a:gd name="T4" fmla="*/ 1 w 785"/>
                <a:gd name="T5" fmla="*/ 1 h 456"/>
                <a:gd name="T6" fmla="*/ 1 w 785"/>
                <a:gd name="T7" fmla="*/ 1 h 456"/>
                <a:gd name="T8" fmla="*/ 1 w 785"/>
                <a:gd name="T9" fmla="*/ 1 h 456"/>
                <a:gd name="T10" fmla="*/ 1 w 785"/>
                <a:gd name="T11" fmla="*/ 1 h 456"/>
                <a:gd name="T12" fmla="*/ 1 w 785"/>
                <a:gd name="T13" fmla="*/ 1 h 456"/>
                <a:gd name="T14" fmla="*/ 1 w 785"/>
                <a:gd name="T15" fmla="*/ 1 h 456"/>
                <a:gd name="T16" fmla="*/ 1 w 785"/>
                <a:gd name="T17" fmla="*/ 1 h 456"/>
                <a:gd name="T18" fmla="*/ 1 w 785"/>
                <a:gd name="T19" fmla="*/ 1 h 456"/>
                <a:gd name="T20" fmla="*/ 1 w 785"/>
                <a:gd name="T21" fmla="*/ 1 h 456"/>
                <a:gd name="T22" fmla="*/ 1 w 785"/>
                <a:gd name="T23" fmla="*/ 1 h 456"/>
                <a:gd name="T24" fmla="*/ 0 w 785"/>
                <a:gd name="T25" fmla="*/ 1 h 456"/>
                <a:gd name="T26" fmla="*/ 1 w 785"/>
                <a:gd name="T27" fmla="*/ 1 h 456"/>
                <a:gd name="T28" fmla="*/ 1 w 785"/>
                <a:gd name="T29" fmla="*/ 1 h 456"/>
                <a:gd name="T30" fmla="*/ 1 w 785"/>
                <a:gd name="T31" fmla="*/ 1 h 456"/>
                <a:gd name="T32" fmla="*/ 1 w 785"/>
                <a:gd name="T33" fmla="*/ 1 h 456"/>
                <a:gd name="T34" fmla="*/ 1 w 785"/>
                <a:gd name="T35" fmla="*/ 1 h 456"/>
                <a:gd name="T36" fmla="*/ 1 w 785"/>
                <a:gd name="T37" fmla="*/ 1 h 456"/>
                <a:gd name="T38" fmla="*/ 1 w 785"/>
                <a:gd name="T39" fmla="*/ 1 h 456"/>
                <a:gd name="T40" fmla="*/ 1 w 785"/>
                <a:gd name="T41" fmla="*/ 1 h 456"/>
                <a:gd name="T42" fmla="*/ 1 w 785"/>
                <a:gd name="T43" fmla="*/ 1 h 456"/>
                <a:gd name="T44" fmla="*/ 1 w 785"/>
                <a:gd name="T45" fmla="*/ 0 h 456"/>
                <a:gd name="T46" fmla="*/ 1 w 785"/>
                <a:gd name="T47" fmla="*/ 1 h 456"/>
                <a:gd name="T48" fmla="*/ 1 w 785"/>
                <a:gd name="T49" fmla="*/ 1 h 456"/>
                <a:gd name="T50" fmla="*/ 1 w 785"/>
                <a:gd name="T51" fmla="*/ 1 h 456"/>
                <a:gd name="T52" fmla="*/ 1 w 785"/>
                <a:gd name="T53" fmla="*/ 1 h 456"/>
                <a:gd name="T54" fmla="*/ 1 w 785"/>
                <a:gd name="T55" fmla="*/ 1 h 456"/>
                <a:gd name="T56" fmla="*/ 1 w 785"/>
                <a:gd name="T57" fmla="*/ 1 h 456"/>
                <a:gd name="T58" fmla="*/ 1 w 785"/>
                <a:gd name="T59" fmla="*/ 1 h 456"/>
                <a:gd name="T60" fmla="*/ 1 w 785"/>
                <a:gd name="T61" fmla="*/ 1 h 456"/>
                <a:gd name="T62" fmla="*/ 1 w 785"/>
                <a:gd name="T63" fmla="*/ 1 h 456"/>
                <a:gd name="T64" fmla="*/ 1 w 785"/>
                <a:gd name="T65" fmla="*/ 1 h 456"/>
                <a:gd name="T66" fmla="*/ 1 w 785"/>
                <a:gd name="T67" fmla="*/ 1 h 456"/>
                <a:gd name="T68" fmla="*/ 1 w 785"/>
                <a:gd name="T69" fmla="*/ 1 h 456"/>
                <a:gd name="T70" fmla="*/ 1 w 785"/>
                <a:gd name="T71" fmla="*/ 1 h 456"/>
                <a:gd name="T72" fmla="*/ 1 w 785"/>
                <a:gd name="T73" fmla="*/ 1 h 456"/>
                <a:gd name="T74" fmla="*/ 1 w 785"/>
                <a:gd name="T75" fmla="*/ 1 h 456"/>
                <a:gd name="T76" fmla="*/ 1 w 785"/>
                <a:gd name="T77" fmla="*/ 1 h 456"/>
                <a:gd name="T78" fmla="*/ 1 w 785"/>
                <a:gd name="T79" fmla="*/ 1 h 456"/>
                <a:gd name="T80" fmla="*/ 1 w 785"/>
                <a:gd name="T81" fmla="*/ 1 h 456"/>
                <a:gd name="T82" fmla="*/ 1 w 785"/>
                <a:gd name="T83" fmla="*/ 1 h 456"/>
                <a:gd name="T84" fmla="*/ 1 w 785"/>
                <a:gd name="T85" fmla="*/ 1 h 456"/>
                <a:gd name="T86" fmla="*/ 1 w 785"/>
                <a:gd name="T87" fmla="*/ 1 h 456"/>
                <a:gd name="T88" fmla="*/ 1 w 785"/>
                <a:gd name="T89" fmla="*/ 1 h 456"/>
                <a:gd name="T90" fmla="*/ 1 w 785"/>
                <a:gd name="T91" fmla="*/ 1 h 456"/>
                <a:gd name="T92" fmla="*/ 1 w 785"/>
                <a:gd name="T93" fmla="*/ 1 h 456"/>
                <a:gd name="T94" fmla="*/ 1 w 785"/>
                <a:gd name="T95" fmla="*/ 1 h 45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85"/>
                <a:gd name="T145" fmla="*/ 0 h 456"/>
                <a:gd name="T146" fmla="*/ 785 w 785"/>
                <a:gd name="T147" fmla="*/ 456 h 45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85" h="456">
                  <a:moveTo>
                    <a:pt x="483" y="355"/>
                  </a:moveTo>
                  <a:cubicBezTo>
                    <a:pt x="523" y="379"/>
                    <a:pt x="523" y="379"/>
                    <a:pt x="523" y="379"/>
                  </a:cubicBezTo>
                  <a:cubicBezTo>
                    <a:pt x="389" y="456"/>
                    <a:pt x="389" y="456"/>
                    <a:pt x="389" y="456"/>
                  </a:cubicBezTo>
                  <a:cubicBezTo>
                    <a:pt x="255" y="379"/>
                    <a:pt x="255" y="379"/>
                    <a:pt x="255" y="379"/>
                  </a:cubicBezTo>
                  <a:cubicBezTo>
                    <a:pt x="295" y="355"/>
                    <a:pt x="295" y="355"/>
                    <a:pt x="295" y="355"/>
                  </a:cubicBezTo>
                  <a:cubicBezTo>
                    <a:pt x="356" y="391"/>
                    <a:pt x="356" y="391"/>
                    <a:pt x="356" y="391"/>
                  </a:cubicBezTo>
                  <a:cubicBezTo>
                    <a:pt x="356" y="313"/>
                    <a:pt x="356" y="313"/>
                    <a:pt x="356" y="313"/>
                  </a:cubicBezTo>
                  <a:cubicBezTo>
                    <a:pt x="330" y="309"/>
                    <a:pt x="306" y="301"/>
                    <a:pt x="286" y="290"/>
                  </a:cubicBezTo>
                  <a:cubicBezTo>
                    <a:pt x="266" y="278"/>
                    <a:pt x="253" y="264"/>
                    <a:pt x="246" y="249"/>
                  </a:cubicBezTo>
                  <a:cubicBezTo>
                    <a:pt x="113" y="249"/>
                    <a:pt x="113" y="249"/>
                    <a:pt x="113" y="249"/>
                  </a:cubicBezTo>
                  <a:cubicBezTo>
                    <a:pt x="174" y="284"/>
                    <a:pt x="174" y="284"/>
                    <a:pt x="174" y="284"/>
                  </a:cubicBezTo>
                  <a:cubicBezTo>
                    <a:pt x="134" y="308"/>
                    <a:pt x="134" y="308"/>
                    <a:pt x="134" y="308"/>
                  </a:cubicBezTo>
                  <a:cubicBezTo>
                    <a:pt x="0" y="230"/>
                    <a:pt x="0" y="230"/>
                    <a:pt x="0" y="230"/>
                  </a:cubicBezTo>
                  <a:cubicBezTo>
                    <a:pt x="134" y="152"/>
                    <a:pt x="134" y="152"/>
                    <a:pt x="134" y="152"/>
                  </a:cubicBezTo>
                  <a:cubicBezTo>
                    <a:pt x="174" y="175"/>
                    <a:pt x="174" y="175"/>
                    <a:pt x="174" y="175"/>
                  </a:cubicBezTo>
                  <a:cubicBezTo>
                    <a:pt x="113" y="211"/>
                    <a:pt x="113" y="211"/>
                    <a:pt x="113" y="211"/>
                  </a:cubicBezTo>
                  <a:cubicBezTo>
                    <a:pt x="244" y="211"/>
                    <a:pt x="244" y="211"/>
                    <a:pt x="244" y="211"/>
                  </a:cubicBezTo>
                  <a:cubicBezTo>
                    <a:pt x="249" y="194"/>
                    <a:pt x="263" y="178"/>
                    <a:pt x="286" y="165"/>
                  </a:cubicBezTo>
                  <a:cubicBezTo>
                    <a:pt x="309" y="151"/>
                    <a:pt x="339" y="143"/>
                    <a:pt x="369" y="140"/>
                  </a:cubicBezTo>
                  <a:cubicBezTo>
                    <a:pt x="369" y="65"/>
                    <a:pt x="369" y="65"/>
                    <a:pt x="369" y="65"/>
                  </a:cubicBezTo>
                  <a:cubicBezTo>
                    <a:pt x="308" y="101"/>
                    <a:pt x="308" y="101"/>
                    <a:pt x="308" y="101"/>
                  </a:cubicBezTo>
                  <a:cubicBezTo>
                    <a:pt x="268" y="78"/>
                    <a:pt x="268" y="78"/>
                    <a:pt x="268" y="78"/>
                  </a:cubicBezTo>
                  <a:cubicBezTo>
                    <a:pt x="402" y="0"/>
                    <a:pt x="402" y="0"/>
                    <a:pt x="402" y="0"/>
                  </a:cubicBezTo>
                  <a:cubicBezTo>
                    <a:pt x="536" y="78"/>
                    <a:pt x="536" y="78"/>
                    <a:pt x="536" y="78"/>
                  </a:cubicBezTo>
                  <a:cubicBezTo>
                    <a:pt x="496" y="101"/>
                    <a:pt x="496" y="101"/>
                    <a:pt x="496" y="101"/>
                  </a:cubicBezTo>
                  <a:cubicBezTo>
                    <a:pt x="435" y="65"/>
                    <a:pt x="435" y="65"/>
                    <a:pt x="435" y="65"/>
                  </a:cubicBezTo>
                  <a:cubicBezTo>
                    <a:pt x="435" y="87"/>
                    <a:pt x="435" y="117"/>
                    <a:pt x="435" y="142"/>
                  </a:cubicBezTo>
                  <a:cubicBezTo>
                    <a:pt x="460" y="146"/>
                    <a:pt x="483" y="154"/>
                    <a:pt x="502" y="165"/>
                  </a:cubicBezTo>
                  <a:cubicBezTo>
                    <a:pt x="521" y="176"/>
                    <a:pt x="534" y="189"/>
                    <a:pt x="541" y="204"/>
                  </a:cubicBezTo>
                  <a:cubicBezTo>
                    <a:pt x="672" y="204"/>
                    <a:pt x="672" y="204"/>
                    <a:pt x="672" y="204"/>
                  </a:cubicBezTo>
                  <a:cubicBezTo>
                    <a:pt x="611" y="168"/>
                    <a:pt x="611" y="168"/>
                    <a:pt x="611" y="168"/>
                  </a:cubicBezTo>
                  <a:cubicBezTo>
                    <a:pt x="650" y="145"/>
                    <a:pt x="650" y="145"/>
                    <a:pt x="650" y="145"/>
                  </a:cubicBezTo>
                  <a:cubicBezTo>
                    <a:pt x="785" y="223"/>
                    <a:pt x="785" y="223"/>
                    <a:pt x="785" y="223"/>
                  </a:cubicBezTo>
                  <a:cubicBezTo>
                    <a:pt x="651" y="300"/>
                    <a:pt x="651" y="300"/>
                    <a:pt x="651" y="300"/>
                  </a:cubicBezTo>
                  <a:cubicBezTo>
                    <a:pt x="611" y="277"/>
                    <a:pt x="611" y="277"/>
                    <a:pt x="611" y="277"/>
                  </a:cubicBezTo>
                  <a:cubicBezTo>
                    <a:pt x="672" y="242"/>
                    <a:pt x="672" y="242"/>
                    <a:pt x="672" y="242"/>
                  </a:cubicBezTo>
                  <a:cubicBezTo>
                    <a:pt x="637" y="242"/>
                    <a:pt x="587" y="242"/>
                    <a:pt x="545" y="242"/>
                  </a:cubicBezTo>
                  <a:cubicBezTo>
                    <a:pt x="540" y="259"/>
                    <a:pt x="526" y="276"/>
                    <a:pt x="502" y="290"/>
                  </a:cubicBezTo>
                  <a:cubicBezTo>
                    <a:pt x="480" y="303"/>
                    <a:pt x="451" y="311"/>
                    <a:pt x="422" y="314"/>
                  </a:cubicBezTo>
                  <a:cubicBezTo>
                    <a:pt x="422" y="391"/>
                    <a:pt x="422" y="391"/>
                    <a:pt x="422" y="391"/>
                  </a:cubicBezTo>
                  <a:cubicBezTo>
                    <a:pt x="483" y="355"/>
                    <a:pt x="483" y="355"/>
                    <a:pt x="483" y="355"/>
                  </a:cubicBezTo>
                  <a:cubicBezTo>
                    <a:pt x="483" y="355"/>
                    <a:pt x="483" y="355"/>
                    <a:pt x="483" y="355"/>
                  </a:cubicBezTo>
                  <a:cubicBezTo>
                    <a:pt x="483" y="355"/>
                    <a:pt x="483" y="355"/>
                    <a:pt x="483" y="355"/>
                  </a:cubicBezTo>
                  <a:close/>
                  <a:moveTo>
                    <a:pt x="338" y="260"/>
                  </a:moveTo>
                  <a:cubicBezTo>
                    <a:pt x="369" y="278"/>
                    <a:pt x="419" y="278"/>
                    <a:pt x="450" y="260"/>
                  </a:cubicBezTo>
                  <a:cubicBezTo>
                    <a:pt x="481" y="242"/>
                    <a:pt x="481" y="213"/>
                    <a:pt x="450" y="195"/>
                  </a:cubicBezTo>
                  <a:cubicBezTo>
                    <a:pt x="419" y="177"/>
                    <a:pt x="368" y="177"/>
                    <a:pt x="338" y="195"/>
                  </a:cubicBezTo>
                  <a:cubicBezTo>
                    <a:pt x="307" y="213"/>
                    <a:pt x="307" y="242"/>
                    <a:pt x="338" y="26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4" name="Freeform 24">
              <a:extLst>
                <a:ext uri="{FF2B5EF4-FFF2-40B4-BE49-F238E27FC236}">
                  <a16:creationId xmlns:a16="http://schemas.microsoft.com/office/drawing/2014/main" id="{36EA98B1-5D25-4582-961C-CC7C2B61797A}"/>
                </a:ext>
              </a:extLst>
            </p:cNvPr>
            <p:cNvSpPr>
              <a:spLocks/>
            </p:cNvSpPr>
            <p:nvPr/>
          </p:nvSpPr>
          <p:spPr bwMode="auto">
            <a:xfrm>
              <a:off x="519" y="673"/>
              <a:ext cx="30" cy="48"/>
            </a:xfrm>
            <a:custGeom>
              <a:avLst/>
              <a:gdLst>
                <a:gd name="T0" fmla="*/ 1 w 56"/>
                <a:gd name="T1" fmla="*/ 1 h 92"/>
                <a:gd name="T2" fmla="*/ 1 w 56"/>
                <a:gd name="T3" fmla="*/ 1 h 92"/>
                <a:gd name="T4" fmla="*/ 1 w 56"/>
                <a:gd name="T5" fmla="*/ 1 h 92"/>
                <a:gd name="T6" fmla="*/ 1 w 56"/>
                <a:gd name="T7" fmla="*/ 1 h 92"/>
                <a:gd name="T8" fmla="*/ 1 w 56"/>
                <a:gd name="T9" fmla="*/ 1 h 92"/>
                <a:gd name="T10" fmla="*/ 1 w 56"/>
                <a:gd name="T11" fmla="*/ 1 h 92"/>
                <a:gd name="T12" fmla="*/ 1 w 56"/>
                <a:gd name="T13" fmla="*/ 1 h 92"/>
                <a:gd name="T14" fmla="*/ 1 w 56"/>
                <a:gd name="T15" fmla="*/ 1 h 92"/>
                <a:gd name="T16" fmla="*/ 1 w 56"/>
                <a:gd name="T17" fmla="*/ 1 h 92"/>
                <a:gd name="T18" fmla="*/ 1 w 56"/>
                <a:gd name="T19" fmla="*/ 1 h 92"/>
                <a:gd name="T20" fmla="*/ 1 w 56"/>
                <a:gd name="T21" fmla="*/ 1 h 92"/>
                <a:gd name="T22" fmla="*/ 1 w 56"/>
                <a:gd name="T23" fmla="*/ 1 h 92"/>
                <a:gd name="T24" fmla="*/ 1 w 56"/>
                <a:gd name="T25" fmla="*/ 1 h 92"/>
                <a:gd name="T26" fmla="*/ 1 w 56"/>
                <a:gd name="T27" fmla="*/ 1 h 92"/>
                <a:gd name="T28" fmla="*/ 0 w 56"/>
                <a:gd name="T29" fmla="*/ 1 h 92"/>
                <a:gd name="T30" fmla="*/ 1 w 56"/>
                <a:gd name="T31" fmla="*/ 1 h 92"/>
                <a:gd name="T32" fmla="*/ 1 w 56"/>
                <a:gd name="T33" fmla="*/ 1 h 92"/>
                <a:gd name="T34" fmla="*/ 1 w 56"/>
                <a:gd name="T35" fmla="*/ 1 h 92"/>
                <a:gd name="T36" fmla="*/ 1 w 56"/>
                <a:gd name="T37" fmla="*/ 1 h 92"/>
                <a:gd name="T38" fmla="*/ 1 w 56"/>
                <a:gd name="T39" fmla="*/ 1 h 92"/>
                <a:gd name="T40" fmla="*/ 1 w 56"/>
                <a:gd name="T41" fmla="*/ 1 h 92"/>
                <a:gd name="T42" fmla="*/ 1 w 56"/>
                <a:gd name="T43" fmla="*/ 1 h 92"/>
                <a:gd name="T44" fmla="*/ 1 w 56"/>
                <a:gd name="T45" fmla="*/ 1 h 92"/>
                <a:gd name="T46" fmla="*/ 1 w 56"/>
                <a:gd name="T47" fmla="*/ 1 h 92"/>
                <a:gd name="T48" fmla="*/ 1 w 56"/>
                <a:gd name="T49" fmla="*/ 1 h 92"/>
                <a:gd name="T50" fmla="*/ 1 w 56"/>
                <a:gd name="T51" fmla="*/ 1 h 92"/>
                <a:gd name="T52" fmla="*/ 1 w 56"/>
                <a:gd name="T53" fmla="*/ 1 h 92"/>
                <a:gd name="T54" fmla="*/ 1 w 56"/>
                <a:gd name="T55" fmla="*/ 1 h 92"/>
                <a:gd name="T56" fmla="*/ 1 w 56"/>
                <a:gd name="T57" fmla="*/ 1 h 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6"/>
                <a:gd name="T88" fmla="*/ 0 h 92"/>
                <a:gd name="T89" fmla="*/ 56 w 56"/>
                <a:gd name="T90" fmla="*/ 92 h 9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6" h="92">
                  <a:moveTo>
                    <a:pt x="27" y="5"/>
                  </a:moveTo>
                  <a:cubicBezTo>
                    <a:pt x="35" y="9"/>
                    <a:pt x="41" y="15"/>
                    <a:pt x="46" y="21"/>
                  </a:cubicBezTo>
                  <a:cubicBezTo>
                    <a:pt x="51" y="28"/>
                    <a:pt x="54" y="36"/>
                    <a:pt x="54" y="45"/>
                  </a:cubicBezTo>
                  <a:cubicBezTo>
                    <a:pt x="40" y="36"/>
                    <a:pt x="40" y="36"/>
                    <a:pt x="40" y="36"/>
                  </a:cubicBezTo>
                  <a:cubicBezTo>
                    <a:pt x="39" y="29"/>
                    <a:pt x="35" y="22"/>
                    <a:pt x="27" y="17"/>
                  </a:cubicBezTo>
                  <a:cubicBezTo>
                    <a:pt x="24" y="16"/>
                    <a:pt x="22" y="15"/>
                    <a:pt x="20" y="15"/>
                  </a:cubicBezTo>
                  <a:cubicBezTo>
                    <a:pt x="18" y="16"/>
                    <a:pt x="17" y="17"/>
                    <a:pt x="17" y="20"/>
                  </a:cubicBezTo>
                  <a:cubicBezTo>
                    <a:pt x="17" y="23"/>
                    <a:pt x="18" y="26"/>
                    <a:pt x="20" y="28"/>
                  </a:cubicBezTo>
                  <a:cubicBezTo>
                    <a:pt x="22" y="30"/>
                    <a:pt x="27" y="35"/>
                    <a:pt x="36" y="43"/>
                  </a:cubicBezTo>
                  <a:cubicBezTo>
                    <a:pt x="42" y="48"/>
                    <a:pt x="45" y="52"/>
                    <a:pt x="48" y="55"/>
                  </a:cubicBezTo>
                  <a:cubicBezTo>
                    <a:pt x="53" y="62"/>
                    <a:pt x="56" y="69"/>
                    <a:pt x="56" y="77"/>
                  </a:cubicBezTo>
                  <a:cubicBezTo>
                    <a:pt x="56" y="84"/>
                    <a:pt x="54" y="88"/>
                    <a:pt x="49" y="90"/>
                  </a:cubicBezTo>
                  <a:cubicBezTo>
                    <a:pt x="44" y="92"/>
                    <a:pt x="37" y="90"/>
                    <a:pt x="28" y="85"/>
                  </a:cubicBezTo>
                  <a:cubicBezTo>
                    <a:pt x="20" y="81"/>
                    <a:pt x="14" y="75"/>
                    <a:pt x="9" y="67"/>
                  </a:cubicBezTo>
                  <a:cubicBezTo>
                    <a:pt x="3" y="59"/>
                    <a:pt x="0" y="51"/>
                    <a:pt x="0" y="42"/>
                  </a:cubicBezTo>
                  <a:cubicBezTo>
                    <a:pt x="14" y="50"/>
                    <a:pt x="14" y="50"/>
                    <a:pt x="14" y="50"/>
                  </a:cubicBezTo>
                  <a:cubicBezTo>
                    <a:pt x="14" y="55"/>
                    <a:pt x="16" y="59"/>
                    <a:pt x="19" y="63"/>
                  </a:cubicBezTo>
                  <a:cubicBezTo>
                    <a:pt x="21" y="67"/>
                    <a:pt x="25" y="70"/>
                    <a:pt x="29" y="72"/>
                  </a:cubicBezTo>
                  <a:cubicBezTo>
                    <a:pt x="32" y="74"/>
                    <a:pt x="35" y="75"/>
                    <a:pt x="37" y="75"/>
                  </a:cubicBezTo>
                  <a:cubicBezTo>
                    <a:pt x="40" y="76"/>
                    <a:pt x="42" y="74"/>
                    <a:pt x="42" y="70"/>
                  </a:cubicBezTo>
                  <a:cubicBezTo>
                    <a:pt x="42" y="66"/>
                    <a:pt x="38" y="61"/>
                    <a:pt x="32" y="55"/>
                  </a:cubicBezTo>
                  <a:cubicBezTo>
                    <a:pt x="20" y="44"/>
                    <a:pt x="14" y="38"/>
                    <a:pt x="13" y="37"/>
                  </a:cubicBezTo>
                  <a:cubicBezTo>
                    <a:pt x="6" y="29"/>
                    <a:pt x="2" y="22"/>
                    <a:pt x="2" y="13"/>
                  </a:cubicBezTo>
                  <a:cubicBezTo>
                    <a:pt x="2" y="6"/>
                    <a:pt x="5" y="2"/>
                    <a:pt x="10" y="1"/>
                  </a:cubicBezTo>
                  <a:cubicBezTo>
                    <a:pt x="15" y="0"/>
                    <a:pt x="21" y="1"/>
                    <a:pt x="27" y="5"/>
                  </a:cubicBezTo>
                  <a:cubicBezTo>
                    <a:pt x="27" y="5"/>
                    <a:pt x="27" y="5"/>
                    <a:pt x="27" y="5"/>
                  </a:cubicBezTo>
                  <a:cubicBezTo>
                    <a:pt x="27" y="5"/>
                    <a:pt x="27" y="5"/>
                    <a:pt x="27" y="5"/>
                  </a:cubicBezTo>
                  <a:cubicBezTo>
                    <a:pt x="27" y="5"/>
                    <a:pt x="27" y="5"/>
                    <a:pt x="27" y="5"/>
                  </a:cubicBezTo>
                  <a:cubicBezTo>
                    <a:pt x="27" y="5"/>
                    <a:pt x="27" y="5"/>
                    <a:pt x="27"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5" name="Freeform 25">
              <a:extLst>
                <a:ext uri="{FF2B5EF4-FFF2-40B4-BE49-F238E27FC236}">
                  <a16:creationId xmlns:a16="http://schemas.microsoft.com/office/drawing/2014/main" id="{3773923E-2710-47C1-9219-CE9909592821}"/>
                </a:ext>
              </a:extLst>
            </p:cNvPr>
            <p:cNvSpPr>
              <a:spLocks/>
            </p:cNvSpPr>
            <p:nvPr/>
          </p:nvSpPr>
          <p:spPr bwMode="auto">
            <a:xfrm>
              <a:off x="550" y="685"/>
              <a:ext cx="46" cy="62"/>
            </a:xfrm>
            <a:custGeom>
              <a:avLst/>
              <a:gdLst>
                <a:gd name="T0" fmla="*/ 46 w 46"/>
                <a:gd name="T1" fmla="*/ 27 h 62"/>
                <a:gd name="T2" fmla="*/ 36 w 46"/>
                <a:gd name="T3" fmla="*/ 62 h 62"/>
                <a:gd name="T4" fmla="*/ 29 w 46"/>
                <a:gd name="T5" fmla="*/ 57 h 62"/>
                <a:gd name="T6" fmla="*/ 23 w 46"/>
                <a:gd name="T7" fmla="*/ 27 h 62"/>
                <a:gd name="T8" fmla="*/ 17 w 46"/>
                <a:gd name="T9" fmla="*/ 51 h 62"/>
                <a:gd name="T10" fmla="*/ 9 w 46"/>
                <a:gd name="T11" fmla="*/ 46 h 62"/>
                <a:gd name="T12" fmla="*/ 0 w 46"/>
                <a:gd name="T13" fmla="*/ 0 h 62"/>
                <a:gd name="T14" fmla="*/ 8 w 46"/>
                <a:gd name="T15" fmla="*/ 5 h 62"/>
                <a:gd name="T16" fmla="*/ 13 w 46"/>
                <a:gd name="T17" fmla="*/ 36 h 62"/>
                <a:gd name="T18" fmla="*/ 19 w 46"/>
                <a:gd name="T19" fmla="*/ 12 h 62"/>
                <a:gd name="T20" fmla="*/ 27 w 46"/>
                <a:gd name="T21" fmla="*/ 16 h 62"/>
                <a:gd name="T22" fmla="*/ 33 w 46"/>
                <a:gd name="T23" fmla="*/ 47 h 62"/>
                <a:gd name="T24" fmla="*/ 38 w 46"/>
                <a:gd name="T25" fmla="*/ 23 h 62"/>
                <a:gd name="T26" fmla="*/ 46 w 46"/>
                <a:gd name="T27" fmla="*/ 27 h 62"/>
                <a:gd name="T28" fmla="*/ 46 w 46"/>
                <a:gd name="T29" fmla="*/ 27 h 62"/>
                <a:gd name="T30" fmla="*/ 46 w 46"/>
                <a:gd name="T31" fmla="*/ 27 h 62"/>
                <a:gd name="T32" fmla="*/ 46 w 46"/>
                <a:gd name="T33" fmla="*/ 27 h 62"/>
                <a:gd name="T34" fmla="*/ 46 w 46"/>
                <a:gd name="T35" fmla="*/ 27 h 62"/>
                <a:gd name="T36" fmla="*/ 46 w 46"/>
                <a:gd name="T37" fmla="*/ 27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6"/>
                <a:gd name="T58" fmla="*/ 0 h 62"/>
                <a:gd name="T59" fmla="*/ 46 w 46"/>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6" h="62">
                  <a:moveTo>
                    <a:pt x="46" y="27"/>
                  </a:moveTo>
                  <a:lnTo>
                    <a:pt x="36" y="62"/>
                  </a:lnTo>
                  <a:lnTo>
                    <a:pt x="29" y="57"/>
                  </a:lnTo>
                  <a:lnTo>
                    <a:pt x="23" y="27"/>
                  </a:lnTo>
                  <a:lnTo>
                    <a:pt x="17" y="51"/>
                  </a:lnTo>
                  <a:lnTo>
                    <a:pt x="9" y="46"/>
                  </a:lnTo>
                  <a:lnTo>
                    <a:pt x="0" y="0"/>
                  </a:lnTo>
                  <a:lnTo>
                    <a:pt x="8" y="5"/>
                  </a:lnTo>
                  <a:lnTo>
                    <a:pt x="13" y="36"/>
                  </a:lnTo>
                  <a:lnTo>
                    <a:pt x="19" y="12"/>
                  </a:lnTo>
                  <a:lnTo>
                    <a:pt x="27" y="16"/>
                  </a:lnTo>
                  <a:lnTo>
                    <a:pt x="33" y="47"/>
                  </a:lnTo>
                  <a:lnTo>
                    <a:pt x="38" y="23"/>
                  </a:lnTo>
                  <a:lnTo>
                    <a:pt x="46"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6" name="Freeform 26">
              <a:extLst>
                <a:ext uri="{FF2B5EF4-FFF2-40B4-BE49-F238E27FC236}">
                  <a16:creationId xmlns:a16="http://schemas.microsoft.com/office/drawing/2014/main" id="{5D8FB06F-650F-4C42-87D4-02BC185CD848}"/>
                </a:ext>
              </a:extLst>
            </p:cNvPr>
            <p:cNvSpPr>
              <a:spLocks/>
            </p:cNvSpPr>
            <p:nvPr/>
          </p:nvSpPr>
          <p:spPr bwMode="auto">
            <a:xfrm>
              <a:off x="600" y="714"/>
              <a:ext cx="7" cy="45"/>
            </a:xfrm>
            <a:custGeom>
              <a:avLst/>
              <a:gdLst>
                <a:gd name="T0" fmla="*/ 7 w 7"/>
                <a:gd name="T1" fmla="*/ 5 h 45"/>
                <a:gd name="T2" fmla="*/ 7 w 7"/>
                <a:gd name="T3" fmla="*/ 45 h 45"/>
                <a:gd name="T4" fmla="*/ 0 w 7"/>
                <a:gd name="T5" fmla="*/ 41 h 45"/>
                <a:gd name="T6" fmla="*/ 0 w 7"/>
                <a:gd name="T7" fmla="*/ 0 h 45"/>
                <a:gd name="T8" fmla="*/ 7 w 7"/>
                <a:gd name="T9" fmla="*/ 5 h 45"/>
                <a:gd name="T10" fmla="*/ 7 w 7"/>
                <a:gd name="T11" fmla="*/ 5 h 45"/>
                <a:gd name="T12" fmla="*/ 7 w 7"/>
                <a:gd name="T13" fmla="*/ 5 h 45"/>
                <a:gd name="T14" fmla="*/ 7 w 7"/>
                <a:gd name="T15" fmla="*/ 5 h 45"/>
                <a:gd name="T16" fmla="*/ 7 w 7"/>
                <a:gd name="T17" fmla="*/ 5 h 45"/>
                <a:gd name="T18" fmla="*/ 7 w 7"/>
                <a:gd name="T19" fmla="*/ 5 h 4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45"/>
                <a:gd name="T32" fmla="*/ 7 w 7"/>
                <a:gd name="T33" fmla="*/ 45 h 4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45">
                  <a:moveTo>
                    <a:pt x="7" y="5"/>
                  </a:moveTo>
                  <a:lnTo>
                    <a:pt x="7" y="45"/>
                  </a:lnTo>
                  <a:lnTo>
                    <a:pt x="0" y="41"/>
                  </a:lnTo>
                  <a:lnTo>
                    <a:pt x="0" y="0"/>
                  </a:lnTo>
                  <a:lnTo>
                    <a:pt x="7"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7" name="Freeform 27">
              <a:extLst>
                <a:ext uri="{FF2B5EF4-FFF2-40B4-BE49-F238E27FC236}">
                  <a16:creationId xmlns:a16="http://schemas.microsoft.com/office/drawing/2014/main" id="{E9F24024-AF26-4717-AC4E-2DA0F034B720}"/>
                </a:ext>
              </a:extLst>
            </p:cNvPr>
            <p:cNvSpPr>
              <a:spLocks/>
            </p:cNvSpPr>
            <p:nvPr/>
          </p:nvSpPr>
          <p:spPr bwMode="auto">
            <a:xfrm>
              <a:off x="611" y="721"/>
              <a:ext cx="29" cy="51"/>
            </a:xfrm>
            <a:custGeom>
              <a:avLst/>
              <a:gdLst>
                <a:gd name="T0" fmla="*/ 29 w 29"/>
                <a:gd name="T1" fmla="*/ 17 h 51"/>
                <a:gd name="T2" fmla="*/ 29 w 29"/>
                <a:gd name="T3" fmla="*/ 24 h 51"/>
                <a:gd name="T4" fmla="*/ 19 w 29"/>
                <a:gd name="T5" fmla="*/ 18 h 51"/>
                <a:gd name="T6" fmla="*/ 19 w 29"/>
                <a:gd name="T7" fmla="*/ 51 h 51"/>
                <a:gd name="T8" fmla="*/ 11 w 29"/>
                <a:gd name="T9" fmla="*/ 46 h 51"/>
                <a:gd name="T10" fmla="*/ 11 w 29"/>
                <a:gd name="T11" fmla="*/ 14 h 51"/>
                <a:gd name="T12" fmla="*/ 0 w 29"/>
                <a:gd name="T13" fmla="*/ 7 h 51"/>
                <a:gd name="T14" fmla="*/ 0 w 29"/>
                <a:gd name="T15" fmla="*/ 0 h 51"/>
                <a:gd name="T16" fmla="*/ 29 w 29"/>
                <a:gd name="T17" fmla="*/ 17 h 51"/>
                <a:gd name="T18" fmla="*/ 29 w 29"/>
                <a:gd name="T19" fmla="*/ 17 h 51"/>
                <a:gd name="T20" fmla="*/ 29 w 29"/>
                <a:gd name="T21" fmla="*/ 17 h 51"/>
                <a:gd name="T22" fmla="*/ 29 w 29"/>
                <a:gd name="T23" fmla="*/ 17 h 51"/>
                <a:gd name="T24" fmla="*/ 29 w 29"/>
                <a:gd name="T25" fmla="*/ 17 h 51"/>
                <a:gd name="T26" fmla="*/ 29 w 29"/>
                <a:gd name="T27" fmla="*/ 17 h 5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1"/>
                <a:gd name="T44" fmla="*/ 29 w 29"/>
                <a:gd name="T45" fmla="*/ 51 h 5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1">
                  <a:moveTo>
                    <a:pt x="29" y="17"/>
                  </a:moveTo>
                  <a:lnTo>
                    <a:pt x="29" y="24"/>
                  </a:lnTo>
                  <a:lnTo>
                    <a:pt x="19" y="18"/>
                  </a:lnTo>
                  <a:lnTo>
                    <a:pt x="19" y="51"/>
                  </a:lnTo>
                  <a:lnTo>
                    <a:pt x="11" y="46"/>
                  </a:lnTo>
                  <a:lnTo>
                    <a:pt x="11" y="14"/>
                  </a:lnTo>
                  <a:lnTo>
                    <a:pt x="0" y="7"/>
                  </a:lnTo>
                  <a:lnTo>
                    <a:pt x="0" y="0"/>
                  </a:lnTo>
                  <a:lnTo>
                    <a:pt x="29"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8" name="Freeform 28">
              <a:extLst>
                <a:ext uri="{FF2B5EF4-FFF2-40B4-BE49-F238E27FC236}">
                  <a16:creationId xmlns:a16="http://schemas.microsoft.com/office/drawing/2014/main" id="{DD094D9B-01AA-4CE1-909F-FDE078FE31B8}"/>
                </a:ext>
              </a:extLst>
            </p:cNvPr>
            <p:cNvSpPr>
              <a:spLocks/>
            </p:cNvSpPr>
            <p:nvPr/>
          </p:nvSpPr>
          <p:spPr bwMode="auto">
            <a:xfrm>
              <a:off x="642" y="745"/>
              <a:ext cx="33" cy="48"/>
            </a:xfrm>
            <a:custGeom>
              <a:avLst/>
              <a:gdLst>
                <a:gd name="T0" fmla="*/ 1 w 62"/>
                <a:gd name="T1" fmla="*/ 1 h 92"/>
                <a:gd name="T2" fmla="*/ 1 w 62"/>
                <a:gd name="T3" fmla="*/ 1 h 92"/>
                <a:gd name="T4" fmla="*/ 1 w 62"/>
                <a:gd name="T5" fmla="*/ 1 h 92"/>
                <a:gd name="T6" fmla="*/ 1 w 62"/>
                <a:gd name="T7" fmla="*/ 1 h 92"/>
                <a:gd name="T8" fmla="*/ 1 w 62"/>
                <a:gd name="T9" fmla="*/ 1 h 92"/>
                <a:gd name="T10" fmla="*/ 1 w 62"/>
                <a:gd name="T11" fmla="*/ 1 h 92"/>
                <a:gd name="T12" fmla="*/ 1 w 62"/>
                <a:gd name="T13" fmla="*/ 1 h 92"/>
                <a:gd name="T14" fmla="*/ 1 w 62"/>
                <a:gd name="T15" fmla="*/ 1 h 92"/>
                <a:gd name="T16" fmla="*/ 1 w 62"/>
                <a:gd name="T17" fmla="*/ 1 h 92"/>
                <a:gd name="T18" fmla="*/ 1 w 62"/>
                <a:gd name="T19" fmla="*/ 1 h 92"/>
                <a:gd name="T20" fmla="*/ 1 w 62"/>
                <a:gd name="T21" fmla="*/ 1 h 92"/>
                <a:gd name="T22" fmla="*/ 1 w 62"/>
                <a:gd name="T23" fmla="*/ 1 h 92"/>
                <a:gd name="T24" fmla="*/ 1 w 62"/>
                <a:gd name="T25" fmla="*/ 1 h 92"/>
                <a:gd name="T26" fmla="*/ 1 w 62"/>
                <a:gd name="T27" fmla="*/ 1 h 92"/>
                <a:gd name="T28" fmla="*/ 1 w 62"/>
                <a:gd name="T29" fmla="*/ 1 h 92"/>
                <a:gd name="T30" fmla="*/ 1 w 62"/>
                <a:gd name="T31" fmla="*/ 1 h 92"/>
                <a:gd name="T32" fmla="*/ 0 w 62"/>
                <a:gd name="T33" fmla="*/ 1 h 92"/>
                <a:gd name="T34" fmla="*/ 1 w 62"/>
                <a:gd name="T35" fmla="*/ 1 h 92"/>
                <a:gd name="T36" fmla="*/ 1 w 62"/>
                <a:gd name="T37" fmla="*/ 1 h 92"/>
                <a:gd name="T38" fmla="*/ 1 w 62"/>
                <a:gd name="T39" fmla="*/ 1 h 92"/>
                <a:gd name="T40" fmla="*/ 1 w 62"/>
                <a:gd name="T41" fmla="*/ 1 h 92"/>
                <a:gd name="T42" fmla="*/ 1 w 62"/>
                <a:gd name="T43" fmla="*/ 1 h 92"/>
                <a:gd name="T44" fmla="*/ 1 w 62"/>
                <a:gd name="T45" fmla="*/ 1 h 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2"/>
                <a:gd name="T70" fmla="*/ 0 h 92"/>
                <a:gd name="T71" fmla="*/ 62 w 62"/>
                <a:gd name="T72" fmla="*/ 92 h 9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2" h="92">
                  <a:moveTo>
                    <a:pt x="33" y="7"/>
                  </a:moveTo>
                  <a:cubicBezTo>
                    <a:pt x="41" y="11"/>
                    <a:pt x="47" y="17"/>
                    <a:pt x="52" y="25"/>
                  </a:cubicBezTo>
                  <a:cubicBezTo>
                    <a:pt x="58" y="33"/>
                    <a:pt x="61" y="41"/>
                    <a:pt x="62" y="50"/>
                  </a:cubicBezTo>
                  <a:cubicBezTo>
                    <a:pt x="48" y="42"/>
                    <a:pt x="48" y="42"/>
                    <a:pt x="48" y="42"/>
                  </a:cubicBezTo>
                  <a:cubicBezTo>
                    <a:pt x="47" y="38"/>
                    <a:pt x="46" y="34"/>
                    <a:pt x="43" y="30"/>
                  </a:cubicBezTo>
                  <a:cubicBezTo>
                    <a:pt x="40" y="26"/>
                    <a:pt x="37" y="23"/>
                    <a:pt x="33" y="21"/>
                  </a:cubicBezTo>
                  <a:cubicBezTo>
                    <a:pt x="27" y="17"/>
                    <a:pt x="22" y="17"/>
                    <a:pt x="19" y="21"/>
                  </a:cubicBezTo>
                  <a:cubicBezTo>
                    <a:pt x="16" y="24"/>
                    <a:pt x="15" y="29"/>
                    <a:pt x="15" y="36"/>
                  </a:cubicBezTo>
                  <a:cubicBezTo>
                    <a:pt x="15" y="44"/>
                    <a:pt x="16" y="50"/>
                    <a:pt x="19" y="56"/>
                  </a:cubicBezTo>
                  <a:cubicBezTo>
                    <a:pt x="22" y="63"/>
                    <a:pt x="27" y="69"/>
                    <a:pt x="33" y="72"/>
                  </a:cubicBezTo>
                  <a:cubicBezTo>
                    <a:pt x="37" y="75"/>
                    <a:pt x="41" y="75"/>
                    <a:pt x="43" y="74"/>
                  </a:cubicBezTo>
                  <a:cubicBezTo>
                    <a:pt x="46" y="72"/>
                    <a:pt x="47" y="69"/>
                    <a:pt x="48" y="64"/>
                  </a:cubicBezTo>
                  <a:cubicBezTo>
                    <a:pt x="62" y="72"/>
                    <a:pt x="62" y="72"/>
                    <a:pt x="62" y="72"/>
                  </a:cubicBezTo>
                  <a:cubicBezTo>
                    <a:pt x="61" y="81"/>
                    <a:pt x="58" y="87"/>
                    <a:pt x="53" y="90"/>
                  </a:cubicBezTo>
                  <a:cubicBezTo>
                    <a:pt x="48" y="92"/>
                    <a:pt x="41" y="91"/>
                    <a:pt x="33" y="86"/>
                  </a:cubicBezTo>
                  <a:cubicBezTo>
                    <a:pt x="23" y="81"/>
                    <a:pt x="15" y="72"/>
                    <a:pt x="9" y="61"/>
                  </a:cubicBezTo>
                  <a:cubicBezTo>
                    <a:pt x="3" y="50"/>
                    <a:pt x="0" y="39"/>
                    <a:pt x="0" y="28"/>
                  </a:cubicBezTo>
                  <a:cubicBezTo>
                    <a:pt x="0" y="16"/>
                    <a:pt x="3" y="8"/>
                    <a:pt x="9" y="4"/>
                  </a:cubicBezTo>
                  <a:cubicBezTo>
                    <a:pt x="15" y="0"/>
                    <a:pt x="23" y="1"/>
                    <a:pt x="33" y="7"/>
                  </a:cubicBezTo>
                  <a:cubicBezTo>
                    <a:pt x="33" y="7"/>
                    <a:pt x="33" y="7"/>
                    <a:pt x="33" y="7"/>
                  </a:cubicBezTo>
                  <a:cubicBezTo>
                    <a:pt x="33" y="7"/>
                    <a:pt x="33" y="7"/>
                    <a:pt x="33" y="7"/>
                  </a:cubicBezTo>
                  <a:cubicBezTo>
                    <a:pt x="33" y="7"/>
                    <a:pt x="33" y="7"/>
                    <a:pt x="33" y="7"/>
                  </a:cubicBezTo>
                  <a:cubicBezTo>
                    <a:pt x="33" y="7"/>
                    <a:pt x="33" y="7"/>
                    <a:pt x="33" y="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469" name="Freeform 29">
              <a:extLst>
                <a:ext uri="{FF2B5EF4-FFF2-40B4-BE49-F238E27FC236}">
                  <a16:creationId xmlns:a16="http://schemas.microsoft.com/office/drawing/2014/main" id="{8F4E0CAD-0CFA-46ED-B18D-1BB8CEE20162}"/>
                </a:ext>
              </a:extLst>
            </p:cNvPr>
            <p:cNvSpPr>
              <a:spLocks/>
            </p:cNvSpPr>
            <p:nvPr/>
          </p:nvSpPr>
          <p:spPr bwMode="auto">
            <a:xfrm>
              <a:off x="680" y="761"/>
              <a:ext cx="30" cy="57"/>
            </a:xfrm>
            <a:custGeom>
              <a:avLst/>
              <a:gdLst>
                <a:gd name="T0" fmla="*/ 30 w 30"/>
                <a:gd name="T1" fmla="*/ 17 h 57"/>
                <a:gd name="T2" fmla="*/ 30 w 30"/>
                <a:gd name="T3" fmla="*/ 57 h 57"/>
                <a:gd name="T4" fmla="*/ 22 w 30"/>
                <a:gd name="T5" fmla="*/ 53 h 57"/>
                <a:gd name="T6" fmla="*/ 22 w 30"/>
                <a:gd name="T7" fmla="*/ 35 h 57"/>
                <a:gd name="T8" fmla="*/ 8 w 30"/>
                <a:gd name="T9" fmla="*/ 27 h 57"/>
                <a:gd name="T10" fmla="*/ 8 w 30"/>
                <a:gd name="T11" fmla="*/ 45 h 57"/>
                <a:gd name="T12" fmla="*/ 0 w 30"/>
                <a:gd name="T13" fmla="*/ 40 h 57"/>
                <a:gd name="T14" fmla="*/ 0 w 30"/>
                <a:gd name="T15" fmla="*/ 0 h 57"/>
                <a:gd name="T16" fmla="*/ 8 w 30"/>
                <a:gd name="T17" fmla="*/ 4 h 57"/>
                <a:gd name="T18" fmla="*/ 8 w 30"/>
                <a:gd name="T19" fmla="*/ 20 h 57"/>
                <a:gd name="T20" fmla="*/ 22 w 30"/>
                <a:gd name="T21" fmla="*/ 28 h 57"/>
                <a:gd name="T22" fmla="*/ 23 w 30"/>
                <a:gd name="T23" fmla="*/ 13 h 57"/>
                <a:gd name="T24" fmla="*/ 30 w 30"/>
                <a:gd name="T25" fmla="*/ 17 h 57"/>
                <a:gd name="T26" fmla="*/ 30 w 30"/>
                <a:gd name="T27" fmla="*/ 17 h 57"/>
                <a:gd name="T28" fmla="*/ 30 w 30"/>
                <a:gd name="T29" fmla="*/ 17 h 57"/>
                <a:gd name="T30" fmla="*/ 30 w 30"/>
                <a:gd name="T31" fmla="*/ 17 h 57"/>
                <a:gd name="T32" fmla="*/ 30 w 30"/>
                <a:gd name="T33" fmla="*/ 17 h 57"/>
                <a:gd name="T34" fmla="*/ 30 w 30"/>
                <a:gd name="T35" fmla="*/ 17 h 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0"/>
                <a:gd name="T55" fmla="*/ 0 h 57"/>
                <a:gd name="T56" fmla="*/ 30 w 30"/>
                <a:gd name="T57" fmla="*/ 57 h 5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0" h="57">
                  <a:moveTo>
                    <a:pt x="30" y="17"/>
                  </a:moveTo>
                  <a:lnTo>
                    <a:pt x="30" y="57"/>
                  </a:lnTo>
                  <a:lnTo>
                    <a:pt x="22" y="53"/>
                  </a:lnTo>
                  <a:lnTo>
                    <a:pt x="22" y="35"/>
                  </a:lnTo>
                  <a:lnTo>
                    <a:pt x="8" y="27"/>
                  </a:lnTo>
                  <a:lnTo>
                    <a:pt x="8" y="45"/>
                  </a:lnTo>
                  <a:lnTo>
                    <a:pt x="0" y="40"/>
                  </a:lnTo>
                  <a:lnTo>
                    <a:pt x="0" y="0"/>
                  </a:lnTo>
                  <a:lnTo>
                    <a:pt x="8" y="4"/>
                  </a:lnTo>
                  <a:lnTo>
                    <a:pt x="8" y="20"/>
                  </a:lnTo>
                  <a:lnTo>
                    <a:pt x="22" y="28"/>
                  </a:lnTo>
                  <a:lnTo>
                    <a:pt x="23" y="13"/>
                  </a:lnTo>
                  <a:lnTo>
                    <a:pt x="30" y="1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pic>
        <p:nvPicPr>
          <p:cNvPr id="102418" name="Picture 30" descr="computer">
            <a:extLst>
              <a:ext uri="{FF2B5EF4-FFF2-40B4-BE49-F238E27FC236}">
                <a16:creationId xmlns:a16="http://schemas.microsoft.com/office/drawing/2014/main" id="{C5D5DE38-E344-4D3E-8145-6EC1D9C795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205163"/>
            <a:ext cx="7207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19" name="Picture 31" descr="computer">
            <a:extLst>
              <a:ext uri="{FF2B5EF4-FFF2-40B4-BE49-F238E27FC236}">
                <a16:creationId xmlns:a16="http://schemas.microsoft.com/office/drawing/2014/main" id="{0E2D726E-5327-4367-8F50-9BC5BDAF9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4573588"/>
            <a:ext cx="7207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0" name="Picture 32" descr="computer">
            <a:extLst>
              <a:ext uri="{FF2B5EF4-FFF2-40B4-BE49-F238E27FC236}">
                <a16:creationId xmlns:a16="http://schemas.microsoft.com/office/drawing/2014/main" id="{1449EEBE-A603-4A74-AF04-33C9647A2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3205163"/>
            <a:ext cx="7207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21" name="Picture 33" descr="computer">
            <a:extLst>
              <a:ext uri="{FF2B5EF4-FFF2-40B4-BE49-F238E27FC236}">
                <a16:creationId xmlns:a16="http://schemas.microsoft.com/office/drawing/2014/main" id="{05181F76-80EA-4B6F-8D71-3B46BFDDD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75" y="4573588"/>
            <a:ext cx="7207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2" name="Text Box 34">
            <a:extLst>
              <a:ext uri="{FF2B5EF4-FFF2-40B4-BE49-F238E27FC236}">
                <a16:creationId xmlns:a16="http://schemas.microsoft.com/office/drawing/2014/main" id="{81DC623D-383C-4410-AC4F-FC99DD2A25FE}"/>
              </a:ext>
            </a:extLst>
          </p:cNvPr>
          <p:cNvSpPr txBox="1">
            <a:spLocks noChangeArrowheads="1"/>
          </p:cNvSpPr>
          <p:nvPr/>
        </p:nvSpPr>
        <p:spPr bwMode="auto">
          <a:xfrm>
            <a:off x="3059113" y="4141788"/>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dirty="0">
                <a:latin typeface="Times New Roman" panose="02020603050405020304" pitchFamily="18" charset="0"/>
                <a:ea typeface="华文细黑" panose="02010600040101010101" pitchFamily="2" charset="-122"/>
                <a:cs typeface="Times New Roman" panose="02020603050405020304" pitchFamily="18" charset="0"/>
              </a:rPr>
              <a:t>G0/0/1</a:t>
            </a:r>
          </a:p>
        </p:txBody>
      </p:sp>
      <p:sp>
        <p:nvSpPr>
          <p:cNvPr id="102423" name="Text Box 35">
            <a:extLst>
              <a:ext uri="{FF2B5EF4-FFF2-40B4-BE49-F238E27FC236}">
                <a16:creationId xmlns:a16="http://schemas.microsoft.com/office/drawing/2014/main" id="{ACBBB560-2A71-4793-BC2D-62ED9E4DE067}"/>
              </a:ext>
            </a:extLst>
          </p:cNvPr>
          <p:cNvSpPr txBox="1">
            <a:spLocks noChangeArrowheads="1"/>
          </p:cNvSpPr>
          <p:nvPr/>
        </p:nvSpPr>
        <p:spPr bwMode="auto">
          <a:xfrm>
            <a:off x="3059113" y="4668838"/>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dirty="0">
                <a:latin typeface="Times New Roman" panose="02020603050405020304" pitchFamily="18" charset="0"/>
                <a:ea typeface="华文细黑" panose="02010600040101010101" pitchFamily="2" charset="-122"/>
                <a:cs typeface="Times New Roman" panose="02020603050405020304" pitchFamily="18" charset="0"/>
              </a:rPr>
              <a:t>G0/0/2</a:t>
            </a:r>
          </a:p>
        </p:txBody>
      </p:sp>
      <p:sp>
        <p:nvSpPr>
          <p:cNvPr id="102424" name="Text Box 36">
            <a:extLst>
              <a:ext uri="{FF2B5EF4-FFF2-40B4-BE49-F238E27FC236}">
                <a16:creationId xmlns:a16="http://schemas.microsoft.com/office/drawing/2014/main" id="{4D25FE90-4E85-4286-9DE5-08828752C42E}"/>
              </a:ext>
            </a:extLst>
          </p:cNvPr>
          <p:cNvSpPr txBox="1">
            <a:spLocks noChangeArrowheads="1"/>
          </p:cNvSpPr>
          <p:nvPr/>
        </p:nvSpPr>
        <p:spPr bwMode="auto">
          <a:xfrm>
            <a:off x="5076825" y="4141788"/>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dirty="0">
                <a:latin typeface="Times New Roman" panose="02020603050405020304" pitchFamily="18" charset="0"/>
                <a:ea typeface="华文细黑" panose="02010600040101010101" pitchFamily="2" charset="-122"/>
                <a:cs typeface="Times New Roman" panose="02020603050405020304" pitchFamily="18" charset="0"/>
              </a:rPr>
              <a:t>G0/0/3</a:t>
            </a:r>
          </a:p>
        </p:txBody>
      </p:sp>
      <p:sp>
        <p:nvSpPr>
          <p:cNvPr id="102425" name="Text Box 37">
            <a:extLst>
              <a:ext uri="{FF2B5EF4-FFF2-40B4-BE49-F238E27FC236}">
                <a16:creationId xmlns:a16="http://schemas.microsoft.com/office/drawing/2014/main" id="{7F8AB72D-ED5A-45F0-8189-5684AA955786}"/>
              </a:ext>
            </a:extLst>
          </p:cNvPr>
          <p:cNvSpPr txBox="1">
            <a:spLocks noChangeArrowheads="1"/>
          </p:cNvSpPr>
          <p:nvPr/>
        </p:nvSpPr>
        <p:spPr bwMode="auto">
          <a:xfrm>
            <a:off x="5076825" y="4668838"/>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dirty="0">
                <a:latin typeface="Times New Roman" panose="02020603050405020304" pitchFamily="18" charset="0"/>
                <a:ea typeface="华文细黑" panose="02010600040101010101" pitchFamily="2" charset="-122"/>
                <a:cs typeface="Times New Roman" panose="02020603050405020304" pitchFamily="18" charset="0"/>
              </a:rPr>
              <a:t>G0/0/4</a:t>
            </a:r>
          </a:p>
        </p:txBody>
      </p:sp>
      <p:sp>
        <p:nvSpPr>
          <p:cNvPr id="102426" name="Text Box 38">
            <a:extLst>
              <a:ext uri="{FF2B5EF4-FFF2-40B4-BE49-F238E27FC236}">
                <a16:creationId xmlns:a16="http://schemas.microsoft.com/office/drawing/2014/main" id="{46B07B46-F6DB-4D47-8C7A-0AE1C1BC7940}"/>
              </a:ext>
            </a:extLst>
          </p:cNvPr>
          <p:cNvSpPr txBox="1">
            <a:spLocks noChangeArrowheads="1"/>
          </p:cNvSpPr>
          <p:nvPr/>
        </p:nvSpPr>
        <p:spPr bwMode="auto">
          <a:xfrm>
            <a:off x="1044575" y="3854450"/>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a:latin typeface="Times New Roman" panose="02020603050405020304" pitchFamily="18" charset="0"/>
                <a:ea typeface="华文细黑" panose="02010600040101010101" pitchFamily="2" charset="-122"/>
                <a:cs typeface="Times New Roman" panose="02020603050405020304" pitchFamily="18" charset="0"/>
              </a:rPr>
              <a:t>PCA</a:t>
            </a:r>
          </a:p>
        </p:txBody>
      </p:sp>
      <p:sp>
        <p:nvSpPr>
          <p:cNvPr id="102427" name="Text Box 39">
            <a:extLst>
              <a:ext uri="{FF2B5EF4-FFF2-40B4-BE49-F238E27FC236}">
                <a16:creationId xmlns:a16="http://schemas.microsoft.com/office/drawing/2014/main" id="{02274DF9-8AB2-43E6-A135-8E5E86055EA0}"/>
              </a:ext>
            </a:extLst>
          </p:cNvPr>
          <p:cNvSpPr txBox="1">
            <a:spLocks noChangeArrowheads="1"/>
          </p:cNvSpPr>
          <p:nvPr/>
        </p:nvSpPr>
        <p:spPr bwMode="auto">
          <a:xfrm>
            <a:off x="1044575" y="5222875"/>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a:latin typeface="Times New Roman" panose="02020603050405020304" pitchFamily="18" charset="0"/>
                <a:ea typeface="华文细黑" panose="02010600040101010101" pitchFamily="2" charset="-122"/>
                <a:cs typeface="Times New Roman" panose="02020603050405020304" pitchFamily="18" charset="0"/>
              </a:rPr>
              <a:t>PCB</a:t>
            </a:r>
          </a:p>
        </p:txBody>
      </p:sp>
      <p:sp>
        <p:nvSpPr>
          <p:cNvPr id="102428" name="Text Box 40">
            <a:extLst>
              <a:ext uri="{FF2B5EF4-FFF2-40B4-BE49-F238E27FC236}">
                <a16:creationId xmlns:a16="http://schemas.microsoft.com/office/drawing/2014/main" id="{A4BB3FF7-E4CE-48CE-9E5A-ECBEC1A6DA2E}"/>
              </a:ext>
            </a:extLst>
          </p:cNvPr>
          <p:cNvSpPr txBox="1">
            <a:spLocks noChangeArrowheads="1"/>
          </p:cNvSpPr>
          <p:nvPr/>
        </p:nvSpPr>
        <p:spPr bwMode="auto">
          <a:xfrm>
            <a:off x="7453313" y="3854450"/>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a:latin typeface="Times New Roman" panose="02020603050405020304" pitchFamily="18" charset="0"/>
                <a:ea typeface="华文细黑" panose="02010600040101010101" pitchFamily="2" charset="-122"/>
                <a:cs typeface="Times New Roman" panose="02020603050405020304" pitchFamily="18" charset="0"/>
              </a:rPr>
              <a:t>PCC</a:t>
            </a:r>
          </a:p>
        </p:txBody>
      </p:sp>
      <p:sp>
        <p:nvSpPr>
          <p:cNvPr id="102429" name="Text Box 41">
            <a:extLst>
              <a:ext uri="{FF2B5EF4-FFF2-40B4-BE49-F238E27FC236}">
                <a16:creationId xmlns:a16="http://schemas.microsoft.com/office/drawing/2014/main" id="{CB7D29C1-16D1-4EEF-8F47-F5759D652B0B}"/>
              </a:ext>
            </a:extLst>
          </p:cNvPr>
          <p:cNvSpPr txBox="1">
            <a:spLocks noChangeArrowheads="1"/>
          </p:cNvSpPr>
          <p:nvPr/>
        </p:nvSpPr>
        <p:spPr bwMode="auto">
          <a:xfrm>
            <a:off x="7451725" y="5222875"/>
            <a:ext cx="863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spcBef>
                <a:spcPct val="50000"/>
              </a:spcBef>
            </a:pPr>
            <a:r>
              <a:rPr lang="en-US" altLang="zh-CN" sz="1600">
                <a:latin typeface="Times New Roman" panose="02020603050405020304" pitchFamily="18" charset="0"/>
                <a:ea typeface="华文细黑" panose="02010600040101010101" pitchFamily="2" charset="-122"/>
                <a:cs typeface="Times New Roman" panose="02020603050405020304" pitchFamily="18" charset="0"/>
              </a:rPr>
              <a:t>PCD</a:t>
            </a:r>
          </a:p>
        </p:txBody>
      </p:sp>
      <p:graphicFrame>
        <p:nvGraphicFramePr>
          <p:cNvPr id="20522" name="Group 42">
            <a:extLst>
              <a:ext uri="{FF2B5EF4-FFF2-40B4-BE49-F238E27FC236}">
                <a16:creationId xmlns:a16="http://schemas.microsoft.com/office/drawing/2014/main" id="{BE3C0B2F-F180-4D60-97F1-0579266BD42A}"/>
              </a:ext>
            </a:extLst>
          </p:cNvPr>
          <p:cNvGraphicFramePr>
            <a:graphicFrameLocks noGrp="1"/>
          </p:cNvGraphicFramePr>
          <p:nvPr>
            <p:extLst>
              <p:ext uri="{D42A27DB-BD31-4B8C-83A1-F6EECF244321}">
                <p14:modId xmlns:p14="http://schemas.microsoft.com/office/powerpoint/2010/main" val="1776549701"/>
              </p:ext>
            </p:extLst>
          </p:nvPr>
        </p:nvGraphicFramePr>
        <p:xfrm>
          <a:off x="3059113" y="1911350"/>
          <a:ext cx="2879725" cy="2011380"/>
        </p:xfrm>
        <a:graphic>
          <a:graphicData uri="http://schemas.openxmlformats.org/drawingml/2006/table">
            <a:tbl>
              <a:tblPr>
                <a:tableStyleId>{616DA210-FB5B-4158-B5E0-FEB733F419BA}</a:tableStyleId>
              </a:tblPr>
              <a:tblGrid>
                <a:gridCol w="1368425">
                  <a:extLst>
                    <a:ext uri="{9D8B030D-6E8A-4147-A177-3AD203B41FA5}">
                      <a16:colId xmlns:a16="http://schemas.microsoft.com/office/drawing/2014/main" val="20000"/>
                    </a:ext>
                  </a:extLst>
                </a:gridCol>
                <a:gridCol w="1511300">
                  <a:extLst>
                    <a:ext uri="{9D8B030D-6E8A-4147-A177-3AD203B41FA5}">
                      <a16:colId xmlns:a16="http://schemas.microsoft.com/office/drawing/2014/main" val="20001"/>
                    </a:ext>
                  </a:extLst>
                </a:gridCol>
              </a:tblGrid>
              <a:tr h="335227">
                <a:tc gridSpan="2">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cap="none" normalizeH="0" baseline="0" dirty="0">
                          <a:ln>
                            <a:noFill/>
                          </a:ln>
                          <a:effectLst/>
                          <a:latin typeface="Times New Roman" panose="02020603050405020304" pitchFamily="18" charset="0"/>
                          <a:cs typeface="Times New Roman" panose="02020603050405020304" pitchFamily="18" charset="0"/>
                        </a:rPr>
                        <a:t>VLAN Table</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66CCFF"/>
                    </a:solidFill>
                  </a:tcPr>
                </a:tc>
                <a:tc hMerge="1">
                  <a:txBody>
                    <a:bodyPr/>
                    <a:lstStyle/>
                    <a:p>
                      <a:endParaRPr lang="zh-CN" altLang="en-US"/>
                    </a:p>
                  </a:txBody>
                  <a:tcPr/>
                </a:tc>
                <a:extLst>
                  <a:ext uri="{0D108BD9-81ED-4DB2-BD59-A6C34878D82A}">
                    <a16:rowId xmlns:a16="http://schemas.microsoft.com/office/drawing/2014/main" val="10000"/>
                  </a:ext>
                </a:extLst>
              </a:tr>
              <a:tr h="33522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VLAN ID</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66CCFF"/>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Port</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66CCFF"/>
                    </a:solidFill>
                  </a:tcPr>
                </a:tc>
                <a:extLst>
                  <a:ext uri="{0D108BD9-81ED-4DB2-BD59-A6C34878D82A}">
                    <a16:rowId xmlns:a16="http://schemas.microsoft.com/office/drawing/2014/main" val="10001"/>
                  </a:ext>
                </a:extLst>
              </a:tr>
              <a:tr h="33522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10</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G0/0/1</a:t>
                      </a:r>
                    </a:p>
                  </a:txBody>
                  <a:tcPr marT="45695" marB="45695" horzOverflow="overflow">
                    <a:solidFill>
                      <a:srgbClr val="FFCC99"/>
                    </a:solidFill>
                  </a:tcPr>
                </a:tc>
                <a:extLst>
                  <a:ext uri="{0D108BD9-81ED-4DB2-BD59-A6C34878D82A}">
                    <a16:rowId xmlns:a16="http://schemas.microsoft.com/office/drawing/2014/main" val="10002"/>
                  </a:ext>
                </a:extLst>
              </a:tr>
              <a:tr h="33522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10</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G0/0/2</a:t>
                      </a:r>
                    </a:p>
                  </a:txBody>
                  <a:tcPr marT="45695" marB="45695" horzOverflow="overflow">
                    <a:solidFill>
                      <a:srgbClr val="FFCC99"/>
                    </a:solidFill>
                  </a:tcPr>
                </a:tc>
                <a:extLst>
                  <a:ext uri="{0D108BD9-81ED-4DB2-BD59-A6C34878D82A}">
                    <a16:rowId xmlns:a16="http://schemas.microsoft.com/office/drawing/2014/main" val="10003"/>
                  </a:ext>
                </a:extLst>
              </a:tr>
              <a:tr h="33522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20</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G0/0/3</a:t>
                      </a:r>
                    </a:p>
                  </a:txBody>
                  <a:tcPr marT="45695" marB="45695" horzOverflow="overflow">
                    <a:solidFill>
                      <a:srgbClr val="FFCC99"/>
                    </a:solidFill>
                  </a:tcPr>
                </a:tc>
                <a:extLst>
                  <a:ext uri="{0D108BD9-81ED-4DB2-BD59-A6C34878D82A}">
                    <a16:rowId xmlns:a16="http://schemas.microsoft.com/office/drawing/2014/main" val="10004"/>
                  </a:ext>
                </a:extLst>
              </a:tr>
              <a:tr h="335227">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effectLst/>
                          <a:latin typeface="Times New Roman" panose="02020603050405020304" pitchFamily="18" charset="0"/>
                          <a:cs typeface="Times New Roman" panose="02020603050405020304" pitchFamily="18" charset="0"/>
                        </a:rPr>
                        <a:t>20</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695" marB="45695" horzOverflow="overflow">
                    <a:solidFill>
                      <a:srgbClr val="FFCC99"/>
                    </a:solidFill>
                  </a:tcPr>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altLang="zh-CN" sz="1600" b="1"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G0/0/4</a:t>
                      </a:r>
                    </a:p>
                  </a:txBody>
                  <a:tcPr marT="45695" marB="45695" horzOverflow="overflow">
                    <a:solidFill>
                      <a:srgbClr val="FFCC99"/>
                    </a:solidFill>
                  </a:tcPr>
                </a:tc>
                <a:extLst>
                  <a:ext uri="{0D108BD9-81ED-4DB2-BD59-A6C34878D82A}">
                    <a16:rowId xmlns:a16="http://schemas.microsoft.com/office/drawing/2014/main" val="10005"/>
                  </a:ext>
                </a:extLst>
              </a:tr>
            </a:tbl>
          </a:graphicData>
        </a:graphic>
      </p:graphicFrame>
      <p:sp>
        <p:nvSpPr>
          <p:cNvPr id="102452" name="Text Box 64">
            <a:extLst>
              <a:ext uri="{FF2B5EF4-FFF2-40B4-BE49-F238E27FC236}">
                <a16:creationId xmlns:a16="http://schemas.microsoft.com/office/drawing/2014/main" id="{BE4F28A2-C039-40CD-924F-080BCB15F8D0}"/>
              </a:ext>
            </a:extLst>
          </p:cNvPr>
          <p:cNvSpPr txBox="1">
            <a:spLocks noChangeAspect="1" noChangeArrowheads="1"/>
          </p:cNvSpPr>
          <p:nvPr/>
        </p:nvSpPr>
        <p:spPr bwMode="auto">
          <a:xfrm>
            <a:off x="611188" y="5607050"/>
            <a:ext cx="1384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spcBef>
                <a:spcPct val="50000"/>
              </a:spcBef>
            </a:pPr>
            <a:r>
              <a:rPr lang="en-US" altLang="zh-CN" sz="1600">
                <a:latin typeface="Times New Roman" panose="02020603050405020304" pitchFamily="18" charset="0"/>
                <a:ea typeface="黑体" panose="02010609060101010101" pitchFamily="49" charset="-122"/>
                <a:cs typeface="Times New Roman" panose="02020603050405020304" pitchFamily="18" charset="0"/>
              </a:rPr>
              <a:t>VLAN 10</a:t>
            </a:r>
          </a:p>
        </p:txBody>
      </p:sp>
      <p:sp>
        <p:nvSpPr>
          <p:cNvPr id="102453" name="Text Box 65">
            <a:extLst>
              <a:ext uri="{FF2B5EF4-FFF2-40B4-BE49-F238E27FC236}">
                <a16:creationId xmlns:a16="http://schemas.microsoft.com/office/drawing/2014/main" id="{5F48CCD6-EE9D-46D7-95B8-AB026781B84E}"/>
              </a:ext>
            </a:extLst>
          </p:cNvPr>
          <p:cNvSpPr txBox="1">
            <a:spLocks noChangeAspect="1" noChangeArrowheads="1"/>
          </p:cNvSpPr>
          <p:nvPr/>
        </p:nvSpPr>
        <p:spPr bwMode="auto">
          <a:xfrm>
            <a:off x="7164388" y="5607050"/>
            <a:ext cx="1384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spcBef>
                <a:spcPct val="50000"/>
              </a:spcBef>
            </a:pPr>
            <a:r>
              <a:rPr lang="en-US" altLang="zh-CN" sz="1600">
                <a:latin typeface="Times New Roman" panose="02020603050405020304" pitchFamily="18" charset="0"/>
                <a:ea typeface="黑体" panose="02010609060101010101" pitchFamily="49" charset="-122"/>
                <a:cs typeface="Times New Roman" panose="02020603050405020304" pitchFamily="18" charset="0"/>
              </a:rPr>
              <a:t>VLAN 20</a:t>
            </a:r>
          </a:p>
        </p:txBody>
      </p:sp>
      <p:sp>
        <p:nvSpPr>
          <p:cNvPr id="51" name="内容占位符 2">
            <a:extLst>
              <a:ext uri="{FF2B5EF4-FFF2-40B4-BE49-F238E27FC236}">
                <a16:creationId xmlns:a16="http://schemas.microsoft.com/office/drawing/2014/main" id="{80985EC7-6AE6-4DA8-8FF6-9DBB1AB79B31}"/>
              </a:ext>
            </a:extLst>
          </p:cNvPr>
          <p:cNvSpPr>
            <a:spLocks noGrp="1"/>
          </p:cNvSpPr>
          <p:nvPr>
            <p:ph idx="1"/>
          </p:nvPr>
        </p:nvSpPr>
        <p:spPr bwMode="auto">
          <a:xfrm>
            <a:off x="679982" y="1042985"/>
            <a:ext cx="8006818" cy="609608"/>
          </a:xfrm>
        </p:spPr>
        <p:txBody>
          <a:bodyPr vert="horz" wrap="square" lIns="91440" tIns="45720" rIns="91440" bIns="45720" numCol="1" anchor="t" anchorCtr="0" compatLnSpc="1">
            <a:prstTxWarp prst="textNoShape">
              <a:avLst/>
            </a:prstTxWarp>
          </a:bodyPr>
          <a:lstStyle/>
          <a:p>
            <a:pPr marL="0" indent="0">
              <a:lnSpc>
                <a:spcPct val="150000"/>
              </a:lnSpc>
              <a:buClr>
                <a:srgbClr val="FF0000"/>
              </a:buClr>
              <a:buSzPct val="80000"/>
              <a:buNone/>
              <a:defRPr/>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可基于交换机端口、</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地址、第三层协议和</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组播等进行划分。</a:t>
            </a:r>
          </a:p>
        </p:txBody>
      </p:sp>
      <p:sp>
        <p:nvSpPr>
          <p:cNvPr id="52" name="标题 1">
            <a:extLst>
              <a:ext uri="{FF2B5EF4-FFF2-40B4-BE49-F238E27FC236}">
                <a16:creationId xmlns:a16="http://schemas.microsoft.com/office/drawing/2014/main" id="{926E9B20-31C8-4339-A826-9AB186B6C827}"/>
              </a:ext>
            </a:extLst>
          </p:cNvPr>
          <p:cNvSpPr txBox="1">
            <a:spLocks/>
          </p:cNvSpPr>
          <p:nvPr/>
        </p:nvSpPr>
        <p:spPr bwMode="auto">
          <a:xfrm>
            <a:off x="2971800" y="76200"/>
            <a:ext cx="4114800" cy="4857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r>
              <a:rPr lang="en-US" altLang="zh-CN" sz="2800" b="1" kern="1200" dirty="0">
                <a:solidFill>
                  <a:schemeClr val="bg1"/>
                </a:solidFill>
                <a:latin typeface="微软雅黑" panose="020B0503020204020204" pitchFamily="34" charset="-122"/>
                <a:ea typeface="微软雅黑" panose="020B0503020204020204" pitchFamily="34" charset="-122"/>
                <a:cs typeface="+mn-cs"/>
              </a:rPr>
              <a:t>VLAN</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的划分方式</a:t>
            </a:r>
          </a:p>
        </p:txBody>
      </p:sp>
      <p:sp>
        <p:nvSpPr>
          <p:cNvPr id="48" name="灯片编号占位符 1">
            <a:extLst>
              <a:ext uri="{FF2B5EF4-FFF2-40B4-BE49-F238E27FC236}">
                <a16:creationId xmlns:a16="http://schemas.microsoft.com/office/drawing/2014/main" id="{43A85BB6-4827-4B76-88F8-B3269B5A861F}"/>
              </a:ext>
            </a:extLst>
          </p:cNvPr>
          <p:cNvSpPr>
            <a:spLocks noGrp="1"/>
          </p:cNvSpPr>
          <p:nvPr>
            <p:ph type="sldNum" sz="quarter" idx="10"/>
          </p:nvPr>
        </p:nvSpPr>
        <p:spPr>
          <a:xfrm>
            <a:off x="83820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47</a:t>
            </a:fld>
            <a:endParaRPr lang="en-US" altLang="zh-CN" sz="2000">
              <a:solidFill>
                <a:schemeClr val="bg2"/>
              </a:solidFill>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4">
            <a:extLst>
              <a:ext uri="{FF2B5EF4-FFF2-40B4-BE49-F238E27FC236}">
                <a16:creationId xmlns:a16="http://schemas.microsoft.com/office/drawing/2014/main" id="{4BC6BF40-D32F-4FA3-8F3E-82740F790F0F}"/>
              </a:ext>
            </a:extLst>
          </p:cNvPr>
          <p:cNvSpPr>
            <a:spLocks noGrp="1" noChangeArrowheads="1"/>
          </p:cNvSpPr>
          <p:nvPr>
            <p:ph type="title"/>
          </p:nvPr>
        </p:nvSpPr>
        <p:spPr bwMode="auto">
          <a:xfrm>
            <a:off x="3048000" y="76200"/>
            <a:ext cx="3048000" cy="4492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2800" b="1" kern="1200" dirty="0">
                <a:solidFill>
                  <a:schemeClr val="bg1"/>
                </a:solidFill>
                <a:latin typeface="微软雅黑" panose="020B0503020204020204" pitchFamily="34" charset="-122"/>
                <a:ea typeface="微软雅黑" panose="020B0503020204020204" pitchFamily="34" charset="-122"/>
                <a:cs typeface="+mn-cs"/>
              </a:rPr>
              <a:t>VLAN </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ID</a:t>
            </a:r>
          </a:p>
        </p:txBody>
      </p:sp>
      <p:sp>
        <p:nvSpPr>
          <p:cNvPr id="110599" name="矩形 1">
            <a:extLst>
              <a:ext uri="{FF2B5EF4-FFF2-40B4-BE49-F238E27FC236}">
                <a16:creationId xmlns:a16="http://schemas.microsoft.com/office/drawing/2014/main" id="{CB6B7151-16B4-48DF-9E40-0B61C13DB7D6}"/>
              </a:ext>
            </a:extLst>
          </p:cNvPr>
          <p:cNvSpPr>
            <a:spLocks noChangeArrowheads="1"/>
          </p:cNvSpPr>
          <p:nvPr/>
        </p:nvSpPr>
        <p:spPr bwMode="auto">
          <a:xfrm>
            <a:off x="838200" y="1371600"/>
            <a:ext cx="7467600" cy="444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ID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用来描述不同的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ID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相同，表示属于同一个广播域，可以直接通信。</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ID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不同，则属于不同的广播域，无法直接通信，必须借助三层设备进行互通。</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ID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最多总共有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sz="1800" b="0" baseline="30000" dirty="0">
                <a:latin typeface="微软雅黑" panose="020B0503020204020204" pitchFamily="34" charset="-122"/>
                <a:ea typeface="微软雅黑" panose="020B0503020204020204" pitchFamily="34" charset="-122"/>
                <a:cs typeface="Times New Roman" panose="02020603050405020304" pitchFamily="18" charset="0"/>
              </a:rPr>
              <a:t>12</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 = 4096</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0 - 4095</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0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4095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为保留，只在特定的情况下使用。</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1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是交换机初始就有的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，称为默认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。初始状态所有接口都处于这个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下，这就是设备连接到交换机以后就能互相通信的原因。</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灯片编号占位符 1">
            <a:extLst>
              <a:ext uri="{FF2B5EF4-FFF2-40B4-BE49-F238E27FC236}">
                <a16:creationId xmlns:a16="http://schemas.microsoft.com/office/drawing/2014/main" id="{28566C89-7CA4-4E14-BA19-B13100994E89}"/>
              </a:ext>
            </a:extLst>
          </p:cNvPr>
          <p:cNvSpPr>
            <a:spLocks noGrp="1"/>
          </p:cNvSpPr>
          <p:nvPr>
            <p:ph type="sldNum" sz="quarter" idx="10"/>
          </p:nvPr>
        </p:nvSpPr>
        <p:spPr>
          <a:xfrm>
            <a:off x="83820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48</a:t>
            </a:fld>
            <a:endParaRPr lang="en-US" altLang="zh-CN" sz="2000">
              <a:solidFill>
                <a:schemeClr val="bg2"/>
              </a:solidFill>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a:extLst>
              <a:ext uri="{FF2B5EF4-FFF2-40B4-BE49-F238E27FC236}">
                <a16:creationId xmlns:a16="http://schemas.microsoft.com/office/drawing/2014/main" id="{0E02D52A-DCBA-466F-B8C7-0C05B7414A7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68D15C71-D4C0-4E21-9DB5-790B9F302C9D}" type="slidenum">
              <a:rPr lang="en-US" altLang="zh-CN" sz="2000" smtClean="0">
                <a:solidFill>
                  <a:schemeClr val="bg2"/>
                </a:solidFill>
              </a:rPr>
              <a:pPr/>
              <a:t>49</a:t>
            </a:fld>
            <a:endParaRPr lang="en-US" altLang="zh-CN" sz="2000">
              <a:solidFill>
                <a:schemeClr val="bg2"/>
              </a:solidFill>
            </a:endParaRPr>
          </a:p>
        </p:txBody>
      </p:sp>
      <p:sp>
        <p:nvSpPr>
          <p:cNvPr id="114691" name="Rectangle 33">
            <a:extLst>
              <a:ext uri="{FF2B5EF4-FFF2-40B4-BE49-F238E27FC236}">
                <a16:creationId xmlns:a16="http://schemas.microsoft.com/office/drawing/2014/main" id="{2BF35E50-4793-4892-86DF-546B1632507B}"/>
              </a:ext>
            </a:extLst>
          </p:cNvPr>
          <p:cNvSpPr>
            <a:spLocks noGrp="1" noChangeArrowheads="1"/>
          </p:cNvSpPr>
          <p:nvPr>
            <p:ph type="title"/>
          </p:nvPr>
        </p:nvSpPr>
        <p:spPr bwMode="auto">
          <a:xfrm>
            <a:off x="2895600" y="106100"/>
            <a:ext cx="5105400"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800" b="1" kern="1200" dirty="0">
                <a:solidFill>
                  <a:schemeClr val="bg1"/>
                </a:solidFill>
                <a:latin typeface="微软雅黑" panose="020B0503020204020204" pitchFamily="34" charset="-122"/>
                <a:ea typeface="微软雅黑" panose="020B0503020204020204" pitchFamily="34" charset="-122"/>
                <a:cs typeface="+mn-cs"/>
              </a:rPr>
              <a:t>VLAN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标签（</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TAG</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a:t>
            </a:r>
          </a:p>
        </p:txBody>
      </p:sp>
      <p:sp>
        <p:nvSpPr>
          <p:cNvPr id="3" name="文本框 2">
            <a:extLst>
              <a:ext uri="{FF2B5EF4-FFF2-40B4-BE49-F238E27FC236}">
                <a16:creationId xmlns:a16="http://schemas.microsoft.com/office/drawing/2014/main" id="{DBADE427-D2D1-40E8-92AC-811544801E4B}"/>
              </a:ext>
            </a:extLst>
          </p:cNvPr>
          <p:cNvSpPr txBox="1"/>
          <p:nvPr/>
        </p:nvSpPr>
        <p:spPr>
          <a:xfrm>
            <a:off x="824214" y="1289100"/>
            <a:ext cx="7862586" cy="1732334"/>
          </a:xfrm>
          <a:prstGeom prst="rect">
            <a:avLst/>
          </a:prstGeom>
          <a:noFill/>
        </p:spPr>
        <p:txBody>
          <a:bodyPr wrap="square">
            <a:spAutoFit/>
          </a:bodyPr>
          <a:lstStyle/>
          <a:p>
            <a:pPr algn="just">
              <a:lnSpc>
                <a:spcPct val="200000"/>
              </a:lnSpc>
              <a:defRPr/>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交换网络中，以太网帧主要有以下两种形式</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a:t>
            </a:r>
          </a:p>
          <a:p>
            <a:pPr marL="552450" indent="-285750" algn="just">
              <a:lnSpc>
                <a:spcPct val="200000"/>
              </a:lnSpc>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有标记帧</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Tagged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）：加入了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字节</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标签的帧。</a:t>
            </a:r>
          </a:p>
          <a:p>
            <a:pPr marL="552450" indent="-285750" algn="just">
              <a:lnSpc>
                <a:spcPct val="200000"/>
              </a:lnSpc>
              <a:buClr>
                <a:srgbClr val="FF0000"/>
              </a:buClr>
              <a:buSzPct val="80000"/>
              <a:buFont typeface="Wingdings" panose="05000000000000000000" pitchFamily="2" charset="2"/>
              <a:buChar char="u"/>
              <a:defRPr/>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无标记帧</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Untagged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）：原始的、未加入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字节</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标签的帧。</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a:extLst>
              <a:ext uri="{FF2B5EF4-FFF2-40B4-BE49-F238E27FC236}">
                <a16:creationId xmlns:a16="http://schemas.microsoft.com/office/drawing/2014/main" id="{3B837E17-F38E-43AF-8B92-54481EA4C969}"/>
              </a:ext>
            </a:extLst>
          </p:cNvPr>
          <p:cNvSpPr/>
          <p:nvPr/>
        </p:nvSpPr>
        <p:spPr>
          <a:xfrm>
            <a:off x="824215" y="3344124"/>
            <a:ext cx="7481586" cy="2224776"/>
          </a:xfrm>
          <a:prstGeom prst="rect">
            <a:avLst/>
          </a:prstGeom>
        </p:spPr>
        <p:txBody>
          <a:bodyPr wrap="square">
            <a:spAutoFit/>
          </a:bodyPr>
          <a:lstStyle/>
          <a:p>
            <a:pPr algn="just">
              <a:lnSpc>
                <a:spcPct val="200000"/>
              </a:lnSpc>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交换机内部处理的数据帧一律都是有标记帧。</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从用户终端接收无标记帧后，交换机会为无标记帧添加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标签，然后通过</a:t>
            </a: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干道链路</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发送帧。交换机向用户终端发送帧前，会去除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标签，并通过</a:t>
            </a: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接入链路</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向终端发送无标记帧。</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3">
            <a:extLst>
              <a:ext uri="{FF2B5EF4-FFF2-40B4-BE49-F238E27FC236}">
                <a16:creationId xmlns:a16="http://schemas.microsoft.com/office/drawing/2014/main" id="{0E02D52A-DCBA-466F-B8C7-0C05B7414A7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68D15C71-D4C0-4E21-9DB5-790B9F302C9D}" type="slidenum">
              <a:rPr lang="en-US" altLang="zh-CN" sz="2000" smtClean="0">
                <a:solidFill>
                  <a:schemeClr val="bg2"/>
                </a:solidFill>
              </a:rPr>
              <a:pPr/>
              <a:t>50</a:t>
            </a:fld>
            <a:endParaRPr lang="en-US" altLang="zh-CN" sz="2000">
              <a:solidFill>
                <a:schemeClr val="bg2"/>
              </a:solidFill>
            </a:endParaRPr>
          </a:p>
        </p:txBody>
      </p:sp>
      <p:sp>
        <p:nvSpPr>
          <p:cNvPr id="114691" name="Rectangle 33">
            <a:extLst>
              <a:ext uri="{FF2B5EF4-FFF2-40B4-BE49-F238E27FC236}">
                <a16:creationId xmlns:a16="http://schemas.microsoft.com/office/drawing/2014/main" id="{2BF35E50-4793-4892-86DF-546B1632507B}"/>
              </a:ext>
            </a:extLst>
          </p:cNvPr>
          <p:cNvSpPr>
            <a:spLocks noGrp="1" noChangeArrowheads="1"/>
          </p:cNvSpPr>
          <p:nvPr>
            <p:ph type="title"/>
          </p:nvPr>
        </p:nvSpPr>
        <p:spPr bwMode="auto">
          <a:xfrm>
            <a:off x="2895600" y="106100"/>
            <a:ext cx="5105400"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链路类型和接口类型</a:t>
            </a:r>
          </a:p>
        </p:txBody>
      </p:sp>
      <p:sp>
        <p:nvSpPr>
          <p:cNvPr id="3" name="文本框 2">
            <a:extLst>
              <a:ext uri="{FF2B5EF4-FFF2-40B4-BE49-F238E27FC236}">
                <a16:creationId xmlns:a16="http://schemas.microsoft.com/office/drawing/2014/main" id="{DBADE427-D2D1-40E8-92AC-811544801E4B}"/>
              </a:ext>
            </a:extLst>
          </p:cNvPr>
          <p:cNvSpPr txBox="1"/>
          <p:nvPr/>
        </p:nvSpPr>
        <p:spPr>
          <a:xfrm>
            <a:off x="799361" y="914400"/>
            <a:ext cx="7506439" cy="3003515"/>
          </a:xfrm>
          <a:prstGeom prst="rect">
            <a:avLst/>
          </a:prstGeom>
          <a:noFill/>
        </p:spPr>
        <p:txBody>
          <a:bodyPr wrap="square">
            <a:spAutoFit/>
          </a:bodyPr>
          <a:lstStyle/>
          <a:p>
            <a:pPr marL="285750" indent="-285750" algn="just">
              <a:lnSpc>
                <a:spcPct val="150000"/>
              </a:lnSpc>
              <a:buClr>
                <a:srgbClr val="FF0000"/>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交换网络中，把交换机与终端直接相连的链路称为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接入链路</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Access Link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），接入链路上交换机一侧的端口称为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端口。交换机之间直接相连的链路称为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干道链路</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Trunk Link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链路两侧的端口称为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150000"/>
              </a:lnSpc>
              <a:buClr>
                <a:srgbClr val="FF0000"/>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链路上传输的帧，只能是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Untagged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帧，并且这个帧只属于某个特定的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Access</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端口只能让属于这个特定</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的帧通过。</a:t>
            </a:r>
          </a:p>
          <a:p>
            <a:pPr marL="285750" indent="-285750" algn="just">
              <a:lnSpc>
                <a:spcPct val="150000"/>
              </a:lnSpc>
              <a:buClr>
                <a:srgbClr val="FF0000"/>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链路上传输的帧，只能是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Tagged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帧，并且这个帧可以属于不同的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。一个</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Trunk</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端口可以同时属于多个</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，并且可以让属于不同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的帧通过。</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220D4757-9B15-40CD-AB54-96F1FF5B801D}"/>
              </a:ext>
            </a:extLst>
          </p:cNvPr>
          <p:cNvPicPr>
            <a:picLocks noChangeAspect="1"/>
          </p:cNvPicPr>
          <p:nvPr/>
        </p:nvPicPr>
        <p:blipFill rotWithShape="1">
          <a:blip r:embed="rId3">
            <a:extLst>
              <a:ext uri="{28A0092B-C50C-407E-A947-70E740481C1C}">
                <a14:useLocalDpi xmlns:a14="http://schemas.microsoft.com/office/drawing/2010/main" val="0"/>
              </a:ext>
            </a:extLst>
          </a:blip>
          <a:srcRect t="4331" b="7082"/>
          <a:stretch/>
        </p:blipFill>
        <p:spPr>
          <a:xfrm>
            <a:off x="2152280" y="3810000"/>
            <a:ext cx="4800600" cy="2331724"/>
          </a:xfrm>
          <a:prstGeom prst="rect">
            <a:avLst/>
          </a:prstGeom>
        </p:spPr>
      </p:pic>
    </p:spTree>
    <p:extLst>
      <p:ext uri="{BB962C8B-B14F-4D97-AF65-F5344CB8AC3E}">
        <p14:creationId xmlns:p14="http://schemas.microsoft.com/office/powerpoint/2010/main" val="2448179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8" name="椭圆 75">
            <a:extLst>
              <a:ext uri="{FF2B5EF4-FFF2-40B4-BE49-F238E27FC236}">
                <a16:creationId xmlns:a16="http://schemas.microsoft.com/office/drawing/2014/main" id="{3A0F99ED-FC16-48D3-A48C-F96C34DBB3A9}"/>
              </a:ext>
            </a:extLst>
          </p:cNvPr>
          <p:cNvSpPr>
            <a:spLocks noChangeArrowheads="1"/>
          </p:cNvSpPr>
          <p:nvPr/>
        </p:nvSpPr>
        <p:spPr bwMode="auto">
          <a:xfrm>
            <a:off x="5777414" y="1600200"/>
            <a:ext cx="1107775" cy="3673674"/>
          </a:xfrm>
          <a:prstGeom prst="ellipse">
            <a:avLst/>
          </a:prstGeom>
          <a:solidFill>
            <a:srgbClr val="99CC00"/>
          </a:solidFill>
          <a:ln w="9525" algn="ctr">
            <a:solidFill>
              <a:schemeClr val="tx1"/>
            </a:solidFill>
            <a:prstDash val="dash"/>
            <a:round/>
            <a:headEnd/>
            <a:tailEnd/>
          </a:ln>
        </p:spPr>
        <p:txBody>
          <a:bodyPr lIns="90000" tIns="46800" rIns="90000" bIns="46800"/>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en-US" sz="2400">
              <a:latin typeface="Times New Roman" panose="02020603050405020304" pitchFamily="18" charset="0"/>
              <a:ea typeface="宋体" panose="02010600030101010101" pitchFamily="2" charset="-122"/>
            </a:endParaRPr>
          </a:p>
        </p:txBody>
      </p:sp>
      <p:sp>
        <p:nvSpPr>
          <p:cNvPr id="77" name="椭圆 76">
            <a:extLst>
              <a:ext uri="{FF2B5EF4-FFF2-40B4-BE49-F238E27FC236}">
                <a16:creationId xmlns:a16="http://schemas.microsoft.com/office/drawing/2014/main" id="{BB75037D-687A-4DF1-9268-F1AC880F81DD}"/>
              </a:ext>
            </a:extLst>
          </p:cNvPr>
          <p:cNvSpPr/>
          <p:nvPr/>
        </p:nvSpPr>
        <p:spPr bwMode="auto">
          <a:xfrm>
            <a:off x="6973888" y="1600200"/>
            <a:ext cx="1108075" cy="3673475"/>
          </a:xfrm>
          <a:prstGeom prst="ellipse">
            <a:avLst/>
          </a:prstGeom>
          <a:solidFill>
            <a:schemeClr val="accent6">
              <a:lumMod val="75000"/>
            </a:schemeClr>
          </a:solidFill>
          <a:ln w="9525" cap="flat" cmpd="sng" algn="ctr">
            <a:solidFill>
              <a:schemeClr val="tx1"/>
            </a:solidFill>
            <a:prstDash val="dash"/>
            <a:round/>
            <a:headEnd type="none" w="med" len="med"/>
            <a:tailEnd type="none" w="med" len="med"/>
          </a:ln>
          <a:effectLst/>
        </p:spPr>
        <p:txBody>
          <a:bodyPr lIns="90000" tIns="46800" rIns="90000" bIns="46800"/>
          <a:lstStyle/>
          <a:p>
            <a:pPr>
              <a:defRPr/>
            </a:pPr>
            <a:endParaRPr lang="zh-CN" altLang="en-US">
              <a:ea typeface="宋体" pitchFamily="2" charset="-122"/>
            </a:endParaRPr>
          </a:p>
        </p:txBody>
      </p:sp>
      <p:grpSp>
        <p:nvGrpSpPr>
          <p:cNvPr id="112650" name="组合 10">
            <a:extLst>
              <a:ext uri="{FF2B5EF4-FFF2-40B4-BE49-F238E27FC236}">
                <a16:creationId xmlns:a16="http://schemas.microsoft.com/office/drawing/2014/main" id="{00257EF6-020B-409D-93C0-0F3EAE71A10F}"/>
              </a:ext>
            </a:extLst>
          </p:cNvPr>
          <p:cNvGrpSpPr>
            <a:grpSpLocks/>
          </p:cNvGrpSpPr>
          <p:nvPr/>
        </p:nvGrpSpPr>
        <p:grpSpPr bwMode="auto">
          <a:xfrm>
            <a:off x="2338387" y="2176463"/>
            <a:ext cx="2574925" cy="466725"/>
            <a:chOff x="1852903" y="3068960"/>
            <a:chExt cx="2575037" cy="466564"/>
          </a:xfrm>
        </p:grpSpPr>
        <p:sp>
          <p:nvSpPr>
            <p:cNvPr id="7" name="TextBox 6">
              <a:extLst>
                <a:ext uri="{FF2B5EF4-FFF2-40B4-BE49-F238E27FC236}">
                  <a16:creationId xmlns:a16="http://schemas.microsoft.com/office/drawing/2014/main" id="{BB955444-DA50-4C16-94FC-154DFC417389}"/>
                </a:ext>
              </a:extLst>
            </p:cNvPr>
            <p:cNvSpPr txBox="1"/>
            <p:nvPr/>
          </p:nvSpPr>
          <p:spPr>
            <a:xfrm>
              <a:off x="1852904" y="3068960"/>
              <a:ext cx="2575037" cy="466564"/>
            </a:xfrm>
            <a:prstGeom prst="rect">
              <a:avLst/>
            </a:prstGeom>
            <a:solidFill>
              <a:schemeClr val="accent6">
                <a:lumMod val="60000"/>
                <a:lumOff val="40000"/>
              </a:schemeClr>
            </a:solidFill>
            <a:ln>
              <a:solidFill>
                <a:srgbClr val="FFFFCC"/>
              </a:solid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pitchFamily="2" charset="-122"/>
              </a:endParaRPr>
            </a:p>
          </p:txBody>
        </p:sp>
        <p:sp>
          <p:nvSpPr>
            <p:cNvPr id="112698" name="TextBox 5">
              <a:extLst>
                <a:ext uri="{FF2B5EF4-FFF2-40B4-BE49-F238E27FC236}">
                  <a16:creationId xmlns:a16="http://schemas.microsoft.com/office/drawing/2014/main" id="{D5DFA789-CF49-46AF-9185-D7AB1779EF95}"/>
                </a:ext>
              </a:extLst>
            </p:cNvPr>
            <p:cNvSpPr txBox="1">
              <a:spLocks noChangeArrowheads="1"/>
            </p:cNvSpPr>
            <p:nvPr/>
          </p:nvSpPr>
          <p:spPr bwMode="auto">
            <a:xfrm>
              <a:off x="2052937" y="3154655"/>
              <a:ext cx="431818" cy="376108"/>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1</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699" name="TextBox 7">
              <a:extLst>
                <a:ext uri="{FF2B5EF4-FFF2-40B4-BE49-F238E27FC236}">
                  <a16:creationId xmlns:a16="http://schemas.microsoft.com/office/drawing/2014/main" id="{B02DE35A-79F0-4BE1-9888-974EAB9F6C62}"/>
                </a:ext>
              </a:extLst>
            </p:cNvPr>
            <p:cNvSpPr txBox="1">
              <a:spLocks noChangeArrowheads="1"/>
            </p:cNvSpPr>
            <p:nvPr/>
          </p:nvSpPr>
          <p:spPr bwMode="auto">
            <a:xfrm>
              <a:off x="2627637" y="3140373"/>
              <a:ext cx="431818" cy="376108"/>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2</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700" name="TextBox 8">
              <a:extLst>
                <a:ext uri="{FF2B5EF4-FFF2-40B4-BE49-F238E27FC236}">
                  <a16:creationId xmlns:a16="http://schemas.microsoft.com/office/drawing/2014/main" id="{4CF31F49-AEF5-4324-99C7-8685E10905C7}"/>
                </a:ext>
              </a:extLst>
            </p:cNvPr>
            <p:cNvSpPr txBox="1">
              <a:spLocks noChangeArrowheads="1"/>
            </p:cNvSpPr>
            <p:nvPr/>
          </p:nvSpPr>
          <p:spPr bwMode="auto">
            <a:xfrm>
              <a:off x="3203924" y="3140373"/>
              <a:ext cx="431819" cy="376108"/>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3</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701" name="TextBox 9">
              <a:extLst>
                <a:ext uri="{FF2B5EF4-FFF2-40B4-BE49-F238E27FC236}">
                  <a16:creationId xmlns:a16="http://schemas.microsoft.com/office/drawing/2014/main" id="{50B5B97E-31E2-413A-B25A-9B2A7146D84A}"/>
                </a:ext>
              </a:extLst>
            </p:cNvPr>
            <p:cNvSpPr txBox="1">
              <a:spLocks noChangeArrowheads="1"/>
            </p:cNvSpPr>
            <p:nvPr/>
          </p:nvSpPr>
          <p:spPr bwMode="auto">
            <a:xfrm>
              <a:off x="3780377" y="3140430"/>
              <a:ext cx="431737" cy="376411"/>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4</a:t>
              </a:r>
              <a:endParaRPr lang="zh-CN" altLang="en-US" sz="1800">
                <a:solidFill>
                  <a:srgbClr val="003333"/>
                </a:solidFill>
                <a:latin typeface="Times New Roman" panose="02020603050405020304" pitchFamily="18" charset="0"/>
                <a:ea typeface="宋体" panose="02010600030101010101" pitchFamily="2" charset="-122"/>
              </a:endParaRPr>
            </a:p>
          </p:txBody>
        </p:sp>
      </p:grpSp>
      <p:grpSp>
        <p:nvGrpSpPr>
          <p:cNvPr id="112651" name="组合 11">
            <a:extLst>
              <a:ext uri="{FF2B5EF4-FFF2-40B4-BE49-F238E27FC236}">
                <a16:creationId xmlns:a16="http://schemas.microsoft.com/office/drawing/2014/main" id="{B30CF94D-F1F5-4B07-A95C-DFB8F9CDF23D}"/>
              </a:ext>
            </a:extLst>
          </p:cNvPr>
          <p:cNvGrpSpPr>
            <a:grpSpLocks/>
          </p:cNvGrpSpPr>
          <p:nvPr/>
        </p:nvGrpSpPr>
        <p:grpSpPr bwMode="auto">
          <a:xfrm>
            <a:off x="2335212" y="4229101"/>
            <a:ext cx="2574925" cy="466725"/>
            <a:chOff x="1852950" y="3068602"/>
            <a:chExt cx="2575037" cy="466564"/>
          </a:xfrm>
        </p:grpSpPr>
        <p:sp>
          <p:nvSpPr>
            <p:cNvPr id="13" name="TextBox 12">
              <a:extLst>
                <a:ext uri="{FF2B5EF4-FFF2-40B4-BE49-F238E27FC236}">
                  <a16:creationId xmlns:a16="http://schemas.microsoft.com/office/drawing/2014/main" id="{09A3BA4E-1810-4B97-BCC8-0990B36773F8}"/>
                </a:ext>
              </a:extLst>
            </p:cNvPr>
            <p:cNvSpPr txBox="1"/>
            <p:nvPr/>
          </p:nvSpPr>
          <p:spPr>
            <a:xfrm>
              <a:off x="1852951" y="3068601"/>
              <a:ext cx="2575037" cy="466564"/>
            </a:xfrm>
            <a:prstGeom prst="rect">
              <a:avLst/>
            </a:prstGeom>
            <a:solidFill>
              <a:schemeClr val="accent6">
                <a:lumMod val="60000"/>
                <a:lumOff val="40000"/>
              </a:schemeClr>
            </a:solidFill>
            <a:ln>
              <a:solidFill>
                <a:srgbClr val="FFFFCC"/>
              </a:solidFill>
            </a:ln>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pitchFamily="2" charset="-122"/>
              </a:endParaRPr>
            </a:p>
          </p:txBody>
        </p:sp>
        <p:sp>
          <p:nvSpPr>
            <p:cNvPr id="112693" name="TextBox 13">
              <a:extLst>
                <a:ext uri="{FF2B5EF4-FFF2-40B4-BE49-F238E27FC236}">
                  <a16:creationId xmlns:a16="http://schemas.microsoft.com/office/drawing/2014/main" id="{D9D3182A-36A2-4C17-B2EE-9B56B7068691}"/>
                </a:ext>
              </a:extLst>
            </p:cNvPr>
            <p:cNvSpPr txBox="1">
              <a:spLocks noChangeArrowheads="1"/>
            </p:cNvSpPr>
            <p:nvPr/>
          </p:nvSpPr>
          <p:spPr bwMode="auto">
            <a:xfrm>
              <a:off x="2052984" y="3136375"/>
              <a:ext cx="431818" cy="376108"/>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1</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694" name="TextBox 14">
              <a:extLst>
                <a:ext uri="{FF2B5EF4-FFF2-40B4-BE49-F238E27FC236}">
                  <a16:creationId xmlns:a16="http://schemas.microsoft.com/office/drawing/2014/main" id="{04AB72D3-DD95-4CB8-A481-5EF11427E25C}"/>
                </a:ext>
              </a:extLst>
            </p:cNvPr>
            <p:cNvSpPr txBox="1">
              <a:spLocks noChangeArrowheads="1"/>
            </p:cNvSpPr>
            <p:nvPr/>
          </p:nvSpPr>
          <p:spPr bwMode="auto">
            <a:xfrm>
              <a:off x="2627684" y="3140015"/>
              <a:ext cx="431818" cy="376107"/>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2</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695" name="TextBox 15">
              <a:extLst>
                <a:ext uri="{FF2B5EF4-FFF2-40B4-BE49-F238E27FC236}">
                  <a16:creationId xmlns:a16="http://schemas.microsoft.com/office/drawing/2014/main" id="{985BE3AB-EA3D-46D7-A279-C853F2EB3098}"/>
                </a:ext>
              </a:extLst>
            </p:cNvPr>
            <p:cNvSpPr txBox="1">
              <a:spLocks noChangeArrowheads="1"/>
            </p:cNvSpPr>
            <p:nvPr/>
          </p:nvSpPr>
          <p:spPr bwMode="auto">
            <a:xfrm>
              <a:off x="3203971" y="3140015"/>
              <a:ext cx="431819" cy="376107"/>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3</a:t>
              </a:r>
              <a:endParaRPr lang="zh-CN" altLang="en-US" sz="1800">
                <a:solidFill>
                  <a:srgbClr val="003333"/>
                </a:solidFill>
                <a:latin typeface="Times New Roman" panose="02020603050405020304" pitchFamily="18" charset="0"/>
                <a:ea typeface="宋体" panose="02010600030101010101" pitchFamily="2" charset="-122"/>
              </a:endParaRPr>
            </a:p>
          </p:txBody>
        </p:sp>
        <p:sp>
          <p:nvSpPr>
            <p:cNvPr id="112696" name="TextBox 16">
              <a:extLst>
                <a:ext uri="{FF2B5EF4-FFF2-40B4-BE49-F238E27FC236}">
                  <a16:creationId xmlns:a16="http://schemas.microsoft.com/office/drawing/2014/main" id="{07EE864A-6E4C-4D83-A4A0-CC868288B424}"/>
                </a:ext>
              </a:extLst>
            </p:cNvPr>
            <p:cNvSpPr txBox="1">
              <a:spLocks noChangeArrowheads="1"/>
            </p:cNvSpPr>
            <p:nvPr/>
          </p:nvSpPr>
          <p:spPr bwMode="auto">
            <a:xfrm>
              <a:off x="3780377" y="3140220"/>
              <a:ext cx="431737" cy="375308"/>
            </a:xfrm>
            <a:prstGeom prst="rect">
              <a:avLst/>
            </a:prstGeom>
            <a:solidFill>
              <a:srgbClr val="FFFFCC"/>
            </a:solidFill>
            <a:ln w="9525">
              <a:solidFill>
                <a:srgbClr val="003300"/>
              </a:solidFill>
              <a:miter lim="800000"/>
              <a:headEnd/>
              <a:tailEnd/>
            </a:ln>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003333"/>
                  </a:solidFill>
                  <a:latin typeface="Times New Roman" panose="02020603050405020304" pitchFamily="18" charset="0"/>
                  <a:ea typeface="宋体" panose="02010600030101010101" pitchFamily="2" charset="-122"/>
                </a:rPr>
                <a:t>4</a:t>
              </a:r>
              <a:endParaRPr lang="zh-CN" altLang="en-US" sz="1800">
                <a:solidFill>
                  <a:srgbClr val="003333"/>
                </a:solidFill>
                <a:latin typeface="Times New Roman" panose="02020603050405020304" pitchFamily="18" charset="0"/>
                <a:ea typeface="宋体" panose="02010600030101010101" pitchFamily="2" charset="-122"/>
              </a:endParaRPr>
            </a:p>
          </p:txBody>
        </p:sp>
      </p:grpSp>
      <p:pic>
        <p:nvPicPr>
          <p:cNvPr id="112652" name="Picture 75">
            <a:extLst>
              <a:ext uri="{FF2B5EF4-FFF2-40B4-BE49-F238E27FC236}">
                <a16:creationId xmlns:a16="http://schemas.microsoft.com/office/drawing/2014/main" id="{702053C0-36E1-494C-920B-A303FF7C2B3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872" y="2176462"/>
            <a:ext cx="542834" cy="55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653" name="Picture 79">
            <a:extLst>
              <a:ext uri="{FF2B5EF4-FFF2-40B4-BE49-F238E27FC236}">
                <a16:creationId xmlns:a16="http://schemas.microsoft.com/office/drawing/2014/main" id="{4C58DAAF-F2AA-499A-AB91-00507479675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2720" y="2176462"/>
            <a:ext cx="542834" cy="55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654" name="Picture 80">
            <a:extLst>
              <a:ext uri="{FF2B5EF4-FFF2-40B4-BE49-F238E27FC236}">
                <a16:creationId xmlns:a16="http://schemas.microsoft.com/office/drawing/2014/main" id="{5D83B419-4A2F-4B12-A5CF-4D2712DD783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872" y="4301492"/>
            <a:ext cx="542834" cy="55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12655" name="Picture 81">
            <a:extLst>
              <a:ext uri="{FF2B5EF4-FFF2-40B4-BE49-F238E27FC236}">
                <a16:creationId xmlns:a16="http://schemas.microsoft.com/office/drawing/2014/main" id="{B59E442B-F425-4A93-A877-0452A7B5504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3056" y="4301492"/>
            <a:ext cx="542834" cy="556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cxnSp>
        <p:nvCxnSpPr>
          <p:cNvPr id="112656" name="直接连接符 44">
            <a:extLst>
              <a:ext uri="{FF2B5EF4-FFF2-40B4-BE49-F238E27FC236}">
                <a16:creationId xmlns:a16="http://schemas.microsoft.com/office/drawing/2014/main" id="{CC03167A-93F3-43FF-B2DB-B16BA8E8072B}"/>
              </a:ext>
            </a:extLst>
          </p:cNvPr>
          <p:cNvCxnSpPr>
            <a:cxnSpLocks noChangeShapeType="1"/>
          </p:cNvCxnSpPr>
          <p:nvPr/>
        </p:nvCxnSpPr>
        <p:spPr bwMode="auto">
          <a:xfrm>
            <a:off x="3905288" y="2631284"/>
            <a:ext cx="0" cy="26550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57" name="直接连接符 46">
            <a:extLst>
              <a:ext uri="{FF2B5EF4-FFF2-40B4-BE49-F238E27FC236}">
                <a16:creationId xmlns:a16="http://schemas.microsoft.com/office/drawing/2014/main" id="{3E553E73-9028-4F78-98B2-C998DD9D28D3}"/>
              </a:ext>
            </a:extLst>
          </p:cNvPr>
          <p:cNvCxnSpPr>
            <a:cxnSpLocks noChangeShapeType="1"/>
          </p:cNvCxnSpPr>
          <p:nvPr/>
        </p:nvCxnSpPr>
        <p:spPr bwMode="auto">
          <a:xfrm>
            <a:off x="3902066" y="2896791"/>
            <a:ext cx="2580223"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58" name="直接连接符 48">
            <a:extLst>
              <a:ext uri="{FF2B5EF4-FFF2-40B4-BE49-F238E27FC236}">
                <a16:creationId xmlns:a16="http://schemas.microsoft.com/office/drawing/2014/main" id="{8F296C03-CCD0-4140-B9B5-A0046104F90E}"/>
              </a:ext>
            </a:extLst>
          </p:cNvPr>
          <p:cNvCxnSpPr>
            <a:cxnSpLocks noChangeShapeType="1"/>
          </p:cNvCxnSpPr>
          <p:nvPr/>
        </p:nvCxnSpPr>
        <p:spPr bwMode="auto">
          <a:xfrm>
            <a:off x="6482289" y="2732768"/>
            <a:ext cx="0" cy="164023"/>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59" name="直接连接符 50">
            <a:extLst>
              <a:ext uri="{FF2B5EF4-FFF2-40B4-BE49-F238E27FC236}">
                <a16:creationId xmlns:a16="http://schemas.microsoft.com/office/drawing/2014/main" id="{7C5FEA82-D973-4F6B-90A6-1C8EBC5364E6}"/>
              </a:ext>
            </a:extLst>
          </p:cNvPr>
          <p:cNvCxnSpPr>
            <a:cxnSpLocks noChangeShapeType="1"/>
            <a:endCxn id="112701" idx="0"/>
          </p:cNvCxnSpPr>
          <p:nvPr/>
        </p:nvCxnSpPr>
        <p:spPr bwMode="auto">
          <a:xfrm>
            <a:off x="4478105" y="1960364"/>
            <a:ext cx="3222" cy="28813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0" name="直接连接符 52">
            <a:extLst>
              <a:ext uri="{FF2B5EF4-FFF2-40B4-BE49-F238E27FC236}">
                <a16:creationId xmlns:a16="http://schemas.microsoft.com/office/drawing/2014/main" id="{8C770CA3-6BF3-4E6E-9B43-B76CA3146D8C}"/>
              </a:ext>
            </a:extLst>
          </p:cNvPr>
          <p:cNvCxnSpPr>
            <a:cxnSpLocks noChangeShapeType="1"/>
          </p:cNvCxnSpPr>
          <p:nvPr/>
        </p:nvCxnSpPr>
        <p:spPr bwMode="auto">
          <a:xfrm>
            <a:off x="4481326" y="1960364"/>
            <a:ext cx="3112811"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1" name="直接连接符 54">
            <a:extLst>
              <a:ext uri="{FF2B5EF4-FFF2-40B4-BE49-F238E27FC236}">
                <a16:creationId xmlns:a16="http://schemas.microsoft.com/office/drawing/2014/main" id="{11769535-DDC4-4CB4-BDB3-923CE8DC4DBA}"/>
              </a:ext>
            </a:extLst>
          </p:cNvPr>
          <p:cNvCxnSpPr>
            <a:cxnSpLocks noChangeShapeType="1"/>
          </p:cNvCxnSpPr>
          <p:nvPr/>
        </p:nvCxnSpPr>
        <p:spPr bwMode="auto">
          <a:xfrm flipV="1">
            <a:off x="7594138" y="1960364"/>
            <a:ext cx="0" cy="21609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2" name="直接连接符 56">
            <a:extLst>
              <a:ext uri="{FF2B5EF4-FFF2-40B4-BE49-F238E27FC236}">
                <a16:creationId xmlns:a16="http://schemas.microsoft.com/office/drawing/2014/main" id="{23AB7116-0C53-4527-B0F9-4C2110E9C51F}"/>
              </a:ext>
            </a:extLst>
          </p:cNvPr>
          <p:cNvCxnSpPr>
            <a:cxnSpLocks noChangeShapeType="1"/>
            <a:stCxn id="112695" idx="0"/>
          </p:cNvCxnSpPr>
          <p:nvPr/>
        </p:nvCxnSpPr>
        <p:spPr bwMode="auto">
          <a:xfrm flipV="1">
            <a:off x="3902066" y="4049316"/>
            <a:ext cx="0" cy="2521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3" name="直接连接符 58">
            <a:extLst>
              <a:ext uri="{FF2B5EF4-FFF2-40B4-BE49-F238E27FC236}">
                <a16:creationId xmlns:a16="http://schemas.microsoft.com/office/drawing/2014/main" id="{0A39D04B-B5DA-48ED-88DB-5C2A74FA851C}"/>
              </a:ext>
            </a:extLst>
          </p:cNvPr>
          <p:cNvCxnSpPr>
            <a:cxnSpLocks noChangeShapeType="1"/>
          </p:cNvCxnSpPr>
          <p:nvPr/>
        </p:nvCxnSpPr>
        <p:spPr bwMode="auto">
          <a:xfrm>
            <a:off x="3905288" y="4049316"/>
            <a:ext cx="368885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4" name="直接连接符 62">
            <a:extLst>
              <a:ext uri="{FF2B5EF4-FFF2-40B4-BE49-F238E27FC236}">
                <a16:creationId xmlns:a16="http://schemas.microsoft.com/office/drawing/2014/main" id="{D0553F09-4D23-4F4F-88E4-B682C54A8EDD}"/>
              </a:ext>
            </a:extLst>
          </p:cNvPr>
          <p:cNvCxnSpPr>
            <a:cxnSpLocks noChangeShapeType="1"/>
          </p:cNvCxnSpPr>
          <p:nvPr/>
        </p:nvCxnSpPr>
        <p:spPr bwMode="auto">
          <a:xfrm>
            <a:off x="7594138" y="4049316"/>
            <a:ext cx="0" cy="252176"/>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5" name="直接连接符 64">
            <a:extLst>
              <a:ext uri="{FF2B5EF4-FFF2-40B4-BE49-F238E27FC236}">
                <a16:creationId xmlns:a16="http://schemas.microsoft.com/office/drawing/2014/main" id="{9DAD56F8-12F6-4BC5-80B0-477E54BE24F0}"/>
              </a:ext>
            </a:extLst>
          </p:cNvPr>
          <p:cNvCxnSpPr>
            <a:cxnSpLocks noChangeShapeType="1"/>
          </p:cNvCxnSpPr>
          <p:nvPr/>
        </p:nvCxnSpPr>
        <p:spPr bwMode="auto">
          <a:xfrm>
            <a:off x="3326027" y="4684281"/>
            <a:ext cx="0" cy="301462"/>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6" name="直接连接符 66">
            <a:extLst>
              <a:ext uri="{FF2B5EF4-FFF2-40B4-BE49-F238E27FC236}">
                <a16:creationId xmlns:a16="http://schemas.microsoft.com/office/drawing/2014/main" id="{1A0587B8-6BEE-44B3-BD5F-6847B948B616}"/>
              </a:ext>
            </a:extLst>
          </p:cNvPr>
          <p:cNvCxnSpPr>
            <a:cxnSpLocks noChangeShapeType="1"/>
          </p:cNvCxnSpPr>
          <p:nvPr/>
        </p:nvCxnSpPr>
        <p:spPr bwMode="auto">
          <a:xfrm>
            <a:off x="3329249" y="4985743"/>
            <a:ext cx="315304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7" name="直接连接符 68">
            <a:extLst>
              <a:ext uri="{FF2B5EF4-FFF2-40B4-BE49-F238E27FC236}">
                <a16:creationId xmlns:a16="http://schemas.microsoft.com/office/drawing/2014/main" id="{6B1A35EA-0FC0-487D-A466-FABAD86A4D9E}"/>
              </a:ext>
            </a:extLst>
          </p:cNvPr>
          <p:cNvCxnSpPr>
            <a:cxnSpLocks noChangeShapeType="1"/>
          </p:cNvCxnSpPr>
          <p:nvPr/>
        </p:nvCxnSpPr>
        <p:spPr bwMode="auto">
          <a:xfrm>
            <a:off x="6482289" y="4857799"/>
            <a:ext cx="0" cy="127944"/>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12668" name="直接连接符 70">
            <a:extLst>
              <a:ext uri="{FF2B5EF4-FFF2-40B4-BE49-F238E27FC236}">
                <a16:creationId xmlns:a16="http://schemas.microsoft.com/office/drawing/2014/main" id="{9E3DC720-ED11-4A67-B8B4-1280ADD5670F}"/>
              </a:ext>
            </a:extLst>
          </p:cNvPr>
          <p:cNvCxnSpPr>
            <a:cxnSpLocks noChangeShapeType="1"/>
            <a:stCxn id="112698" idx="2"/>
            <a:endCxn id="112693" idx="0"/>
          </p:cNvCxnSpPr>
          <p:nvPr/>
        </p:nvCxnSpPr>
        <p:spPr bwMode="auto">
          <a:xfrm flipH="1">
            <a:off x="2751137" y="2638426"/>
            <a:ext cx="3175" cy="1658471"/>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12669" name="TextBox 71">
            <a:extLst>
              <a:ext uri="{FF2B5EF4-FFF2-40B4-BE49-F238E27FC236}">
                <a16:creationId xmlns:a16="http://schemas.microsoft.com/office/drawing/2014/main" id="{26359690-9E68-4092-8C17-0447AC619EBF}"/>
              </a:ext>
            </a:extLst>
          </p:cNvPr>
          <p:cNvSpPr txBox="1">
            <a:spLocks noChangeArrowheads="1"/>
          </p:cNvSpPr>
          <p:nvPr/>
        </p:nvSpPr>
        <p:spPr bwMode="auto">
          <a:xfrm>
            <a:off x="5894387" y="2176463"/>
            <a:ext cx="603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rgbClr val="FF0000"/>
                </a:solidFill>
                <a:latin typeface="Times New Roman" panose="02020603050405020304" pitchFamily="18" charset="0"/>
                <a:ea typeface="宋体" panose="02010600030101010101" pitchFamily="2" charset="-122"/>
              </a:rPr>
              <a:t>A</a:t>
            </a:r>
            <a:endParaRPr lang="zh-CN" altLang="en-US" sz="2000">
              <a:solidFill>
                <a:srgbClr val="FF0000"/>
              </a:solidFill>
              <a:latin typeface="Times New Roman" panose="02020603050405020304" pitchFamily="18" charset="0"/>
              <a:ea typeface="宋体" panose="02010600030101010101" pitchFamily="2" charset="-122"/>
            </a:endParaRPr>
          </a:p>
        </p:txBody>
      </p:sp>
      <p:sp>
        <p:nvSpPr>
          <p:cNvPr id="112670" name="TextBox 72">
            <a:extLst>
              <a:ext uri="{FF2B5EF4-FFF2-40B4-BE49-F238E27FC236}">
                <a16:creationId xmlns:a16="http://schemas.microsoft.com/office/drawing/2014/main" id="{D6603CE8-4050-4707-97CC-D4766BEE6B95}"/>
              </a:ext>
            </a:extLst>
          </p:cNvPr>
          <p:cNvSpPr txBox="1">
            <a:spLocks noChangeArrowheads="1"/>
          </p:cNvSpPr>
          <p:nvPr/>
        </p:nvSpPr>
        <p:spPr bwMode="auto">
          <a:xfrm>
            <a:off x="7080050" y="2176463"/>
            <a:ext cx="604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1"/>
                </a:solidFill>
                <a:latin typeface="Times New Roman" panose="02020603050405020304" pitchFamily="18" charset="0"/>
                <a:ea typeface="宋体" panose="02010600030101010101" pitchFamily="2" charset="-122"/>
              </a:rPr>
              <a:t>B</a:t>
            </a:r>
            <a:endParaRPr lang="zh-CN" altLang="en-US" sz="2000">
              <a:solidFill>
                <a:schemeClr val="bg1"/>
              </a:solidFill>
              <a:latin typeface="Times New Roman" panose="02020603050405020304" pitchFamily="18" charset="0"/>
              <a:ea typeface="宋体" panose="02010600030101010101" pitchFamily="2" charset="-122"/>
            </a:endParaRPr>
          </a:p>
        </p:txBody>
      </p:sp>
      <p:sp>
        <p:nvSpPr>
          <p:cNvPr id="112671" name="TextBox 73">
            <a:extLst>
              <a:ext uri="{FF2B5EF4-FFF2-40B4-BE49-F238E27FC236}">
                <a16:creationId xmlns:a16="http://schemas.microsoft.com/office/drawing/2014/main" id="{63256834-A1E2-4420-861C-5323443355F7}"/>
              </a:ext>
            </a:extLst>
          </p:cNvPr>
          <p:cNvSpPr txBox="1">
            <a:spLocks noChangeArrowheads="1"/>
          </p:cNvSpPr>
          <p:nvPr/>
        </p:nvSpPr>
        <p:spPr bwMode="auto">
          <a:xfrm>
            <a:off x="5894387" y="4314825"/>
            <a:ext cx="603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rgbClr val="FF0000"/>
                </a:solidFill>
                <a:latin typeface="Times New Roman" panose="02020603050405020304" pitchFamily="18" charset="0"/>
                <a:ea typeface="宋体" panose="02010600030101010101" pitchFamily="2" charset="-122"/>
              </a:rPr>
              <a:t>C</a:t>
            </a:r>
            <a:endParaRPr lang="zh-CN" altLang="en-US" sz="2000">
              <a:solidFill>
                <a:srgbClr val="FF0000"/>
              </a:solidFill>
              <a:latin typeface="Times New Roman" panose="02020603050405020304" pitchFamily="18" charset="0"/>
              <a:ea typeface="宋体" panose="02010600030101010101" pitchFamily="2" charset="-122"/>
            </a:endParaRPr>
          </a:p>
        </p:txBody>
      </p:sp>
      <p:sp>
        <p:nvSpPr>
          <p:cNvPr id="112672" name="TextBox 74">
            <a:extLst>
              <a:ext uri="{FF2B5EF4-FFF2-40B4-BE49-F238E27FC236}">
                <a16:creationId xmlns:a16="http://schemas.microsoft.com/office/drawing/2014/main" id="{DA1F0516-CFE0-42BB-A153-2D4253BDB3C4}"/>
              </a:ext>
            </a:extLst>
          </p:cNvPr>
          <p:cNvSpPr txBox="1">
            <a:spLocks noChangeArrowheads="1"/>
          </p:cNvSpPr>
          <p:nvPr/>
        </p:nvSpPr>
        <p:spPr bwMode="auto">
          <a:xfrm>
            <a:off x="7091625" y="4297362"/>
            <a:ext cx="604838" cy="3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1"/>
                </a:solidFill>
                <a:latin typeface="Times New Roman" panose="02020603050405020304" pitchFamily="18" charset="0"/>
                <a:ea typeface="宋体" panose="02010600030101010101" pitchFamily="2" charset="-122"/>
              </a:rPr>
              <a:t>D</a:t>
            </a:r>
            <a:endParaRPr lang="zh-CN" altLang="en-US" sz="2000">
              <a:solidFill>
                <a:schemeClr val="bg1"/>
              </a:solidFill>
              <a:latin typeface="Times New Roman" panose="02020603050405020304" pitchFamily="18" charset="0"/>
              <a:ea typeface="宋体" panose="02010600030101010101" pitchFamily="2" charset="-122"/>
            </a:endParaRPr>
          </a:p>
        </p:txBody>
      </p:sp>
      <p:sp>
        <p:nvSpPr>
          <p:cNvPr id="112673" name="TextBox 77">
            <a:extLst>
              <a:ext uri="{FF2B5EF4-FFF2-40B4-BE49-F238E27FC236}">
                <a16:creationId xmlns:a16="http://schemas.microsoft.com/office/drawing/2014/main" id="{377C01FA-A0E2-4EEE-9563-958ED4C30003}"/>
              </a:ext>
            </a:extLst>
          </p:cNvPr>
          <p:cNvSpPr txBox="1">
            <a:spLocks noChangeArrowheads="1"/>
          </p:cNvSpPr>
          <p:nvPr/>
        </p:nvSpPr>
        <p:spPr bwMode="auto">
          <a:xfrm>
            <a:off x="5773574" y="3183865"/>
            <a:ext cx="11525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dirty="0">
                <a:solidFill>
                  <a:srgbClr val="FF0000"/>
                </a:solidFill>
                <a:latin typeface="Times New Roman" panose="02020603050405020304" pitchFamily="18" charset="0"/>
                <a:ea typeface="Adobe 黑体 Std R" panose="020B0400000000000000" pitchFamily="34" charset="-122"/>
                <a:cs typeface="Times New Roman" panose="02020603050405020304" pitchFamily="18" charset="0"/>
              </a:rPr>
              <a:t>VLAN 10</a:t>
            </a:r>
          </a:p>
          <a:p>
            <a:pPr algn="ctr"/>
            <a:r>
              <a:rPr lang="en-US" altLang="zh-CN" sz="1800" dirty="0">
                <a:solidFill>
                  <a:srgbClr val="FF0000"/>
                </a:solidFill>
                <a:latin typeface="Times New Roman" panose="02020603050405020304" pitchFamily="18" charset="0"/>
                <a:ea typeface="Adobe 黑体 Std R" panose="020B0400000000000000" pitchFamily="34" charset="-122"/>
                <a:cs typeface="Times New Roman" panose="02020603050405020304" pitchFamily="18" charset="0"/>
              </a:rPr>
              <a:t>ID = 10</a:t>
            </a:r>
            <a:endParaRPr lang="zh-CN" altLang="en-US" sz="1800" dirty="0">
              <a:solidFill>
                <a:srgbClr val="FF0000"/>
              </a:solidFill>
              <a:latin typeface="Times New Roman" panose="02020603050405020304" pitchFamily="18" charset="0"/>
              <a:ea typeface="Adobe 黑体 Std R" panose="020B0400000000000000" pitchFamily="34" charset="-122"/>
              <a:cs typeface="Times New Roman" panose="02020603050405020304" pitchFamily="18" charset="0"/>
            </a:endParaRPr>
          </a:p>
        </p:txBody>
      </p:sp>
      <p:sp>
        <p:nvSpPr>
          <p:cNvPr id="112674" name="TextBox 78">
            <a:extLst>
              <a:ext uri="{FF2B5EF4-FFF2-40B4-BE49-F238E27FC236}">
                <a16:creationId xmlns:a16="http://schemas.microsoft.com/office/drawing/2014/main" id="{316A2DA5-3E0C-40E2-8872-6A146FB1EC97}"/>
              </a:ext>
            </a:extLst>
          </p:cNvPr>
          <p:cNvSpPr txBox="1">
            <a:spLocks noChangeArrowheads="1"/>
          </p:cNvSpPr>
          <p:nvPr/>
        </p:nvSpPr>
        <p:spPr bwMode="auto">
          <a:xfrm>
            <a:off x="6973888" y="3161601"/>
            <a:ext cx="11842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zh-CN" sz="1800">
                <a:solidFill>
                  <a:srgbClr val="FFFF00"/>
                </a:solidFill>
                <a:latin typeface="Times New Roman" panose="02020603050405020304" pitchFamily="18" charset="0"/>
                <a:ea typeface="Adobe 黑体 Std R" panose="020B0400000000000000" pitchFamily="34" charset="-122"/>
                <a:cs typeface="Times New Roman" panose="02020603050405020304" pitchFamily="18" charset="0"/>
              </a:rPr>
              <a:t>VLAN 20</a:t>
            </a:r>
          </a:p>
          <a:p>
            <a:pPr algn="ctr"/>
            <a:r>
              <a:rPr lang="en-US" altLang="zh-CN" sz="1800">
                <a:solidFill>
                  <a:srgbClr val="FFFF00"/>
                </a:solidFill>
                <a:latin typeface="Times New Roman" panose="02020603050405020304" pitchFamily="18" charset="0"/>
                <a:ea typeface="Adobe 黑体 Std R" panose="020B0400000000000000" pitchFamily="34" charset="-122"/>
                <a:cs typeface="Times New Roman" panose="02020603050405020304" pitchFamily="18" charset="0"/>
              </a:rPr>
              <a:t>ID = 20</a:t>
            </a:r>
            <a:endParaRPr lang="zh-CN" altLang="en-US" sz="1800">
              <a:solidFill>
                <a:srgbClr val="FFFF00"/>
              </a:solidFill>
              <a:latin typeface="Times New Roman" panose="02020603050405020304" pitchFamily="18" charset="0"/>
              <a:ea typeface="Adobe 黑体 Std R" panose="020B0400000000000000" pitchFamily="34" charset="-122"/>
              <a:cs typeface="Times New Roman" panose="02020603050405020304" pitchFamily="18" charset="0"/>
            </a:endParaRPr>
          </a:p>
        </p:txBody>
      </p:sp>
      <p:cxnSp>
        <p:nvCxnSpPr>
          <p:cNvPr id="112675" name="直接箭头连接符 83">
            <a:extLst>
              <a:ext uri="{FF2B5EF4-FFF2-40B4-BE49-F238E27FC236}">
                <a16:creationId xmlns:a16="http://schemas.microsoft.com/office/drawing/2014/main" id="{BAF264D4-552F-4AD8-8298-979A260D9072}"/>
              </a:ext>
            </a:extLst>
          </p:cNvPr>
          <p:cNvCxnSpPr>
            <a:cxnSpLocks noChangeShapeType="1"/>
          </p:cNvCxnSpPr>
          <p:nvPr/>
        </p:nvCxnSpPr>
        <p:spPr bwMode="auto">
          <a:xfrm flipH="1">
            <a:off x="3905288" y="3069894"/>
            <a:ext cx="1000481" cy="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grpSp>
        <p:nvGrpSpPr>
          <p:cNvPr id="112676" name="组合 85">
            <a:extLst>
              <a:ext uri="{FF2B5EF4-FFF2-40B4-BE49-F238E27FC236}">
                <a16:creationId xmlns:a16="http://schemas.microsoft.com/office/drawing/2014/main" id="{54830766-A078-4ABC-820C-9A90C3799194}"/>
              </a:ext>
            </a:extLst>
          </p:cNvPr>
          <p:cNvGrpSpPr>
            <a:grpSpLocks/>
          </p:cNvGrpSpPr>
          <p:nvPr/>
        </p:nvGrpSpPr>
        <p:grpSpPr bwMode="auto">
          <a:xfrm>
            <a:off x="3916827" y="5295903"/>
            <a:ext cx="1431462" cy="338137"/>
            <a:chOff x="3068148" y="4077606"/>
            <a:chExt cx="1431524" cy="338020"/>
          </a:xfrm>
        </p:grpSpPr>
        <p:sp>
          <p:nvSpPr>
            <p:cNvPr id="112690" name="TextBox 86">
              <a:extLst>
                <a:ext uri="{FF2B5EF4-FFF2-40B4-BE49-F238E27FC236}">
                  <a16:creationId xmlns:a16="http://schemas.microsoft.com/office/drawing/2014/main" id="{A1F7968D-3E7F-4DBE-A8C9-99FE487372A8}"/>
                </a:ext>
              </a:extLst>
            </p:cNvPr>
            <p:cNvSpPr txBox="1">
              <a:spLocks noChangeArrowheads="1"/>
            </p:cNvSpPr>
            <p:nvPr/>
          </p:nvSpPr>
          <p:spPr bwMode="auto">
            <a:xfrm>
              <a:off x="3068148" y="4077606"/>
              <a:ext cx="719168" cy="33802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帧首</a:t>
              </a:r>
            </a:p>
          </p:txBody>
        </p:sp>
        <p:sp>
          <p:nvSpPr>
            <p:cNvPr id="112691" name="TextBox 87">
              <a:extLst>
                <a:ext uri="{FF2B5EF4-FFF2-40B4-BE49-F238E27FC236}">
                  <a16:creationId xmlns:a16="http://schemas.microsoft.com/office/drawing/2014/main" id="{2D9D32E7-50B1-497B-8249-AFDFCDC78139}"/>
                </a:ext>
              </a:extLst>
            </p:cNvPr>
            <p:cNvSpPr txBox="1">
              <a:spLocks noChangeArrowheads="1"/>
            </p:cNvSpPr>
            <p:nvPr/>
          </p:nvSpPr>
          <p:spPr bwMode="auto">
            <a:xfrm>
              <a:off x="3780504" y="4077606"/>
              <a:ext cx="719168" cy="33802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数据</a:t>
              </a:r>
            </a:p>
          </p:txBody>
        </p:sp>
      </p:grpSp>
      <p:cxnSp>
        <p:nvCxnSpPr>
          <p:cNvPr id="112677" name="直接箭头连接符 88">
            <a:extLst>
              <a:ext uri="{FF2B5EF4-FFF2-40B4-BE49-F238E27FC236}">
                <a16:creationId xmlns:a16="http://schemas.microsoft.com/office/drawing/2014/main" id="{0895C9BC-4563-4C6D-9BE8-65250E3D153E}"/>
              </a:ext>
            </a:extLst>
          </p:cNvPr>
          <p:cNvCxnSpPr>
            <a:cxnSpLocks noChangeShapeType="1"/>
          </p:cNvCxnSpPr>
          <p:nvPr/>
        </p:nvCxnSpPr>
        <p:spPr bwMode="auto">
          <a:xfrm flipH="1">
            <a:off x="3905288" y="5158846"/>
            <a:ext cx="1000481" cy="0"/>
          </a:xfrm>
          <a:prstGeom prst="straightConnector1">
            <a:avLst/>
          </a:prstGeom>
          <a:noFill/>
          <a:ln w="28575" algn="ctr">
            <a:solidFill>
              <a:srgbClr val="0070C0"/>
            </a:solidFill>
            <a:round/>
            <a:headEnd type="arrow" w="med" len="med"/>
            <a:tailEnd/>
          </a:ln>
          <a:extLst>
            <a:ext uri="{909E8E84-426E-40DD-AFC4-6F175D3DCCD1}">
              <a14:hiddenFill xmlns:a14="http://schemas.microsoft.com/office/drawing/2010/main">
                <a:noFill/>
              </a14:hiddenFill>
            </a:ext>
          </a:extLst>
        </p:spPr>
      </p:cxnSp>
      <p:grpSp>
        <p:nvGrpSpPr>
          <p:cNvPr id="112678" name="组合 90">
            <a:extLst>
              <a:ext uri="{FF2B5EF4-FFF2-40B4-BE49-F238E27FC236}">
                <a16:creationId xmlns:a16="http://schemas.microsoft.com/office/drawing/2014/main" id="{1FD22752-6706-4F94-AC71-3E387E5C7157}"/>
              </a:ext>
            </a:extLst>
          </p:cNvPr>
          <p:cNvGrpSpPr>
            <a:grpSpLocks/>
          </p:cNvGrpSpPr>
          <p:nvPr/>
        </p:nvGrpSpPr>
        <p:grpSpPr bwMode="auto">
          <a:xfrm>
            <a:off x="3840229" y="3167063"/>
            <a:ext cx="1425108" cy="338137"/>
            <a:chOff x="2839149" y="3885333"/>
            <a:chExt cx="1425170" cy="338020"/>
          </a:xfrm>
        </p:grpSpPr>
        <p:sp>
          <p:nvSpPr>
            <p:cNvPr id="112688" name="TextBox 91">
              <a:extLst>
                <a:ext uri="{FF2B5EF4-FFF2-40B4-BE49-F238E27FC236}">
                  <a16:creationId xmlns:a16="http://schemas.microsoft.com/office/drawing/2014/main" id="{5B44904B-451F-4430-9576-40435B9EBEA7}"/>
                </a:ext>
              </a:extLst>
            </p:cNvPr>
            <p:cNvSpPr txBox="1">
              <a:spLocks noChangeArrowheads="1"/>
            </p:cNvSpPr>
            <p:nvPr/>
          </p:nvSpPr>
          <p:spPr bwMode="auto">
            <a:xfrm>
              <a:off x="2839149" y="3885333"/>
              <a:ext cx="719168" cy="33802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帧首</a:t>
              </a:r>
            </a:p>
          </p:txBody>
        </p:sp>
        <p:sp>
          <p:nvSpPr>
            <p:cNvPr id="112689" name="TextBox 92">
              <a:extLst>
                <a:ext uri="{FF2B5EF4-FFF2-40B4-BE49-F238E27FC236}">
                  <a16:creationId xmlns:a16="http://schemas.microsoft.com/office/drawing/2014/main" id="{2097438E-B779-4CD4-9BB9-8E08F8DFF9E8}"/>
                </a:ext>
              </a:extLst>
            </p:cNvPr>
            <p:cNvSpPr txBox="1">
              <a:spLocks noChangeArrowheads="1"/>
            </p:cNvSpPr>
            <p:nvPr/>
          </p:nvSpPr>
          <p:spPr bwMode="auto">
            <a:xfrm>
              <a:off x="3545151" y="3885333"/>
              <a:ext cx="719168" cy="338020"/>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数据</a:t>
              </a:r>
            </a:p>
          </p:txBody>
        </p:sp>
      </p:grpSp>
      <p:grpSp>
        <p:nvGrpSpPr>
          <p:cNvPr id="112679" name="组合 94">
            <a:extLst>
              <a:ext uri="{FF2B5EF4-FFF2-40B4-BE49-F238E27FC236}">
                <a16:creationId xmlns:a16="http://schemas.microsoft.com/office/drawing/2014/main" id="{D2F3942C-8F85-4451-93CD-5193A64C7C4A}"/>
              </a:ext>
            </a:extLst>
          </p:cNvPr>
          <p:cNvGrpSpPr>
            <a:grpSpLocks/>
          </p:cNvGrpSpPr>
          <p:nvPr/>
        </p:nvGrpSpPr>
        <p:grpSpPr bwMode="auto">
          <a:xfrm>
            <a:off x="869950" y="3273902"/>
            <a:ext cx="1579561" cy="341314"/>
            <a:chOff x="384402" y="4166007"/>
            <a:chExt cx="1579630" cy="341195"/>
          </a:xfrm>
        </p:grpSpPr>
        <p:sp>
          <p:nvSpPr>
            <p:cNvPr id="112685" name="TextBox 79">
              <a:extLst>
                <a:ext uri="{FF2B5EF4-FFF2-40B4-BE49-F238E27FC236}">
                  <a16:creationId xmlns:a16="http://schemas.microsoft.com/office/drawing/2014/main" id="{3159FD61-1D51-40A4-A737-CE786A070CF1}"/>
                </a:ext>
              </a:extLst>
            </p:cNvPr>
            <p:cNvSpPr txBox="1">
              <a:spLocks noChangeArrowheads="1"/>
            </p:cNvSpPr>
            <p:nvPr/>
          </p:nvSpPr>
          <p:spPr bwMode="auto">
            <a:xfrm>
              <a:off x="384402" y="4170768"/>
              <a:ext cx="719168" cy="336434"/>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帧首</a:t>
              </a:r>
            </a:p>
          </p:txBody>
        </p:sp>
        <p:sp>
          <p:nvSpPr>
            <p:cNvPr id="112686" name="TextBox 80">
              <a:extLst>
                <a:ext uri="{FF2B5EF4-FFF2-40B4-BE49-F238E27FC236}">
                  <a16:creationId xmlns:a16="http://schemas.microsoft.com/office/drawing/2014/main" id="{4B098751-DCC0-4ABB-9543-AA00641AE96D}"/>
                </a:ext>
              </a:extLst>
            </p:cNvPr>
            <p:cNvSpPr txBox="1">
              <a:spLocks noChangeArrowheads="1"/>
            </p:cNvSpPr>
            <p:nvPr/>
          </p:nvSpPr>
          <p:spPr bwMode="auto">
            <a:xfrm>
              <a:off x="1244864" y="4170768"/>
              <a:ext cx="719168" cy="336434"/>
            </a:xfrm>
            <a:prstGeom prst="rect">
              <a:avLst/>
            </a:prstGeom>
            <a:solidFill>
              <a:srgbClr val="FF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zh-CN" altLang="en-US" sz="1600" dirty="0">
                  <a:latin typeface="Adobe 黑体 Std R" panose="020B0400000000000000" pitchFamily="34" charset="-122"/>
                  <a:ea typeface="Adobe 黑体 Std R" panose="020B0400000000000000" pitchFamily="34" charset="-122"/>
                </a:rPr>
                <a:t>数据</a:t>
              </a:r>
            </a:p>
          </p:txBody>
        </p:sp>
        <p:sp>
          <p:nvSpPr>
            <p:cNvPr id="94" name="TextBox 93">
              <a:extLst>
                <a:ext uri="{FF2B5EF4-FFF2-40B4-BE49-F238E27FC236}">
                  <a16:creationId xmlns:a16="http://schemas.microsoft.com/office/drawing/2014/main" id="{4B07AD45-6571-41EC-B93C-AD111E45EA42}"/>
                </a:ext>
              </a:extLst>
            </p:cNvPr>
            <p:cNvSpPr txBox="1"/>
            <p:nvPr/>
          </p:nvSpPr>
          <p:spPr>
            <a:xfrm>
              <a:off x="1082933" y="4166007"/>
              <a:ext cx="184158" cy="336434"/>
            </a:xfrm>
            <a:prstGeom prst="rect">
              <a:avLst/>
            </a:prstGeom>
            <a:solidFill>
              <a:srgbClr val="99CC00"/>
            </a:solidFill>
          </p:spPr>
          <p:txBody>
            <a:bodyPr>
              <a:spAutoFit/>
            </a:bodyPr>
            <a:lstStyle/>
            <a:p>
              <a:pPr algn="ctr">
                <a:defRPr/>
              </a:pPr>
              <a:endParaRPr lang="zh-CN" altLang="en-US" sz="1600" dirty="0">
                <a:solidFill>
                  <a:schemeClr val="bg1">
                    <a:lumMod val="50000"/>
                  </a:schemeClr>
                </a:solidFill>
                <a:latin typeface="Adobe 黑体 Std R" pitchFamily="34" charset="-122"/>
                <a:ea typeface="Adobe 黑体 Std R" pitchFamily="34" charset="-122"/>
              </a:endParaRPr>
            </a:p>
          </p:txBody>
        </p:sp>
      </p:grpSp>
      <p:sp>
        <p:nvSpPr>
          <p:cNvPr id="112680" name="TextBox 95">
            <a:extLst>
              <a:ext uri="{FF2B5EF4-FFF2-40B4-BE49-F238E27FC236}">
                <a16:creationId xmlns:a16="http://schemas.microsoft.com/office/drawing/2014/main" id="{8F44244D-B4DB-4C57-B35C-99E6D2A6B761}"/>
              </a:ext>
            </a:extLst>
          </p:cNvPr>
          <p:cNvSpPr txBox="1">
            <a:spLocks noChangeArrowheads="1"/>
          </p:cNvSpPr>
          <p:nvPr/>
        </p:nvSpPr>
        <p:spPr bwMode="auto">
          <a:xfrm>
            <a:off x="869950" y="3890787"/>
            <a:ext cx="165217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latin typeface="Times New Roman" panose="02020603050405020304" pitchFamily="18" charset="0"/>
                <a:ea typeface="Adobe 黑体 Std R" panose="020B0400000000000000" pitchFamily="34" charset="-122"/>
                <a:cs typeface="Times New Roman" panose="02020603050405020304" pitchFamily="18" charset="0"/>
              </a:rPr>
              <a:t>VLAN 10 </a:t>
            </a:r>
            <a:r>
              <a:rPr lang="zh-CN" altLang="en-US" sz="1600" dirty="0">
                <a:ea typeface="Adobe 黑体 Std R" panose="020B0400000000000000" pitchFamily="34" charset="-122"/>
                <a:cs typeface="Times New Roman" panose="02020603050405020304" pitchFamily="18" charset="0"/>
              </a:rPr>
              <a:t>标记</a:t>
            </a:r>
          </a:p>
        </p:txBody>
      </p:sp>
      <p:cxnSp>
        <p:nvCxnSpPr>
          <p:cNvPr id="112681" name="直接箭头连接符 97">
            <a:extLst>
              <a:ext uri="{FF2B5EF4-FFF2-40B4-BE49-F238E27FC236}">
                <a16:creationId xmlns:a16="http://schemas.microsoft.com/office/drawing/2014/main" id="{68ECA2A6-C5FE-41E9-BFED-9AF891965750}"/>
              </a:ext>
            </a:extLst>
          </p:cNvPr>
          <p:cNvCxnSpPr>
            <a:cxnSpLocks noChangeShapeType="1"/>
          </p:cNvCxnSpPr>
          <p:nvPr/>
        </p:nvCxnSpPr>
        <p:spPr bwMode="auto">
          <a:xfrm flipV="1">
            <a:off x="1640622" y="3697539"/>
            <a:ext cx="0" cy="193249"/>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12682" name="直接箭头连接符 98">
            <a:extLst>
              <a:ext uri="{FF2B5EF4-FFF2-40B4-BE49-F238E27FC236}">
                <a16:creationId xmlns:a16="http://schemas.microsoft.com/office/drawing/2014/main" id="{83D0CDEF-4794-44D0-ABE9-F4E289CF6BA8}"/>
              </a:ext>
            </a:extLst>
          </p:cNvPr>
          <p:cNvCxnSpPr>
            <a:cxnSpLocks noChangeShapeType="1"/>
          </p:cNvCxnSpPr>
          <p:nvPr/>
        </p:nvCxnSpPr>
        <p:spPr bwMode="auto">
          <a:xfrm rot="16200000" flipH="1">
            <a:off x="2091088" y="3473052"/>
            <a:ext cx="1000870" cy="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12683" name="TextBox 99">
            <a:extLst>
              <a:ext uri="{FF2B5EF4-FFF2-40B4-BE49-F238E27FC236}">
                <a16:creationId xmlns:a16="http://schemas.microsoft.com/office/drawing/2014/main" id="{AA8AD04C-D79A-40BC-85ED-58EF716DE906}"/>
              </a:ext>
            </a:extLst>
          </p:cNvPr>
          <p:cNvSpPr txBox="1">
            <a:spLocks noChangeArrowheads="1"/>
          </p:cNvSpPr>
          <p:nvPr/>
        </p:nvSpPr>
        <p:spPr bwMode="auto">
          <a:xfrm>
            <a:off x="2964384" y="1729796"/>
            <a:ext cx="1425022" cy="369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800" dirty="0">
                <a:ea typeface="Adobe 黑体 Std R" panose="020B0400000000000000" pitchFamily="34" charset="-122"/>
              </a:rPr>
              <a:t>Switch 1</a:t>
            </a:r>
            <a:endParaRPr lang="zh-CN" altLang="en-US" sz="1800" dirty="0">
              <a:ea typeface="Adobe 黑体 Std R" panose="020B0400000000000000" pitchFamily="34" charset="-122"/>
            </a:endParaRPr>
          </a:p>
        </p:txBody>
      </p:sp>
      <p:sp>
        <p:nvSpPr>
          <p:cNvPr id="112684" name="TextBox 100">
            <a:extLst>
              <a:ext uri="{FF2B5EF4-FFF2-40B4-BE49-F238E27FC236}">
                <a16:creationId xmlns:a16="http://schemas.microsoft.com/office/drawing/2014/main" id="{2D4B6EAE-ABB3-4CC6-80B9-DBF86E9ADB15}"/>
              </a:ext>
            </a:extLst>
          </p:cNvPr>
          <p:cNvSpPr txBox="1">
            <a:spLocks noChangeArrowheads="1"/>
          </p:cNvSpPr>
          <p:nvPr/>
        </p:nvSpPr>
        <p:spPr bwMode="auto">
          <a:xfrm>
            <a:off x="2792482" y="3793128"/>
            <a:ext cx="14239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800" dirty="0">
                <a:ea typeface="Adobe 黑体 Std R" panose="020B0400000000000000" pitchFamily="34" charset="-122"/>
              </a:rPr>
              <a:t>Switch 2</a:t>
            </a:r>
            <a:endParaRPr lang="zh-CN" altLang="en-US" sz="1800" dirty="0">
              <a:ea typeface="Adobe 黑体 Std R" panose="020B0400000000000000" pitchFamily="34" charset="-122"/>
            </a:endParaRPr>
          </a:p>
        </p:txBody>
      </p:sp>
      <p:sp>
        <p:nvSpPr>
          <p:cNvPr id="58" name="灯片编号占位符 1">
            <a:extLst>
              <a:ext uri="{FF2B5EF4-FFF2-40B4-BE49-F238E27FC236}">
                <a16:creationId xmlns:a16="http://schemas.microsoft.com/office/drawing/2014/main" id="{D31E17EF-8ED5-4A47-BC46-0A6ECB3A4740}"/>
              </a:ext>
            </a:extLst>
          </p:cNvPr>
          <p:cNvSpPr>
            <a:spLocks noGrp="1"/>
          </p:cNvSpPr>
          <p:nvPr>
            <p:ph type="sldNum" sz="quarter" idx="10"/>
          </p:nvPr>
        </p:nvSpPr>
        <p:spPr>
          <a:xfrm>
            <a:off x="8305800" y="6400800"/>
            <a:ext cx="1066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069BD018-9754-428A-BB7C-C0A427116C92}" type="slidenum">
              <a:rPr lang="en-US" altLang="zh-CN" sz="2000" smtClean="0">
                <a:solidFill>
                  <a:schemeClr val="bg2"/>
                </a:solidFill>
              </a:rPr>
              <a:pPr/>
              <a:t>51</a:t>
            </a:fld>
            <a:endParaRPr lang="en-US" altLang="zh-CN" sz="200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2675"/>
                                        </p:tgtEl>
                                        <p:attrNameLst>
                                          <p:attrName>style.visibility</p:attrName>
                                        </p:attrNameLst>
                                      </p:cBhvr>
                                      <p:to>
                                        <p:strVal val="visible"/>
                                      </p:to>
                                    </p:set>
                                    <p:animEffect transition="in" filter="wipe(right)">
                                      <p:cBhvr>
                                        <p:cTn id="7" dur="500"/>
                                        <p:tgtEl>
                                          <p:spTgt spid="112675"/>
                                        </p:tgtEl>
                                      </p:cBhvr>
                                    </p:animEffect>
                                  </p:childTnLst>
                                </p:cTn>
                              </p:par>
                              <p:par>
                                <p:cTn id="8" presetID="22" presetClass="entr" presetSubtype="2" fill="hold" nodeType="withEffect">
                                  <p:stCondLst>
                                    <p:cond delay="0"/>
                                  </p:stCondLst>
                                  <p:childTnLst>
                                    <p:set>
                                      <p:cBhvr>
                                        <p:cTn id="9" dur="1" fill="hold">
                                          <p:stCondLst>
                                            <p:cond delay="0"/>
                                          </p:stCondLst>
                                        </p:cTn>
                                        <p:tgtEl>
                                          <p:spTgt spid="112678"/>
                                        </p:tgtEl>
                                        <p:attrNameLst>
                                          <p:attrName>style.visibility</p:attrName>
                                        </p:attrNameLst>
                                      </p:cBhvr>
                                      <p:to>
                                        <p:strVal val="visible"/>
                                      </p:to>
                                    </p:set>
                                    <p:animEffect transition="in" filter="wipe(right)">
                                      <p:cBhvr>
                                        <p:cTn id="10" dur="500"/>
                                        <p:tgtEl>
                                          <p:spTgt spid="11267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2682"/>
                                        </p:tgtEl>
                                        <p:attrNameLst>
                                          <p:attrName>style.visibility</p:attrName>
                                        </p:attrNameLst>
                                      </p:cBhvr>
                                      <p:to>
                                        <p:strVal val="visible"/>
                                      </p:to>
                                    </p:set>
                                    <p:animEffect transition="in" filter="wipe(up)">
                                      <p:cBhvr>
                                        <p:cTn id="15" dur="500"/>
                                        <p:tgtEl>
                                          <p:spTgt spid="112682"/>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12679"/>
                                        </p:tgtEl>
                                        <p:attrNameLst>
                                          <p:attrName>style.visibility</p:attrName>
                                        </p:attrNameLst>
                                      </p:cBhvr>
                                      <p:to>
                                        <p:strVal val="visible"/>
                                      </p:to>
                                    </p:set>
                                    <p:animEffect transition="in" filter="wipe(left)">
                                      <p:cBhvr>
                                        <p:cTn id="19" dur="500"/>
                                        <p:tgtEl>
                                          <p:spTgt spid="112679"/>
                                        </p:tgtEl>
                                      </p:cBhvr>
                                    </p:animEffect>
                                  </p:childTnLst>
                                </p:cTn>
                              </p:par>
                            </p:childTnLst>
                          </p:cTn>
                        </p:par>
                        <p:par>
                          <p:cTn id="20" fill="hold">
                            <p:stCondLst>
                              <p:cond delay="1000"/>
                            </p:stCondLst>
                            <p:childTnLst>
                              <p:par>
                                <p:cTn id="21" presetID="22" presetClass="entr" presetSubtype="4" fill="hold" grpId="0" nodeType="afterEffect">
                                  <p:stCondLst>
                                    <p:cond delay="0"/>
                                  </p:stCondLst>
                                  <p:childTnLst>
                                    <p:set>
                                      <p:cBhvr>
                                        <p:cTn id="22" dur="1" fill="hold">
                                          <p:stCondLst>
                                            <p:cond delay="0"/>
                                          </p:stCondLst>
                                        </p:cTn>
                                        <p:tgtEl>
                                          <p:spTgt spid="112680"/>
                                        </p:tgtEl>
                                        <p:attrNameLst>
                                          <p:attrName>style.visibility</p:attrName>
                                        </p:attrNameLst>
                                      </p:cBhvr>
                                      <p:to>
                                        <p:strVal val="visible"/>
                                      </p:to>
                                    </p:set>
                                    <p:animEffect transition="in" filter="wipe(down)">
                                      <p:cBhvr>
                                        <p:cTn id="23" dur="500"/>
                                        <p:tgtEl>
                                          <p:spTgt spid="112680"/>
                                        </p:tgtEl>
                                      </p:cBhvr>
                                    </p:animEffect>
                                  </p:childTnLst>
                                </p:cTn>
                              </p:par>
                            </p:childTnLst>
                          </p:cTn>
                        </p:par>
                        <p:par>
                          <p:cTn id="24" fill="hold">
                            <p:stCondLst>
                              <p:cond delay="1500"/>
                            </p:stCondLst>
                            <p:childTnLst>
                              <p:par>
                                <p:cTn id="25" presetID="22" presetClass="entr" presetSubtype="4" fill="hold" nodeType="afterEffect">
                                  <p:stCondLst>
                                    <p:cond delay="0"/>
                                  </p:stCondLst>
                                  <p:childTnLst>
                                    <p:set>
                                      <p:cBhvr>
                                        <p:cTn id="26" dur="1" fill="hold">
                                          <p:stCondLst>
                                            <p:cond delay="0"/>
                                          </p:stCondLst>
                                        </p:cTn>
                                        <p:tgtEl>
                                          <p:spTgt spid="112681"/>
                                        </p:tgtEl>
                                        <p:attrNameLst>
                                          <p:attrName>style.visibility</p:attrName>
                                        </p:attrNameLst>
                                      </p:cBhvr>
                                      <p:to>
                                        <p:strVal val="visible"/>
                                      </p:to>
                                    </p:set>
                                    <p:animEffect transition="in" filter="wipe(down)">
                                      <p:cBhvr>
                                        <p:cTn id="27" dur="500"/>
                                        <p:tgtEl>
                                          <p:spTgt spid="11268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2677"/>
                                        </p:tgtEl>
                                        <p:attrNameLst>
                                          <p:attrName>style.visibility</p:attrName>
                                        </p:attrNameLst>
                                      </p:cBhvr>
                                      <p:to>
                                        <p:strVal val="visible"/>
                                      </p:to>
                                    </p:set>
                                    <p:animEffect transition="in" filter="wipe(left)">
                                      <p:cBhvr>
                                        <p:cTn id="32" dur="500"/>
                                        <p:tgtEl>
                                          <p:spTgt spid="112677"/>
                                        </p:tgtEl>
                                      </p:cBhvr>
                                    </p:animEffect>
                                  </p:childTnLst>
                                </p:cTn>
                              </p:par>
                              <p:par>
                                <p:cTn id="33" presetID="22" presetClass="entr" presetSubtype="8" fill="hold" nodeType="withEffect">
                                  <p:stCondLst>
                                    <p:cond delay="0"/>
                                  </p:stCondLst>
                                  <p:childTnLst>
                                    <p:set>
                                      <p:cBhvr>
                                        <p:cTn id="34" dur="1" fill="hold">
                                          <p:stCondLst>
                                            <p:cond delay="0"/>
                                          </p:stCondLst>
                                        </p:cTn>
                                        <p:tgtEl>
                                          <p:spTgt spid="112676"/>
                                        </p:tgtEl>
                                        <p:attrNameLst>
                                          <p:attrName>style.visibility</p:attrName>
                                        </p:attrNameLst>
                                      </p:cBhvr>
                                      <p:to>
                                        <p:strVal val="visible"/>
                                      </p:to>
                                    </p:set>
                                    <p:animEffect transition="in" filter="wipe(left)">
                                      <p:cBhvr>
                                        <p:cTn id="35" dur="500"/>
                                        <p:tgtEl>
                                          <p:spTgt spid="112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3">
            <a:extLst>
              <a:ext uri="{FF2B5EF4-FFF2-40B4-BE49-F238E27FC236}">
                <a16:creationId xmlns:a16="http://schemas.microsoft.com/office/drawing/2014/main" id="{BA6C656A-A66D-4FFA-9FB4-19BE89F5ED5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212C029F-2F41-4C40-88D9-844A0784B471}" type="slidenum">
              <a:rPr lang="en-US" altLang="zh-CN" sz="2000" smtClean="0">
                <a:solidFill>
                  <a:schemeClr val="bg2"/>
                </a:solidFill>
              </a:rPr>
              <a:pPr/>
              <a:t>52</a:t>
            </a:fld>
            <a:endParaRPr lang="en-US" altLang="zh-CN" sz="2000">
              <a:solidFill>
                <a:schemeClr val="bg2"/>
              </a:solidFill>
            </a:endParaRPr>
          </a:p>
        </p:txBody>
      </p:sp>
      <p:sp>
        <p:nvSpPr>
          <p:cNvPr id="126979" name="Rectangle 4">
            <a:extLst>
              <a:ext uri="{FF2B5EF4-FFF2-40B4-BE49-F238E27FC236}">
                <a16:creationId xmlns:a16="http://schemas.microsoft.com/office/drawing/2014/main" id="{D57AEC41-978A-4B3F-9C12-531BCDA07FF6}"/>
              </a:ext>
            </a:extLst>
          </p:cNvPr>
          <p:cNvSpPr>
            <a:spLocks noGrp="1" noChangeArrowheads="1"/>
          </p:cNvSpPr>
          <p:nvPr>
            <p:ph type="title"/>
          </p:nvPr>
        </p:nvSpPr>
        <p:spPr bwMode="auto">
          <a:xfrm>
            <a:off x="2895600" y="76200"/>
            <a:ext cx="5334000" cy="5833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实验</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5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划分</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VLAN</a:t>
            </a:r>
          </a:p>
        </p:txBody>
      </p:sp>
      <p:sp>
        <p:nvSpPr>
          <p:cNvPr id="126983" name="文本框 9">
            <a:extLst>
              <a:ext uri="{FF2B5EF4-FFF2-40B4-BE49-F238E27FC236}">
                <a16:creationId xmlns:a16="http://schemas.microsoft.com/office/drawing/2014/main" id="{D9A0C256-431B-43BB-920E-B8D73602C510}"/>
              </a:ext>
            </a:extLst>
          </p:cNvPr>
          <p:cNvSpPr txBox="1">
            <a:spLocks noChangeArrowheads="1"/>
          </p:cNvSpPr>
          <p:nvPr/>
        </p:nvSpPr>
        <p:spPr bwMode="auto">
          <a:xfrm>
            <a:off x="1047709" y="5192878"/>
            <a:ext cx="7711433" cy="5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nSpc>
                <a:spcPct val="200000"/>
              </a:lnSpc>
              <a:buClr>
                <a:srgbClr val="FF0000"/>
              </a:buClr>
              <a:buSzPct val="80000"/>
            </a:pP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思考：</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PC1~PC4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配置</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地址和子网掩码，此时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台</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彼此间是否可以通信吗？</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6984" name="图片 1">
            <a:extLst>
              <a:ext uri="{FF2B5EF4-FFF2-40B4-BE49-F238E27FC236}">
                <a16:creationId xmlns:a16="http://schemas.microsoft.com/office/drawing/2014/main" id="{D2DDABCB-367B-454D-B82B-80CF37385F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7444" y="1270000"/>
            <a:ext cx="6869112"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D4FBDC40-0025-4A61-86C0-4BC71E8578E6}"/>
              </a:ext>
            </a:extLst>
          </p:cNvPr>
          <p:cNvSpPr txBox="1"/>
          <p:nvPr/>
        </p:nvSpPr>
        <p:spPr>
          <a:xfrm>
            <a:off x="4217193" y="1544637"/>
            <a:ext cx="990600" cy="369332"/>
          </a:xfrm>
          <a:prstGeom prst="rect">
            <a:avLst/>
          </a:prstGeom>
          <a:noFill/>
        </p:spPr>
        <p:txBody>
          <a:bodyPr wrap="square" rtlCol="0">
            <a:spAutoFit/>
          </a:bodyPr>
          <a:lstStyle/>
          <a:p>
            <a:r>
              <a:rPr lang="en-US" altLang="zh-CN" sz="1800" dirty="0">
                <a:solidFill>
                  <a:srgbClr val="FF0000"/>
                </a:solidFill>
              </a:rPr>
              <a:t>Trunk</a:t>
            </a:r>
            <a:endParaRPr lang="zh-CN" altLang="en-US" sz="1800" dirty="0">
              <a:solidFill>
                <a:srgbClr val="FF0000"/>
              </a:solidFill>
            </a:endParaRPr>
          </a:p>
        </p:txBody>
      </p:sp>
      <p:grpSp>
        <p:nvGrpSpPr>
          <p:cNvPr id="3" name="组合 2">
            <a:extLst>
              <a:ext uri="{FF2B5EF4-FFF2-40B4-BE49-F238E27FC236}">
                <a16:creationId xmlns:a16="http://schemas.microsoft.com/office/drawing/2014/main" id="{1A20F2FF-1C8A-4F3D-ABFC-A38AE0DEB2E7}"/>
              </a:ext>
            </a:extLst>
          </p:cNvPr>
          <p:cNvGrpSpPr/>
          <p:nvPr/>
        </p:nvGrpSpPr>
        <p:grpSpPr>
          <a:xfrm>
            <a:off x="1371600" y="2762184"/>
            <a:ext cx="6371431" cy="369332"/>
            <a:chOff x="1172369" y="2741547"/>
            <a:chExt cx="6371431" cy="369332"/>
          </a:xfrm>
        </p:grpSpPr>
        <p:sp>
          <p:nvSpPr>
            <p:cNvPr id="7" name="文本框 6">
              <a:extLst>
                <a:ext uri="{FF2B5EF4-FFF2-40B4-BE49-F238E27FC236}">
                  <a16:creationId xmlns:a16="http://schemas.microsoft.com/office/drawing/2014/main" id="{65968599-BAAC-46D8-A56D-8AC93EF325AA}"/>
                </a:ext>
              </a:extLst>
            </p:cNvPr>
            <p:cNvSpPr txBox="1"/>
            <p:nvPr/>
          </p:nvSpPr>
          <p:spPr>
            <a:xfrm>
              <a:off x="1172369" y="2741547"/>
              <a:ext cx="990600" cy="369332"/>
            </a:xfrm>
            <a:prstGeom prst="rect">
              <a:avLst/>
            </a:prstGeom>
            <a:noFill/>
          </p:spPr>
          <p:txBody>
            <a:bodyPr wrap="square" rtlCol="0">
              <a:spAutoFit/>
            </a:bodyPr>
            <a:lstStyle/>
            <a:p>
              <a:r>
                <a:rPr lang="en-US" altLang="zh-CN" sz="1800" dirty="0">
                  <a:solidFill>
                    <a:srgbClr val="FF0000"/>
                  </a:solidFill>
                </a:rPr>
                <a:t>Access</a:t>
              </a:r>
              <a:endParaRPr lang="zh-CN" altLang="en-US" sz="1800" dirty="0">
                <a:solidFill>
                  <a:srgbClr val="FF0000"/>
                </a:solidFill>
              </a:endParaRPr>
            </a:p>
          </p:txBody>
        </p:sp>
        <p:sp>
          <p:nvSpPr>
            <p:cNvPr id="8" name="文本框 7">
              <a:extLst>
                <a:ext uri="{FF2B5EF4-FFF2-40B4-BE49-F238E27FC236}">
                  <a16:creationId xmlns:a16="http://schemas.microsoft.com/office/drawing/2014/main" id="{CA8A23CD-B08E-4DF3-8051-1AD3A520EFE1}"/>
                </a:ext>
              </a:extLst>
            </p:cNvPr>
            <p:cNvSpPr txBox="1"/>
            <p:nvPr/>
          </p:nvSpPr>
          <p:spPr>
            <a:xfrm>
              <a:off x="3027362" y="2741547"/>
              <a:ext cx="990600" cy="369332"/>
            </a:xfrm>
            <a:prstGeom prst="rect">
              <a:avLst/>
            </a:prstGeom>
            <a:noFill/>
          </p:spPr>
          <p:txBody>
            <a:bodyPr wrap="square" rtlCol="0">
              <a:spAutoFit/>
            </a:bodyPr>
            <a:lstStyle/>
            <a:p>
              <a:r>
                <a:rPr lang="en-US" altLang="zh-CN" sz="1800" dirty="0">
                  <a:solidFill>
                    <a:srgbClr val="FF0000"/>
                  </a:solidFill>
                </a:rPr>
                <a:t>Access</a:t>
              </a:r>
              <a:endParaRPr lang="zh-CN" altLang="en-US" sz="1800" dirty="0">
                <a:solidFill>
                  <a:srgbClr val="FF0000"/>
                </a:solidFill>
              </a:endParaRPr>
            </a:p>
          </p:txBody>
        </p:sp>
        <p:sp>
          <p:nvSpPr>
            <p:cNvPr id="9" name="文本框 8">
              <a:extLst>
                <a:ext uri="{FF2B5EF4-FFF2-40B4-BE49-F238E27FC236}">
                  <a16:creationId xmlns:a16="http://schemas.microsoft.com/office/drawing/2014/main" id="{DEBD8777-3166-41C9-8D05-D5F48A186B30}"/>
                </a:ext>
              </a:extLst>
            </p:cNvPr>
            <p:cNvSpPr txBox="1"/>
            <p:nvPr/>
          </p:nvSpPr>
          <p:spPr>
            <a:xfrm>
              <a:off x="4601369" y="2741547"/>
              <a:ext cx="990600" cy="369332"/>
            </a:xfrm>
            <a:prstGeom prst="rect">
              <a:avLst/>
            </a:prstGeom>
            <a:noFill/>
          </p:spPr>
          <p:txBody>
            <a:bodyPr wrap="square" rtlCol="0">
              <a:spAutoFit/>
            </a:bodyPr>
            <a:lstStyle/>
            <a:p>
              <a:r>
                <a:rPr lang="en-US" altLang="zh-CN" sz="1800" dirty="0">
                  <a:solidFill>
                    <a:srgbClr val="FF0000"/>
                  </a:solidFill>
                </a:rPr>
                <a:t>Access</a:t>
              </a:r>
              <a:endParaRPr lang="zh-CN" altLang="en-US" sz="1800" dirty="0">
                <a:solidFill>
                  <a:srgbClr val="FF0000"/>
                </a:solidFill>
              </a:endParaRPr>
            </a:p>
          </p:txBody>
        </p:sp>
        <p:sp>
          <p:nvSpPr>
            <p:cNvPr id="10" name="文本框 9">
              <a:extLst>
                <a:ext uri="{FF2B5EF4-FFF2-40B4-BE49-F238E27FC236}">
                  <a16:creationId xmlns:a16="http://schemas.microsoft.com/office/drawing/2014/main" id="{B22BF477-05A6-411F-9217-22613FA06081}"/>
                </a:ext>
              </a:extLst>
            </p:cNvPr>
            <p:cNvSpPr txBox="1"/>
            <p:nvPr/>
          </p:nvSpPr>
          <p:spPr>
            <a:xfrm>
              <a:off x="6553200" y="2741547"/>
              <a:ext cx="990600" cy="369332"/>
            </a:xfrm>
            <a:prstGeom prst="rect">
              <a:avLst/>
            </a:prstGeom>
            <a:noFill/>
          </p:spPr>
          <p:txBody>
            <a:bodyPr wrap="square" rtlCol="0">
              <a:spAutoFit/>
            </a:bodyPr>
            <a:lstStyle/>
            <a:p>
              <a:r>
                <a:rPr lang="en-US" altLang="zh-CN" sz="1800" dirty="0">
                  <a:solidFill>
                    <a:srgbClr val="FF0000"/>
                  </a:solidFill>
                </a:rPr>
                <a:t>Access</a:t>
              </a:r>
              <a:endParaRPr lang="zh-CN" altLang="en-US" sz="18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83"/>
                                        </p:tgtEl>
                                        <p:attrNameLst>
                                          <p:attrName>style.visibility</p:attrName>
                                        </p:attrNameLst>
                                      </p:cBhvr>
                                      <p:to>
                                        <p:strVal val="visible"/>
                                      </p:to>
                                    </p:set>
                                    <p:animEffect transition="in" filter="wipe(left)">
                                      <p:cBhvr>
                                        <p:cTn id="17" dur="500"/>
                                        <p:tgtEl>
                                          <p:spTgt spid="126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3" grpId="0"/>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3">
            <a:extLst>
              <a:ext uri="{FF2B5EF4-FFF2-40B4-BE49-F238E27FC236}">
                <a16:creationId xmlns:a16="http://schemas.microsoft.com/office/drawing/2014/main" id="{EDAD0113-E1CE-4051-87A9-C2F7C7E3E737}"/>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A8C5790C-466D-468A-A242-E093B3FDFD15}" type="slidenum">
              <a:rPr lang="en-US" altLang="zh-CN" sz="2000" smtClean="0">
                <a:solidFill>
                  <a:schemeClr val="bg2"/>
                </a:solidFill>
              </a:rPr>
              <a:pPr/>
              <a:t>53</a:t>
            </a:fld>
            <a:endParaRPr lang="en-US" altLang="zh-CN" sz="2000">
              <a:solidFill>
                <a:schemeClr val="bg2"/>
              </a:solidFill>
            </a:endParaRPr>
          </a:p>
        </p:txBody>
      </p:sp>
      <p:sp>
        <p:nvSpPr>
          <p:cNvPr id="128007" name="文本框 1">
            <a:extLst>
              <a:ext uri="{FF2B5EF4-FFF2-40B4-BE49-F238E27FC236}">
                <a16:creationId xmlns:a16="http://schemas.microsoft.com/office/drawing/2014/main" id="{A16DAF30-B939-485B-AA04-6C439587C953}"/>
              </a:ext>
            </a:extLst>
          </p:cNvPr>
          <p:cNvSpPr txBox="1">
            <a:spLocks noChangeArrowheads="1"/>
          </p:cNvSpPr>
          <p:nvPr/>
        </p:nvSpPr>
        <p:spPr bwMode="auto">
          <a:xfrm>
            <a:off x="1011820" y="990600"/>
            <a:ext cx="7315200" cy="5194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ts val="2600"/>
              </a:lnSpc>
            </a:pPr>
            <a:r>
              <a:rPr lang="zh-CN" altLang="en-US" sz="1800" b="0" dirty="0">
                <a:latin typeface="微软雅黑" panose="020B0503020204020204" pitchFamily="34" charset="-122"/>
                <a:ea typeface="微软雅黑" panose="020B0503020204020204" pitchFamily="34" charset="-122"/>
              </a:rPr>
              <a:t>对两台交换机</a:t>
            </a:r>
            <a:r>
              <a:rPr lang="en-US" altLang="zh-CN" sz="1800" b="0" dirty="0">
                <a:latin typeface="微软雅黑" panose="020B0503020204020204" pitchFamily="34" charset="-122"/>
                <a:ea typeface="微软雅黑" panose="020B0503020204020204" pitchFamily="34" charset="-122"/>
              </a:rPr>
              <a:t>LSW1</a:t>
            </a:r>
            <a:r>
              <a:rPr lang="zh-CN" altLang="en-US" sz="1800" b="0" dirty="0">
                <a:latin typeface="微软雅黑" panose="020B0503020204020204" pitchFamily="34" charset="-122"/>
                <a:ea typeface="微软雅黑" panose="020B0503020204020204" pitchFamily="34" charset="-122"/>
              </a:rPr>
              <a:t>和</a:t>
            </a:r>
            <a:r>
              <a:rPr lang="en-US" altLang="zh-CN" sz="1800" b="0" dirty="0">
                <a:latin typeface="微软雅黑" panose="020B0503020204020204" pitchFamily="34" charset="-122"/>
                <a:ea typeface="微软雅黑" panose="020B0503020204020204" pitchFamily="34" charset="-122"/>
              </a:rPr>
              <a:t>LSW2</a:t>
            </a:r>
            <a:r>
              <a:rPr lang="zh-CN" altLang="en-US" sz="1800" b="0" dirty="0">
                <a:latin typeface="微软雅黑" panose="020B0503020204020204" pitchFamily="34" charset="-122"/>
                <a:ea typeface="微软雅黑" panose="020B0503020204020204" pitchFamily="34" charset="-122"/>
              </a:rPr>
              <a:t>进行相同配置：</a:t>
            </a:r>
            <a:endParaRPr lang="en-US" altLang="zh-CN" sz="1000" dirty="0">
              <a:latin typeface="宋体" panose="02010600030101010101" pitchFamily="2" charset="-122"/>
              <a:ea typeface="宋体" panose="02010600030101010101" pitchFamily="2" charset="-122"/>
            </a:endParaRPr>
          </a:p>
          <a:p>
            <a:pPr>
              <a:lnSpc>
                <a:spcPts val="2200"/>
              </a:lnSpc>
            </a:pPr>
            <a:r>
              <a:rPr lang="en-US" altLang="zh-CN" sz="1400" b="0" dirty="0">
                <a:latin typeface="微软雅黑" panose="020B0503020204020204" pitchFamily="34" charset="-122"/>
                <a:ea typeface="微软雅黑" panose="020B0503020204020204" pitchFamily="34" charset="-122"/>
              </a:rPr>
              <a:t>&lt;Huawei&gt;system-view </a:t>
            </a:r>
          </a:p>
          <a:p>
            <a:pPr>
              <a:lnSpc>
                <a:spcPts val="2200"/>
              </a:lnSpc>
            </a:pPr>
            <a:r>
              <a:rPr lang="en-US" altLang="zh-CN" sz="1400" b="0" dirty="0">
                <a:latin typeface="微软雅黑" panose="020B0503020204020204" pitchFamily="34" charset="-122"/>
                <a:ea typeface="微软雅黑" panose="020B0503020204020204" pitchFamily="34" charset="-122"/>
              </a:rPr>
              <a:t>[Huawei]undo info-center enable                                                   //</a:t>
            </a:r>
            <a:r>
              <a:rPr lang="zh-CN" altLang="en-US" sz="1400" b="0" dirty="0">
                <a:latin typeface="微软雅黑" panose="020B0503020204020204" pitchFamily="34" charset="-122"/>
                <a:ea typeface="微软雅黑" panose="020B0503020204020204" pitchFamily="34" charset="-122"/>
              </a:rPr>
              <a:t>关闭信息中心</a:t>
            </a:r>
            <a:endParaRPr lang="en-US" altLang="zh-CN" sz="1400" b="0" dirty="0">
              <a:latin typeface="微软雅黑" panose="020B0503020204020204" pitchFamily="34" charset="-122"/>
              <a:ea typeface="微软雅黑" panose="020B0503020204020204" pitchFamily="34" charset="-122"/>
            </a:endParaRPr>
          </a:p>
          <a:p>
            <a:pPr>
              <a:lnSpc>
                <a:spcPts val="2200"/>
              </a:lnSpc>
            </a:pPr>
            <a:r>
              <a:rPr lang="en-US" altLang="zh-CN" sz="1400" b="0" dirty="0">
                <a:latin typeface="微软雅黑" panose="020B0503020204020204" pitchFamily="34" charset="-122"/>
                <a:ea typeface="微软雅黑" panose="020B0503020204020204" pitchFamily="34" charset="-122"/>
              </a:rPr>
              <a:t>[Huawei]</a:t>
            </a:r>
            <a:r>
              <a:rPr lang="en-US" altLang="zh-CN" sz="1400" b="0" dirty="0" err="1">
                <a:latin typeface="微软雅黑" panose="020B0503020204020204" pitchFamily="34" charset="-122"/>
                <a:ea typeface="微软雅黑" panose="020B0503020204020204" pitchFamily="34" charset="-122"/>
              </a:rPr>
              <a:t>vlan</a:t>
            </a:r>
            <a:r>
              <a:rPr lang="en-US" altLang="zh-CN" sz="1400" b="0" dirty="0">
                <a:latin typeface="微软雅黑" panose="020B0503020204020204" pitchFamily="34" charset="-122"/>
                <a:ea typeface="微软雅黑" panose="020B0503020204020204" pitchFamily="34" charset="-122"/>
              </a:rPr>
              <a:t> batch 10 20                                                               //</a:t>
            </a:r>
            <a:r>
              <a:rPr lang="zh-CN" altLang="en-US" sz="1400" b="0" dirty="0">
                <a:latin typeface="微软雅黑" panose="020B0503020204020204" pitchFamily="34" charset="-122"/>
                <a:ea typeface="微软雅黑" panose="020B0503020204020204" pitchFamily="34" charset="-122"/>
              </a:rPr>
              <a:t>批量创建</a:t>
            </a:r>
            <a:r>
              <a:rPr lang="en-US" altLang="zh-CN" sz="1400" b="0" dirty="0">
                <a:latin typeface="微软雅黑" panose="020B0503020204020204" pitchFamily="34" charset="-122"/>
                <a:ea typeface="微软雅黑" panose="020B0503020204020204" pitchFamily="34" charset="-122"/>
              </a:rPr>
              <a:t>VLAN</a:t>
            </a:r>
          </a:p>
          <a:p>
            <a:pPr>
              <a:lnSpc>
                <a:spcPts val="2200"/>
              </a:lnSpc>
            </a:pPr>
            <a:r>
              <a:rPr lang="en-US" altLang="zh-CN" sz="1400" b="0" dirty="0">
                <a:latin typeface="微软雅黑" panose="020B0503020204020204" pitchFamily="34" charset="-122"/>
                <a:ea typeface="微软雅黑" panose="020B0503020204020204" pitchFamily="34" charset="-122"/>
              </a:rPr>
              <a:t>[Huawei]int g0/0/1                                                                         //</a:t>
            </a:r>
            <a:r>
              <a:rPr lang="zh-CN" altLang="en-US" sz="1400" b="0" dirty="0">
                <a:latin typeface="微软雅黑" panose="020B0503020204020204" pitchFamily="34" charset="-122"/>
                <a:ea typeface="微软雅黑" panose="020B0503020204020204" pitchFamily="34" charset="-122"/>
              </a:rPr>
              <a:t>进入端口配置模式</a:t>
            </a:r>
            <a:endParaRPr lang="en-US" altLang="zh-CN" sz="1400" b="0" dirty="0">
              <a:latin typeface="微软雅黑" panose="020B0503020204020204" pitchFamily="34" charset="-122"/>
              <a:ea typeface="微软雅黑" panose="020B0503020204020204" pitchFamily="34" charset="-122"/>
            </a:endParaRP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[Huawei-GigabitEthernet0/0/1]port link-type trunk                     //</a:t>
            </a:r>
            <a:r>
              <a:rPr lang="zh-CN" altLang="en-US" sz="1400" b="0" dirty="0">
                <a:latin typeface="微软雅黑" panose="020B0503020204020204" pitchFamily="34" charset="-122"/>
                <a:ea typeface="微软雅黑" panose="020B0503020204020204" pitchFamily="34" charset="-122"/>
              </a:rPr>
              <a:t>端口类型为</a:t>
            </a:r>
            <a:r>
              <a:rPr lang="en-US" altLang="zh-CN" sz="1400" b="0" dirty="0">
                <a:latin typeface="微软雅黑" panose="020B0503020204020204" pitchFamily="34" charset="-122"/>
                <a:ea typeface="微软雅黑" panose="020B0503020204020204" pitchFamily="34" charset="-122"/>
              </a:rPr>
              <a:t>trunk</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[Huawei-GigabitEthernet0/0/1]port trunk allow-pass </a:t>
            </a:r>
            <a:r>
              <a:rPr lang="en-US" altLang="zh-CN" sz="1400" b="0" dirty="0" err="1">
                <a:latin typeface="微软雅黑" panose="020B0503020204020204" pitchFamily="34" charset="-122"/>
                <a:ea typeface="微软雅黑" panose="020B0503020204020204" pitchFamily="34" charset="-122"/>
              </a:rPr>
              <a:t>vlan</a:t>
            </a:r>
            <a:r>
              <a:rPr lang="en-US" altLang="zh-CN" sz="1400" b="0" dirty="0">
                <a:latin typeface="微软雅黑" panose="020B0503020204020204" pitchFamily="34" charset="-122"/>
                <a:ea typeface="微软雅黑" panose="020B0503020204020204" pitchFamily="34" charset="-122"/>
              </a:rPr>
              <a:t> 10 20   </a:t>
            </a:r>
          </a:p>
          <a:p>
            <a:pPr>
              <a:lnSpc>
                <a:spcPts val="2200"/>
              </a:lnSpc>
            </a:pPr>
            <a:r>
              <a:rPr lang="en-US" altLang="zh-CN" sz="1400" b="0">
                <a:latin typeface="微软雅黑" panose="020B0503020204020204" pitchFamily="34" charset="-122"/>
                <a:ea typeface="微软雅黑" panose="020B0503020204020204" pitchFamily="34" charset="-122"/>
              </a:rPr>
              <a:t>                                                                             </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允许</a:t>
            </a:r>
            <a:r>
              <a:rPr lang="en-US" altLang="zh-CN" sz="1400" b="0" dirty="0">
                <a:latin typeface="微软雅黑" panose="020B0503020204020204" pitchFamily="34" charset="-122"/>
                <a:ea typeface="微软雅黑" panose="020B0503020204020204" pitchFamily="34" charset="-122"/>
              </a:rPr>
              <a:t>VLAN 10</a:t>
            </a:r>
            <a:r>
              <a:rPr lang="zh-CN" altLang="en-US" sz="1400" b="0" dirty="0">
                <a:latin typeface="微软雅黑" panose="020B0503020204020204" pitchFamily="34" charset="-122"/>
                <a:ea typeface="微软雅黑" panose="020B0503020204020204" pitchFamily="34" charset="-122"/>
              </a:rPr>
              <a:t>和</a:t>
            </a:r>
            <a:r>
              <a:rPr lang="en-US" altLang="zh-CN" sz="1400" b="0" dirty="0">
                <a:latin typeface="微软雅黑" panose="020B0503020204020204" pitchFamily="34" charset="-122"/>
                <a:ea typeface="微软雅黑" panose="020B0503020204020204" pitchFamily="34" charset="-122"/>
              </a:rPr>
              <a:t>VLAN 20</a:t>
            </a:r>
            <a:r>
              <a:rPr lang="zh-CN" altLang="en-US" sz="1400" b="0" dirty="0">
                <a:latin typeface="微软雅黑" panose="020B0503020204020204" pitchFamily="34" charset="-122"/>
                <a:ea typeface="微软雅黑" panose="020B0503020204020204" pitchFamily="34" charset="-122"/>
              </a:rPr>
              <a:t>的帧通过</a:t>
            </a:r>
            <a:endParaRPr lang="en-US" altLang="zh-CN" sz="1400" b="0" dirty="0">
              <a:latin typeface="微软雅黑" panose="020B0503020204020204" pitchFamily="34" charset="-122"/>
              <a:ea typeface="微软雅黑" panose="020B0503020204020204" pitchFamily="34" charset="-122"/>
            </a:endParaRP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[Huawei-GigabitEthernet0/0/1]quit                                             //</a:t>
            </a:r>
            <a:r>
              <a:rPr lang="zh-CN" altLang="en-US" sz="1400" b="0" dirty="0">
                <a:latin typeface="微软雅黑" panose="020B0503020204020204" pitchFamily="34" charset="-122"/>
                <a:ea typeface="微软雅黑" panose="020B0503020204020204" pitchFamily="34" charset="-122"/>
              </a:rPr>
              <a:t>退回上一级</a:t>
            </a:r>
            <a:endParaRPr lang="en-US" altLang="zh-CN" sz="1400" b="0" dirty="0">
              <a:latin typeface="微软雅黑" panose="020B0503020204020204" pitchFamily="34" charset="-122"/>
              <a:ea typeface="微软雅黑" panose="020B0503020204020204" pitchFamily="34" charset="-122"/>
            </a:endParaRPr>
          </a:p>
          <a:p>
            <a:pPr>
              <a:lnSpc>
                <a:spcPts val="2200"/>
              </a:lnSpc>
            </a:pPr>
            <a:r>
              <a:rPr lang="en-US" altLang="zh-CN" sz="1400" b="0" dirty="0">
                <a:latin typeface="微软雅黑" panose="020B0503020204020204" pitchFamily="34" charset="-122"/>
                <a:ea typeface="微软雅黑" panose="020B0503020204020204" pitchFamily="34" charset="-122"/>
              </a:rPr>
              <a:t>[Huawei]int g0/0/2</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[Huawei-GigabitEthernet0/0/2]port link-type access                 //</a:t>
            </a:r>
            <a:r>
              <a:rPr lang="zh-CN" altLang="en-US" sz="1400" b="0" dirty="0">
                <a:latin typeface="微软雅黑" panose="020B0503020204020204" pitchFamily="34" charset="-122"/>
                <a:ea typeface="微软雅黑" panose="020B0503020204020204" pitchFamily="34" charset="-122"/>
              </a:rPr>
              <a:t>端口类型为</a:t>
            </a:r>
            <a:r>
              <a:rPr lang="en-US" altLang="zh-CN" sz="1400" b="0" dirty="0">
                <a:latin typeface="微软雅黑" panose="020B0503020204020204" pitchFamily="34" charset="-122"/>
                <a:ea typeface="微软雅黑" panose="020B0503020204020204" pitchFamily="34" charset="-122"/>
              </a:rPr>
              <a:t>access</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[Huawei-GigabitEthernet0/0/2]port default </a:t>
            </a:r>
            <a:r>
              <a:rPr lang="en-US" altLang="zh-CN" sz="1400" b="0" dirty="0" err="1">
                <a:latin typeface="微软雅黑" panose="020B0503020204020204" pitchFamily="34" charset="-122"/>
                <a:ea typeface="微软雅黑" panose="020B0503020204020204" pitchFamily="34" charset="-122"/>
              </a:rPr>
              <a:t>vlan</a:t>
            </a:r>
            <a:r>
              <a:rPr lang="en-US" altLang="zh-CN" sz="1400" b="0" dirty="0">
                <a:latin typeface="微软雅黑" panose="020B0503020204020204" pitchFamily="34" charset="-122"/>
                <a:ea typeface="微软雅黑" panose="020B0503020204020204" pitchFamily="34" charset="-122"/>
              </a:rPr>
              <a:t> 10                  //</a:t>
            </a:r>
            <a:r>
              <a:rPr lang="zh-CN" altLang="en-US" sz="1400" b="0" dirty="0">
                <a:latin typeface="微软雅黑" panose="020B0503020204020204" pitchFamily="34" charset="-122"/>
                <a:ea typeface="微软雅黑" panose="020B0503020204020204" pitchFamily="34" charset="-122"/>
              </a:rPr>
              <a:t>端口划分到</a:t>
            </a:r>
            <a:r>
              <a:rPr lang="en-US" altLang="zh-CN" sz="1400" b="0" dirty="0">
                <a:latin typeface="微软雅黑" panose="020B0503020204020204" pitchFamily="34" charset="-122"/>
                <a:ea typeface="微软雅黑" panose="020B0503020204020204" pitchFamily="34" charset="-122"/>
              </a:rPr>
              <a:t>VLAN 10</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[Huawei-GigabitEthernet0/0/2]quit</a:t>
            </a:r>
          </a:p>
          <a:p>
            <a:pPr>
              <a:lnSpc>
                <a:spcPts val="2200"/>
              </a:lnSpc>
            </a:pPr>
            <a:r>
              <a:rPr lang="en-US" altLang="zh-CN" sz="1400" b="0" dirty="0">
                <a:latin typeface="微软雅黑" panose="020B0503020204020204" pitchFamily="34" charset="-122"/>
                <a:ea typeface="微软雅黑" panose="020B0503020204020204" pitchFamily="34" charset="-122"/>
              </a:rPr>
              <a:t>[Huawei]int g0/0/3</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[Huawei-GigabitEthernet0/0/3]port link-type access </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[Huawei-GigabitEthernet0/0/3]port default </a:t>
            </a:r>
            <a:r>
              <a:rPr lang="en-US" altLang="zh-CN" sz="1400" b="0" dirty="0" err="1">
                <a:latin typeface="微软雅黑" panose="020B0503020204020204" pitchFamily="34" charset="-122"/>
                <a:ea typeface="微软雅黑" panose="020B0503020204020204" pitchFamily="34" charset="-122"/>
              </a:rPr>
              <a:t>vlan</a:t>
            </a:r>
            <a:r>
              <a:rPr lang="en-US" altLang="zh-CN" sz="1400" b="0" dirty="0">
                <a:latin typeface="微软雅黑" panose="020B0503020204020204" pitchFamily="34" charset="-122"/>
                <a:ea typeface="微软雅黑" panose="020B0503020204020204" pitchFamily="34" charset="-122"/>
              </a:rPr>
              <a:t> 20</a:t>
            </a:r>
          </a:p>
          <a:p>
            <a:pPr>
              <a:lnSpc>
                <a:spcPts val="2200"/>
              </a:lnSpc>
            </a:pPr>
            <a:r>
              <a:rPr lang="en-US" altLang="zh-CN" sz="1400" b="0" dirty="0">
                <a:latin typeface="微软雅黑" panose="020B0503020204020204" pitchFamily="34" charset="-122"/>
                <a:ea typeface="微软雅黑" panose="020B0503020204020204" pitchFamily="34" charset="-122"/>
              </a:rPr>
              <a:t>[Huawei-GigabitEthernet0/0/3]quit</a:t>
            </a:r>
          </a:p>
          <a:p>
            <a:pPr>
              <a:lnSpc>
                <a:spcPts val="2200"/>
              </a:lnSpc>
            </a:pPr>
            <a:r>
              <a:rPr lang="en-US" altLang="zh-CN" sz="1400" b="0" dirty="0">
                <a:latin typeface="微软雅黑" panose="020B0503020204020204" pitchFamily="34" charset="-122"/>
                <a:ea typeface="微软雅黑" panose="020B0503020204020204" pitchFamily="34" charset="-122"/>
              </a:rPr>
              <a:t>[Huawei]</a:t>
            </a:r>
            <a:r>
              <a:rPr lang="en-US" altLang="zh-CN" sz="1400" baseline="-18000" dirty="0">
                <a:latin typeface="微软雅黑" panose="020B0503020204020204" pitchFamily="34" charset="-122"/>
                <a:ea typeface="微软雅黑" panose="020B0503020204020204" pitchFamily="34" charset="-122"/>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3">
            <a:extLst>
              <a:ext uri="{FF2B5EF4-FFF2-40B4-BE49-F238E27FC236}">
                <a16:creationId xmlns:a16="http://schemas.microsoft.com/office/drawing/2014/main" id="{80B1898C-21D6-4D8A-9E1B-4A44C995081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C1F64036-DB8C-417F-918E-1B5B576C4B85}" type="slidenum">
              <a:rPr lang="en-US" altLang="zh-CN" sz="2000" smtClean="0">
                <a:solidFill>
                  <a:schemeClr val="bg2"/>
                </a:solidFill>
              </a:rPr>
              <a:pPr/>
              <a:t>54</a:t>
            </a:fld>
            <a:endParaRPr lang="en-US" altLang="zh-CN" sz="2000">
              <a:solidFill>
                <a:schemeClr val="bg2"/>
              </a:solidFill>
            </a:endParaRPr>
          </a:p>
        </p:txBody>
      </p:sp>
      <p:pic>
        <p:nvPicPr>
          <p:cNvPr id="130055" name="图片 2">
            <a:extLst>
              <a:ext uri="{FF2B5EF4-FFF2-40B4-BE49-F238E27FC236}">
                <a16:creationId xmlns:a16="http://schemas.microsoft.com/office/drawing/2014/main" id="{59CECC0B-7FAA-406C-B6CD-A12E195FEA0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1638939"/>
            <a:ext cx="4724400" cy="3870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6" name="文本框 1">
            <a:extLst>
              <a:ext uri="{FF2B5EF4-FFF2-40B4-BE49-F238E27FC236}">
                <a16:creationId xmlns:a16="http://schemas.microsoft.com/office/drawing/2014/main" id="{81AAC7A8-8925-4CC8-94A5-D17CA0E5010F}"/>
              </a:ext>
            </a:extLst>
          </p:cNvPr>
          <p:cNvSpPr txBox="1">
            <a:spLocks noChangeArrowheads="1"/>
          </p:cNvSpPr>
          <p:nvPr/>
        </p:nvSpPr>
        <p:spPr bwMode="auto">
          <a:xfrm>
            <a:off x="838200" y="1066800"/>
            <a:ext cx="7086600"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150000"/>
              </a:lnSpc>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在交换机上使用命令</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display </a:t>
            </a:r>
            <a:r>
              <a:rPr lang="en-US" altLang="zh-CN" sz="1800" b="0" dirty="0" err="1">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查看已创建的</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VLAN</a:t>
            </a:r>
          </a:p>
        </p:txBody>
      </p:sp>
      <p:sp>
        <p:nvSpPr>
          <p:cNvPr id="5" name="文本框 9">
            <a:extLst>
              <a:ext uri="{FF2B5EF4-FFF2-40B4-BE49-F238E27FC236}">
                <a16:creationId xmlns:a16="http://schemas.microsoft.com/office/drawing/2014/main" id="{03E5F3CB-F092-4F59-913B-52E523EA4B59}"/>
              </a:ext>
            </a:extLst>
          </p:cNvPr>
          <p:cNvSpPr txBox="1">
            <a:spLocks noChangeArrowheads="1"/>
          </p:cNvSpPr>
          <p:nvPr/>
        </p:nvSpPr>
        <p:spPr bwMode="auto">
          <a:xfrm>
            <a:off x="971891" y="5537908"/>
            <a:ext cx="7200218" cy="5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nSpc>
                <a:spcPct val="200000"/>
              </a:lnSpc>
              <a:buClr>
                <a:srgbClr val="FF0000"/>
              </a:buClr>
              <a:buSzPct val="80000"/>
            </a:pP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思考：</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后，</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台</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彼此间是否可以通信？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0055"/>
                                        </p:tgtEl>
                                        <p:attrNameLst>
                                          <p:attrName>style.visibility</p:attrName>
                                        </p:attrNameLst>
                                      </p:cBhvr>
                                      <p:to>
                                        <p:strVal val="visible"/>
                                      </p:to>
                                    </p:set>
                                    <p:animEffect transition="in" filter="wipe(up)">
                                      <p:cBhvr>
                                        <p:cTn id="7" dur="500"/>
                                        <p:tgtEl>
                                          <p:spTgt spid="1300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灯片编号占位符 3">
            <a:extLst>
              <a:ext uri="{FF2B5EF4-FFF2-40B4-BE49-F238E27FC236}">
                <a16:creationId xmlns:a16="http://schemas.microsoft.com/office/drawing/2014/main" id="{448EACE6-DB6A-4655-9B5E-52E3E9ADE025}"/>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5AF4E5FA-6D37-4C96-B8F8-AD9A066DFDB7}" type="slidenum">
              <a:rPr lang="en-US" altLang="zh-CN" sz="2000" smtClean="0">
                <a:solidFill>
                  <a:schemeClr val="bg2"/>
                </a:solidFill>
              </a:rPr>
              <a:pPr/>
              <a:t>55</a:t>
            </a:fld>
            <a:endParaRPr lang="en-US" altLang="zh-CN" sz="2000">
              <a:solidFill>
                <a:schemeClr val="bg2"/>
              </a:solidFill>
            </a:endParaRPr>
          </a:p>
        </p:txBody>
      </p:sp>
      <p:sp>
        <p:nvSpPr>
          <p:cNvPr id="122883" name="Rectangle 4">
            <a:extLst>
              <a:ext uri="{FF2B5EF4-FFF2-40B4-BE49-F238E27FC236}">
                <a16:creationId xmlns:a16="http://schemas.microsoft.com/office/drawing/2014/main" id="{A369430D-5FA5-45ED-98B6-6EC06372D974}"/>
              </a:ext>
            </a:extLst>
          </p:cNvPr>
          <p:cNvSpPr>
            <a:spLocks noGrp="1" noChangeArrowheads="1"/>
          </p:cNvSpPr>
          <p:nvPr>
            <p:ph type="title"/>
          </p:nvPr>
        </p:nvSpPr>
        <p:spPr bwMode="auto">
          <a:xfrm>
            <a:off x="2971800" y="76200"/>
            <a:ext cx="5257800" cy="5565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kern="1200" dirty="0">
                <a:solidFill>
                  <a:schemeClr val="bg1"/>
                </a:solidFill>
                <a:latin typeface="微软雅黑" panose="020B0503020204020204" pitchFamily="34" charset="-122"/>
                <a:ea typeface="微软雅黑" panose="020B0503020204020204" pitchFamily="34" charset="-122"/>
                <a:cs typeface="+mn-cs"/>
              </a:rPr>
              <a:t>查看</a:t>
            </a:r>
            <a:r>
              <a:rPr lang="en-US" altLang="zh-CN" sz="2800" b="1" kern="1200" dirty="0">
                <a:solidFill>
                  <a:schemeClr val="bg1"/>
                </a:solidFill>
                <a:latin typeface="微软雅黑" panose="020B0503020204020204" pitchFamily="34" charset="-122"/>
                <a:ea typeface="微软雅黑" panose="020B0503020204020204" pitchFamily="34" charset="-122"/>
                <a:cs typeface="+mn-cs"/>
              </a:rPr>
              <a:t>VLAN</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帧</a:t>
            </a:r>
            <a:endParaRPr lang="en-US" altLang="zh-CN" sz="2800" b="1" kern="1200" dirty="0">
              <a:solidFill>
                <a:schemeClr val="bg1"/>
              </a:solidFill>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3431F670-3E55-481C-92C4-4A78714DEC45}"/>
              </a:ext>
            </a:extLst>
          </p:cNvPr>
          <p:cNvPicPr>
            <a:picLocks noChangeAspect="1"/>
          </p:cNvPicPr>
          <p:nvPr/>
        </p:nvPicPr>
        <p:blipFill rotWithShape="1">
          <a:blip r:embed="rId2"/>
          <a:srcRect b="35572"/>
          <a:stretch/>
        </p:blipFill>
        <p:spPr>
          <a:xfrm>
            <a:off x="761999" y="1890409"/>
            <a:ext cx="7772401" cy="3783283"/>
          </a:xfrm>
          <a:prstGeom prst="rect">
            <a:avLst/>
          </a:prstGeom>
        </p:spPr>
      </p:pic>
      <p:sp>
        <p:nvSpPr>
          <p:cNvPr id="3" name="矩形 2">
            <a:extLst>
              <a:ext uri="{FF2B5EF4-FFF2-40B4-BE49-F238E27FC236}">
                <a16:creationId xmlns:a16="http://schemas.microsoft.com/office/drawing/2014/main" id="{4339F48A-3866-4594-83FC-7A9F943E613B}"/>
              </a:ext>
            </a:extLst>
          </p:cNvPr>
          <p:cNvSpPr/>
          <p:nvPr/>
        </p:nvSpPr>
        <p:spPr bwMode="auto">
          <a:xfrm>
            <a:off x="761998" y="4419599"/>
            <a:ext cx="4953001" cy="777433"/>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charset="0"/>
            </a:endParaRPr>
          </a:p>
        </p:txBody>
      </p:sp>
      <p:sp>
        <p:nvSpPr>
          <p:cNvPr id="4" name="矩形 3">
            <a:extLst>
              <a:ext uri="{FF2B5EF4-FFF2-40B4-BE49-F238E27FC236}">
                <a16:creationId xmlns:a16="http://schemas.microsoft.com/office/drawing/2014/main" id="{EF477C06-A771-4DD6-8B76-2C8A5F0BEE51}"/>
              </a:ext>
            </a:extLst>
          </p:cNvPr>
          <p:cNvSpPr/>
          <p:nvPr/>
        </p:nvSpPr>
        <p:spPr>
          <a:xfrm>
            <a:off x="762000" y="1145827"/>
            <a:ext cx="6400800" cy="499624"/>
          </a:xfrm>
          <a:prstGeom prst="rect">
            <a:avLst/>
          </a:prstGeom>
        </p:spPr>
        <p:txBody>
          <a:bodyPr wrap="square">
            <a:spAutoFit/>
          </a:bodyPr>
          <a:lstStyle/>
          <a:p>
            <a:pPr>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思考：</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如何抓包查看</a:t>
            </a:r>
            <a:r>
              <a:rPr lang="en-US" altLang="zh-CN" sz="20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2000" b="0" dirty="0">
                <a:latin typeface="微软雅黑" panose="020B0503020204020204" pitchFamily="34" charset="-122"/>
                <a:ea typeface="微软雅黑" panose="020B0503020204020204" pitchFamily="34" charset="-122"/>
                <a:cs typeface="Times New Roman" panose="02020603050405020304" pitchFamily="18" charset="0"/>
              </a:rPr>
              <a:t>帧的构成？</a:t>
            </a:r>
          </a:p>
        </p:txBody>
      </p:sp>
    </p:spTree>
    <p:extLst>
      <p:ext uri="{BB962C8B-B14F-4D97-AF65-F5344CB8AC3E}">
        <p14:creationId xmlns:p14="http://schemas.microsoft.com/office/powerpoint/2010/main" val="424511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3">
            <a:extLst>
              <a:ext uri="{FF2B5EF4-FFF2-40B4-BE49-F238E27FC236}">
                <a16:creationId xmlns:a16="http://schemas.microsoft.com/office/drawing/2014/main" id="{0E7F7F2D-427A-4351-A33C-5979E4A58DC8}"/>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76013953-C5F9-4479-944F-C2C477489F88}" type="slidenum">
              <a:rPr lang="en-US" altLang="zh-CN" sz="2000" smtClean="0">
                <a:solidFill>
                  <a:schemeClr val="bg2"/>
                </a:solidFill>
              </a:rPr>
              <a:pPr/>
              <a:t>56</a:t>
            </a:fld>
            <a:endParaRPr lang="en-US" altLang="zh-CN" sz="2000">
              <a:solidFill>
                <a:schemeClr val="bg2"/>
              </a:solidFill>
            </a:endParaRPr>
          </a:p>
        </p:txBody>
      </p:sp>
      <p:sp>
        <p:nvSpPr>
          <p:cNvPr id="118787" name="Rectangle 33">
            <a:extLst>
              <a:ext uri="{FF2B5EF4-FFF2-40B4-BE49-F238E27FC236}">
                <a16:creationId xmlns:a16="http://schemas.microsoft.com/office/drawing/2014/main" id="{384E797D-85B7-4C60-990F-DB92C70A4B04}"/>
              </a:ext>
            </a:extLst>
          </p:cNvPr>
          <p:cNvSpPr>
            <a:spLocks noGrp="1" noChangeArrowheads="1"/>
          </p:cNvSpPr>
          <p:nvPr>
            <p:ph type="title"/>
          </p:nvPr>
        </p:nvSpPr>
        <p:spPr bwMode="auto">
          <a:xfrm>
            <a:off x="3009900" y="92076"/>
            <a:ext cx="5067300" cy="561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800" b="1" kern="1200" dirty="0">
                <a:solidFill>
                  <a:schemeClr val="bg1"/>
                </a:solidFill>
                <a:latin typeface="微软雅黑" panose="020B0503020204020204" pitchFamily="34" charset="-122"/>
                <a:ea typeface="微软雅黑" panose="020B0503020204020204" pitchFamily="34" charset="-122"/>
                <a:cs typeface="+mn-cs"/>
              </a:rPr>
              <a:t>IEEE 802.1Q </a:t>
            </a:r>
            <a:r>
              <a:rPr lang="zh-CN" altLang="en-US" sz="2800" b="1" kern="1200" dirty="0">
                <a:solidFill>
                  <a:schemeClr val="bg1"/>
                </a:solidFill>
                <a:latin typeface="微软雅黑" panose="020B0503020204020204" pitchFamily="34" charset="-122"/>
                <a:ea typeface="微软雅黑" panose="020B0503020204020204" pitchFamily="34" charset="-122"/>
                <a:cs typeface="+mn-cs"/>
              </a:rPr>
              <a:t>协议和帧格式</a:t>
            </a:r>
            <a:br>
              <a:rPr lang="zh-CN"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br>
            <a:endParaRPr lang="zh-CN"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8" name="表格 7">
            <a:extLst>
              <a:ext uri="{FF2B5EF4-FFF2-40B4-BE49-F238E27FC236}">
                <a16:creationId xmlns:a16="http://schemas.microsoft.com/office/drawing/2014/main" id="{4AE272C2-B291-4E2F-AF43-A4A42A616271}"/>
              </a:ext>
            </a:extLst>
          </p:cNvPr>
          <p:cNvGraphicFramePr>
            <a:graphicFrameLocks noGrp="1"/>
          </p:cNvGraphicFramePr>
          <p:nvPr/>
        </p:nvGraphicFramePr>
        <p:xfrm>
          <a:off x="914400" y="1982788"/>
          <a:ext cx="7364413" cy="608012"/>
        </p:xfrm>
        <a:graphic>
          <a:graphicData uri="http://schemas.openxmlformats.org/drawingml/2006/table">
            <a:tbl>
              <a:tblPr/>
              <a:tblGrid>
                <a:gridCol w="1524000">
                  <a:extLst>
                    <a:ext uri="{9D8B030D-6E8A-4147-A177-3AD203B41FA5}">
                      <a16:colId xmlns:a16="http://schemas.microsoft.com/office/drawing/2014/main" val="824677891"/>
                    </a:ext>
                  </a:extLst>
                </a:gridCol>
                <a:gridCol w="1524000">
                  <a:extLst>
                    <a:ext uri="{9D8B030D-6E8A-4147-A177-3AD203B41FA5}">
                      <a16:colId xmlns:a16="http://schemas.microsoft.com/office/drawing/2014/main" val="1039903177"/>
                    </a:ext>
                  </a:extLst>
                </a:gridCol>
                <a:gridCol w="1295400">
                  <a:extLst>
                    <a:ext uri="{9D8B030D-6E8A-4147-A177-3AD203B41FA5}">
                      <a16:colId xmlns:a16="http://schemas.microsoft.com/office/drawing/2014/main" val="590187840"/>
                    </a:ext>
                  </a:extLst>
                </a:gridCol>
                <a:gridCol w="2057400">
                  <a:extLst>
                    <a:ext uri="{9D8B030D-6E8A-4147-A177-3AD203B41FA5}">
                      <a16:colId xmlns:a16="http://schemas.microsoft.com/office/drawing/2014/main" val="2672541158"/>
                    </a:ext>
                  </a:extLst>
                </a:gridCol>
                <a:gridCol w="963613">
                  <a:extLst>
                    <a:ext uri="{9D8B030D-6E8A-4147-A177-3AD203B41FA5}">
                      <a16:colId xmlns:a16="http://schemas.microsoft.com/office/drawing/2014/main" val="2289847244"/>
                    </a:ext>
                  </a:extLst>
                </a:gridCol>
              </a:tblGrid>
              <a:tr h="608012">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Destination MAC</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Source MAC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Length/Type</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Data</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CRC</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extLst>
                  <a:ext uri="{0D108BD9-81ED-4DB2-BD59-A6C34878D82A}">
                    <a16:rowId xmlns:a16="http://schemas.microsoft.com/office/drawing/2014/main" val="2577801304"/>
                  </a:ext>
                </a:extLst>
              </a:tr>
            </a:tbl>
          </a:graphicData>
        </a:graphic>
      </p:graphicFrame>
      <p:sp>
        <p:nvSpPr>
          <p:cNvPr id="118804" name="文本框 8">
            <a:extLst>
              <a:ext uri="{FF2B5EF4-FFF2-40B4-BE49-F238E27FC236}">
                <a16:creationId xmlns:a16="http://schemas.microsoft.com/office/drawing/2014/main" id="{6E1F7F25-8305-4C0B-A5DB-BA056650BD2C}"/>
              </a:ext>
            </a:extLst>
          </p:cNvPr>
          <p:cNvSpPr txBox="1">
            <a:spLocks noChangeArrowheads="1"/>
          </p:cNvSpPr>
          <p:nvPr/>
        </p:nvSpPr>
        <p:spPr bwMode="auto">
          <a:xfrm>
            <a:off x="1398588" y="1524000"/>
            <a:ext cx="73644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latin typeface="Times New Roman" panose="02020603050405020304" pitchFamily="18" charset="0"/>
                <a:ea typeface="宋体" panose="02010600030101010101" pitchFamily="2" charset="-122"/>
                <a:cs typeface="Times New Roman" panose="02020603050405020304" pitchFamily="18" charset="0"/>
              </a:rPr>
              <a:t>6Byte                    6Byte                 2Byte                 46-1500Byte              4Byte</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2" name="表格 11">
            <a:extLst>
              <a:ext uri="{FF2B5EF4-FFF2-40B4-BE49-F238E27FC236}">
                <a16:creationId xmlns:a16="http://schemas.microsoft.com/office/drawing/2014/main" id="{67644E55-616E-486B-B78D-BE82DDAB9934}"/>
              </a:ext>
            </a:extLst>
          </p:cNvPr>
          <p:cNvGraphicFramePr>
            <a:graphicFrameLocks noGrp="1"/>
          </p:cNvGraphicFramePr>
          <p:nvPr/>
        </p:nvGraphicFramePr>
        <p:xfrm>
          <a:off x="342900" y="3697288"/>
          <a:ext cx="8458200" cy="608012"/>
        </p:xfrm>
        <a:graphic>
          <a:graphicData uri="http://schemas.openxmlformats.org/drawingml/2006/table">
            <a:tbl>
              <a:tblPr/>
              <a:tblGrid>
                <a:gridCol w="1600200">
                  <a:extLst>
                    <a:ext uri="{9D8B030D-6E8A-4147-A177-3AD203B41FA5}">
                      <a16:colId xmlns:a16="http://schemas.microsoft.com/office/drawing/2014/main" val="480349488"/>
                    </a:ext>
                  </a:extLst>
                </a:gridCol>
                <a:gridCol w="1447800">
                  <a:extLst>
                    <a:ext uri="{9D8B030D-6E8A-4147-A177-3AD203B41FA5}">
                      <a16:colId xmlns:a16="http://schemas.microsoft.com/office/drawing/2014/main" val="1343331569"/>
                    </a:ext>
                  </a:extLst>
                </a:gridCol>
                <a:gridCol w="1303338">
                  <a:extLst>
                    <a:ext uri="{9D8B030D-6E8A-4147-A177-3AD203B41FA5}">
                      <a16:colId xmlns:a16="http://schemas.microsoft.com/office/drawing/2014/main" val="1043764860"/>
                    </a:ext>
                  </a:extLst>
                </a:gridCol>
                <a:gridCol w="1231900">
                  <a:extLst>
                    <a:ext uri="{9D8B030D-6E8A-4147-A177-3AD203B41FA5}">
                      <a16:colId xmlns:a16="http://schemas.microsoft.com/office/drawing/2014/main" val="2946417005"/>
                    </a:ext>
                  </a:extLst>
                </a:gridCol>
                <a:gridCol w="1957387">
                  <a:extLst>
                    <a:ext uri="{9D8B030D-6E8A-4147-A177-3AD203B41FA5}">
                      <a16:colId xmlns:a16="http://schemas.microsoft.com/office/drawing/2014/main" val="1871751202"/>
                    </a:ext>
                  </a:extLst>
                </a:gridCol>
                <a:gridCol w="917575">
                  <a:extLst>
                    <a:ext uri="{9D8B030D-6E8A-4147-A177-3AD203B41FA5}">
                      <a16:colId xmlns:a16="http://schemas.microsoft.com/office/drawing/2014/main" val="3591181700"/>
                    </a:ext>
                  </a:extLst>
                </a:gridCol>
              </a:tblGrid>
              <a:tr h="608012">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Destination MAC</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Source MAC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VLAN Tag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Length/Type</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Data</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CRC</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E267"/>
                    </a:solidFill>
                  </a:tcPr>
                </a:tc>
                <a:extLst>
                  <a:ext uri="{0D108BD9-81ED-4DB2-BD59-A6C34878D82A}">
                    <a16:rowId xmlns:a16="http://schemas.microsoft.com/office/drawing/2014/main" val="569887977"/>
                  </a:ext>
                </a:extLst>
              </a:tr>
            </a:tbl>
          </a:graphicData>
        </a:graphic>
      </p:graphicFrame>
      <p:sp>
        <p:nvSpPr>
          <p:cNvPr id="118821" name="文本框 12">
            <a:extLst>
              <a:ext uri="{FF2B5EF4-FFF2-40B4-BE49-F238E27FC236}">
                <a16:creationId xmlns:a16="http://schemas.microsoft.com/office/drawing/2014/main" id="{EA26746F-3C5E-4AC6-93D9-4A85CE96149F}"/>
              </a:ext>
            </a:extLst>
          </p:cNvPr>
          <p:cNvSpPr txBox="1">
            <a:spLocks noChangeArrowheads="1"/>
          </p:cNvSpPr>
          <p:nvPr/>
        </p:nvSpPr>
        <p:spPr bwMode="auto">
          <a:xfrm>
            <a:off x="850900" y="3289300"/>
            <a:ext cx="8064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a:latin typeface="Times New Roman" panose="02020603050405020304" pitchFamily="18" charset="0"/>
                <a:ea typeface="宋体" panose="02010600030101010101" pitchFamily="2" charset="-122"/>
                <a:cs typeface="Times New Roman" panose="02020603050405020304" pitchFamily="18" charset="0"/>
              </a:rPr>
              <a:t>6Byte                    6Byte                 4Byte              2Byte                 46-1500Byte            4Byte</a:t>
            </a:r>
            <a:endParaRPr lang="zh-CN" altLang="en-US" sz="160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0" name="表格 9">
            <a:extLst>
              <a:ext uri="{FF2B5EF4-FFF2-40B4-BE49-F238E27FC236}">
                <a16:creationId xmlns:a16="http://schemas.microsoft.com/office/drawing/2014/main" id="{9F93C2F4-260D-4933-9796-9B786F752382}"/>
              </a:ext>
            </a:extLst>
          </p:cNvPr>
          <p:cNvGraphicFramePr>
            <a:graphicFrameLocks noGrp="1"/>
          </p:cNvGraphicFramePr>
          <p:nvPr/>
        </p:nvGraphicFramePr>
        <p:xfrm>
          <a:off x="2590800" y="4972050"/>
          <a:ext cx="3048000" cy="601663"/>
        </p:xfrm>
        <a:graphic>
          <a:graphicData uri="http://schemas.openxmlformats.org/drawingml/2006/table">
            <a:tbl>
              <a:tblPr/>
              <a:tblGrid>
                <a:gridCol w="762000">
                  <a:extLst>
                    <a:ext uri="{9D8B030D-6E8A-4147-A177-3AD203B41FA5}">
                      <a16:colId xmlns:a16="http://schemas.microsoft.com/office/drawing/2014/main" val="2836858446"/>
                    </a:ext>
                  </a:extLst>
                </a:gridCol>
                <a:gridCol w="762000">
                  <a:extLst>
                    <a:ext uri="{9D8B030D-6E8A-4147-A177-3AD203B41FA5}">
                      <a16:colId xmlns:a16="http://schemas.microsoft.com/office/drawing/2014/main" val="1157780517"/>
                    </a:ext>
                  </a:extLst>
                </a:gridCol>
                <a:gridCol w="762000">
                  <a:extLst>
                    <a:ext uri="{9D8B030D-6E8A-4147-A177-3AD203B41FA5}">
                      <a16:colId xmlns:a16="http://schemas.microsoft.com/office/drawing/2014/main" val="759139841"/>
                    </a:ext>
                  </a:extLst>
                </a:gridCol>
                <a:gridCol w="762000">
                  <a:extLst>
                    <a:ext uri="{9D8B030D-6E8A-4147-A177-3AD203B41FA5}">
                      <a16:colId xmlns:a16="http://schemas.microsoft.com/office/drawing/2014/main" val="1212611219"/>
                    </a:ext>
                  </a:extLst>
                </a:gridCol>
              </a:tblGrid>
              <a:tr h="601663">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TPID</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PRI</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CFI</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VID</a:t>
                      </a:r>
                      <a:endPar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703971544"/>
                  </a:ext>
                </a:extLst>
              </a:tr>
            </a:tbl>
          </a:graphicData>
        </a:graphic>
      </p:graphicFrame>
      <p:cxnSp>
        <p:nvCxnSpPr>
          <p:cNvPr id="118834" name="直接连接符 13">
            <a:extLst>
              <a:ext uri="{FF2B5EF4-FFF2-40B4-BE49-F238E27FC236}">
                <a16:creationId xmlns:a16="http://schemas.microsoft.com/office/drawing/2014/main" id="{AF7F9343-05CF-42C5-B45E-014E4AEFD49C}"/>
              </a:ext>
            </a:extLst>
          </p:cNvPr>
          <p:cNvCxnSpPr>
            <a:cxnSpLocks noChangeShapeType="1"/>
          </p:cNvCxnSpPr>
          <p:nvPr/>
        </p:nvCxnSpPr>
        <p:spPr bwMode="auto">
          <a:xfrm flipH="1">
            <a:off x="2590800" y="4305300"/>
            <a:ext cx="838200" cy="6667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35" name="直接连接符 17">
            <a:extLst>
              <a:ext uri="{FF2B5EF4-FFF2-40B4-BE49-F238E27FC236}">
                <a16:creationId xmlns:a16="http://schemas.microsoft.com/office/drawing/2014/main" id="{456C5218-28C6-415A-8605-EC5D771AC6CE}"/>
              </a:ext>
            </a:extLst>
          </p:cNvPr>
          <p:cNvCxnSpPr>
            <a:cxnSpLocks/>
          </p:cNvCxnSpPr>
          <p:nvPr/>
        </p:nvCxnSpPr>
        <p:spPr bwMode="auto">
          <a:xfrm>
            <a:off x="4724400" y="4305300"/>
            <a:ext cx="914400" cy="6667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836" name="文本框 23">
            <a:extLst>
              <a:ext uri="{FF2B5EF4-FFF2-40B4-BE49-F238E27FC236}">
                <a16:creationId xmlns:a16="http://schemas.microsoft.com/office/drawing/2014/main" id="{2637B33F-AE65-4692-B759-ECC6CE669FFB}"/>
              </a:ext>
            </a:extLst>
          </p:cNvPr>
          <p:cNvSpPr txBox="1">
            <a:spLocks noChangeArrowheads="1"/>
          </p:cNvSpPr>
          <p:nvPr/>
        </p:nvSpPr>
        <p:spPr bwMode="auto">
          <a:xfrm>
            <a:off x="2625725" y="5681663"/>
            <a:ext cx="48212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2Byte       3bit         1bit       12bit</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0953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821"/>
                                        </p:tgtEl>
                                        <p:attrNameLst>
                                          <p:attrName>style.visibility</p:attrName>
                                        </p:attrNameLst>
                                      </p:cBhvr>
                                      <p:to>
                                        <p:strVal val="visible"/>
                                      </p:to>
                                    </p:set>
                                    <p:animEffect transition="in" filter="wipe(left)">
                                      <p:cBhvr>
                                        <p:cTn id="7" dur="500"/>
                                        <p:tgtEl>
                                          <p:spTgt spid="118821"/>
                                        </p:tgtEl>
                                      </p:cBhvr>
                                    </p:animEffect>
                                  </p:childTnLst>
                                </p:cTn>
                              </p:par>
                              <p:par>
                                <p:cTn id="8" presetID="22" presetClass="entr" presetSubtype="8"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18834"/>
                                        </p:tgtEl>
                                        <p:attrNameLst>
                                          <p:attrName>style.visibility</p:attrName>
                                        </p:attrNameLst>
                                      </p:cBhvr>
                                      <p:to>
                                        <p:strVal val="visible"/>
                                      </p:to>
                                    </p:set>
                                    <p:animEffect transition="in" filter="wipe(up)">
                                      <p:cBhvr>
                                        <p:cTn id="15" dur="500"/>
                                        <p:tgtEl>
                                          <p:spTgt spid="118834"/>
                                        </p:tgtEl>
                                      </p:cBhvr>
                                    </p:animEffect>
                                  </p:childTnLst>
                                </p:cTn>
                              </p:par>
                              <p:par>
                                <p:cTn id="16" presetID="22" presetClass="entr" presetSubtype="1" fill="hold" nodeType="withEffect">
                                  <p:stCondLst>
                                    <p:cond delay="0"/>
                                  </p:stCondLst>
                                  <p:childTnLst>
                                    <p:set>
                                      <p:cBhvr>
                                        <p:cTn id="17" dur="1" fill="hold">
                                          <p:stCondLst>
                                            <p:cond delay="0"/>
                                          </p:stCondLst>
                                        </p:cTn>
                                        <p:tgtEl>
                                          <p:spTgt spid="118835"/>
                                        </p:tgtEl>
                                        <p:attrNameLst>
                                          <p:attrName>style.visibility</p:attrName>
                                        </p:attrNameLst>
                                      </p:cBhvr>
                                      <p:to>
                                        <p:strVal val="visible"/>
                                      </p:to>
                                    </p:set>
                                    <p:animEffect transition="in" filter="wipe(up)">
                                      <p:cBhvr>
                                        <p:cTn id="18" dur="500"/>
                                        <p:tgtEl>
                                          <p:spTgt spid="118835"/>
                                        </p:tgtEl>
                                      </p:cBhvr>
                                    </p:animEffect>
                                  </p:childTnLst>
                                </p:cTn>
                              </p:par>
                            </p:childTnLst>
                          </p:cTn>
                        </p:par>
                        <p:par>
                          <p:cTn id="19" fill="hold">
                            <p:stCondLst>
                              <p:cond delay="500"/>
                            </p:stCondLst>
                            <p:childTnLst>
                              <p:par>
                                <p:cTn id="20" presetID="22" presetClass="entr" presetSubtype="1"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118836"/>
                                        </p:tgtEl>
                                        <p:attrNameLst>
                                          <p:attrName>style.visibility</p:attrName>
                                        </p:attrNameLst>
                                      </p:cBhvr>
                                      <p:to>
                                        <p:strVal val="visible"/>
                                      </p:to>
                                    </p:set>
                                    <p:animEffect transition="in" filter="wipe(up)">
                                      <p:cBhvr>
                                        <p:cTn id="26" dur="500"/>
                                        <p:tgtEl>
                                          <p:spTgt spid="118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821" grpId="0"/>
      <p:bldP spid="11883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3">
            <a:extLst>
              <a:ext uri="{FF2B5EF4-FFF2-40B4-BE49-F238E27FC236}">
                <a16:creationId xmlns:a16="http://schemas.microsoft.com/office/drawing/2014/main" id="{321B94B1-83B8-47BA-9D31-0498B6DD2EDE}"/>
              </a:ext>
            </a:extLst>
          </p:cNvPr>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15.</a:t>
            </a:r>
            <a:fld id="{88C7B2DD-1EFF-485C-A14E-0B4EFE3432A1}" type="slidenum">
              <a:rPr lang="en-US" altLang="zh-CN" sz="2000" smtClean="0">
                <a:solidFill>
                  <a:schemeClr val="bg2"/>
                </a:solidFill>
              </a:rPr>
              <a:pPr/>
              <a:t>57</a:t>
            </a:fld>
            <a:endParaRPr lang="en-US" altLang="zh-CN" sz="2000">
              <a:solidFill>
                <a:schemeClr val="bg2"/>
              </a:solidFill>
            </a:endParaRPr>
          </a:p>
        </p:txBody>
      </p:sp>
      <p:sp>
        <p:nvSpPr>
          <p:cNvPr id="119814" name="矩形 14">
            <a:extLst>
              <a:ext uri="{FF2B5EF4-FFF2-40B4-BE49-F238E27FC236}">
                <a16:creationId xmlns:a16="http://schemas.microsoft.com/office/drawing/2014/main" id="{B09C51CA-0493-4818-BAE9-90975BFE80E5}"/>
              </a:ext>
            </a:extLst>
          </p:cNvPr>
          <p:cNvSpPr>
            <a:spLocks noChangeArrowheads="1"/>
          </p:cNvSpPr>
          <p:nvPr/>
        </p:nvSpPr>
        <p:spPr bwMode="auto">
          <a:xfrm>
            <a:off x="654844" y="1143000"/>
            <a:ext cx="7834312" cy="4942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lnSpc>
                <a:spcPct val="2000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TPID</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：标签协议标识符（</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Tag Protocol Identifier</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），表示数据帧的类型。取值为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0x8100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表示该帧是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 802.1Q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数据帧。</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PRI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Priority</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，表示数据帧的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802.1p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优先级。取值范围为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0-7</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，值越大优先级越高，当交换机拥塞时，优先发送优先级高的数据帧。</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CFI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：标准格式指示位（</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Canonical Format Indicator</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），表示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地址在不同的传输介质中是否以标准格式封装，用于兼容以太网和令牌环网。</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表示以非标准格式封装，在以太网中，</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CFI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VID</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 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，数据帧所属的</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的编号，</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 ID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取值范围为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0 - 4095</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。因为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 </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4095 </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为协议保留值，所以</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VLAN 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的有效范围是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1 - 4094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200000"/>
              </a:lnSpc>
              <a:buClr>
                <a:srgbClr val="FF0000"/>
              </a:buClr>
              <a:buSzPct val="80000"/>
              <a:buFont typeface="Wingdings" panose="05000000000000000000" pitchFamily="2" charset="2"/>
              <a:buChar char="u"/>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PRI</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CFI</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VID</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统称为</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标签控制信息</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Tag Control Information</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3501372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337D198-6784-42E3-8EDF-2C51D3166FC4}"/>
              </a:ext>
            </a:extLst>
          </p:cNvPr>
          <p:cNvSpPr>
            <a:spLocks noGrp="1"/>
          </p:cNvSpPr>
          <p:nvPr>
            <p:ph type="sldNum" sz="quarter" idx="10"/>
          </p:nvPr>
        </p:nvSpPr>
        <p:spPr/>
        <p:txBody>
          <a:bodyPr/>
          <a:lstStyle/>
          <a:p>
            <a:pPr>
              <a:defRPr/>
            </a:pPr>
            <a:r>
              <a:rPr lang="en-US" altLang="zh-CN"/>
              <a:t>15.</a:t>
            </a:r>
            <a:fld id="{38D18773-4C11-415B-B314-A1A7817F7071}" type="slidenum">
              <a:rPr lang="en-US" altLang="zh-CN" smtClean="0"/>
              <a:pPr>
                <a:defRPr/>
              </a:pPr>
              <a:t>58</a:t>
            </a:fld>
            <a:endParaRPr lang="en-US" altLang="zh-CN"/>
          </a:p>
        </p:txBody>
      </p:sp>
      <p:sp>
        <p:nvSpPr>
          <p:cNvPr id="5" name="文本框 4">
            <a:extLst>
              <a:ext uri="{FF2B5EF4-FFF2-40B4-BE49-F238E27FC236}">
                <a16:creationId xmlns:a16="http://schemas.microsoft.com/office/drawing/2014/main" id="{A9970A77-DC35-4DD9-9A78-8A7BD04FCC5F}"/>
              </a:ext>
            </a:extLst>
          </p:cNvPr>
          <p:cNvSpPr txBox="1"/>
          <p:nvPr/>
        </p:nvSpPr>
        <p:spPr>
          <a:xfrm>
            <a:off x="895109" y="1447800"/>
            <a:ext cx="6477000" cy="369332"/>
          </a:xfrm>
          <a:prstGeom prst="rect">
            <a:avLst/>
          </a:prstGeom>
          <a:noFill/>
        </p:spPr>
        <p:txBody>
          <a:bodyPr wrap="square" rtlCol="0">
            <a:spAutoFit/>
          </a:bodyPr>
          <a:lstStyle/>
          <a:p>
            <a:r>
              <a:rPr lang="zh-CN" altLang="en-US" sz="1800" dirty="0">
                <a:solidFill>
                  <a:srgbClr val="FF0000"/>
                </a:solidFill>
                <a:latin typeface="微软雅黑" panose="020B0503020204020204" pitchFamily="34" charset="-122"/>
                <a:ea typeface="微软雅黑" panose="020B0503020204020204" pitchFamily="34" charset="-122"/>
              </a:rPr>
              <a:t>思考：</a:t>
            </a:r>
            <a:r>
              <a:rPr lang="zh-CN" altLang="en-US" sz="1800" b="0" dirty="0">
                <a:latin typeface="微软雅黑" panose="020B0503020204020204" pitchFamily="34" charset="-122"/>
                <a:ea typeface="微软雅黑" panose="020B0503020204020204" pitchFamily="34" charset="-122"/>
              </a:rPr>
              <a:t>能为交换机的端口配置</a:t>
            </a:r>
            <a:r>
              <a:rPr lang="en-US" altLang="zh-CN" sz="1800" b="0" dirty="0">
                <a:latin typeface="微软雅黑" panose="020B0503020204020204" pitchFamily="34" charset="-122"/>
                <a:ea typeface="微软雅黑" panose="020B0503020204020204" pitchFamily="34" charset="-122"/>
              </a:rPr>
              <a:t>IP</a:t>
            </a:r>
            <a:r>
              <a:rPr lang="zh-CN" altLang="en-US" sz="1800" b="0" dirty="0">
                <a:latin typeface="微软雅黑" panose="020B0503020204020204" pitchFamily="34" charset="-122"/>
                <a:ea typeface="微软雅黑" panose="020B0503020204020204" pitchFamily="34" charset="-122"/>
              </a:rPr>
              <a:t>地址吗？</a:t>
            </a:r>
          </a:p>
        </p:txBody>
      </p:sp>
      <p:sp>
        <p:nvSpPr>
          <p:cNvPr id="6" name="矩形 5">
            <a:extLst>
              <a:ext uri="{FF2B5EF4-FFF2-40B4-BE49-F238E27FC236}">
                <a16:creationId xmlns:a16="http://schemas.microsoft.com/office/drawing/2014/main" id="{20C0DF4B-3909-46A0-A8C6-F8B08B5FEAF0}"/>
              </a:ext>
            </a:extLst>
          </p:cNvPr>
          <p:cNvSpPr/>
          <p:nvPr/>
        </p:nvSpPr>
        <p:spPr>
          <a:xfrm>
            <a:off x="895109" y="2286000"/>
            <a:ext cx="7162800" cy="2972737"/>
          </a:xfrm>
          <a:prstGeom prst="rect">
            <a:avLst/>
          </a:prstGeom>
        </p:spPr>
        <p:txBody>
          <a:bodyPr wrap="square">
            <a:spAutoFit/>
          </a:bodyPr>
          <a:lstStyle/>
          <a:p>
            <a:pPr algn="just">
              <a:lnSpc>
                <a:spcPct val="200000"/>
              </a:lnSpc>
            </a:pPr>
            <a:r>
              <a:rPr lang="zh-CN" altLang="en-US" sz="1600" b="0" dirty="0">
                <a:solidFill>
                  <a:srgbClr val="191B1F"/>
                </a:solidFill>
                <a:latin typeface="微软雅黑" panose="020B0503020204020204" pitchFamily="34" charset="-122"/>
                <a:ea typeface="微软雅黑" panose="020B0503020204020204" pitchFamily="34" charset="-122"/>
              </a:rPr>
              <a:t>交换机虚拟接口（</a:t>
            </a:r>
            <a:r>
              <a:rPr lang="en-US" altLang="zh-CN" sz="1600" b="0" dirty="0">
                <a:solidFill>
                  <a:srgbClr val="191B1F"/>
                </a:solidFill>
                <a:latin typeface="微软雅黑" panose="020B0503020204020204" pitchFamily="34" charset="-122"/>
                <a:ea typeface="微软雅黑" panose="020B0503020204020204" pitchFamily="34" charset="-122"/>
              </a:rPr>
              <a:t>Switch Virtual Interface</a:t>
            </a:r>
            <a:r>
              <a:rPr lang="zh-CN" altLang="en-US" sz="1600" b="0" dirty="0">
                <a:solidFill>
                  <a:srgbClr val="191B1F"/>
                </a:solidFill>
                <a:latin typeface="微软雅黑" panose="020B0503020204020204" pitchFamily="34" charset="-122"/>
                <a:ea typeface="微软雅黑" panose="020B0503020204020204" pitchFamily="34" charset="-122"/>
              </a:rPr>
              <a:t>，</a:t>
            </a:r>
            <a:r>
              <a:rPr lang="en-US" altLang="zh-CN" sz="1600" b="0" dirty="0">
                <a:solidFill>
                  <a:srgbClr val="191B1F"/>
                </a:solidFill>
                <a:latin typeface="微软雅黑" panose="020B0503020204020204" pitchFamily="34" charset="-122"/>
                <a:ea typeface="微软雅黑" panose="020B0503020204020204" pitchFamily="34" charset="-122"/>
              </a:rPr>
              <a:t>SVI</a:t>
            </a:r>
            <a:r>
              <a:rPr lang="zh-CN" altLang="en-US" sz="1600" b="0" dirty="0">
                <a:solidFill>
                  <a:srgbClr val="191B1F"/>
                </a:solidFill>
                <a:latin typeface="微软雅黑" panose="020B0503020204020204" pitchFamily="34" charset="-122"/>
                <a:ea typeface="微软雅黑" panose="020B0503020204020204" pitchFamily="34" charset="-122"/>
              </a:rPr>
              <a:t>）用于连接交换机的逻辑 </a:t>
            </a:r>
            <a:r>
              <a:rPr lang="en-US" altLang="zh-CN" sz="1600" b="0" dirty="0">
                <a:solidFill>
                  <a:srgbClr val="191B1F"/>
                </a:solidFill>
                <a:latin typeface="微软雅黑" panose="020B0503020204020204" pitchFamily="34" charset="-122"/>
                <a:ea typeface="微软雅黑" panose="020B0503020204020204" pitchFamily="34" charset="-122"/>
              </a:rPr>
              <a:t>VLAN </a:t>
            </a:r>
            <a:r>
              <a:rPr lang="zh-CN" altLang="en-US" sz="1600" b="0" dirty="0">
                <a:solidFill>
                  <a:srgbClr val="191B1F"/>
                </a:solidFill>
                <a:latin typeface="微软雅黑" panose="020B0503020204020204" pitchFamily="34" charset="-122"/>
                <a:ea typeface="微软雅黑" panose="020B0503020204020204" pitchFamily="34" charset="-122"/>
              </a:rPr>
              <a:t>和路由功能。每个 </a:t>
            </a:r>
            <a:r>
              <a:rPr lang="en-US" altLang="zh-CN" sz="1600" b="0" dirty="0">
                <a:solidFill>
                  <a:srgbClr val="191B1F"/>
                </a:solidFill>
                <a:latin typeface="微软雅黑" panose="020B0503020204020204" pitchFamily="34" charset="-122"/>
                <a:ea typeface="微软雅黑" panose="020B0503020204020204" pitchFamily="34" charset="-122"/>
              </a:rPr>
              <a:t>SVI </a:t>
            </a:r>
            <a:r>
              <a:rPr lang="zh-CN" altLang="en-US" sz="1600" b="0" dirty="0">
                <a:solidFill>
                  <a:srgbClr val="191B1F"/>
                </a:solidFill>
                <a:latin typeface="微软雅黑" panose="020B0503020204020204" pitchFamily="34" charset="-122"/>
                <a:ea typeface="微软雅黑" panose="020B0503020204020204" pitchFamily="34" charset="-122"/>
              </a:rPr>
              <a:t>与一个 </a:t>
            </a:r>
            <a:r>
              <a:rPr lang="en-US" altLang="zh-CN" sz="1600" b="0" dirty="0">
                <a:solidFill>
                  <a:srgbClr val="191B1F"/>
                </a:solidFill>
                <a:latin typeface="微软雅黑" panose="020B0503020204020204" pitchFamily="34" charset="-122"/>
                <a:ea typeface="微软雅黑" panose="020B0503020204020204" pitchFamily="34" charset="-122"/>
              </a:rPr>
              <a:t>VLAN </a:t>
            </a:r>
            <a:r>
              <a:rPr lang="zh-CN" altLang="en-US" sz="1600" b="0" dirty="0">
                <a:solidFill>
                  <a:srgbClr val="191B1F"/>
                </a:solidFill>
                <a:latin typeface="微软雅黑" panose="020B0503020204020204" pitchFamily="34" charset="-122"/>
                <a:ea typeface="微软雅黑" panose="020B0503020204020204" pitchFamily="34" charset="-122"/>
              </a:rPr>
              <a:t>相关联，并在交换机中创建一个逻辑接口，用于管理该 </a:t>
            </a:r>
            <a:r>
              <a:rPr lang="en-US" altLang="zh-CN" sz="1600" b="0" dirty="0">
                <a:solidFill>
                  <a:srgbClr val="191B1F"/>
                </a:solidFill>
                <a:latin typeface="微软雅黑" panose="020B0503020204020204" pitchFamily="34" charset="-122"/>
                <a:ea typeface="微软雅黑" panose="020B0503020204020204" pitchFamily="34" charset="-122"/>
              </a:rPr>
              <a:t>VLAN </a:t>
            </a:r>
            <a:r>
              <a:rPr lang="zh-CN" altLang="en-US" sz="1600" b="0" dirty="0">
                <a:solidFill>
                  <a:srgbClr val="191B1F"/>
                </a:solidFill>
                <a:latin typeface="微软雅黑" panose="020B0503020204020204" pitchFamily="34" charset="-122"/>
                <a:ea typeface="微软雅黑" panose="020B0503020204020204" pitchFamily="34" charset="-122"/>
              </a:rPr>
              <a:t>内的网络流量。</a:t>
            </a:r>
          </a:p>
          <a:p>
            <a:pPr algn="just">
              <a:lnSpc>
                <a:spcPct val="200000"/>
              </a:lnSpc>
            </a:pPr>
            <a:endParaRPr lang="zh-CN" altLang="en-US" sz="1600" b="0" dirty="0">
              <a:solidFill>
                <a:srgbClr val="191B1F"/>
              </a:solidFill>
              <a:latin typeface="微软雅黑" panose="020B0503020204020204" pitchFamily="34" charset="-122"/>
              <a:ea typeface="微软雅黑" panose="020B0503020204020204" pitchFamily="34" charset="-122"/>
            </a:endParaRPr>
          </a:p>
          <a:p>
            <a:pPr algn="just">
              <a:lnSpc>
                <a:spcPct val="200000"/>
              </a:lnSpc>
            </a:pPr>
            <a:r>
              <a:rPr lang="en-US" altLang="zh-CN" sz="1600" b="0" dirty="0">
                <a:solidFill>
                  <a:srgbClr val="191B1F"/>
                </a:solidFill>
                <a:latin typeface="微软雅黑" panose="020B0503020204020204" pitchFamily="34" charset="-122"/>
                <a:ea typeface="微软雅黑" panose="020B0503020204020204" pitchFamily="34" charset="-122"/>
              </a:rPr>
              <a:t>SVI </a:t>
            </a:r>
            <a:r>
              <a:rPr lang="zh-CN" altLang="en-US" sz="1600" b="0" dirty="0">
                <a:solidFill>
                  <a:srgbClr val="191B1F"/>
                </a:solidFill>
                <a:latin typeface="微软雅黑" panose="020B0503020204020204" pitchFamily="34" charset="-122"/>
                <a:ea typeface="微软雅黑" panose="020B0503020204020204" pitchFamily="34" charset="-122"/>
              </a:rPr>
              <a:t>实际上是交换机上的虚拟路由接口，它具有 </a:t>
            </a:r>
            <a:r>
              <a:rPr lang="en-US" altLang="zh-CN" sz="1600" b="0" dirty="0">
                <a:solidFill>
                  <a:srgbClr val="191B1F"/>
                </a:solidFill>
                <a:latin typeface="微软雅黑" panose="020B0503020204020204" pitchFamily="34" charset="-122"/>
                <a:ea typeface="微软雅黑" panose="020B0503020204020204" pitchFamily="34" charset="-122"/>
              </a:rPr>
              <a:t>IP </a:t>
            </a:r>
            <a:r>
              <a:rPr lang="zh-CN" altLang="en-US" sz="1600" b="0" dirty="0">
                <a:solidFill>
                  <a:srgbClr val="191B1F"/>
                </a:solidFill>
                <a:latin typeface="微软雅黑" panose="020B0503020204020204" pitchFamily="34" charset="-122"/>
                <a:ea typeface="微软雅黑" panose="020B0503020204020204" pitchFamily="34" charset="-122"/>
              </a:rPr>
              <a:t>地址和子网掩码，并且可以与其他设备进行通信，包括其他 </a:t>
            </a:r>
            <a:r>
              <a:rPr lang="en-US" altLang="zh-CN" sz="1600" b="0" dirty="0">
                <a:solidFill>
                  <a:srgbClr val="191B1F"/>
                </a:solidFill>
                <a:latin typeface="微软雅黑" panose="020B0503020204020204" pitchFamily="34" charset="-122"/>
                <a:ea typeface="微软雅黑" panose="020B0503020204020204" pitchFamily="34" charset="-122"/>
              </a:rPr>
              <a:t>VLAN</a:t>
            </a:r>
            <a:r>
              <a:rPr lang="zh-CN" altLang="en-US" sz="1600" b="0" dirty="0">
                <a:solidFill>
                  <a:srgbClr val="191B1F"/>
                </a:solidFill>
                <a:latin typeface="微软雅黑" panose="020B0503020204020204" pitchFamily="34" charset="-122"/>
                <a:ea typeface="微软雅黑" panose="020B0503020204020204" pitchFamily="34" charset="-122"/>
              </a:rPr>
              <a:t>、路由器和上层网络设备。</a:t>
            </a:r>
            <a:endParaRPr lang="zh-CN" altLang="en-US" sz="1600" b="0" i="0" dirty="0">
              <a:solidFill>
                <a:srgbClr val="191B1F"/>
              </a:solidFill>
              <a:effectLst/>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6F09A117-718D-4BB8-8BC2-D18F1E14731E}"/>
              </a:ext>
            </a:extLst>
          </p:cNvPr>
          <p:cNvSpPr/>
          <p:nvPr/>
        </p:nvSpPr>
        <p:spPr>
          <a:xfrm>
            <a:off x="2971800" y="87775"/>
            <a:ext cx="2698175"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交换机虚拟接口</a:t>
            </a:r>
          </a:p>
        </p:txBody>
      </p:sp>
    </p:spTree>
    <p:extLst>
      <p:ext uri="{BB962C8B-B14F-4D97-AF65-F5344CB8AC3E}">
        <p14:creationId xmlns:p14="http://schemas.microsoft.com/office/powerpoint/2010/main" val="378631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037F97F-BCDC-4A5E-95AF-9B77FB04CC89}"/>
              </a:ext>
            </a:extLst>
          </p:cNvPr>
          <p:cNvSpPr>
            <a:spLocks noGrp="1"/>
          </p:cNvSpPr>
          <p:nvPr>
            <p:ph type="sldNum" sz="quarter" idx="10"/>
          </p:nvPr>
        </p:nvSpPr>
        <p:spPr/>
        <p:txBody>
          <a:bodyPr/>
          <a:lstStyle/>
          <a:p>
            <a:pPr>
              <a:defRPr/>
            </a:pPr>
            <a:r>
              <a:rPr lang="en-US" altLang="zh-CN"/>
              <a:t>15.</a:t>
            </a:r>
            <a:fld id="{38D18773-4C11-415B-B314-A1A7817F7071}" type="slidenum">
              <a:rPr lang="en-US" altLang="zh-CN" smtClean="0"/>
              <a:pPr>
                <a:defRPr/>
              </a:pPr>
              <a:t>59</a:t>
            </a:fld>
            <a:endParaRPr lang="en-US" altLang="zh-CN"/>
          </a:p>
        </p:txBody>
      </p:sp>
      <p:pic>
        <p:nvPicPr>
          <p:cNvPr id="2050" name="Picture 2" descr="面试题 | VLAN与SVI有何不同？">
            <a:extLst>
              <a:ext uri="{FF2B5EF4-FFF2-40B4-BE49-F238E27FC236}">
                <a16:creationId xmlns:a16="http://schemas.microsoft.com/office/drawing/2014/main" id="{96641A99-08FE-439A-9B8F-3288E54A4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6629400" cy="4769484"/>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a:extLst>
              <a:ext uri="{FF2B5EF4-FFF2-40B4-BE49-F238E27FC236}">
                <a16:creationId xmlns:a16="http://schemas.microsoft.com/office/drawing/2014/main" id="{738951C2-6D58-4AA2-B0F4-D4ABF1504968}"/>
              </a:ext>
            </a:extLst>
          </p:cNvPr>
          <p:cNvSpPr/>
          <p:nvPr/>
        </p:nvSpPr>
        <p:spPr>
          <a:xfrm>
            <a:off x="4495800" y="3124200"/>
            <a:ext cx="4191000" cy="2714013"/>
          </a:xfrm>
          <a:prstGeom prst="rect">
            <a:avLst/>
          </a:prstGeom>
        </p:spPr>
        <p:txBody>
          <a:bodyPr wrap="square">
            <a:spAutoFit/>
          </a:bodyPr>
          <a:lstStyle/>
          <a:p>
            <a:pPr marL="266700" algn="just">
              <a:lnSpc>
                <a:spcPts val="3500"/>
              </a:lnSpc>
            </a:pPr>
            <a:r>
              <a:rPr lang="en-US" altLang="zh-CN" sz="1400" b="0" dirty="0"/>
              <a:t>[Huawei]int </a:t>
            </a:r>
            <a:r>
              <a:rPr lang="en-US" altLang="zh-CN" sz="1400" b="0" dirty="0" err="1"/>
              <a:t>vlanif</a:t>
            </a:r>
            <a:r>
              <a:rPr lang="en-US" altLang="zh-CN" sz="1400" b="0" dirty="0"/>
              <a:t> 10</a:t>
            </a:r>
            <a:endParaRPr lang="zh-CN" altLang="zh-CN" sz="1400" b="0" dirty="0"/>
          </a:p>
          <a:p>
            <a:pPr marL="266700" algn="just">
              <a:lnSpc>
                <a:spcPts val="3500"/>
              </a:lnSpc>
            </a:pPr>
            <a:r>
              <a:rPr lang="en-US" altLang="zh-CN" sz="1400" b="0" dirty="0"/>
              <a:t>[Huawei-Vlanif10]</a:t>
            </a:r>
            <a:r>
              <a:rPr lang="en-US" altLang="zh-CN" sz="1400" b="0" dirty="0" err="1"/>
              <a:t>ip</a:t>
            </a:r>
            <a:r>
              <a:rPr lang="en-US" altLang="zh-CN" sz="1400" b="0" dirty="0"/>
              <a:t> address 192.168.1.254 24</a:t>
            </a:r>
            <a:endParaRPr lang="zh-CN" altLang="zh-CN" sz="1400" b="0" dirty="0"/>
          </a:p>
          <a:p>
            <a:pPr marL="266700" algn="just">
              <a:lnSpc>
                <a:spcPts val="3500"/>
              </a:lnSpc>
            </a:pPr>
            <a:r>
              <a:rPr lang="en-US" altLang="zh-CN" sz="1400" b="0" dirty="0"/>
              <a:t>[Huawei-Vlanif10]quit</a:t>
            </a:r>
          </a:p>
          <a:p>
            <a:pPr marL="266700" algn="just">
              <a:lnSpc>
                <a:spcPts val="3500"/>
              </a:lnSpc>
            </a:pPr>
            <a:r>
              <a:rPr lang="en-US" altLang="zh-CN" sz="1400" b="0" dirty="0"/>
              <a:t>[Huawei]int </a:t>
            </a:r>
            <a:r>
              <a:rPr lang="en-US" altLang="zh-CN" sz="1400" b="0" dirty="0" err="1"/>
              <a:t>vlanif</a:t>
            </a:r>
            <a:r>
              <a:rPr lang="en-US" altLang="zh-CN" sz="1400" b="0" dirty="0"/>
              <a:t> 20</a:t>
            </a:r>
            <a:endParaRPr lang="zh-CN" altLang="zh-CN" sz="1400" b="0" dirty="0"/>
          </a:p>
          <a:p>
            <a:pPr marL="266700" algn="just">
              <a:lnSpc>
                <a:spcPts val="3500"/>
              </a:lnSpc>
            </a:pPr>
            <a:r>
              <a:rPr lang="en-US" altLang="zh-CN" sz="1400" b="0" dirty="0"/>
              <a:t>[Huawei-Vlanif10]</a:t>
            </a:r>
            <a:r>
              <a:rPr lang="en-US" altLang="zh-CN" sz="1400" b="0" dirty="0" err="1"/>
              <a:t>ip</a:t>
            </a:r>
            <a:r>
              <a:rPr lang="en-US" altLang="zh-CN" sz="1400" b="0" dirty="0"/>
              <a:t> address 192.168.2.254 24</a:t>
            </a:r>
            <a:endParaRPr lang="zh-CN" altLang="zh-CN" sz="1400" b="0" dirty="0"/>
          </a:p>
          <a:p>
            <a:pPr marL="266700" algn="just">
              <a:lnSpc>
                <a:spcPts val="3500"/>
              </a:lnSpc>
            </a:pPr>
            <a:r>
              <a:rPr lang="en-US" altLang="zh-CN" sz="1400" b="0" dirty="0"/>
              <a:t>[Huawei-Vlanif10]quit</a:t>
            </a:r>
            <a:endParaRPr lang="zh-CN" altLang="zh-CN" sz="1400" b="0" dirty="0"/>
          </a:p>
        </p:txBody>
      </p:sp>
      <p:sp>
        <p:nvSpPr>
          <p:cNvPr id="16" name="文本框 15">
            <a:extLst>
              <a:ext uri="{FF2B5EF4-FFF2-40B4-BE49-F238E27FC236}">
                <a16:creationId xmlns:a16="http://schemas.microsoft.com/office/drawing/2014/main" id="{F54D73D1-20A8-4DFB-9988-B92FF91FCF76}"/>
              </a:ext>
            </a:extLst>
          </p:cNvPr>
          <p:cNvSpPr txBox="1"/>
          <p:nvPr/>
        </p:nvSpPr>
        <p:spPr>
          <a:xfrm>
            <a:off x="1215627" y="3449328"/>
            <a:ext cx="966487" cy="307777"/>
          </a:xfrm>
          <a:prstGeom prst="rect">
            <a:avLst/>
          </a:prstGeom>
          <a:noFill/>
        </p:spPr>
        <p:txBody>
          <a:bodyPr wrap="square" rtlCol="0">
            <a:spAutoFit/>
          </a:bodyPr>
          <a:lstStyle/>
          <a:p>
            <a:r>
              <a:rPr lang="en-US" altLang="zh-CN" sz="1400" dirty="0" err="1"/>
              <a:t>vlanif</a:t>
            </a:r>
            <a:r>
              <a:rPr lang="en-US" altLang="zh-CN" sz="1400" dirty="0"/>
              <a:t> 10</a:t>
            </a:r>
            <a:endParaRPr lang="zh-CN" altLang="en-US" sz="1400" dirty="0"/>
          </a:p>
        </p:txBody>
      </p:sp>
      <p:sp>
        <p:nvSpPr>
          <p:cNvPr id="19" name="文本框 18">
            <a:extLst>
              <a:ext uri="{FF2B5EF4-FFF2-40B4-BE49-F238E27FC236}">
                <a16:creationId xmlns:a16="http://schemas.microsoft.com/office/drawing/2014/main" id="{4C2D30C9-F360-4313-9A73-CFE2BA23AAE6}"/>
              </a:ext>
            </a:extLst>
          </p:cNvPr>
          <p:cNvSpPr txBox="1"/>
          <p:nvPr/>
        </p:nvSpPr>
        <p:spPr>
          <a:xfrm>
            <a:off x="3157568" y="3439612"/>
            <a:ext cx="966487" cy="307777"/>
          </a:xfrm>
          <a:prstGeom prst="rect">
            <a:avLst/>
          </a:prstGeom>
          <a:noFill/>
        </p:spPr>
        <p:txBody>
          <a:bodyPr wrap="square" rtlCol="0">
            <a:spAutoFit/>
          </a:bodyPr>
          <a:lstStyle/>
          <a:p>
            <a:r>
              <a:rPr lang="en-US" altLang="zh-CN" sz="1400" dirty="0" err="1"/>
              <a:t>vlanif</a:t>
            </a:r>
            <a:r>
              <a:rPr lang="en-US" altLang="zh-CN" sz="1400" dirty="0"/>
              <a:t> 20</a:t>
            </a:r>
            <a:endParaRPr lang="zh-CN" altLang="en-US" sz="1400" dirty="0"/>
          </a:p>
        </p:txBody>
      </p:sp>
      <p:pic>
        <p:nvPicPr>
          <p:cNvPr id="2" name="图片 1">
            <a:extLst>
              <a:ext uri="{FF2B5EF4-FFF2-40B4-BE49-F238E27FC236}">
                <a16:creationId xmlns:a16="http://schemas.microsoft.com/office/drawing/2014/main" id="{4F3DC5F7-2D83-447C-A657-9B67494F9E9E}"/>
              </a:ext>
            </a:extLst>
          </p:cNvPr>
          <p:cNvPicPr>
            <a:picLocks noChangeAspect="1"/>
          </p:cNvPicPr>
          <p:nvPr/>
        </p:nvPicPr>
        <p:blipFill>
          <a:blip r:embed="rId3"/>
          <a:stretch>
            <a:fillRect/>
          </a:stretch>
        </p:blipFill>
        <p:spPr>
          <a:xfrm>
            <a:off x="2388962" y="2954944"/>
            <a:ext cx="551795" cy="539604"/>
          </a:xfrm>
          <a:prstGeom prst="rect">
            <a:avLst/>
          </a:prstGeom>
        </p:spPr>
      </p:pic>
      <p:cxnSp>
        <p:nvCxnSpPr>
          <p:cNvPr id="13" name="直接箭头连接符 12">
            <a:extLst>
              <a:ext uri="{FF2B5EF4-FFF2-40B4-BE49-F238E27FC236}">
                <a16:creationId xmlns:a16="http://schemas.microsoft.com/office/drawing/2014/main" id="{880C0C00-E433-46BF-B9AF-DA1D0B311A7B}"/>
              </a:ext>
            </a:extLst>
          </p:cNvPr>
          <p:cNvCxnSpPr>
            <a:cxnSpLocks/>
          </p:cNvCxnSpPr>
          <p:nvPr/>
        </p:nvCxnSpPr>
        <p:spPr bwMode="auto">
          <a:xfrm flipH="1">
            <a:off x="2057401" y="3224746"/>
            <a:ext cx="308078" cy="4553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箭头连接符 14">
            <a:extLst>
              <a:ext uri="{FF2B5EF4-FFF2-40B4-BE49-F238E27FC236}">
                <a16:creationId xmlns:a16="http://schemas.microsoft.com/office/drawing/2014/main" id="{459562BA-9E38-45D3-B1A4-10A0C673E7CB}"/>
              </a:ext>
            </a:extLst>
          </p:cNvPr>
          <p:cNvCxnSpPr>
            <a:cxnSpLocks/>
            <a:stCxn id="2" idx="3"/>
          </p:cNvCxnSpPr>
          <p:nvPr/>
        </p:nvCxnSpPr>
        <p:spPr bwMode="auto">
          <a:xfrm>
            <a:off x="2940757" y="3224746"/>
            <a:ext cx="253303" cy="45539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3418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up)">
                                      <p:cBhvr>
                                        <p:cTn id="10" dur="500"/>
                                        <p:tgtEl>
                                          <p:spTgt spid="1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wipe(left)">
                                      <p:cBhvr>
                                        <p:cTn id="14" dur="500"/>
                                        <p:tgtEl>
                                          <p:spTgt spid="1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up)">
                                      <p:cBhvr>
                                        <p:cTn id="18" dur="500"/>
                                        <p:tgtEl>
                                          <p:spTgt spid="1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9" grpId="0"/>
    </p:bld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15407</TotalTime>
  <Words>6482</Words>
  <Application>Microsoft Office PowerPoint</Application>
  <PresentationFormat>全屏显示(4:3)</PresentationFormat>
  <Paragraphs>545</Paragraphs>
  <Slides>59</Slides>
  <Notes>39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59</vt:i4>
      </vt:variant>
    </vt:vector>
  </HeadingPairs>
  <TitlesOfParts>
    <vt:vector size="74" baseType="lpstr">
      <vt:lpstr>Adobe 黑体 Std R</vt:lpstr>
      <vt:lpstr>McGrawHill-Italic</vt:lpstr>
      <vt:lpstr>ＭＳ Ｐゴシック</vt:lpstr>
      <vt:lpstr>黑体</vt:lpstr>
      <vt:lpstr>华文细黑</vt:lpstr>
      <vt:lpstr>楷体_GB2312</vt:lpstr>
      <vt:lpstr>宋体</vt:lpstr>
      <vt:lpstr>微软雅黑</vt:lpstr>
      <vt:lpstr>Arial</vt:lpstr>
      <vt:lpstr>Calibri</vt:lpstr>
      <vt:lpstr>Tahoma</vt:lpstr>
      <vt:lpstr>Times New Roman</vt:lpstr>
      <vt:lpstr>Wingdings</vt:lpstr>
      <vt:lpstr>Blends</vt:lpstr>
      <vt:lpstr>Visio</vt:lpstr>
      <vt:lpstr>PowerPoint 演示文稿</vt:lpstr>
      <vt:lpstr>PowerPoint 演示文稿</vt:lpstr>
      <vt:lpstr>无源集线器</vt:lpstr>
      <vt:lpstr>PowerPoint 演示文稿</vt:lpstr>
      <vt:lpstr>PowerPoint 演示文稿</vt:lpstr>
      <vt:lpstr>PowerPoint 演示文稿</vt:lpstr>
      <vt:lpstr>PowerPoint 演示文稿</vt:lpstr>
      <vt:lpstr>PowerPoint 演示文稿</vt:lpstr>
      <vt:lpstr>广播域与冲突域</vt:lpstr>
      <vt:lpstr>冲突域</vt:lpstr>
      <vt:lpstr>PowerPoint 演示文稿</vt:lpstr>
      <vt:lpstr>PowerPoint 演示文稿</vt:lpstr>
      <vt:lpstr>实验2 观察MAC地址表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网桥将不同端口连接的网络分隔成独立的冲突域，但网桥在收到一个广播数据帧时，会向所有端口转发这个广播帧，即所有端口处于同一个广播域中。</vt:lpstr>
      <vt:lpstr>二层交换机</vt:lpstr>
      <vt:lpstr>二层交换机的转发方式</vt:lpstr>
      <vt:lpstr>二层交换机 vs. 集线器</vt:lpstr>
      <vt:lpstr>交换机的冲突域和广播域</vt:lpstr>
      <vt:lpstr>广播风暴（broadcast storm） </vt:lpstr>
      <vt:lpstr>实验3 生成树协议</vt:lpstr>
      <vt:lpstr>PowerPoint 演示文稿</vt:lpstr>
      <vt:lpstr>PowerPoint 演示文稿</vt:lpstr>
      <vt:lpstr>PowerPoint 演示文稿</vt:lpstr>
      <vt:lpstr>PowerPoint 演示文稿</vt:lpstr>
      <vt:lpstr>路由表（routing table）</vt:lpstr>
      <vt:lpstr>路由的分类</vt:lpstr>
      <vt:lpstr>PowerPoint 演示文稿</vt:lpstr>
      <vt:lpstr>PowerPoint 演示文稿</vt:lpstr>
      <vt:lpstr>PowerPoint 演示文稿</vt:lpstr>
      <vt:lpstr>网关</vt:lpstr>
      <vt:lpstr>实验4 网关</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基于端口划分VLAN</vt:lpstr>
      <vt:lpstr>VLAN ID</vt:lpstr>
      <vt:lpstr>VLAN 标签（TAG）</vt:lpstr>
      <vt:lpstr>链路类型和接口类型</vt:lpstr>
      <vt:lpstr>PowerPoint 演示文稿</vt:lpstr>
      <vt:lpstr>实验5  划分VLAN</vt:lpstr>
      <vt:lpstr>PowerPoint 演示文稿</vt:lpstr>
      <vt:lpstr>PowerPoint 演示文稿</vt:lpstr>
      <vt:lpstr>查看VLAN帧</vt:lpstr>
      <vt:lpstr>IEEE 802.1Q 协议和帧格式 </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487</cp:revision>
  <dcterms:created xsi:type="dcterms:W3CDTF">2000-01-15T04:50:39Z</dcterms:created>
  <dcterms:modified xsi:type="dcterms:W3CDTF">2025-03-06T14:51:48Z</dcterms:modified>
</cp:coreProperties>
</file>